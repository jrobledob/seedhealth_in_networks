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</p:sldIdLst>
  <p:sldSz cx="9144000" cy="6858000" type="screen4x3"/>
  <p:notesSz cx="6858000" cy="9144000"/>
  <p:custDataLst>
    <p:tags r:id="rId5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1" d="100"/>
          <a:sy n="91" d="100"/>
        </p:scale>
        <p:origin x="1640" y="-57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presProps" Target="presProps.xml"/><Relationship Id="rId5" Type="http://schemas.openxmlformats.org/officeDocument/2006/relationships/tags" Target="tags/tag1.xml"/><Relationship Id="rId10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Robledo Buritica, Jacobo" userId="9ce0d93f-1eb4-4c9a-93d5-d642e66d9527" providerId="ADAL" clId="{DBBFFED6-F656-4E1A-A0C0-5070BB7DF4FC}"/>
    <pc:docChg chg="undo custSel modSld">
      <pc:chgData name="Robledo Buritica, Jacobo" userId="9ce0d93f-1eb4-4c9a-93d5-d642e66d9527" providerId="ADAL" clId="{DBBFFED6-F656-4E1A-A0C0-5070BB7DF4FC}" dt="2026-06-01T16:58:53.823" v="3" actId="1076"/>
      <pc:docMkLst>
        <pc:docMk/>
      </pc:docMkLst>
      <pc:sldChg chg="modSp mod">
        <pc:chgData name="Robledo Buritica, Jacobo" userId="9ce0d93f-1eb4-4c9a-93d5-d642e66d9527" providerId="ADAL" clId="{DBBFFED6-F656-4E1A-A0C0-5070BB7DF4FC}" dt="2026-06-01T16:58:53.823" v="3" actId="1076"/>
        <pc:sldMkLst>
          <pc:docMk/>
          <pc:sldMk cId="0" sldId="256"/>
        </pc:sldMkLst>
        <pc:spChg chg="mod">
          <ac:chgData name="Robledo Buritica, Jacobo" userId="9ce0d93f-1eb4-4c9a-93d5-d642e66d9527" providerId="ADAL" clId="{DBBFFED6-F656-4E1A-A0C0-5070BB7DF4FC}" dt="2026-06-01T16:58:53.823" v="3" actId="1076"/>
          <ac:spMkLst>
            <pc:docMk/>
            <pc:sldMk cId="0" sldId="256"/>
            <ac:spMk id="843" creationId="{00000000-0000-0000-0000-000000000000}"/>
          </ac:spMkLst>
        </pc:spChg>
        <pc:spChg chg="mod">
          <ac:chgData name="Robledo Buritica, Jacobo" userId="9ce0d93f-1eb4-4c9a-93d5-d642e66d9527" providerId="ADAL" clId="{DBBFFED6-F656-4E1A-A0C0-5070BB7DF4FC}" dt="2026-06-01T16:58:19.188" v="1" actId="1076"/>
          <ac:spMkLst>
            <pc:docMk/>
            <pc:sldMk cId="0" sldId="256"/>
            <ac:spMk id="1090" creationId="{00000000-0000-0000-0000-000000000000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01/06/2026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82880" y="-1825297"/>
            <a:ext cx="11430000" cy="12197934"/>
            <a:chOff x="182880" y="-1825297"/>
            <a:chExt cx="11430000" cy="12197934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11430000" cy="77724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82880" y="182880"/>
              <a:ext cx="11430000" cy="77724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52469" y="486741"/>
              <a:ext cx="6704311" cy="3699474"/>
            </a:xfrm>
            <a:prstGeom prst="rect">
              <a:avLst/>
            </a:prstGeom>
          </p:spPr>
          <p:txBody>
            <a:bodyPr/>
            <a:lstStyle/>
            <a:p>
              <a:endParaRPr/>
            </a:p>
          </p:txBody>
        </p:sp>
        <p:sp>
          <p:nvSpPr>
            <p:cNvPr id="6" name="rc6"/>
            <p:cNvSpPr/>
            <p:nvPr/>
          </p:nvSpPr>
          <p:spPr>
            <a:xfrm>
              <a:off x="6956780" y="486741"/>
              <a:ext cx="4586510" cy="3699474"/>
            </a:xfrm>
            <a:prstGeom prst="rect">
              <a:avLst/>
            </a:prstGeom>
          </p:spPr>
          <p:txBody>
            <a:bodyPr/>
            <a:lstStyle/>
            <a:p>
              <a:endParaRPr/>
            </a:p>
          </p:txBody>
        </p:sp>
        <p:sp>
          <p:nvSpPr>
            <p:cNvPr id="7" name="rc7"/>
            <p:cNvSpPr/>
            <p:nvPr/>
          </p:nvSpPr>
          <p:spPr>
            <a:xfrm>
              <a:off x="252469" y="4186216"/>
              <a:ext cx="6704311" cy="3699474"/>
            </a:xfrm>
            <a:prstGeom prst="rect">
              <a:avLst/>
            </a:prstGeom>
          </p:spPr>
          <p:txBody>
            <a:bodyPr/>
            <a:lstStyle/>
            <a:p>
              <a:endParaRPr/>
            </a:p>
          </p:txBody>
        </p:sp>
        <p:sp>
          <p:nvSpPr>
            <p:cNvPr id="8" name="rc8"/>
            <p:cNvSpPr/>
            <p:nvPr/>
          </p:nvSpPr>
          <p:spPr>
            <a:xfrm>
              <a:off x="6956780" y="4186216"/>
              <a:ext cx="4586510" cy="3699474"/>
            </a:xfrm>
            <a:prstGeom prst="rect">
              <a:avLst/>
            </a:prstGeom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3355422" y="2253909"/>
              <a:ext cx="10101" cy="6622"/>
            </a:xfrm>
            <a:custGeom>
              <a:avLst/>
              <a:gdLst/>
              <a:ahLst/>
              <a:cxnLst/>
              <a:rect l="0" t="0" r="0" b="0"/>
              <a:pathLst>
                <a:path w="10101" h="6622">
                  <a:moveTo>
                    <a:pt x="10101" y="6622"/>
                  </a:moveTo>
                  <a:lnTo>
                    <a:pt x="0" y="0"/>
                  </a:lnTo>
                </a:path>
              </a:pathLst>
            </a:custGeom>
            <a:ln w="3078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3494410" y="2177671"/>
              <a:ext cx="313767" cy="114648"/>
            </a:xfrm>
            <a:custGeom>
              <a:avLst/>
              <a:gdLst/>
              <a:ahLst/>
              <a:cxnLst/>
              <a:rect l="0" t="0" r="0" b="0"/>
              <a:pathLst>
                <a:path w="313767" h="114648">
                  <a:moveTo>
                    <a:pt x="0" y="114648"/>
                  </a:moveTo>
                  <a:lnTo>
                    <a:pt x="313767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466677" y="2150953"/>
              <a:ext cx="27732" cy="141366"/>
            </a:xfrm>
            <a:custGeom>
              <a:avLst/>
              <a:gdLst/>
              <a:ahLst/>
              <a:cxnLst/>
              <a:rect l="0" t="0" r="0" b="0"/>
              <a:pathLst>
                <a:path w="27732" h="141366">
                  <a:moveTo>
                    <a:pt x="27732" y="141366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3494410" y="2160575"/>
              <a:ext cx="9144" cy="131744"/>
            </a:xfrm>
            <a:custGeom>
              <a:avLst/>
              <a:gdLst/>
              <a:ahLst/>
              <a:cxnLst/>
              <a:rect l="0" t="0" r="0" b="0"/>
              <a:pathLst>
                <a:path w="9144" h="131744">
                  <a:moveTo>
                    <a:pt x="0" y="131744"/>
                  </a:moveTo>
                  <a:lnTo>
                    <a:pt x="9144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3438652" y="2292320"/>
              <a:ext cx="55757" cy="255594"/>
            </a:xfrm>
            <a:custGeom>
              <a:avLst/>
              <a:gdLst/>
              <a:ahLst/>
              <a:cxnLst/>
              <a:rect l="0" t="0" r="0" b="0"/>
              <a:pathLst>
                <a:path w="55757" h="255594">
                  <a:moveTo>
                    <a:pt x="55757" y="0"/>
                  </a:moveTo>
                  <a:lnTo>
                    <a:pt x="0" y="255594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3572467" y="2859990"/>
              <a:ext cx="39757" cy="51231"/>
            </a:xfrm>
            <a:custGeom>
              <a:avLst/>
              <a:gdLst/>
              <a:ahLst/>
              <a:cxnLst/>
              <a:rect l="0" t="0" r="0" b="0"/>
              <a:pathLst>
                <a:path w="39757" h="51231">
                  <a:moveTo>
                    <a:pt x="0" y="0"/>
                  </a:moveTo>
                  <a:lnTo>
                    <a:pt x="39757" y="51231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3572467" y="2859990"/>
              <a:ext cx="70582" cy="51434"/>
            </a:xfrm>
            <a:custGeom>
              <a:avLst/>
              <a:gdLst/>
              <a:ahLst/>
              <a:cxnLst/>
              <a:rect l="0" t="0" r="0" b="0"/>
              <a:pathLst>
                <a:path w="70582" h="51434">
                  <a:moveTo>
                    <a:pt x="0" y="0"/>
                  </a:moveTo>
                  <a:lnTo>
                    <a:pt x="70582" y="51434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3501947" y="2772340"/>
              <a:ext cx="70519" cy="87649"/>
            </a:xfrm>
            <a:custGeom>
              <a:avLst/>
              <a:gdLst/>
              <a:ahLst/>
              <a:cxnLst/>
              <a:rect l="0" t="0" r="0" b="0"/>
              <a:pathLst>
                <a:path w="70519" h="87649">
                  <a:moveTo>
                    <a:pt x="70519" y="87649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3572467" y="2859990"/>
              <a:ext cx="8331" cy="89304"/>
            </a:xfrm>
            <a:custGeom>
              <a:avLst/>
              <a:gdLst/>
              <a:ahLst/>
              <a:cxnLst/>
              <a:rect l="0" t="0" r="0" b="0"/>
              <a:pathLst>
                <a:path w="8331" h="89304">
                  <a:moveTo>
                    <a:pt x="0" y="0"/>
                  </a:moveTo>
                  <a:lnTo>
                    <a:pt x="8331" y="89304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3572467" y="2859990"/>
              <a:ext cx="1871" cy="104234"/>
            </a:xfrm>
            <a:custGeom>
              <a:avLst/>
              <a:gdLst/>
              <a:ahLst/>
              <a:cxnLst/>
              <a:rect l="0" t="0" r="0" b="0"/>
              <a:pathLst>
                <a:path w="1871" h="104234">
                  <a:moveTo>
                    <a:pt x="0" y="0"/>
                  </a:moveTo>
                  <a:lnTo>
                    <a:pt x="1871" y="104234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3486694" y="2431912"/>
              <a:ext cx="125394" cy="87373"/>
            </a:xfrm>
            <a:custGeom>
              <a:avLst/>
              <a:gdLst/>
              <a:ahLst/>
              <a:cxnLst/>
              <a:rect l="0" t="0" r="0" b="0"/>
              <a:pathLst>
                <a:path w="125394" h="87373">
                  <a:moveTo>
                    <a:pt x="125394" y="87373"/>
                  </a:moveTo>
                  <a:lnTo>
                    <a:pt x="0" y="0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4100437" y="2213069"/>
              <a:ext cx="1085" cy="50850"/>
            </a:xfrm>
            <a:custGeom>
              <a:avLst/>
              <a:gdLst/>
              <a:ahLst/>
              <a:cxnLst/>
              <a:rect l="0" t="0" r="0" b="0"/>
              <a:pathLst>
                <a:path w="1085" h="50850">
                  <a:moveTo>
                    <a:pt x="1085" y="50850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3323354" y="2304913"/>
              <a:ext cx="4859" cy="3115"/>
            </a:xfrm>
            <a:custGeom>
              <a:avLst/>
              <a:gdLst/>
              <a:ahLst/>
              <a:cxnLst/>
              <a:rect l="0" t="0" r="0" b="0"/>
              <a:pathLst>
                <a:path w="4859" h="3115">
                  <a:moveTo>
                    <a:pt x="0" y="3115"/>
                  </a:moveTo>
                  <a:lnTo>
                    <a:pt x="4859" y="0"/>
                  </a:lnTo>
                </a:path>
              </a:pathLst>
            </a:custGeom>
            <a:ln w="893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5104698" y="2160220"/>
              <a:ext cx="2000" cy="10246"/>
            </a:xfrm>
            <a:custGeom>
              <a:avLst/>
              <a:gdLst/>
              <a:ahLst/>
              <a:cxnLst/>
              <a:rect l="0" t="0" r="0" b="0"/>
              <a:pathLst>
                <a:path w="2000" h="10246">
                  <a:moveTo>
                    <a:pt x="2000" y="10246"/>
                  </a:moveTo>
                  <a:lnTo>
                    <a:pt x="0" y="0"/>
                  </a:lnTo>
                </a:path>
              </a:pathLst>
            </a:custGeom>
            <a:ln w="566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4630776" y="2345804"/>
              <a:ext cx="5" cy="7833"/>
            </a:xfrm>
            <a:custGeom>
              <a:avLst/>
              <a:gdLst/>
              <a:ahLst/>
              <a:cxnLst/>
              <a:rect l="0" t="0" r="0" b="0"/>
              <a:pathLst>
                <a:path w="5" h="7833">
                  <a:moveTo>
                    <a:pt x="0" y="0"/>
                  </a:moveTo>
                  <a:lnTo>
                    <a:pt x="5" y="7833"/>
                  </a:lnTo>
                </a:path>
              </a:pathLst>
            </a:custGeom>
            <a:ln w="581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4014208" y="2411002"/>
              <a:ext cx="82615" cy="20587"/>
            </a:xfrm>
            <a:custGeom>
              <a:avLst/>
              <a:gdLst/>
              <a:ahLst/>
              <a:cxnLst/>
              <a:rect l="0" t="0" r="0" b="0"/>
              <a:pathLst>
                <a:path w="82615" h="20587">
                  <a:moveTo>
                    <a:pt x="82615" y="20587"/>
                  </a:moveTo>
                  <a:lnTo>
                    <a:pt x="0" y="0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4096824" y="2431589"/>
              <a:ext cx="45128" cy="4193"/>
            </a:xfrm>
            <a:custGeom>
              <a:avLst/>
              <a:gdLst/>
              <a:ahLst/>
              <a:cxnLst/>
              <a:rect l="0" t="0" r="0" b="0"/>
              <a:pathLst>
                <a:path w="45128" h="4193">
                  <a:moveTo>
                    <a:pt x="0" y="0"/>
                  </a:moveTo>
                  <a:lnTo>
                    <a:pt x="45128" y="4193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4096824" y="2431589"/>
              <a:ext cx="43104" cy="13470"/>
            </a:xfrm>
            <a:custGeom>
              <a:avLst/>
              <a:gdLst/>
              <a:ahLst/>
              <a:cxnLst/>
              <a:rect l="0" t="0" r="0" b="0"/>
              <a:pathLst>
                <a:path w="43104" h="13470">
                  <a:moveTo>
                    <a:pt x="0" y="0"/>
                  </a:moveTo>
                  <a:lnTo>
                    <a:pt x="43104" y="13470"/>
                  </a:lnTo>
                </a:path>
              </a:pathLst>
            </a:custGeom>
            <a:ln w="54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3497353" y="2772340"/>
              <a:ext cx="4594" cy="30957"/>
            </a:xfrm>
            <a:custGeom>
              <a:avLst/>
              <a:gdLst/>
              <a:ahLst/>
              <a:cxnLst/>
              <a:rect l="0" t="0" r="0" b="0"/>
              <a:pathLst>
                <a:path w="4594" h="30957">
                  <a:moveTo>
                    <a:pt x="0" y="30957"/>
                  </a:moveTo>
                  <a:lnTo>
                    <a:pt x="4594" y="0"/>
                  </a:lnTo>
                </a:path>
              </a:pathLst>
            </a:custGeom>
            <a:ln w="547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4100437" y="2196758"/>
              <a:ext cx="181792" cy="16311"/>
            </a:xfrm>
            <a:custGeom>
              <a:avLst/>
              <a:gdLst/>
              <a:ahLst/>
              <a:cxnLst/>
              <a:rect l="0" t="0" r="0" b="0"/>
              <a:pathLst>
                <a:path w="181792" h="16311">
                  <a:moveTo>
                    <a:pt x="181792" y="0"/>
                  </a:moveTo>
                  <a:lnTo>
                    <a:pt x="0" y="16311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4282230" y="2179500"/>
              <a:ext cx="109207" cy="17257"/>
            </a:xfrm>
            <a:custGeom>
              <a:avLst/>
              <a:gdLst/>
              <a:ahLst/>
              <a:cxnLst/>
              <a:rect l="0" t="0" r="0" b="0"/>
              <a:pathLst>
                <a:path w="109207" h="17257">
                  <a:moveTo>
                    <a:pt x="0" y="17257"/>
                  </a:moveTo>
                  <a:lnTo>
                    <a:pt x="109207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4282230" y="2177604"/>
              <a:ext cx="161811" cy="19154"/>
            </a:xfrm>
            <a:custGeom>
              <a:avLst/>
              <a:gdLst/>
              <a:ahLst/>
              <a:cxnLst/>
              <a:rect l="0" t="0" r="0" b="0"/>
              <a:pathLst>
                <a:path w="161811" h="19154">
                  <a:moveTo>
                    <a:pt x="0" y="19154"/>
                  </a:moveTo>
                  <a:lnTo>
                    <a:pt x="16181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l31"/>
            <p:cNvSpPr/>
            <p:nvPr/>
          </p:nvSpPr>
          <p:spPr>
            <a:xfrm>
              <a:off x="3628464" y="2447907"/>
              <a:ext cx="6532" cy="5488"/>
            </a:xfrm>
            <a:custGeom>
              <a:avLst/>
              <a:gdLst/>
              <a:ahLst/>
              <a:cxnLst/>
              <a:rect l="0" t="0" r="0" b="0"/>
              <a:pathLst>
                <a:path w="6532" h="5488">
                  <a:moveTo>
                    <a:pt x="6532" y="0"/>
                  </a:moveTo>
                  <a:lnTo>
                    <a:pt x="0" y="5488"/>
                  </a:lnTo>
                </a:path>
              </a:pathLst>
            </a:custGeom>
            <a:ln w="658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l32"/>
            <p:cNvSpPr/>
            <p:nvPr/>
          </p:nvSpPr>
          <p:spPr>
            <a:xfrm>
              <a:off x="3173434" y="922766"/>
              <a:ext cx="2651" cy="16489"/>
            </a:xfrm>
            <a:custGeom>
              <a:avLst/>
              <a:gdLst/>
              <a:ahLst/>
              <a:cxnLst/>
              <a:rect l="0" t="0" r="0" b="0"/>
              <a:pathLst>
                <a:path w="2651" h="16489">
                  <a:moveTo>
                    <a:pt x="0" y="16489"/>
                  </a:moveTo>
                  <a:lnTo>
                    <a:pt x="2651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l33"/>
            <p:cNvSpPr/>
            <p:nvPr/>
          </p:nvSpPr>
          <p:spPr>
            <a:xfrm>
              <a:off x="3436508" y="2758649"/>
              <a:ext cx="28844" cy="46820"/>
            </a:xfrm>
            <a:custGeom>
              <a:avLst/>
              <a:gdLst/>
              <a:ahLst/>
              <a:cxnLst/>
              <a:rect l="0" t="0" r="0" b="0"/>
              <a:pathLst>
                <a:path w="28844" h="46820">
                  <a:moveTo>
                    <a:pt x="28844" y="0"/>
                  </a:moveTo>
                  <a:lnTo>
                    <a:pt x="0" y="4682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l34"/>
            <p:cNvSpPr/>
            <p:nvPr/>
          </p:nvSpPr>
          <p:spPr>
            <a:xfrm>
              <a:off x="3465352" y="2665459"/>
              <a:ext cx="50493" cy="93189"/>
            </a:xfrm>
            <a:custGeom>
              <a:avLst/>
              <a:gdLst/>
              <a:ahLst/>
              <a:cxnLst/>
              <a:rect l="0" t="0" r="0" b="0"/>
              <a:pathLst>
                <a:path w="50493" h="93189">
                  <a:moveTo>
                    <a:pt x="0" y="93189"/>
                  </a:moveTo>
                  <a:lnTo>
                    <a:pt x="50493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l35"/>
            <p:cNvSpPr/>
            <p:nvPr/>
          </p:nvSpPr>
          <p:spPr>
            <a:xfrm>
              <a:off x="4035948" y="2465421"/>
              <a:ext cx="169883" cy="51200"/>
            </a:xfrm>
            <a:custGeom>
              <a:avLst/>
              <a:gdLst/>
              <a:ahLst/>
              <a:cxnLst/>
              <a:rect l="0" t="0" r="0" b="0"/>
              <a:pathLst>
                <a:path w="169883" h="51200">
                  <a:moveTo>
                    <a:pt x="0" y="0"/>
                  </a:moveTo>
                  <a:lnTo>
                    <a:pt x="169883" y="5120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l36"/>
            <p:cNvSpPr/>
            <p:nvPr/>
          </p:nvSpPr>
          <p:spPr>
            <a:xfrm>
              <a:off x="3488948" y="2522436"/>
              <a:ext cx="15616" cy="15057"/>
            </a:xfrm>
            <a:custGeom>
              <a:avLst/>
              <a:gdLst/>
              <a:ahLst/>
              <a:cxnLst/>
              <a:rect l="0" t="0" r="0" b="0"/>
              <a:pathLst>
                <a:path w="15616" h="15057">
                  <a:moveTo>
                    <a:pt x="15616" y="15057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l37"/>
            <p:cNvSpPr/>
            <p:nvPr/>
          </p:nvSpPr>
          <p:spPr>
            <a:xfrm>
              <a:off x="3504564" y="2537494"/>
              <a:ext cx="22926" cy="17137"/>
            </a:xfrm>
            <a:custGeom>
              <a:avLst/>
              <a:gdLst/>
              <a:ahLst/>
              <a:cxnLst/>
              <a:rect l="0" t="0" r="0" b="0"/>
              <a:pathLst>
                <a:path w="22926" h="17137">
                  <a:moveTo>
                    <a:pt x="0" y="0"/>
                  </a:moveTo>
                  <a:lnTo>
                    <a:pt x="22926" y="17137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3484925" y="2509268"/>
              <a:ext cx="19638" cy="28225"/>
            </a:xfrm>
            <a:custGeom>
              <a:avLst/>
              <a:gdLst/>
              <a:ahLst/>
              <a:cxnLst/>
              <a:rect l="0" t="0" r="0" b="0"/>
              <a:pathLst>
                <a:path w="19638" h="28225">
                  <a:moveTo>
                    <a:pt x="19638" y="28225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3482123" y="2449234"/>
              <a:ext cx="43193" cy="91635"/>
            </a:xfrm>
            <a:custGeom>
              <a:avLst/>
              <a:gdLst/>
              <a:ahLst/>
              <a:cxnLst/>
              <a:rect l="0" t="0" r="0" b="0"/>
              <a:pathLst>
                <a:path w="43193" h="91635">
                  <a:moveTo>
                    <a:pt x="0" y="0"/>
                  </a:moveTo>
                  <a:lnTo>
                    <a:pt x="43193" y="91635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3482123" y="2449234"/>
              <a:ext cx="32166" cy="64442"/>
            </a:xfrm>
            <a:custGeom>
              <a:avLst/>
              <a:gdLst/>
              <a:ahLst/>
              <a:cxnLst/>
              <a:rect l="0" t="0" r="0" b="0"/>
              <a:pathLst>
                <a:path w="32166" h="64442">
                  <a:moveTo>
                    <a:pt x="0" y="0"/>
                  </a:moveTo>
                  <a:lnTo>
                    <a:pt x="32166" y="64442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3467826" y="2424802"/>
              <a:ext cx="14296" cy="24432"/>
            </a:xfrm>
            <a:custGeom>
              <a:avLst/>
              <a:gdLst/>
              <a:ahLst/>
              <a:cxnLst/>
              <a:rect l="0" t="0" r="0" b="0"/>
              <a:pathLst>
                <a:path w="14296" h="24432">
                  <a:moveTo>
                    <a:pt x="14296" y="24432"/>
                  </a:moveTo>
                  <a:lnTo>
                    <a:pt x="0" y="0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3436558" y="2371514"/>
              <a:ext cx="45564" cy="77720"/>
            </a:xfrm>
            <a:custGeom>
              <a:avLst/>
              <a:gdLst/>
              <a:ahLst/>
              <a:cxnLst/>
              <a:rect l="0" t="0" r="0" b="0"/>
              <a:pathLst>
                <a:path w="45564" h="77720">
                  <a:moveTo>
                    <a:pt x="45564" y="77720"/>
                  </a:moveTo>
                  <a:lnTo>
                    <a:pt x="0" y="0"/>
                  </a:lnTo>
                </a:path>
              </a:pathLst>
            </a:custGeom>
            <a:ln w="557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482123" y="2449234"/>
              <a:ext cx="26491" cy="19165"/>
            </a:xfrm>
            <a:custGeom>
              <a:avLst/>
              <a:gdLst/>
              <a:ahLst/>
              <a:cxnLst/>
              <a:rect l="0" t="0" r="0" b="0"/>
              <a:pathLst>
                <a:path w="26491" h="19165">
                  <a:moveTo>
                    <a:pt x="0" y="0"/>
                  </a:moveTo>
                  <a:lnTo>
                    <a:pt x="26491" y="19165"/>
                  </a:lnTo>
                </a:path>
              </a:pathLst>
            </a:custGeom>
            <a:ln w="57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3364689" y="2241262"/>
              <a:ext cx="52009" cy="106864"/>
            </a:xfrm>
            <a:custGeom>
              <a:avLst/>
              <a:gdLst/>
              <a:ahLst/>
              <a:cxnLst/>
              <a:rect l="0" t="0" r="0" b="0"/>
              <a:pathLst>
                <a:path w="52009" h="106864">
                  <a:moveTo>
                    <a:pt x="0" y="0"/>
                  </a:moveTo>
                  <a:lnTo>
                    <a:pt x="52009" y="106864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3364689" y="2241262"/>
              <a:ext cx="71869" cy="130251"/>
            </a:xfrm>
            <a:custGeom>
              <a:avLst/>
              <a:gdLst/>
              <a:ahLst/>
              <a:cxnLst/>
              <a:rect l="0" t="0" r="0" b="0"/>
              <a:pathLst>
                <a:path w="71869" h="130251">
                  <a:moveTo>
                    <a:pt x="0" y="0"/>
                  </a:moveTo>
                  <a:lnTo>
                    <a:pt x="71869" y="130251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3581935" y="2650679"/>
              <a:ext cx="28340" cy="35651"/>
            </a:xfrm>
            <a:custGeom>
              <a:avLst/>
              <a:gdLst/>
              <a:ahLst/>
              <a:cxnLst/>
              <a:rect l="0" t="0" r="0" b="0"/>
              <a:pathLst>
                <a:path w="28340" h="35651">
                  <a:moveTo>
                    <a:pt x="28340" y="35651"/>
                  </a:moveTo>
                  <a:lnTo>
                    <a:pt x="0" y="0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l47"/>
            <p:cNvSpPr/>
            <p:nvPr/>
          </p:nvSpPr>
          <p:spPr>
            <a:xfrm>
              <a:off x="3539578" y="2553865"/>
              <a:ext cx="31832" cy="2856"/>
            </a:xfrm>
            <a:custGeom>
              <a:avLst/>
              <a:gdLst/>
              <a:ahLst/>
              <a:cxnLst/>
              <a:rect l="0" t="0" r="0" b="0"/>
              <a:pathLst>
                <a:path w="31832" h="2856">
                  <a:moveTo>
                    <a:pt x="0" y="2856"/>
                  </a:moveTo>
                  <a:lnTo>
                    <a:pt x="31832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l48"/>
            <p:cNvSpPr/>
            <p:nvPr/>
          </p:nvSpPr>
          <p:spPr>
            <a:xfrm>
              <a:off x="3539578" y="2550125"/>
              <a:ext cx="5411" cy="6595"/>
            </a:xfrm>
            <a:custGeom>
              <a:avLst/>
              <a:gdLst/>
              <a:ahLst/>
              <a:cxnLst/>
              <a:rect l="0" t="0" r="0" b="0"/>
              <a:pathLst>
                <a:path w="5411" h="6595">
                  <a:moveTo>
                    <a:pt x="0" y="6595"/>
                  </a:moveTo>
                  <a:lnTo>
                    <a:pt x="5411" y="0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l49"/>
            <p:cNvSpPr/>
            <p:nvPr/>
          </p:nvSpPr>
          <p:spPr>
            <a:xfrm>
              <a:off x="3539578" y="2556721"/>
              <a:ext cx="21117" cy="13196"/>
            </a:xfrm>
            <a:custGeom>
              <a:avLst/>
              <a:gdLst/>
              <a:ahLst/>
              <a:cxnLst/>
              <a:rect l="0" t="0" r="0" b="0"/>
              <a:pathLst>
                <a:path w="21117" h="13196">
                  <a:moveTo>
                    <a:pt x="0" y="0"/>
                  </a:moveTo>
                  <a:lnTo>
                    <a:pt x="21117" y="13196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l50"/>
            <p:cNvSpPr/>
            <p:nvPr/>
          </p:nvSpPr>
          <p:spPr>
            <a:xfrm>
              <a:off x="3963586" y="2197057"/>
              <a:ext cx="136851" cy="16012"/>
            </a:xfrm>
            <a:custGeom>
              <a:avLst/>
              <a:gdLst/>
              <a:ahLst/>
              <a:cxnLst/>
              <a:rect l="0" t="0" r="0" b="0"/>
              <a:pathLst>
                <a:path w="136851" h="16012">
                  <a:moveTo>
                    <a:pt x="136851" y="16012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l51"/>
            <p:cNvSpPr/>
            <p:nvPr/>
          </p:nvSpPr>
          <p:spPr>
            <a:xfrm>
              <a:off x="4059666" y="2200348"/>
              <a:ext cx="40771" cy="12721"/>
            </a:xfrm>
            <a:custGeom>
              <a:avLst/>
              <a:gdLst/>
              <a:ahLst/>
              <a:cxnLst/>
              <a:rect l="0" t="0" r="0" b="0"/>
              <a:pathLst>
                <a:path w="40771" h="12721">
                  <a:moveTo>
                    <a:pt x="40771" y="12721"/>
                  </a:moveTo>
                  <a:lnTo>
                    <a:pt x="0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l52"/>
            <p:cNvSpPr/>
            <p:nvPr/>
          </p:nvSpPr>
          <p:spPr>
            <a:xfrm>
              <a:off x="3055168" y="2332408"/>
              <a:ext cx="9830" cy="2960"/>
            </a:xfrm>
            <a:custGeom>
              <a:avLst/>
              <a:gdLst/>
              <a:ahLst/>
              <a:cxnLst/>
              <a:rect l="0" t="0" r="0" b="0"/>
              <a:pathLst>
                <a:path w="9830" h="2960">
                  <a:moveTo>
                    <a:pt x="9830" y="0"/>
                  </a:moveTo>
                  <a:lnTo>
                    <a:pt x="0" y="2960"/>
                  </a:lnTo>
                </a:path>
              </a:pathLst>
            </a:custGeom>
            <a:ln w="559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l53"/>
            <p:cNvSpPr/>
            <p:nvPr/>
          </p:nvSpPr>
          <p:spPr>
            <a:xfrm>
              <a:off x="3612224" y="2911221"/>
              <a:ext cx="45767" cy="33115"/>
            </a:xfrm>
            <a:custGeom>
              <a:avLst/>
              <a:gdLst/>
              <a:ahLst/>
              <a:cxnLst/>
              <a:rect l="0" t="0" r="0" b="0"/>
              <a:pathLst>
                <a:path w="45767" h="33115">
                  <a:moveTo>
                    <a:pt x="0" y="0"/>
                  </a:moveTo>
                  <a:lnTo>
                    <a:pt x="45767" y="33115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l54"/>
            <p:cNvSpPr/>
            <p:nvPr/>
          </p:nvSpPr>
          <p:spPr>
            <a:xfrm>
              <a:off x="3405989" y="2620648"/>
              <a:ext cx="14711" cy="10154"/>
            </a:xfrm>
            <a:custGeom>
              <a:avLst/>
              <a:gdLst/>
              <a:ahLst/>
              <a:cxnLst/>
              <a:rect l="0" t="0" r="0" b="0"/>
              <a:pathLst>
                <a:path w="14711" h="10154">
                  <a:moveTo>
                    <a:pt x="14711" y="0"/>
                  </a:moveTo>
                  <a:lnTo>
                    <a:pt x="0" y="10154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l55"/>
            <p:cNvSpPr/>
            <p:nvPr/>
          </p:nvSpPr>
          <p:spPr>
            <a:xfrm>
              <a:off x="3802113" y="2163703"/>
              <a:ext cx="212095" cy="247298"/>
            </a:xfrm>
            <a:custGeom>
              <a:avLst/>
              <a:gdLst/>
              <a:ahLst/>
              <a:cxnLst/>
              <a:rect l="0" t="0" r="0" b="0"/>
              <a:pathLst>
                <a:path w="212095" h="247298">
                  <a:moveTo>
                    <a:pt x="212095" y="247298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4014208" y="2411002"/>
              <a:ext cx="127133" cy="45841"/>
            </a:xfrm>
            <a:custGeom>
              <a:avLst/>
              <a:gdLst/>
              <a:ahLst/>
              <a:cxnLst/>
              <a:rect l="0" t="0" r="0" b="0"/>
              <a:pathLst>
                <a:path w="127133" h="45841">
                  <a:moveTo>
                    <a:pt x="0" y="0"/>
                  </a:moveTo>
                  <a:lnTo>
                    <a:pt x="127133" y="45841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l57"/>
            <p:cNvSpPr/>
            <p:nvPr/>
          </p:nvSpPr>
          <p:spPr>
            <a:xfrm>
              <a:off x="3688964" y="2439363"/>
              <a:ext cx="252616" cy="47697"/>
            </a:xfrm>
            <a:custGeom>
              <a:avLst/>
              <a:gdLst/>
              <a:ahLst/>
              <a:cxnLst/>
              <a:rect l="0" t="0" r="0" b="0"/>
              <a:pathLst>
                <a:path w="252616" h="47697">
                  <a:moveTo>
                    <a:pt x="0" y="47697"/>
                  </a:moveTo>
                  <a:lnTo>
                    <a:pt x="252616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3564908" y="2487061"/>
              <a:ext cx="124055" cy="13893"/>
            </a:xfrm>
            <a:custGeom>
              <a:avLst/>
              <a:gdLst/>
              <a:ahLst/>
              <a:cxnLst/>
              <a:rect l="0" t="0" r="0" b="0"/>
              <a:pathLst>
                <a:path w="124055" h="13893">
                  <a:moveTo>
                    <a:pt x="124055" y="0"/>
                  </a:moveTo>
                  <a:lnTo>
                    <a:pt x="0" y="13893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l59"/>
            <p:cNvSpPr/>
            <p:nvPr/>
          </p:nvSpPr>
          <p:spPr>
            <a:xfrm>
              <a:off x="3514082" y="2499986"/>
              <a:ext cx="11234" cy="40883"/>
            </a:xfrm>
            <a:custGeom>
              <a:avLst/>
              <a:gdLst/>
              <a:ahLst/>
              <a:cxnLst/>
              <a:rect l="0" t="0" r="0" b="0"/>
              <a:pathLst>
                <a:path w="11234" h="40883">
                  <a:moveTo>
                    <a:pt x="0" y="0"/>
                  </a:moveTo>
                  <a:lnTo>
                    <a:pt x="11234" y="40883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3511451" y="2488693"/>
              <a:ext cx="2630" cy="11293"/>
            </a:xfrm>
            <a:custGeom>
              <a:avLst/>
              <a:gdLst/>
              <a:ahLst/>
              <a:cxnLst/>
              <a:rect l="0" t="0" r="0" b="0"/>
              <a:pathLst>
                <a:path w="2630" h="11293">
                  <a:moveTo>
                    <a:pt x="2630" y="11293"/>
                  </a:moveTo>
                  <a:lnTo>
                    <a:pt x="0" y="0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l61"/>
            <p:cNvSpPr/>
            <p:nvPr/>
          </p:nvSpPr>
          <p:spPr>
            <a:xfrm>
              <a:off x="3488948" y="2499986"/>
              <a:ext cx="25133" cy="22449"/>
            </a:xfrm>
            <a:custGeom>
              <a:avLst/>
              <a:gdLst/>
              <a:ahLst/>
              <a:cxnLst/>
              <a:rect l="0" t="0" r="0" b="0"/>
              <a:pathLst>
                <a:path w="25133" h="22449">
                  <a:moveTo>
                    <a:pt x="25133" y="0"/>
                  </a:moveTo>
                  <a:lnTo>
                    <a:pt x="0" y="22449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3514082" y="2499986"/>
              <a:ext cx="207" cy="13691"/>
            </a:xfrm>
            <a:custGeom>
              <a:avLst/>
              <a:gdLst/>
              <a:ahLst/>
              <a:cxnLst/>
              <a:rect l="0" t="0" r="0" b="0"/>
              <a:pathLst>
                <a:path w="207" h="13691">
                  <a:moveTo>
                    <a:pt x="0" y="0"/>
                  </a:moveTo>
                  <a:lnTo>
                    <a:pt x="207" y="13691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l63"/>
            <p:cNvSpPr/>
            <p:nvPr/>
          </p:nvSpPr>
          <p:spPr>
            <a:xfrm>
              <a:off x="3486694" y="2431912"/>
              <a:ext cx="27387" cy="68074"/>
            </a:xfrm>
            <a:custGeom>
              <a:avLst/>
              <a:gdLst/>
              <a:ahLst/>
              <a:cxnLst/>
              <a:rect l="0" t="0" r="0" b="0"/>
              <a:pathLst>
                <a:path w="27387" h="68074">
                  <a:moveTo>
                    <a:pt x="27387" y="68074"/>
                  </a:moveTo>
                  <a:lnTo>
                    <a:pt x="0" y="0"/>
                  </a:lnTo>
                </a:path>
              </a:pathLst>
            </a:custGeom>
            <a:ln w="55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3514082" y="2499986"/>
              <a:ext cx="1920" cy="15858"/>
            </a:xfrm>
            <a:custGeom>
              <a:avLst/>
              <a:gdLst/>
              <a:ahLst/>
              <a:cxnLst/>
              <a:rect l="0" t="0" r="0" b="0"/>
              <a:pathLst>
                <a:path w="1920" h="15858">
                  <a:moveTo>
                    <a:pt x="0" y="0"/>
                  </a:moveTo>
                  <a:lnTo>
                    <a:pt x="1920" y="15858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l65"/>
            <p:cNvSpPr/>
            <p:nvPr/>
          </p:nvSpPr>
          <p:spPr>
            <a:xfrm>
              <a:off x="3466166" y="2499986"/>
              <a:ext cx="47915" cy="34705"/>
            </a:xfrm>
            <a:custGeom>
              <a:avLst/>
              <a:gdLst/>
              <a:ahLst/>
              <a:cxnLst/>
              <a:rect l="0" t="0" r="0" b="0"/>
              <a:pathLst>
                <a:path w="47915" h="34705">
                  <a:moveTo>
                    <a:pt x="47915" y="0"/>
                  </a:moveTo>
                  <a:lnTo>
                    <a:pt x="0" y="34705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3514082" y="2499986"/>
              <a:ext cx="30908" cy="50139"/>
            </a:xfrm>
            <a:custGeom>
              <a:avLst/>
              <a:gdLst/>
              <a:ahLst/>
              <a:cxnLst/>
              <a:rect l="0" t="0" r="0" b="0"/>
              <a:pathLst>
                <a:path w="30908" h="50139">
                  <a:moveTo>
                    <a:pt x="0" y="0"/>
                  </a:moveTo>
                  <a:lnTo>
                    <a:pt x="30908" y="50139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l67"/>
            <p:cNvSpPr/>
            <p:nvPr/>
          </p:nvSpPr>
          <p:spPr>
            <a:xfrm>
              <a:off x="3508614" y="2468400"/>
              <a:ext cx="5467" cy="31586"/>
            </a:xfrm>
            <a:custGeom>
              <a:avLst/>
              <a:gdLst/>
              <a:ahLst/>
              <a:cxnLst/>
              <a:rect l="0" t="0" r="0" b="0"/>
              <a:pathLst>
                <a:path w="5467" h="31586">
                  <a:moveTo>
                    <a:pt x="5467" y="31586"/>
                  </a:moveTo>
                  <a:lnTo>
                    <a:pt x="0" y="0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l68"/>
            <p:cNvSpPr/>
            <p:nvPr/>
          </p:nvSpPr>
          <p:spPr>
            <a:xfrm>
              <a:off x="3514082" y="2469962"/>
              <a:ext cx="3661" cy="30023"/>
            </a:xfrm>
            <a:custGeom>
              <a:avLst/>
              <a:gdLst/>
              <a:ahLst/>
              <a:cxnLst/>
              <a:rect l="0" t="0" r="0" b="0"/>
              <a:pathLst>
                <a:path w="3661" h="30023">
                  <a:moveTo>
                    <a:pt x="0" y="30023"/>
                  </a:moveTo>
                  <a:lnTo>
                    <a:pt x="3661" y="0"/>
                  </a:lnTo>
                </a:path>
              </a:pathLst>
            </a:custGeom>
            <a:ln w="549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l69"/>
            <p:cNvSpPr/>
            <p:nvPr/>
          </p:nvSpPr>
          <p:spPr>
            <a:xfrm>
              <a:off x="3514082" y="2499986"/>
              <a:ext cx="23080" cy="47428"/>
            </a:xfrm>
            <a:custGeom>
              <a:avLst/>
              <a:gdLst/>
              <a:ahLst/>
              <a:cxnLst/>
              <a:rect l="0" t="0" r="0" b="0"/>
              <a:pathLst>
                <a:path w="23080" h="47428">
                  <a:moveTo>
                    <a:pt x="0" y="0"/>
                  </a:moveTo>
                  <a:lnTo>
                    <a:pt x="23080" y="47428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l70"/>
            <p:cNvSpPr/>
            <p:nvPr/>
          </p:nvSpPr>
          <p:spPr>
            <a:xfrm>
              <a:off x="3514082" y="2494216"/>
              <a:ext cx="10544" cy="5770"/>
            </a:xfrm>
            <a:custGeom>
              <a:avLst/>
              <a:gdLst/>
              <a:ahLst/>
              <a:cxnLst/>
              <a:rect l="0" t="0" r="0" b="0"/>
              <a:pathLst>
                <a:path w="10544" h="5770">
                  <a:moveTo>
                    <a:pt x="0" y="5770"/>
                  </a:moveTo>
                  <a:lnTo>
                    <a:pt x="10544" y="0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l71"/>
            <p:cNvSpPr/>
            <p:nvPr/>
          </p:nvSpPr>
          <p:spPr>
            <a:xfrm>
              <a:off x="3514082" y="2499986"/>
              <a:ext cx="23076" cy="40582"/>
            </a:xfrm>
            <a:custGeom>
              <a:avLst/>
              <a:gdLst/>
              <a:ahLst/>
              <a:cxnLst/>
              <a:rect l="0" t="0" r="0" b="0"/>
              <a:pathLst>
                <a:path w="23076" h="40582">
                  <a:moveTo>
                    <a:pt x="0" y="0"/>
                  </a:moveTo>
                  <a:lnTo>
                    <a:pt x="23076" y="40582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l72"/>
            <p:cNvSpPr/>
            <p:nvPr/>
          </p:nvSpPr>
          <p:spPr>
            <a:xfrm>
              <a:off x="3592619" y="2433917"/>
              <a:ext cx="18229" cy="24095"/>
            </a:xfrm>
            <a:custGeom>
              <a:avLst/>
              <a:gdLst/>
              <a:ahLst/>
              <a:cxnLst/>
              <a:rect l="0" t="0" r="0" b="0"/>
              <a:pathLst>
                <a:path w="18229" h="24095">
                  <a:moveTo>
                    <a:pt x="18229" y="0"/>
                  </a:moveTo>
                  <a:lnTo>
                    <a:pt x="0" y="24095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l73"/>
            <p:cNvSpPr/>
            <p:nvPr/>
          </p:nvSpPr>
          <p:spPr>
            <a:xfrm>
              <a:off x="5019179" y="2930211"/>
              <a:ext cx="20486" cy="60327"/>
            </a:xfrm>
            <a:custGeom>
              <a:avLst/>
              <a:gdLst/>
              <a:ahLst/>
              <a:cxnLst/>
              <a:rect l="0" t="0" r="0" b="0"/>
              <a:pathLst>
                <a:path w="20486" h="60327">
                  <a:moveTo>
                    <a:pt x="20486" y="0"/>
                  </a:moveTo>
                  <a:lnTo>
                    <a:pt x="0" y="60327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l74"/>
            <p:cNvSpPr/>
            <p:nvPr/>
          </p:nvSpPr>
          <p:spPr>
            <a:xfrm>
              <a:off x="2615616" y="1148409"/>
              <a:ext cx="15195" cy="5420"/>
            </a:xfrm>
            <a:custGeom>
              <a:avLst/>
              <a:gdLst/>
              <a:ahLst/>
              <a:cxnLst/>
              <a:rect l="0" t="0" r="0" b="0"/>
              <a:pathLst>
                <a:path w="15195" h="5420">
                  <a:moveTo>
                    <a:pt x="0" y="0"/>
                  </a:moveTo>
                  <a:lnTo>
                    <a:pt x="15195" y="542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l75"/>
            <p:cNvSpPr/>
            <p:nvPr/>
          </p:nvSpPr>
          <p:spPr>
            <a:xfrm>
              <a:off x="3679145" y="2009376"/>
              <a:ext cx="110060" cy="57205"/>
            </a:xfrm>
            <a:custGeom>
              <a:avLst/>
              <a:gdLst/>
              <a:ahLst/>
              <a:cxnLst/>
              <a:rect l="0" t="0" r="0" b="0"/>
              <a:pathLst>
                <a:path w="110060" h="57205">
                  <a:moveTo>
                    <a:pt x="0" y="57205"/>
                  </a:moveTo>
                  <a:lnTo>
                    <a:pt x="11006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l76"/>
            <p:cNvSpPr/>
            <p:nvPr/>
          </p:nvSpPr>
          <p:spPr>
            <a:xfrm>
              <a:off x="3485714" y="2066582"/>
              <a:ext cx="193431" cy="88287"/>
            </a:xfrm>
            <a:custGeom>
              <a:avLst/>
              <a:gdLst/>
              <a:ahLst/>
              <a:cxnLst/>
              <a:rect l="0" t="0" r="0" b="0"/>
              <a:pathLst>
                <a:path w="193431" h="88287">
                  <a:moveTo>
                    <a:pt x="193431" y="0"/>
                  </a:moveTo>
                  <a:lnTo>
                    <a:pt x="0" y="88287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l77"/>
            <p:cNvSpPr/>
            <p:nvPr/>
          </p:nvSpPr>
          <p:spPr>
            <a:xfrm>
              <a:off x="3379081" y="3763803"/>
              <a:ext cx="3154" cy="13647"/>
            </a:xfrm>
            <a:custGeom>
              <a:avLst/>
              <a:gdLst/>
              <a:ahLst/>
              <a:cxnLst/>
              <a:rect l="0" t="0" r="0" b="0"/>
              <a:pathLst>
                <a:path w="3154" h="13647">
                  <a:moveTo>
                    <a:pt x="0" y="0"/>
                  </a:moveTo>
                  <a:lnTo>
                    <a:pt x="3154" y="13647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l78"/>
            <p:cNvSpPr/>
            <p:nvPr/>
          </p:nvSpPr>
          <p:spPr>
            <a:xfrm>
              <a:off x="3370094" y="3757466"/>
              <a:ext cx="8986" cy="6337"/>
            </a:xfrm>
            <a:custGeom>
              <a:avLst/>
              <a:gdLst/>
              <a:ahLst/>
              <a:cxnLst/>
              <a:rect l="0" t="0" r="0" b="0"/>
              <a:pathLst>
                <a:path w="8986" h="6337">
                  <a:moveTo>
                    <a:pt x="8986" y="6337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l79"/>
            <p:cNvSpPr/>
            <p:nvPr/>
          </p:nvSpPr>
          <p:spPr>
            <a:xfrm>
              <a:off x="3379081" y="3763803"/>
              <a:ext cx="18459" cy="4338"/>
            </a:xfrm>
            <a:custGeom>
              <a:avLst/>
              <a:gdLst/>
              <a:ahLst/>
              <a:cxnLst/>
              <a:rect l="0" t="0" r="0" b="0"/>
              <a:pathLst>
                <a:path w="18459" h="4338">
                  <a:moveTo>
                    <a:pt x="0" y="0"/>
                  </a:moveTo>
                  <a:lnTo>
                    <a:pt x="18459" y="4338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l80"/>
            <p:cNvSpPr/>
            <p:nvPr/>
          </p:nvSpPr>
          <p:spPr>
            <a:xfrm>
              <a:off x="3451072" y="2372697"/>
              <a:ext cx="12489" cy="43506"/>
            </a:xfrm>
            <a:custGeom>
              <a:avLst/>
              <a:gdLst/>
              <a:ahLst/>
              <a:cxnLst/>
              <a:rect l="0" t="0" r="0" b="0"/>
              <a:pathLst>
                <a:path w="12489" h="43506">
                  <a:moveTo>
                    <a:pt x="0" y="0"/>
                  </a:moveTo>
                  <a:lnTo>
                    <a:pt x="12489" y="43506"/>
                  </a:lnTo>
                </a:path>
              </a:pathLst>
            </a:custGeom>
            <a:ln w="56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l81"/>
            <p:cNvSpPr/>
            <p:nvPr/>
          </p:nvSpPr>
          <p:spPr>
            <a:xfrm>
              <a:off x="3409395" y="2340968"/>
              <a:ext cx="41676" cy="31729"/>
            </a:xfrm>
            <a:custGeom>
              <a:avLst/>
              <a:gdLst/>
              <a:ahLst/>
              <a:cxnLst/>
              <a:rect l="0" t="0" r="0" b="0"/>
              <a:pathLst>
                <a:path w="41676" h="31729">
                  <a:moveTo>
                    <a:pt x="41676" y="31729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l82"/>
            <p:cNvSpPr/>
            <p:nvPr/>
          </p:nvSpPr>
          <p:spPr>
            <a:xfrm>
              <a:off x="3451072" y="2372697"/>
              <a:ext cx="35622" cy="59214"/>
            </a:xfrm>
            <a:custGeom>
              <a:avLst/>
              <a:gdLst/>
              <a:ahLst/>
              <a:cxnLst/>
              <a:rect l="0" t="0" r="0" b="0"/>
              <a:pathLst>
                <a:path w="35622" h="59214">
                  <a:moveTo>
                    <a:pt x="0" y="0"/>
                  </a:moveTo>
                  <a:lnTo>
                    <a:pt x="35622" y="59214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l83"/>
            <p:cNvSpPr/>
            <p:nvPr/>
          </p:nvSpPr>
          <p:spPr>
            <a:xfrm>
              <a:off x="3451072" y="2372697"/>
              <a:ext cx="64930" cy="143147"/>
            </a:xfrm>
            <a:custGeom>
              <a:avLst/>
              <a:gdLst/>
              <a:ahLst/>
              <a:cxnLst/>
              <a:rect l="0" t="0" r="0" b="0"/>
              <a:pathLst>
                <a:path w="64930" h="143147">
                  <a:moveTo>
                    <a:pt x="0" y="0"/>
                  </a:moveTo>
                  <a:lnTo>
                    <a:pt x="64930" y="143147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l84"/>
            <p:cNvSpPr/>
            <p:nvPr/>
          </p:nvSpPr>
          <p:spPr>
            <a:xfrm>
              <a:off x="3451072" y="2372697"/>
              <a:ext cx="53582" cy="128768"/>
            </a:xfrm>
            <a:custGeom>
              <a:avLst/>
              <a:gdLst/>
              <a:ahLst/>
              <a:cxnLst/>
              <a:rect l="0" t="0" r="0" b="0"/>
              <a:pathLst>
                <a:path w="53582" h="128768">
                  <a:moveTo>
                    <a:pt x="0" y="0"/>
                  </a:moveTo>
                  <a:lnTo>
                    <a:pt x="53582" y="128768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l85"/>
            <p:cNvSpPr/>
            <p:nvPr/>
          </p:nvSpPr>
          <p:spPr>
            <a:xfrm>
              <a:off x="3451072" y="2372697"/>
              <a:ext cx="14505" cy="76761"/>
            </a:xfrm>
            <a:custGeom>
              <a:avLst/>
              <a:gdLst/>
              <a:ahLst/>
              <a:cxnLst/>
              <a:rect l="0" t="0" r="0" b="0"/>
              <a:pathLst>
                <a:path w="14505" h="76761">
                  <a:moveTo>
                    <a:pt x="0" y="0"/>
                  </a:moveTo>
                  <a:lnTo>
                    <a:pt x="14505" y="76761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l86"/>
            <p:cNvSpPr/>
            <p:nvPr/>
          </p:nvSpPr>
          <p:spPr>
            <a:xfrm>
              <a:off x="3451072" y="2372697"/>
              <a:ext cx="57541" cy="95702"/>
            </a:xfrm>
            <a:custGeom>
              <a:avLst/>
              <a:gdLst/>
              <a:ahLst/>
              <a:cxnLst/>
              <a:rect l="0" t="0" r="0" b="0"/>
              <a:pathLst>
                <a:path w="57541" h="95702">
                  <a:moveTo>
                    <a:pt x="0" y="0"/>
                  </a:moveTo>
                  <a:lnTo>
                    <a:pt x="57541" y="95702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l87"/>
            <p:cNvSpPr/>
            <p:nvPr/>
          </p:nvSpPr>
          <p:spPr>
            <a:xfrm>
              <a:off x="3451072" y="2372697"/>
              <a:ext cx="58075" cy="125611"/>
            </a:xfrm>
            <a:custGeom>
              <a:avLst/>
              <a:gdLst/>
              <a:ahLst/>
              <a:cxnLst/>
              <a:rect l="0" t="0" r="0" b="0"/>
              <a:pathLst>
                <a:path w="58075" h="125611">
                  <a:moveTo>
                    <a:pt x="0" y="0"/>
                  </a:moveTo>
                  <a:lnTo>
                    <a:pt x="58075" y="125611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l88"/>
            <p:cNvSpPr/>
            <p:nvPr/>
          </p:nvSpPr>
          <p:spPr>
            <a:xfrm>
              <a:off x="3451072" y="2372697"/>
              <a:ext cx="20638" cy="70806"/>
            </a:xfrm>
            <a:custGeom>
              <a:avLst/>
              <a:gdLst/>
              <a:ahLst/>
              <a:cxnLst/>
              <a:rect l="0" t="0" r="0" b="0"/>
              <a:pathLst>
                <a:path w="20638" h="70806">
                  <a:moveTo>
                    <a:pt x="0" y="0"/>
                  </a:moveTo>
                  <a:lnTo>
                    <a:pt x="20638" y="70806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l89"/>
            <p:cNvSpPr/>
            <p:nvPr/>
          </p:nvSpPr>
          <p:spPr>
            <a:xfrm>
              <a:off x="5094573" y="2678153"/>
              <a:ext cx="18186" cy="50778"/>
            </a:xfrm>
            <a:custGeom>
              <a:avLst/>
              <a:gdLst/>
              <a:ahLst/>
              <a:cxnLst/>
              <a:rect l="0" t="0" r="0" b="0"/>
              <a:pathLst>
                <a:path w="18186" h="50778">
                  <a:moveTo>
                    <a:pt x="18186" y="0"/>
                  </a:moveTo>
                  <a:lnTo>
                    <a:pt x="0" y="50778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l90"/>
            <p:cNvSpPr/>
            <p:nvPr/>
          </p:nvSpPr>
          <p:spPr>
            <a:xfrm>
              <a:off x="3833882" y="1627242"/>
              <a:ext cx="30673" cy="74168"/>
            </a:xfrm>
            <a:custGeom>
              <a:avLst/>
              <a:gdLst/>
              <a:ahLst/>
              <a:cxnLst/>
              <a:rect l="0" t="0" r="0" b="0"/>
              <a:pathLst>
                <a:path w="30673" h="74168">
                  <a:moveTo>
                    <a:pt x="30673" y="0"/>
                  </a:moveTo>
                  <a:lnTo>
                    <a:pt x="0" y="74168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l91"/>
            <p:cNvSpPr/>
            <p:nvPr/>
          </p:nvSpPr>
          <p:spPr>
            <a:xfrm>
              <a:off x="3864556" y="1558907"/>
              <a:ext cx="24080" cy="68334"/>
            </a:xfrm>
            <a:custGeom>
              <a:avLst/>
              <a:gdLst/>
              <a:ahLst/>
              <a:cxnLst/>
              <a:rect l="0" t="0" r="0" b="0"/>
              <a:pathLst>
                <a:path w="24080" h="68334">
                  <a:moveTo>
                    <a:pt x="0" y="68334"/>
                  </a:moveTo>
                  <a:lnTo>
                    <a:pt x="2408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l92"/>
            <p:cNvSpPr/>
            <p:nvPr/>
          </p:nvSpPr>
          <p:spPr>
            <a:xfrm>
              <a:off x="4449253" y="3675071"/>
              <a:ext cx="1472" cy="25227"/>
            </a:xfrm>
            <a:custGeom>
              <a:avLst/>
              <a:gdLst/>
              <a:ahLst/>
              <a:cxnLst/>
              <a:rect l="0" t="0" r="0" b="0"/>
              <a:pathLst>
                <a:path w="1472" h="25227">
                  <a:moveTo>
                    <a:pt x="0" y="0"/>
                  </a:moveTo>
                  <a:lnTo>
                    <a:pt x="1472" y="25227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l93"/>
            <p:cNvSpPr/>
            <p:nvPr/>
          </p:nvSpPr>
          <p:spPr>
            <a:xfrm>
              <a:off x="3820379" y="3946293"/>
              <a:ext cx="41634" cy="932"/>
            </a:xfrm>
            <a:custGeom>
              <a:avLst/>
              <a:gdLst/>
              <a:ahLst/>
              <a:cxnLst/>
              <a:rect l="0" t="0" r="0" b="0"/>
              <a:pathLst>
                <a:path w="41634" h="932">
                  <a:moveTo>
                    <a:pt x="41634" y="0"/>
                  </a:moveTo>
                  <a:lnTo>
                    <a:pt x="0" y="93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l94"/>
            <p:cNvSpPr/>
            <p:nvPr/>
          </p:nvSpPr>
          <p:spPr>
            <a:xfrm>
              <a:off x="3439907" y="2358272"/>
              <a:ext cx="18683" cy="115274"/>
            </a:xfrm>
            <a:custGeom>
              <a:avLst/>
              <a:gdLst/>
              <a:ahLst/>
              <a:cxnLst/>
              <a:rect l="0" t="0" r="0" b="0"/>
              <a:pathLst>
                <a:path w="18683" h="115274">
                  <a:moveTo>
                    <a:pt x="0" y="0"/>
                  </a:moveTo>
                  <a:lnTo>
                    <a:pt x="18683" y="115274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l95"/>
            <p:cNvSpPr/>
            <p:nvPr/>
          </p:nvSpPr>
          <p:spPr>
            <a:xfrm>
              <a:off x="3537153" y="2533831"/>
              <a:ext cx="11135" cy="1583"/>
            </a:xfrm>
            <a:custGeom>
              <a:avLst/>
              <a:gdLst/>
              <a:ahLst/>
              <a:cxnLst/>
              <a:rect l="0" t="0" r="0" b="0"/>
              <a:pathLst>
                <a:path w="11135" h="1583">
                  <a:moveTo>
                    <a:pt x="0" y="1583"/>
                  </a:moveTo>
                  <a:lnTo>
                    <a:pt x="11135" y="0"/>
                  </a:lnTo>
                </a:path>
              </a:pathLst>
            </a:custGeom>
            <a:ln w="587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l96"/>
            <p:cNvSpPr/>
            <p:nvPr/>
          </p:nvSpPr>
          <p:spPr>
            <a:xfrm>
              <a:off x="2154933" y="2879560"/>
              <a:ext cx="4487" cy="38137"/>
            </a:xfrm>
            <a:custGeom>
              <a:avLst/>
              <a:gdLst/>
              <a:ahLst/>
              <a:cxnLst/>
              <a:rect l="0" t="0" r="0" b="0"/>
              <a:pathLst>
                <a:path w="4487" h="38137">
                  <a:moveTo>
                    <a:pt x="4487" y="38137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l97"/>
            <p:cNvSpPr/>
            <p:nvPr/>
          </p:nvSpPr>
          <p:spPr>
            <a:xfrm>
              <a:off x="3410261" y="2772340"/>
              <a:ext cx="91685" cy="183112"/>
            </a:xfrm>
            <a:custGeom>
              <a:avLst/>
              <a:gdLst/>
              <a:ahLst/>
              <a:cxnLst/>
              <a:rect l="0" t="0" r="0" b="0"/>
              <a:pathLst>
                <a:path w="91685" h="183112">
                  <a:moveTo>
                    <a:pt x="91685" y="0"/>
                  </a:moveTo>
                  <a:lnTo>
                    <a:pt x="0" y="183112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l98"/>
            <p:cNvSpPr/>
            <p:nvPr/>
          </p:nvSpPr>
          <p:spPr>
            <a:xfrm>
              <a:off x="3392989" y="2513966"/>
              <a:ext cx="108958" cy="258374"/>
            </a:xfrm>
            <a:custGeom>
              <a:avLst/>
              <a:gdLst/>
              <a:ahLst/>
              <a:cxnLst/>
              <a:rect l="0" t="0" r="0" b="0"/>
              <a:pathLst>
                <a:path w="108958" h="258374">
                  <a:moveTo>
                    <a:pt x="108958" y="258374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l99"/>
            <p:cNvSpPr/>
            <p:nvPr/>
          </p:nvSpPr>
          <p:spPr>
            <a:xfrm>
              <a:off x="3501947" y="2772340"/>
              <a:ext cx="123049" cy="98580"/>
            </a:xfrm>
            <a:custGeom>
              <a:avLst/>
              <a:gdLst/>
              <a:ahLst/>
              <a:cxnLst/>
              <a:rect l="0" t="0" r="0" b="0"/>
              <a:pathLst>
                <a:path w="123049" h="98580">
                  <a:moveTo>
                    <a:pt x="0" y="0"/>
                  </a:moveTo>
                  <a:lnTo>
                    <a:pt x="123049" y="9858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l100"/>
            <p:cNvSpPr/>
            <p:nvPr/>
          </p:nvSpPr>
          <p:spPr>
            <a:xfrm>
              <a:off x="3438652" y="2547914"/>
              <a:ext cx="63295" cy="224426"/>
            </a:xfrm>
            <a:custGeom>
              <a:avLst/>
              <a:gdLst/>
              <a:ahLst/>
              <a:cxnLst/>
              <a:rect l="0" t="0" r="0" b="0"/>
              <a:pathLst>
                <a:path w="63295" h="224426">
                  <a:moveTo>
                    <a:pt x="63295" y="224426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l101"/>
            <p:cNvSpPr/>
            <p:nvPr/>
          </p:nvSpPr>
          <p:spPr>
            <a:xfrm>
              <a:off x="3458322" y="2772340"/>
              <a:ext cx="43625" cy="285166"/>
            </a:xfrm>
            <a:custGeom>
              <a:avLst/>
              <a:gdLst/>
              <a:ahLst/>
              <a:cxnLst/>
              <a:rect l="0" t="0" r="0" b="0"/>
              <a:pathLst>
                <a:path w="43625" h="285166">
                  <a:moveTo>
                    <a:pt x="43625" y="0"/>
                  </a:moveTo>
                  <a:lnTo>
                    <a:pt x="0" y="285166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l102"/>
            <p:cNvSpPr/>
            <p:nvPr/>
          </p:nvSpPr>
          <p:spPr>
            <a:xfrm>
              <a:off x="3619918" y="2453396"/>
              <a:ext cx="8545" cy="42628"/>
            </a:xfrm>
            <a:custGeom>
              <a:avLst/>
              <a:gdLst/>
              <a:ahLst/>
              <a:cxnLst/>
              <a:rect l="0" t="0" r="0" b="0"/>
              <a:pathLst>
                <a:path w="8545" h="42628">
                  <a:moveTo>
                    <a:pt x="8545" y="0"/>
                  </a:moveTo>
                  <a:lnTo>
                    <a:pt x="0" y="42628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l103"/>
            <p:cNvSpPr/>
            <p:nvPr/>
          </p:nvSpPr>
          <p:spPr>
            <a:xfrm>
              <a:off x="3628464" y="2416238"/>
              <a:ext cx="29165" cy="37157"/>
            </a:xfrm>
            <a:custGeom>
              <a:avLst/>
              <a:gdLst/>
              <a:ahLst/>
              <a:cxnLst/>
              <a:rect l="0" t="0" r="0" b="0"/>
              <a:pathLst>
                <a:path w="29165" h="37157">
                  <a:moveTo>
                    <a:pt x="0" y="37157"/>
                  </a:moveTo>
                  <a:lnTo>
                    <a:pt x="29165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l104"/>
            <p:cNvSpPr/>
            <p:nvPr/>
          </p:nvSpPr>
          <p:spPr>
            <a:xfrm>
              <a:off x="3809478" y="2582663"/>
              <a:ext cx="17720" cy="83"/>
            </a:xfrm>
            <a:custGeom>
              <a:avLst/>
              <a:gdLst/>
              <a:ahLst/>
              <a:cxnLst/>
              <a:rect l="0" t="0" r="0" b="0"/>
              <a:pathLst>
                <a:path w="17720" h="83">
                  <a:moveTo>
                    <a:pt x="17720" y="83"/>
                  </a:moveTo>
                  <a:lnTo>
                    <a:pt x="0" y="0"/>
                  </a:lnTo>
                </a:path>
              </a:pathLst>
            </a:custGeom>
            <a:ln w="57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l105"/>
            <p:cNvSpPr/>
            <p:nvPr/>
          </p:nvSpPr>
          <p:spPr>
            <a:xfrm>
              <a:off x="3420700" y="2601886"/>
              <a:ext cx="39680" cy="18761"/>
            </a:xfrm>
            <a:custGeom>
              <a:avLst/>
              <a:gdLst/>
              <a:ahLst/>
              <a:cxnLst/>
              <a:rect l="0" t="0" r="0" b="0"/>
              <a:pathLst>
                <a:path w="39680" h="18761">
                  <a:moveTo>
                    <a:pt x="39680" y="0"/>
                  </a:moveTo>
                  <a:lnTo>
                    <a:pt x="0" y="18761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l106"/>
            <p:cNvSpPr/>
            <p:nvPr/>
          </p:nvSpPr>
          <p:spPr>
            <a:xfrm>
              <a:off x="3460381" y="2601886"/>
              <a:ext cx="42583" cy="7955"/>
            </a:xfrm>
            <a:custGeom>
              <a:avLst/>
              <a:gdLst/>
              <a:ahLst/>
              <a:cxnLst/>
              <a:rect l="0" t="0" r="0" b="0"/>
              <a:pathLst>
                <a:path w="42583" h="7955">
                  <a:moveTo>
                    <a:pt x="0" y="0"/>
                  </a:moveTo>
                  <a:lnTo>
                    <a:pt x="42583" y="7955"/>
                  </a:lnTo>
                </a:path>
              </a:pathLst>
            </a:custGeom>
            <a:ln w="561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l107"/>
            <p:cNvSpPr/>
            <p:nvPr/>
          </p:nvSpPr>
          <p:spPr>
            <a:xfrm>
              <a:off x="3439749" y="2601886"/>
              <a:ext cx="20632" cy="13973"/>
            </a:xfrm>
            <a:custGeom>
              <a:avLst/>
              <a:gdLst/>
              <a:ahLst/>
              <a:cxnLst/>
              <a:rect l="0" t="0" r="0" b="0"/>
              <a:pathLst>
                <a:path w="20632" h="13973">
                  <a:moveTo>
                    <a:pt x="20632" y="0"/>
                  </a:moveTo>
                  <a:lnTo>
                    <a:pt x="0" y="13973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l108"/>
            <p:cNvSpPr/>
            <p:nvPr/>
          </p:nvSpPr>
          <p:spPr>
            <a:xfrm>
              <a:off x="3448063" y="2601886"/>
              <a:ext cx="12317" cy="7515"/>
            </a:xfrm>
            <a:custGeom>
              <a:avLst/>
              <a:gdLst/>
              <a:ahLst/>
              <a:cxnLst/>
              <a:rect l="0" t="0" r="0" b="0"/>
              <a:pathLst>
                <a:path w="12317" h="7515">
                  <a:moveTo>
                    <a:pt x="12317" y="0"/>
                  </a:moveTo>
                  <a:lnTo>
                    <a:pt x="0" y="7515"/>
                  </a:lnTo>
                </a:path>
              </a:pathLst>
            </a:custGeom>
            <a:ln w="563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l109"/>
            <p:cNvSpPr/>
            <p:nvPr/>
          </p:nvSpPr>
          <p:spPr>
            <a:xfrm>
              <a:off x="3459638" y="2601886"/>
              <a:ext cx="742" cy="25863"/>
            </a:xfrm>
            <a:custGeom>
              <a:avLst/>
              <a:gdLst/>
              <a:ahLst/>
              <a:cxnLst/>
              <a:rect l="0" t="0" r="0" b="0"/>
              <a:pathLst>
                <a:path w="742" h="25863">
                  <a:moveTo>
                    <a:pt x="742" y="0"/>
                  </a:moveTo>
                  <a:lnTo>
                    <a:pt x="0" y="25863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l110"/>
            <p:cNvSpPr/>
            <p:nvPr/>
          </p:nvSpPr>
          <p:spPr>
            <a:xfrm>
              <a:off x="3460381" y="2600449"/>
              <a:ext cx="60309" cy="1436"/>
            </a:xfrm>
            <a:custGeom>
              <a:avLst/>
              <a:gdLst/>
              <a:ahLst/>
              <a:cxnLst/>
              <a:rect l="0" t="0" r="0" b="0"/>
              <a:pathLst>
                <a:path w="60309" h="1436">
                  <a:moveTo>
                    <a:pt x="0" y="1436"/>
                  </a:moveTo>
                  <a:lnTo>
                    <a:pt x="60309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l111"/>
            <p:cNvSpPr/>
            <p:nvPr/>
          </p:nvSpPr>
          <p:spPr>
            <a:xfrm>
              <a:off x="3458590" y="2473546"/>
              <a:ext cx="1790" cy="128339"/>
            </a:xfrm>
            <a:custGeom>
              <a:avLst/>
              <a:gdLst/>
              <a:ahLst/>
              <a:cxnLst/>
              <a:rect l="0" t="0" r="0" b="0"/>
              <a:pathLst>
                <a:path w="1790" h="128339">
                  <a:moveTo>
                    <a:pt x="1790" y="128339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l112"/>
            <p:cNvSpPr/>
            <p:nvPr/>
          </p:nvSpPr>
          <p:spPr>
            <a:xfrm>
              <a:off x="3384509" y="2601886"/>
              <a:ext cx="75872" cy="39379"/>
            </a:xfrm>
            <a:custGeom>
              <a:avLst/>
              <a:gdLst/>
              <a:ahLst/>
              <a:cxnLst/>
              <a:rect l="0" t="0" r="0" b="0"/>
              <a:pathLst>
                <a:path w="75872" h="39379">
                  <a:moveTo>
                    <a:pt x="75872" y="0"/>
                  </a:moveTo>
                  <a:lnTo>
                    <a:pt x="0" y="39379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l113"/>
            <p:cNvSpPr/>
            <p:nvPr/>
          </p:nvSpPr>
          <p:spPr>
            <a:xfrm>
              <a:off x="3460381" y="2601886"/>
              <a:ext cx="12664" cy="7295"/>
            </a:xfrm>
            <a:custGeom>
              <a:avLst/>
              <a:gdLst/>
              <a:ahLst/>
              <a:cxnLst/>
              <a:rect l="0" t="0" r="0" b="0"/>
              <a:pathLst>
                <a:path w="12664" h="7295">
                  <a:moveTo>
                    <a:pt x="0" y="0"/>
                  </a:moveTo>
                  <a:lnTo>
                    <a:pt x="12664" y="7295"/>
                  </a:lnTo>
                </a:path>
              </a:pathLst>
            </a:custGeom>
            <a:ln w="57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l114"/>
            <p:cNvSpPr/>
            <p:nvPr/>
          </p:nvSpPr>
          <p:spPr>
            <a:xfrm>
              <a:off x="3444678" y="2601886"/>
              <a:ext cx="15703" cy="16631"/>
            </a:xfrm>
            <a:custGeom>
              <a:avLst/>
              <a:gdLst/>
              <a:ahLst/>
              <a:cxnLst/>
              <a:rect l="0" t="0" r="0" b="0"/>
              <a:pathLst>
                <a:path w="15703" h="16631">
                  <a:moveTo>
                    <a:pt x="15703" y="0"/>
                  </a:moveTo>
                  <a:lnTo>
                    <a:pt x="0" y="16631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l115"/>
            <p:cNvSpPr/>
            <p:nvPr/>
          </p:nvSpPr>
          <p:spPr>
            <a:xfrm>
              <a:off x="3428259" y="2601886"/>
              <a:ext cx="32121" cy="20965"/>
            </a:xfrm>
            <a:custGeom>
              <a:avLst/>
              <a:gdLst/>
              <a:ahLst/>
              <a:cxnLst/>
              <a:rect l="0" t="0" r="0" b="0"/>
              <a:pathLst>
                <a:path w="32121" h="20965">
                  <a:moveTo>
                    <a:pt x="32121" y="0"/>
                  </a:moveTo>
                  <a:lnTo>
                    <a:pt x="0" y="20965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l116"/>
            <p:cNvSpPr/>
            <p:nvPr/>
          </p:nvSpPr>
          <p:spPr>
            <a:xfrm>
              <a:off x="3296574" y="3976085"/>
              <a:ext cx="10709" cy="2356"/>
            </a:xfrm>
            <a:custGeom>
              <a:avLst/>
              <a:gdLst/>
              <a:ahLst/>
              <a:cxnLst/>
              <a:rect l="0" t="0" r="0" b="0"/>
              <a:pathLst>
                <a:path w="10709" h="2356">
                  <a:moveTo>
                    <a:pt x="0" y="2356"/>
                  </a:moveTo>
                  <a:lnTo>
                    <a:pt x="10709" y="0"/>
                  </a:lnTo>
                </a:path>
              </a:pathLst>
            </a:custGeom>
            <a:ln w="544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l117"/>
            <p:cNvSpPr/>
            <p:nvPr/>
          </p:nvSpPr>
          <p:spPr>
            <a:xfrm>
              <a:off x="3463561" y="2416204"/>
              <a:ext cx="27263" cy="89730"/>
            </a:xfrm>
            <a:custGeom>
              <a:avLst/>
              <a:gdLst/>
              <a:ahLst/>
              <a:cxnLst/>
              <a:rect l="0" t="0" r="0" b="0"/>
              <a:pathLst>
                <a:path w="27263" h="89730">
                  <a:moveTo>
                    <a:pt x="27263" y="89730"/>
                  </a:moveTo>
                  <a:lnTo>
                    <a:pt x="0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l118"/>
            <p:cNvSpPr/>
            <p:nvPr/>
          </p:nvSpPr>
          <p:spPr>
            <a:xfrm>
              <a:off x="3490825" y="2505934"/>
              <a:ext cx="46327" cy="29480"/>
            </a:xfrm>
            <a:custGeom>
              <a:avLst/>
              <a:gdLst/>
              <a:ahLst/>
              <a:cxnLst/>
              <a:rect l="0" t="0" r="0" b="0"/>
              <a:pathLst>
                <a:path w="46327" h="29480">
                  <a:moveTo>
                    <a:pt x="0" y="0"/>
                  </a:moveTo>
                  <a:lnTo>
                    <a:pt x="46327" y="29480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l119"/>
            <p:cNvSpPr/>
            <p:nvPr/>
          </p:nvSpPr>
          <p:spPr>
            <a:xfrm>
              <a:off x="3490825" y="2505934"/>
              <a:ext cx="22845" cy="35585"/>
            </a:xfrm>
            <a:custGeom>
              <a:avLst/>
              <a:gdLst/>
              <a:ahLst/>
              <a:cxnLst/>
              <a:rect l="0" t="0" r="0" b="0"/>
              <a:pathLst>
                <a:path w="22845" h="35585">
                  <a:moveTo>
                    <a:pt x="0" y="0"/>
                  </a:moveTo>
                  <a:lnTo>
                    <a:pt x="22845" y="35585"/>
                  </a:lnTo>
                </a:path>
              </a:pathLst>
            </a:custGeom>
            <a:ln w="55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l120"/>
            <p:cNvSpPr/>
            <p:nvPr/>
          </p:nvSpPr>
          <p:spPr>
            <a:xfrm>
              <a:off x="3476663" y="2505934"/>
              <a:ext cx="14162" cy="37473"/>
            </a:xfrm>
            <a:custGeom>
              <a:avLst/>
              <a:gdLst/>
              <a:ahLst/>
              <a:cxnLst/>
              <a:rect l="0" t="0" r="0" b="0"/>
              <a:pathLst>
                <a:path w="14162" h="37473">
                  <a:moveTo>
                    <a:pt x="14162" y="0"/>
                  </a:moveTo>
                  <a:lnTo>
                    <a:pt x="0" y="37473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l121"/>
            <p:cNvSpPr/>
            <p:nvPr/>
          </p:nvSpPr>
          <p:spPr>
            <a:xfrm>
              <a:off x="3490825" y="2488693"/>
              <a:ext cx="20625" cy="17241"/>
            </a:xfrm>
            <a:custGeom>
              <a:avLst/>
              <a:gdLst/>
              <a:ahLst/>
              <a:cxnLst/>
              <a:rect l="0" t="0" r="0" b="0"/>
              <a:pathLst>
                <a:path w="20625" h="17241">
                  <a:moveTo>
                    <a:pt x="0" y="17241"/>
                  </a:moveTo>
                  <a:lnTo>
                    <a:pt x="20625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l122"/>
            <p:cNvSpPr/>
            <p:nvPr/>
          </p:nvSpPr>
          <p:spPr>
            <a:xfrm>
              <a:off x="3452686" y="2403920"/>
              <a:ext cx="38139" cy="102014"/>
            </a:xfrm>
            <a:custGeom>
              <a:avLst/>
              <a:gdLst/>
              <a:ahLst/>
              <a:cxnLst/>
              <a:rect l="0" t="0" r="0" b="0"/>
              <a:pathLst>
                <a:path w="38139" h="102014">
                  <a:moveTo>
                    <a:pt x="38139" y="102014"/>
                  </a:moveTo>
                  <a:lnTo>
                    <a:pt x="0" y="0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l123"/>
            <p:cNvSpPr/>
            <p:nvPr/>
          </p:nvSpPr>
          <p:spPr>
            <a:xfrm>
              <a:off x="3488948" y="2505934"/>
              <a:ext cx="1877" cy="16501"/>
            </a:xfrm>
            <a:custGeom>
              <a:avLst/>
              <a:gdLst/>
              <a:ahLst/>
              <a:cxnLst/>
              <a:rect l="0" t="0" r="0" b="0"/>
              <a:pathLst>
                <a:path w="1877" h="16501">
                  <a:moveTo>
                    <a:pt x="1877" y="0"/>
                  </a:moveTo>
                  <a:lnTo>
                    <a:pt x="0" y="16501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l124"/>
            <p:cNvSpPr/>
            <p:nvPr/>
          </p:nvSpPr>
          <p:spPr>
            <a:xfrm>
              <a:off x="3458847" y="2490697"/>
              <a:ext cx="31978" cy="15237"/>
            </a:xfrm>
            <a:custGeom>
              <a:avLst/>
              <a:gdLst/>
              <a:ahLst/>
              <a:cxnLst/>
              <a:rect l="0" t="0" r="0" b="0"/>
              <a:pathLst>
                <a:path w="31978" h="15237">
                  <a:moveTo>
                    <a:pt x="31978" y="15237"/>
                  </a:moveTo>
                  <a:lnTo>
                    <a:pt x="0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l125"/>
            <p:cNvSpPr/>
            <p:nvPr/>
          </p:nvSpPr>
          <p:spPr>
            <a:xfrm>
              <a:off x="3479008" y="2505934"/>
              <a:ext cx="11817" cy="15247"/>
            </a:xfrm>
            <a:custGeom>
              <a:avLst/>
              <a:gdLst/>
              <a:ahLst/>
              <a:cxnLst/>
              <a:rect l="0" t="0" r="0" b="0"/>
              <a:pathLst>
                <a:path w="11817" h="15247">
                  <a:moveTo>
                    <a:pt x="11817" y="0"/>
                  </a:moveTo>
                  <a:lnTo>
                    <a:pt x="0" y="15247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l126"/>
            <p:cNvSpPr/>
            <p:nvPr/>
          </p:nvSpPr>
          <p:spPr>
            <a:xfrm>
              <a:off x="3490825" y="2505934"/>
              <a:ext cx="25177" cy="9910"/>
            </a:xfrm>
            <a:custGeom>
              <a:avLst/>
              <a:gdLst/>
              <a:ahLst/>
              <a:cxnLst/>
              <a:rect l="0" t="0" r="0" b="0"/>
              <a:pathLst>
                <a:path w="25177" h="9910">
                  <a:moveTo>
                    <a:pt x="0" y="0"/>
                  </a:moveTo>
                  <a:lnTo>
                    <a:pt x="25177" y="9910"/>
                  </a:lnTo>
                </a:path>
              </a:pathLst>
            </a:custGeom>
            <a:ln w="559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l127"/>
            <p:cNvSpPr/>
            <p:nvPr/>
          </p:nvSpPr>
          <p:spPr>
            <a:xfrm>
              <a:off x="3490825" y="2505934"/>
              <a:ext cx="50693" cy="62507"/>
            </a:xfrm>
            <a:custGeom>
              <a:avLst/>
              <a:gdLst/>
              <a:ahLst/>
              <a:cxnLst/>
              <a:rect l="0" t="0" r="0" b="0"/>
              <a:pathLst>
                <a:path w="50693" h="62507">
                  <a:moveTo>
                    <a:pt x="0" y="0"/>
                  </a:moveTo>
                  <a:lnTo>
                    <a:pt x="50693" y="62507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l128"/>
            <p:cNvSpPr/>
            <p:nvPr/>
          </p:nvSpPr>
          <p:spPr>
            <a:xfrm>
              <a:off x="3453621" y="2505934"/>
              <a:ext cx="37203" cy="3264"/>
            </a:xfrm>
            <a:custGeom>
              <a:avLst/>
              <a:gdLst/>
              <a:ahLst/>
              <a:cxnLst/>
              <a:rect l="0" t="0" r="0" b="0"/>
              <a:pathLst>
                <a:path w="37203" h="3264">
                  <a:moveTo>
                    <a:pt x="37203" y="0"/>
                  </a:moveTo>
                  <a:lnTo>
                    <a:pt x="0" y="3264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l129"/>
            <p:cNvSpPr/>
            <p:nvPr/>
          </p:nvSpPr>
          <p:spPr>
            <a:xfrm>
              <a:off x="3465578" y="2449459"/>
              <a:ext cx="25247" cy="56475"/>
            </a:xfrm>
            <a:custGeom>
              <a:avLst/>
              <a:gdLst/>
              <a:ahLst/>
              <a:cxnLst/>
              <a:rect l="0" t="0" r="0" b="0"/>
              <a:pathLst>
                <a:path w="25247" h="56475">
                  <a:moveTo>
                    <a:pt x="25247" y="56475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l130"/>
            <p:cNvSpPr/>
            <p:nvPr/>
          </p:nvSpPr>
          <p:spPr>
            <a:xfrm>
              <a:off x="3483229" y="2485004"/>
              <a:ext cx="7596" cy="20930"/>
            </a:xfrm>
            <a:custGeom>
              <a:avLst/>
              <a:gdLst/>
              <a:ahLst/>
              <a:cxnLst/>
              <a:rect l="0" t="0" r="0" b="0"/>
              <a:pathLst>
                <a:path w="7596" h="20930">
                  <a:moveTo>
                    <a:pt x="7596" y="20930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l131"/>
            <p:cNvSpPr/>
            <p:nvPr/>
          </p:nvSpPr>
          <p:spPr>
            <a:xfrm>
              <a:off x="3490825" y="2505934"/>
              <a:ext cx="36664" cy="48696"/>
            </a:xfrm>
            <a:custGeom>
              <a:avLst/>
              <a:gdLst/>
              <a:ahLst/>
              <a:cxnLst/>
              <a:rect l="0" t="0" r="0" b="0"/>
              <a:pathLst>
                <a:path w="36664" h="48696">
                  <a:moveTo>
                    <a:pt x="0" y="0"/>
                  </a:moveTo>
                  <a:lnTo>
                    <a:pt x="36664" y="48696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l132"/>
            <p:cNvSpPr/>
            <p:nvPr/>
          </p:nvSpPr>
          <p:spPr>
            <a:xfrm>
              <a:off x="3454969" y="2498073"/>
              <a:ext cx="35855" cy="7861"/>
            </a:xfrm>
            <a:custGeom>
              <a:avLst/>
              <a:gdLst/>
              <a:ahLst/>
              <a:cxnLst/>
              <a:rect l="0" t="0" r="0" b="0"/>
              <a:pathLst>
                <a:path w="35855" h="7861">
                  <a:moveTo>
                    <a:pt x="35855" y="7861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l133"/>
            <p:cNvSpPr/>
            <p:nvPr/>
          </p:nvSpPr>
          <p:spPr>
            <a:xfrm>
              <a:off x="3490825" y="2505934"/>
              <a:ext cx="9959" cy="4286"/>
            </a:xfrm>
            <a:custGeom>
              <a:avLst/>
              <a:gdLst/>
              <a:ahLst/>
              <a:cxnLst/>
              <a:rect l="0" t="0" r="0" b="0"/>
              <a:pathLst>
                <a:path w="9959" h="4286">
                  <a:moveTo>
                    <a:pt x="0" y="0"/>
                  </a:moveTo>
                  <a:lnTo>
                    <a:pt x="9959" y="4286"/>
                  </a:lnTo>
                </a:path>
              </a:pathLst>
            </a:custGeom>
            <a:ln w="62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l134"/>
            <p:cNvSpPr/>
            <p:nvPr/>
          </p:nvSpPr>
          <p:spPr>
            <a:xfrm>
              <a:off x="3490825" y="2505934"/>
              <a:ext cx="29586" cy="51148"/>
            </a:xfrm>
            <a:custGeom>
              <a:avLst/>
              <a:gdLst/>
              <a:ahLst/>
              <a:cxnLst/>
              <a:rect l="0" t="0" r="0" b="0"/>
              <a:pathLst>
                <a:path w="29586" h="51148">
                  <a:moveTo>
                    <a:pt x="0" y="0"/>
                  </a:moveTo>
                  <a:lnTo>
                    <a:pt x="29586" y="51148"/>
                  </a:lnTo>
                </a:path>
              </a:pathLst>
            </a:custGeom>
            <a:ln w="561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l135"/>
            <p:cNvSpPr/>
            <p:nvPr/>
          </p:nvSpPr>
          <p:spPr>
            <a:xfrm>
              <a:off x="3458590" y="2473546"/>
              <a:ext cx="32234" cy="32388"/>
            </a:xfrm>
            <a:custGeom>
              <a:avLst/>
              <a:gdLst/>
              <a:ahLst/>
              <a:cxnLst/>
              <a:rect l="0" t="0" r="0" b="0"/>
              <a:pathLst>
                <a:path w="32234" h="32388">
                  <a:moveTo>
                    <a:pt x="32234" y="32388"/>
                  </a:moveTo>
                  <a:lnTo>
                    <a:pt x="0" y="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l136"/>
            <p:cNvSpPr/>
            <p:nvPr/>
          </p:nvSpPr>
          <p:spPr>
            <a:xfrm>
              <a:off x="3466166" y="2505934"/>
              <a:ext cx="24659" cy="28756"/>
            </a:xfrm>
            <a:custGeom>
              <a:avLst/>
              <a:gdLst/>
              <a:ahLst/>
              <a:cxnLst/>
              <a:rect l="0" t="0" r="0" b="0"/>
              <a:pathLst>
                <a:path w="24659" h="28756">
                  <a:moveTo>
                    <a:pt x="24659" y="0"/>
                  </a:moveTo>
                  <a:lnTo>
                    <a:pt x="0" y="28756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l137"/>
            <p:cNvSpPr/>
            <p:nvPr/>
          </p:nvSpPr>
          <p:spPr>
            <a:xfrm>
              <a:off x="3469843" y="2505934"/>
              <a:ext cx="20982" cy="62558"/>
            </a:xfrm>
            <a:custGeom>
              <a:avLst/>
              <a:gdLst/>
              <a:ahLst/>
              <a:cxnLst/>
              <a:rect l="0" t="0" r="0" b="0"/>
              <a:pathLst>
                <a:path w="20982" h="62558">
                  <a:moveTo>
                    <a:pt x="20982" y="0"/>
                  </a:moveTo>
                  <a:lnTo>
                    <a:pt x="0" y="62558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l138"/>
            <p:cNvSpPr/>
            <p:nvPr/>
          </p:nvSpPr>
          <p:spPr>
            <a:xfrm>
              <a:off x="3472110" y="2492444"/>
              <a:ext cx="18715" cy="13490"/>
            </a:xfrm>
            <a:custGeom>
              <a:avLst/>
              <a:gdLst/>
              <a:ahLst/>
              <a:cxnLst/>
              <a:rect l="0" t="0" r="0" b="0"/>
              <a:pathLst>
                <a:path w="18715" h="13490">
                  <a:moveTo>
                    <a:pt x="18715" y="13490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l139"/>
            <p:cNvSpPr/>
            <p:nvPr/>
          </p:nvSpPr>
          <p:spPr>
            <a:xfrm>
              <a:off x="3435876" y="2502222"/>
              <a:ext cx="54948" cy="3711"/>
            </a:xfrm>
            <a:custGeom>
              <a:avLst/>
              <a:gdLst/>
              <a:ahLst/>
              <a:cxnLst/>
              <a:rect l="0" t="0" r="0" b="0"/>
              <a:pathLst>
                <a:path w="54948" h="3711">
                  <a:moveTo>
                    <a:pt x="54948" y="3711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l140"/>
            <p:cNvSpPr/>
            <p:nvPr/>
          </p:nvSpPr>
          <p:spPr>
            <a:xfrm>
              <a:off x="3490825" y="2505934"/>
              <a:ext cx="34497" cy="44738"/>
            </a:xfrm>
            <a:custGeom>
              <a:avLst/>
              <a:gdLst/>
              <a:ahLst/>
              <a:cxnLst/>
              <a:rect l="0" t="0" r="0" b="0"/>
              <a:pathLst>
                <a:path w="34497" h="44738">
                  <a:moveTo>
                    <a:pt x="0" y="0"/>
                  </a:moveTo>
                  <a:lnTo>
                    <a:pt x="34497" y="44738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l141"/>
            <p:cNvSpPr/>
            <p:nvPr/>
          </p:nvSpPr>
          <p:spPr>
            <a:xfrm>
              <a:off x="3471711" y="2443503"/>
              <a:ext cx="19114" cy="62431"/>
            </a:xfrm>
            <a:custGeom>
              <a:avLst/>
              <a:gdLst/>
              <a:ahLst/>
              <a:cxnLst/>
              <a:rect l="0" t="0" r="0" b="0"/>
              <a:pathLst>
                <a:path w="19114" h="62431">
                  <a:moveTo>
                    <a:pt x="19114" y="62431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l142"/>
            <p:cNvSpPr/>
            <p:nvPr/>
          </p:nvSpPr>
          <p:spPr>
            <a:xfrm>
              <a:off x="3490825" y="2500954"/>
              <a:ext cx="74083" cy="4980"/>
            </a:xfrm>
            <a:custGeom>
              <a:avLst/>
              <a:gdLst/>
              <a:ahLst/>
              <a:cxnLst/>
              <a:rect l="0" t="0" r="0" b="0"/>
              <a:pathLst>
                <a:path w="74083" h="4980">
                  <a:moveTo>
                    <a:pt x="0" y="4980"/>
                  </a:moveTo>
                  <a:lnTo>
                    <a:pt x="74083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l143"/>
            <p:cNvSpPr/>
            <p:nvPr/>
          </p:nvSpPr>
          <p:spPr>
            <a:xfrm>
              <a:off x="3473824" y="2504684"/>
              <a:ext cx="17000" cy="1250"/>
            </a:xfrm>
            <a:custGeom>
              <a:avLst/>
              <a:gdLst/>
              <a:ahLst/>
              <a:cxnLst/>
              <a:rect l="0" t="0" r="0" b="0"/>
              <a:pathLst>
                <a:path w="17000" h="1250">
                  <a:moveTo>
                    <a:pt x="17000" y="1250"/>
                  </a:moveTo>
                  <a:lnTo>
                    <a:pt x="0" y="0"/>
                  </a:lnTo>
                </a:path>
              </a:pathLst>
            </a:custGeom>
            <a:ln w="559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l144"/>
            <p:cNvSpPr/>
            <p:nvPr/>
          </p:nvSpPr>
          <p:spPr>
            <a:xfrm>
              <a:off x="3465434" y="2504307"/>
              <a:ext cx="25390" cy="1627"/>
            </a:xfrm>
            <a:custGeom>
              <a:avLst/>
              <a:gdLst/>
              <a:ahLst/>
              <a:cxnLst/>
              <a:rect l="0" t="0" r="0" b="0"/>
              <a:pathLst>
                <a:path w="25390" h="1627">
                  <a:moveTo>
                    <a:pt x="25390" y="1627"/>
                  </a:moveTo>
                  <a:lnTo>
                    <a:pt x="0" y="0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l145"/>
            <p:cNvSpPr/>
            <p:nvPr/>
          </p:nvSpPr>
          <p:spPr>
            <a:xfrm>
              <a:off x="3484925" y="2505934"/>
              <a:ext cx="5900" cy="3333"/>
            </a:xfrm>
            <a:custGeom>
              <a:avLst/>
              <a:gdLst/>
              <a:ahLst/>
              <a:cxnLst/>
              <a:rect l="0" t="0" r="0" b="0"/>
              <a:pathLst>
                <a:path w="5900" h="3333">
                  <a:moveTo>
                    <a:pt x="5900" y="0"/>
                  </a:moveTo>
                  <a:lnTo>
                    <a:pt x="0" y="3333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l146"/>
            <p:cNvSpPr/>
            <p:nvPr/>
          </p:nvSpPr>
          <p:spPr>
            <a:xfrm>
              <a:off x="3461272" y="2505934"/>
              <a:ext cx="29553" cy="10120"/>
            </a:xfrm>
            <a:custGeom>
              <a:avLst/>
              <a:gdLst/>
              <a:ahLst/>
              <a:cxnLst/>
              <a:rect l="0" t="0" r="0" b="0"/>
              <a:pathLst>
                <a:path w="29553" h="10120">
                  <a:moveTo>
                    <a:pt x="29553" y="0"/>
                  </a:moveTo>
                  <a:lnTo>
                    <a:pt x="0" y="1012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l147"/>
            <p:cNvSpPr/>
            <p:nvPr/>
          </p:nvSpPr>
          <p:spPr>
            <a:xfrm>
              <a:off x="3458599" y="2504204"/>
              <a:ext cx="32225" cy="1730"/>
            </a:xfrm>
            <a:custGeom>
              <a:avLst/>
              <a:gdLst/>
              <a:ahLst/>
              <a:cxnLst/>
              <a:rect l="0" t="0" r="0" b="0"/>
              <a:pathLst>
                <a:path w="32225" h="1730">
                  <a:moveTo>
                    <a:pt x="32225" y="1730"/>
                  </a:moveTo>
                  <a:lnTo>
                    <a:pt x="0" y="0"/>
                  </a:lnTo>
                </a:path>
              </a:pathLst>
            </a:custGeom>
            <a:ln w="55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l148"/>
            <p:cNvSpPr/>
            <p:nvPr/>
          </p:nvSpPr>
          <p:spPr>
            <a:xfrm>
              <a:off x="3485000" y="2500245"/>
              <a:ext cx="5825" cy="5689"/>
            </a:xfrm>
            <a:custGeom>
              <a:avLst/>
              <a:gdLst/>
              <a:ahLst/>
              <a:cxnLst/>
              <a:rect l="0" t="0" r="0" b="0"/>
              <a:pathLst>
                <a:path w="5825" h="5689">
                  <a:moveTo>
                    <a:pt x="5825" y="5689"/>
                  </a:moveTo>
                  <a:lnTo>
                    <a:pt x="0" y="0"/>
                  </a:lnTo>
                </a:path>
              </a:pathLst>
            </a:custGeom>
            <a:ln w="57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l149"/>
            <p:cNvSpPr/>
            <p:nvPr/>
          </p:nvSpPr>
          <p:spPr>
            <a:xfrm>
              <a:off x="3490825" y="2487780"/>
              <a:ext cx="3549" cy="18154"/>
            </a:xfrm>
            <a:custGeom>
              <a:avLst/>
              <a:gdLst/>
              <a:ahLst/>
              <a:cxnLst/>
              <a:rect l="0" t="0" r="0" b="0"/>
              <a:pathLst>
                <a:path w="3549" h="18154">
                  <a:moveTo>
                    <a:pt x="0" y="18154"/>
                  </a:moveTo>
                  <a:lnTo>
                    <a:pt x="3549" y="0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l150"/>
            <p:cNvSpPr/>
            <p:nvPr/>
          </p:nvSpPr>
          <p:spPr>
            <a:xfrm>
              <a:off x="3490825" y="2494216"/>
              <a:ext cx="33800" cy="11718"/>
            </a:xfrm>
            <a:custGeom>
              <a:avLst/>
              <a:gdLst/>
              <a:ahLst/>
              <a:cxnLst/>
              <a:rect l="0" t="0" r="0" b="0"/>
              <a:pathLst>
                <a:path w="33800" h="11718">
                  <a:moveTo>
                    <a:pt x="0" y="11718"/>
                  </a:moveTo>
                  <a:lnTo>
                    <a:pt x="33800" y="0"/>
                  </a:lnTo>
                </a:path>
              </a:pathLst>
            </a:custGeom>
            <a:ln w="557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l151"/>
            <p:cNvSpPr/>
            <p:nvPr/>
          </p:nvSpPr>
          <p:spPr>
            <a:xfrm>
              <a:off x="3808177" y="2048026"/>
              <a:ext cx="306593" cy="129644"/>
            </a:xfrm>
            <a:custGeom>
              <a:avLst/>
              <a:gdLst/>
              <a:ahLst/>
              <a:cxnLst/>
              <a:rect l="0" t="0" r="0" b="0"/>
              <a:pathLst>
                <a:path w="306593" h="129644">
                  <a:moveTo>
                    <a:pt x="0" y="129644"/>
                  </a:moveTo>
                  <a:lnTo>
                    <a:pt x="306593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l152"/>
            <p:cNvSpPr/>
            <p:nvPr/>
          </p:nvSpPr>
          <p:spPr>
            <a:xfrm>
              <a:off x="3525316" y="2540870"/>
              <a:ext cx="14261" cy="15851"/>
            </a:xfrm>
            <a:custGeom>
              <a:avLst/>
              <a:gdLst/>
              <a:ahLst/>
              <a:cxnLst/>
              <a:rect l="0" t="0" r="0" b="0"/>
              <a:pathLst>
                <a:path w="14261" h="15851">
                  <a:moveTo>
                    <a:pt x="0" y="0"/>
                  </a:moveTo>
                  <a:lnTo>
                    <a:pt x="14261" y="15851"/>
                  </a:lnTo>
                </a:path>
              </a:pathLst>
            </a:custGeom>
            <a:ln w="610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l153"/>
            <p:cNvSpPr/>
            <p:nvPr/>
          </p:nvSpPr>
          <p:spPr>
            <a:xfrm>
              <a:off x="3496835" y="2540870"/>
              <a:ext cx="28481" cy="77102"/>
            </a:xfrm>
            <a:custGeom>
              <a:avLst/>
              <a:gdLst/>
              <a:ahLst/>
              <a:cxnLst/>
              <a:rect l="0" t="0" r="0" b="0"/>
              <a:pathLst>
                <a:path w="28481" h="77102">
                  <a:moveTo>
                    <a:pt x="28481" y="0"/>
                  </a:moveTo>
                  <a:lnTo>
                    <a:pt x="0" y="77102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l154"/>
            <p:cNvSpPr/>
            <p:nvPr/>
          </p:nvSpPr>
          <p:spPr>
            <a:xfrm>
              <a:off x="3513671" y="2541520"/>
              <a:ext cx="25907" cy="15200"/>
            </a:xfrm>
            <a:custGeom>
              <a:avLst/>
              <a:gdLst/>
              <a:ahLst/>
              <a:cxnLst/>
              <a:rect l="0" t="0" r="0" b="0"/>
              <a:pathLst>
                <a:path w="25907" h="15200">
                  <a:moveTo>
                    <a:pt x="0" y="0"/>
                  </a:moveTo>
                  <a:lnTo>
                    <a:pt x="25907" y="15200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l155"/>
            <p:cNvSpPr/>
            <p:nvPr/>
          </p:nvSpPr>
          <p:spPr>
            <a:xfrm>
              <a:off x="3793451" y="1701410"/>
              <a:ext cx="40431" cy="85656"/>
            </a:xfrm>
            <a:custGeom>
              <a:avLst/>
              <a:gdLst/>
              <a:ahLst/>
              <a:cxnLst/>
              <a:rect l="0" t="0" r="0" b="0"/>
              <a:pathLst>
                <a:path w="40431" h="85656">
                  <a:moveTo>
                    <a:pt x="40431" y="0"/>
                  </a:moveTo>
                  <a:lnTo>
                    <a:pt x="0" y="85656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l156"/>
            <p:cNvSpPr/>
            <p:nvPr/>
          </p:nvSpPr>
          <p:spPr>
            <a:xfrm>
              <a:off x="3453557" y="2066582"/>
              <a:ext cx="225588" cy="88161"/>
            </a:xfrm>
            <a:custGeom>
              <a:avLst/>
              <a:gdLst/>
              <a:ahLst/>
              <a:cxnLst/>
              <a:rect l="0" t="0" r="0" b="0"/>
              <a:pathLst>
                <a:path w="225588" h="88161">
                  <a:moveTo>
                    <a:pt x="0" y="88161"/>
                  </a:moveTo>
                  <a:lnTo>
                    <a:pt x="225588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l157"/>
            <p:cNvSpPr/>
            <p:nvPr/>
          </p:nvSpPr>
          <p:spPr>
            <a:xfrm>
              <a:off x="3784040" y="2582663"/>
              <a:ext cx="25437" cy="5017"/>
            </a:xfrm>
            <a:custGeom>
              <a:avLst/>
              <a:gdLst/>
              <a:ahLst/>
              <a:cxnLst/>
              <a:rect l="0" t="0" r="0" b="0"/>
              <a:pathLst>
                <a:path w="25437" h="5017">
                  <a:moveTo>
                    <a:pt x="25437" y="0"/>
                  </a:moveTo>
                  <a:lnTo>
                    <a:pt x="0" y="5017"/>
                  </a:lnTo>
                </a:path>
              </a:pathLst>
            </a:custGeom>
            <a:ln w="61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l158"/>
            <p:cNvSpPr/>
            <p:nvPr/>
          </p:nvSpPr>
          <p:spPr>
            <a:xfrm>
              <a:off x="3809478" y="2582663"/>
              <a:ext cx="12223" cy="1772"/>
            </a:xfrm>
            <a:custGeom>
              <a:avLst/>
              <a:gdLst/>
              <a:ahLst/>
              <a:cxnLst/>
              <a:rect l="0" t="0" r="0" b="0"/>
              <a:pathLst>
                <a:path w="12223" h="1772">
                  <a:moveTo>
                    <a:pt x="0" y="0"/>
                  </a:moveTo>
                  <a:lnTo>
                    <a:pt x="12223" y="1772"/>
                  </a:lnTo>
                </a:path>
              </a:pathLst>
            </a:custGeom>
            <a:ln w="59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l159"/>
            <p:cNvSpPr/>
            <p:nvPr/>
          </p:nvSpPr>
          <p:spPr>
            <a:xfrm>
              <a:off x="3089201" y="2502326"/>
              <a:ext cx="349966" cy="31578"/>
            </a:xfrm>
            <a:custGeom>
              <a:avLst/>
              <a:gdLst/>
              <a:ahLst/>
              <a:cxnLst/>
              <a:rect l="0" t="0" r="0" b="0"/>
              <a:pathLst>
                <a:path w="349966" h="31578">
                  <a:moveTo>
                    <a:pt x="0" y="31578"/>
                  </a:moveTo>
                  <a:lnTo>
                    <a:pt x="349966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l160"/>
            <p:cNvSpPr/>
            <p:nvPr/>
          </p:nvSpPr>
          <p:spPr>
            <a:xfrm>
              <a:off x="3560387" y="2579614"/>
              <a:ext cx="52103" cy="52752"/>
            </a:xfrm>
            <a:custGeom>
              <a:avLst/>
              <a:gdLst/>
              <a:ahLst/>
              <a:cxnLst/>
              <a:rect l="0" t="0" r="0" b="0"/>
              <a:pathLst>
                <a:path w="52103" h="52752">
                  <a:moveTo>
                    <a:pt x="52103" y="52752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l161"/>
            <p:cNvSpPr/>
            <p:nvPr/>
          </p:nvSpPr>
          <p:spPr>
            <a:xfrm>
              <a:off x="4102689" y="3872288"/>
              <a:ext cx="14436" cy="1808"/>
            </a:xfrm>
            <a:custGeom>
              <a:avLst/>
              <a:gdLst/>
              <a:ahLst/>
              <a:cxnLst/>
              <a:rect l="0" t="0" r="0" b="0"/>
              <a:pathLst>
                <a:path w="14436" h="1808">
                  <a:moveTo>
                    <a:pt x="14436" y="1808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l162"/>
            <p:cNvSpPr/>
            <p:nvPr/>
          </p:nvSpPr>
          <p:spPr>
            <a:xfrm>
              <a:off x="3364322" y="2543408"/>
              <a:ext cx="112340" cy="13990"/>
            </a:xfrm>
            <a:custGeom>
              <a:avLst/>
              <a:gdLst/>
              <a:ahLst/>
              <a:cxnLst/>
              <a:rect l="0" t="0" r="0" b="0"/>
              <a:pathLst>
                <a:path w="112340" h="13990">
                  <a:moveTo>
                    <a:pt x="112340" y="0"/>
                  </a:moveTo>
                  <a:lnTo>
                    <a:pt x="0" y="13990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l163"/>
            <p:cNvSpPr/>
            <p:nvPr/>
          </p:nvSpPr>
          <p:spPr>
            <a:xfrm>
              <a:off x="3367466" y="2543408"/>
              <a:ext cx="109196" cy="33523"/>
            </a:xfrm>
            <a:custGeom>
              <a:avLst/>
              <a:gdLst/>
              <a:ahLst/>
              <a:cxnLst/>
              <a:rect l="0" t="0" r="0" b="0"/>
              <a:pathLst>
                <a:path w="109196" h="33523">
                  <a:moveTo>
                    <a:pt x="109196" y="0"/>
                  </a:moveTo>
                  <a:lnTo>
                    <a:pt x="0" y="33523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l164"/>
            <p:cNvSpPr/>
            <p:nvPr/>
          </p:nvSpPr>
          <p:spPr>
            <a:xfrm>
              <a:off x="3276908" y="1601489"/>
              <a:ext cx="302702" cy="243777"/>
            </a:xfrm>
            <a:custGeom>
              <a:avLst/>
              <a:gdLst/>
              <a:ahLst/>
              <a:cxnLst/>
              <a:rect l="0" t="0" r="0" b="0"/>
              <a:pathLst>
                <a:path w="302702" h="243777">
                  <a:moveTo>
                    <a:pt x="302702" y="243777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l165"/>
            <p:cNvSpPr/>
            <p:nvPr/>
          </p:nvSpPr>
          <p:spPr>
            <a:xfrm>
              <a:off x="3678578" y="1934078"/>
              <a:ext cx="129598" cy="243593"/>
            </a:xfrm>
            <a:custGeom>
              <a:avLst/>
              <a:gdLst/>
              <a:ahLst/>
              <a:cxnLst/>
              <a:rect l="0" t="0" r="0" b="0"/>
              <a:pathLst>
                <a:path w="129598" h="243593">
                  <a:moveTo>
                    <a:pt x="0" y="0"/>
                  </a:moveTo>
                  <a:lnTo>
                    <a:pt x="129598" y="243593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l166"/>
            <p:cNvSpPr/>
            <p:nvPr/>
          </p:nvSpPr>
          <p:spPr>
            <a:xfrm>
              <a:off x="3579611" y="1845267"/>
              <a:ext cx="98967" cy="88811"/>
            </a:xfrm>
            <a:custGeom>
              <a:avLst/>
              <a:gdLst/>
              <a:ahLst/>
              <a:cxnLst/>
              <a:rect l="0" t="0" r="0" b="0"/>
              <a:pathLst>
                <a:path w="98967" h="88811">
                  <a:moveTo>
                    <a:pt x="98967" y="88811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l167"/>
            <p:cNvSpPr/>
            <p:nvPr/>
          </p:nvSpPr>
          <p:spPr>
            <a:xfrm>
              <a:off x="3662309" y="1864535"/>
              <a:ext cx="16269" cy="69543"/>
            </a:xfrm>
            <a:custGeom>
              <a:avLst/>
              <a:gdLst/>
              <a:ahLst/>
              <a:cxnLst/>
              <a:rect l="0" t="0" r="0" b="0"/>
              <a:pathLst>
                <a:path w="16269" h="69543">
                  <a:moveTo>
                    <a:pt x="16269" y="69543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l168"/>
            <p:cNvSpPr/>
            <p:nvPr/>
          </p:nvSpPr>
          <p:spPr>
            <a:xfrm>
              <a:off x="3675067" y="1847271"/>
              <a:ext cx="3511" cy="86807"/>
            </a:xfrm>
            <a:custGeom>
              <a:avLst/>
              <a:gdLst/>
              <a:ahLst/>
              <a:cxnLst/>
              <a:rect l="0" t="0" r="0" b="0"/>
              <a:pathLst>
                <a:path w="3511" h="86807">
                  <a:moveTo>
                    <a:pt x="3511" y="86807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l169"/>
            <p:cNvSpPr/>
            <p:nvPr/>
          </p:nvSpPr>
          <p:spPr>
            <a:xfrm>
              <a:off x="3640443" y="1789162"/>
              <a:ext cx="38135" cy="144915"/>
            </a:xfrm>
            <a:custGeom>
              <a:avLst/>
              <a:gdLst/>
              <a:ahLst/>
              <a:cxnLst/>
              <a:rect l="0" t="0" r="0" b="0"/>
              <a:pathLst>
                <a:path w="38135" h="144915">
                  <a:moveTo>
                    <a:pt x="38135" y="144915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l170"/>
            <p:cNvSpPr/>
            <p:nvPr/>
          </p:nvSpPr>
          <p:spPr>
            <a:xfrm>
              <a:off x="3495044" y="2609842"/>
              <a:ext cx="7920" cy="20330"/>
            </a:xfrm>
            <a:custGeom>
              <a:avLst/>
              <a:gdLst/>
              <a:ahLst/>
              <a:cxnLst/>
              <a:rect l="0" t="0" r="0" b="0"/>
              <a:pathLst>
                <a:path w="7920" h="20330">
                  <a:moveTo>
                    <a:pt x="7920" y="0"/>
                  </a:moveTo>
                  <a:lnTo>
                    <a:pt x="0" y="20330"/>
                  </a:lnTo>
                </a:path>
              </a:pathLst>
            </a:custGeom>
            <a:ln w="56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l171"/>
            <p:cNvSpPr/>
            <p:nvPr/>
          </p:nvSpPr>
          <p:spPr>
            <a:xfrm>
              <a:off x="2755989" y="1209021"/>
              <a:ext cx="29323" cy="76664"/>
            </a:xfrm>
            <a:custGeom>
              <a:avLst/>
              <a:gdLst/>
              <a:ahLst/>
              <a:cxnLst/>
              <a:rect l="0" t="0" r="0" b="0"/>
              <a:pathLst>
                <a:path w="29323" h="76664">
                  <a:moveTo>
                    <a:pt x="0" y="76664"/>
                  </a:moveTo>
                  <a:lnTo>
                    <a:pt x="29323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l172"/>
            <p:cNvSpPr/>
            <p:nvPr/>
          </p:nvSpPr>
          <p:spPr>
            <a:xfrm>
              <a:off x="2712734" y="1259465"/>
              <a:ext cx="43254" cy="26220"/>
            </a:xfrm>
            <a:custGeom>
              <a:avLst/>
              <a:gdLst/>
              <a:ahLst/>
              <a:cxnLst/>
              <a:rect l="0" t="0" r="0" b="0"/>
              <a:pathLst>
                <a:path w="43254" h="26220">
                  <a:moveTo>
                    <a:pt x="43254" y="26220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l173"/>
            <p:cNvSpPr/>
            <p:nvPr/>
          </p:nvSpPr>
          <p:spPr>
            <a:xfrm>
              <a:off x="3646674" y="1947698"/>
              <a:ext cx="32471" cy="118884"/>
            </a:xfrm>
            <a:custGeom>
              <a:avLst/>
              <a:gdLst/>
              <a:ahLst/>
              <a:cxnLst/>
              <a:rect l="0" t="0" r="0" b="0"/>
              <a:pathLst>
                <a:path w="32471" h="118884">
                  <a:moveTo>
                    <a:pt x="0" y="0"/>
                  </a:moveTo>
                  <a:lnTo>
                    <a:pt x="32471" y="11888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l174"/>
            <p:cNvSpPr/>
            <p:nvPr/>
          </p:nvSpPr>
          <p:spPr>
            <a:xfrm>
              <a:off x="3348435" y="2253909"/>
              <a:ext cx="6986" cy="17562"/>
            </a:xfrm>
            <a:custGeom>
              <a:avLst/>
              <a:gdLst/>
              <a:ahLst/>
              <a:cxnLst/>
              <a:rect l="0" t="0" r="0" b="0"/>
              <a:pathLst>
                <a:path w="6986" h="17562">
                  <a:moveTo>
                    <a:pt x="0" y="17562"/>
                  </a:moveTo>
                  <a:lnTo>
                    <a:pt x="6986" y="0"/>
                  </a:lnTo>
                </a:path>
              </a:pathLst>
            </a:custGeom>
            <a:ln w="1400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l175"/>
            <p:cNvSpPr/>
            <p:nvPr/>
          </p:nvSpPr>
          <p:spPr>
            <a:xfrm>
              <a:off x="3344198" y="2271472"/>
              <a:ext cx="4236" cy="19226"/>
            </a:xfrm>
            <a:custGeom>
              <a:avLst/>
              <a:gdLst/>
              <a:ahLst/>
              <a:cxnLst/>
              <a:rect l="0" t="0" r="0" b="0"/>
              <a:pathLst>
                <a:path w="4236" h="19226">
                  <a:moveTo>
                    <a:pt x="4236" y="0"/>
                  </a:moveTo>
                  <a:lnTo>
                    <a:pt x="0" y="19226"/>
                  </a:lnTo>
                </a:path>
              </a:pathLst>
            </a:custGeom>
            <a:ln w="120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l176"/>
            <p:cNvSpPr/>
            <p:nvPr/>
          </p:nvSpPr>
          <p:spPr>
            <a:xfrm>
              <a:off x="2150244" y="2911309"/>
              <a:ext cx="9175" cy="6388"/>
            </a:xfrm>
            <a:custGeom>
              <a:avLst/>
              <a:gdLst/>
              <a:ahLst/>
              <a:cxnLst/>
              <a:rect l="0" t="0" r="0" b="0"/>
              <a:pathLst>
                <a:path w="9175" h="6388">
                  <a:moveTo>
                    <a:pt x="0" y="0"/>
                  </a:moveTo>
                  <a:lnTo>
                    <a:pt x="9175" y="6388"/>
                  </a:lnTo>
                </a:path>
              </a:pathLst>
            </a:custGeom>
            <a:ln w="56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l177"/>
            <p:cNvSpPr/>
            <p:nvPr/>
          </p:nvSpPr>
          <p:spPr>
            <a:xfrm>
              <a:off x="3677798" y="1909697"/>
              <a:ext cx="1347" cy="156884"/>
            </a:xfrm>
            <a:custGeom>
              <a:avLst/>
              <a:gdLst/>
              <a:ahLst/>
              <a:cxnLst/>
              <a:rect l="0" t="0" r="0" b="0"/>
              <a:pathLst>
                <a:path w="1347" h="156884">
                  <a:moveTo>
                    <a:pt x="0" y="0"/>
                  </a:moveTo>
                  <a:lnTo>
                    <a:pt x="1347" y="156884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l178"/>
            <p:cNvSpPr/>
            <p:nvPr/>
          </p:nvSpPr>
          <p:spPr>
            <a:xfrm>
              <a:off x="3677144" y="1717689"/>
              <a:ext cx="654" cy="192008"/>
            </a:xfrm>
            <a:custGeom>
              <a:avLst/>
              <a:gdLst/>
              <a:ahLst/>
              <a:cxnLst/>
              <a:rect l="0" t="0" r="0" b="0"/>
              <a:pathLst>
                <a:path w="654" h="192008">
                  <a:moveTo>
                    <a:pt x="654" y="192008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l179"/>
            <p:cNvSpPr/>
            <p:nvPr/>
          </p:nvSpPr>
          <p:spPr>
            <a:xfrm>
              <a:off x="3677424" y="1746203"/>
              <a:ext cx="373" cy="163494"/>
            </a:xfrm>
            <a:custGeom>
              <a:avLst/>
              <a:gdLst/>
              <a:ahLst/>
              <a:cxnLst/>
              <a:rect l="0" t="0" r="0" b="0"/>
              <a:pathLst>
                <a:path w="373" h="163494">
                  <a:moveTo>
                    <a:pt x="373" y="163494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l180"/>
            <p:cNvSpPr/>
            <p:nvPr/>
          </p:nvSpPr>
          <p:spPr>
            <a:xfrm>
              <a:off x="3765087" y="872906"/>
              <a:ext cx="19747" cy="18223"/>
            </a:xfrm>
            <a:custGeom>
              <a:avLst/>
              <a:gdLst/>
              <a:ahLst/>
              <a:cxnLst/>
              <a:rect l="0" t="0" r="0" b="0"/>
              <a:pathLst>
                <a:path w="19747" h="18223">
                  <a:moveTo>
                    <a:pt x="19747" y="18223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l181"/>
            <p:cNvSpPr/>
            <p:nvPr/>
          </p:nvSpPr>
          <p:spPr>
            <a:xfrm>
              <a:off x="2305635" y="1803089"/>
              <a:ext cx="14671" cy="25930"/>
            </a:xfrm>
            <a:custGeom>
              <a:avLst/>
              <a:gdLst/>
              <a:ahLst/>
              <a:cxnLst/>
              <a:rect l="0" t="0" r="0" b="0"/>
              <a:pathLst>
                <a:path w="14671" h="25930">
                  <a:moveTo>
                    <a:pt x="0" y="25930"/>
                  </a:moveTo>
                  <a:lnTo>
                    <a:pt x="14671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l182"/>
            <p:cNvSpPr/>
            <p:nvPr/>
          </p:nvSpPr>
          <p:spPr>
            <a:xfrm>
              <a:off x="2280207" y="1808359"/>
              <a:ext cx="25428" cy="20661"/>
            </a:xfrm>
            <a:custGeom>
              <a:avLst/>
              <a:gdLst/>
              <a:ahLst/>
              <a:cxnLst/>
              <a:rect l="0" t="0" r="0" b="0"/>
              <a:pathLst>
                <a:path w="25428" h="20661">
                  <a:moveTo>
                    <a:pt x="25428" y="20661"/>
                  </a:moveTo>
                  <a:lnTo>
                    <a:pt x="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l183"/>
            <p:cNvSpPr/>
            <p:nvPr/>
          </p:nvSpPr>
          <p:spPr>
            <a:xfrm>
              <a:off x="2281118" y="1829020"/>
              <a:ext cx="24517" cy="26500"/>
            </a:xfrm>
            <a:custGeom>
              <a:avLst/>
              <a:gdLst/>
              <a:ahLst/>
              <a:cxnLst/>
              <a:rect l="0" t="0" r="0" b="0"/>
              <a:pathLst>
                <a:path w="24517" h="26500">
                  <a:moveTo>
                    <a:pt x="24517" y="0"/>
                  </a:moveTo>
                  <a:lnTo>
                    <a:pt x="0" y="2650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l184"/>
            <p:cNvSpPr/>
            <p:nvPr/>
          </p:nvSpPr>
          <p:spPr>
            <a:xfrm>
              <a:off x="3679145" y="2066582"/>
              <a:ext cx="122967" cy="97120"/>
            </a:xfrm>
            <a:custGeom>
              <a:avLst/>
              <a:gdLst/>
              <a:ahLst/>
              <a:cxnLst/>
              <a:rect l="0" t="0" r="0" b="0"/>
              <a:pathLst>
                <a:path w="122967" h="97120">
                  <a:moveTo>
                    <a:pt x="122967" y="97120"/>
                  </a:moveTo>
                  <a:lnTo>
                    <a:pt x="0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l185"/>
            <p:cNvSpPr/>
            <p:nvPr/>
          </p:nvSpPr>
          <p:spPr>
            <a:xfrm>
              <a:off x="3802113" y="2163703"/>
              <a:ext cx="6064" cy="13968"/>
            </a:xfrm>
            <a:custGeom>
              <a:avLst/>
              <a:gdLst/>
              <a:ahLst/>
              <a:cxnLst/>
              <a:rect l="0" t="0" r="0" b="0"/>
              <a:pathLst>
                <a:path w="6064" h="13968">
                  <a:moveTo>
                    <a:pt x="0" y="0"/>
                  </a:moveTo>
                  <a:lnTo>
                    <a:pt x="6064" y="13968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l186"/>
            <p:cNvSpPr/>
            <p:nvPr/>
          </p:nvSpPr>
          <p:spPr>
            <a:xfrm>
              <a:off x="3802113" y="2100212"/>
              <a:ext cx="28963" cy="63491"/>
            </a:xfrm>
            <a:custGeom>
              <a:avLst/>
              <a:gdLst/>
              <a:ahLst/>
              <a:cxnLst/>
              <a:rect l="0" t="0" r="0" b="0"/>
              <a:pathLst>
                <a:path w="28963" h="63491">
                  <a:moveTo>
                    <a:pt x="0" y="63491"/>
                  </a:moveTo>
                  <a:lnTo>
                    <a:pt x="28963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l187"/>
            <p:cNvSpPr/>
            <p:nvPr/>
          </p:nvSpPr>
          <p:spPr>
            <a:xfrm>
              <a:off x="3802113" y="2127807"/>
              <a:ext cx="14267" cy="35896"/>
            </a:xfrm>
            <a:custGeom>
              <a:avLst/>
              <a:gdLst/>
              <a:ahLst/>
              <a:cxnLst/>
              <a:rect l="0" t="0" r="0" b="0"/>
              <a:pathLst>
                <a:path w="14267" h="35896">
                  <a:moveTo>
                    <a:pt x="0" y="35896"/>
                  </a:moveTo>
                  <a:lnTo>
                    <a:pt x="14267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l188"/>
            <p:cNvSpPr/>
            <p:nvPr/>
          </p:nvSpPr>
          <p:spPr>
            <a:xfrm>
              <a:off x="3888637" y="1436833"/>
              <a:ext cx="45958" cy="122073"/>
            </a:xfrm>
            <a:custGeom>
              <a:avLst/>
              <a:gdLst/>
              <a:ahLst/>
              <a:cxnLst/>
              <a:rect l="0" t="0" r="0" b="0"/>
              <a:pathLst>
                <a:path w="45958" h="122073">
                  <a:moveTo>
                    <a:pt x="0" y="122073"/>
                  </a:moveTo>
                  <a:lnTo>
                    <a:pt x="45958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l189"/>
            <p:cNvSpPr/>
            <p:nvPr/>
          </p:nvSpPr>
          <p:spPr>
            <a:xfrm>
              <a:off x="3438679" y="3057507"/>
              <a:ext cx="19643" cy="101856"/>
            </a:xfrm>
            <a:custGeom>
              <a:avLst/>
              <a:gdLst/>
              <a:ahLst/>
              <a:cxnLst/>
              <a:rect l="0" t="0" r="0" b="0"/>
              <a:pathLst>
                <a:path w="19643" h="101856">
                  <a:moveTo>
                    <a:pt x="0" y="101856"/>
                  </a:moveTo>
                  <a:lnTo>
                    <a:pt x="19643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l190"/>
            <p:cNvSpPr/>
            <p:nvPr/>
          </p:nvSpPr>
          <p:spPr>
            <a:xfrm>
              <a:off x="3655665" y="2593612"/>
              <a:ext cx="24642" cy="7658"/>
            </a:xfrm>
            <a:custGeom>
              <a:avLst/>
              <a:gdLst/>
              <a:ahLst/>
              <a:cxnLst/>
              <a:rect l="0" t="0" r="0" b="0"/>
              <a:pathLst>
                <a:path w="24642" h="7658">
                  <a:moveTo>
                    <a:pt x="24642" y="7658"/>
                  </a:moveTo>
                  <a:lnTo>
                    <a:pt x="0" y="0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l191"/>
            <p:cNvSpPr/>
            <p:nvPr/>
          </p:nvSpPr>
          <p:spPr>
            <a:xfrm>
              <a:off x="3653170" y="2597374"/>
              <a:ext cx="27137" cy="3896"/>
            </a:xfrm>
            <a:custGeom>
              <a:avLst/>
              <a:gdLst/>
              <a:ahLst/>
              <a:cxnLst/>
              <a:rect l="0" t="0" r="0" b="0"/>
              <a:pathLst>
                <a:path w="27137" h="3896">
                  <a:moveTo>
                    <a:pt x="27137" y="3896"/>
                  </a:moveTo>
                  <a:lnTo>
                    <a:pt x="0" y="0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l192"/>
            <p:cNvSpPr/>
            <p:nvPr/>
          </p:nvSpPr>
          <p:spPr>
            <a:xfrm>
              <a:off x="3335760" y="2955452"/>
              <a:ext cx="74500" cy="105493"/>
            </a:xfrm>
            <a:custGeom>
              <a:avLst/>
              <a:gdLst/>
              <a:ahLst/>
              <a:cxnLst/>
              <a:rect l="0" t="0" r="0" b="0"/>
              <a:pathLst>
                <a:path w="74500" h="105493">
                  <a:moveTo>
                    <a:pt x="74500" y="0"/>
                  </a:moveTo>
                  <a:lnTo>
                    <a:pt x="0" y="105493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l193"/>
            <p:cNvSpPr/>
            <p:nvPr/>
          </p:nvSpPr>
          <p:spPr>
            <a:xfrm>
              <a:off x="3378818" y="2955452"/>
              <a:ext cx="31443" cy="63232"/>
            </a:xfrm>
            <a:custGeom>
              <a:avLst/>
              <a:gdLst/>
              <a:ahLst/>
              <a:cxnLst/>
              <a:rect l="0" t="0" r="0" b="0"/>
              <a:pathLst>
                <a:path w="31443" h="63232">
                  <a:moveTo>
                    <a:pt x="31443" y="0"/>
                  </a:moveTo>
                  <a:lnTo>
                    <a:pt x="0" y="63232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l194"/>
            <p:cNvSpPr/>
            <p:nvPr/>
          </p:nvSpPr>
          <p:spPr>
            <a:xfrm>
              <a:off x="3319990" y="2955452"/>
              <a:ext cx="90271" cy="153597"/>
            </a:xfrm>
            <a:custGeom>
              <a:avLst/>
              <a:gdLst/>
              <a:ahLst/>
              <a:cxnLst/>
              <a:rect l="0" t="0" r="0" b="0"/>
              <a:pathLst>
                <a:path w="90271" h="153597">
                  <a:moveTo>
                    <a:pt x="90271" y="0"/>
                  </a:moveTo>
                  <a:lnTo>
                    <a:pt x="0" y="153597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l195"/>
            <p:cNvSpPr/>
            <p:nvPr/>
          </p:nvSpPr>
          <p:spPr>
            <a:xfrm>
              <a:off x="3401972" y="2955452"/>
              <a:ext cx="8289" cy="23416"/>
            </a:xfrm>
            <a:custGeom>
              <a:avLst/>
              <a:gdLst/>
              <a:ahLst/>
              <a:cxnLst/>
              <a:rect l="0" t="0" r="0" b="0"/>
              <a:pathLst>
                <a:path w="8289" h="23416">
                  <a:moveTo>
                    <a:pt x="8289" y="0"/>
                  </a:moveTo>
                  <a:lnTo>
                    <a:pt x="0" y="23416"/>
                  </a:lnTo>
                </a:path>
              </a:pathLst>
            </a:custGeom>
            <a:ln w="547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l196"/>
            <p:cNvSpPr/>
            <p:nvPr/>
          </p:nvSpPr>
          <p:spPr>
            <a:xfrm>
              <a:off x="3365315" y="2955452"/>
              <a:ext cx="44946" cy="116089"/>
            </a:xfrm>
            <a:custGeom>
              <a:avLst/>
              <a:gdLst/>
              <a:ahLst/>
              <a:cxnLst/>
              <a:rect l="0" t="0" r="0" b="0"/>
              <a:pathLst>
                <a:path w="44946" h="116089">
                  <a:moveTo>
                    <a:pt x="44946" y="0"/>
                  </a:moveTo>
                  <a:lnTo>
                    <a:pt x="0" y="116089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l197"/>
            <p:cNvSpPr/>
            <p:nvPr/>
          </p:nvSpPr>
          <p:spPr>
            <a:xfrm>
              <a:off x="3539578" y="2556721"/>
              <a:ext cx="39378" cy="17349"/>
            </a:xfrm>
            <a:custGeom>
              <a:avLst/>
              <a:gdLst/>
              <a:ahLst/>
              <a:cxnLst/>
              <a:rect l="0" t="0" r="0" b="0"/>
              <a:pathLst>
                <a:path w="39378" h="17349">
                  <a:moveTo>
                    <a:pt x="39378" y="17349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l198"/>
            <p:cNvSpPr/>
            <p:nvPr/>
          </p:nvSpPr>
          <p:spPr>
            <a:xfrm>
              <a:off x="3578956" y="2574070"/>
              <a:ext cx="36233" cy="20369"/>
            </a:xfrm>
            <a:custGeom>
              <a:avLst/>
              <a:gdLst/>
              <a:ahLst/>
              <a:cxnLst/>
              <a:rect l="0" t="0" r="0" b="0"/>
              <a:pathLst>
                <a:path w="36233" h="20369">
                  <a:moveTo>
                    <a:pt x="0" y="0"/>
                  </a:moveTo>
                  <a:lnTo>
                    <a:pt x="36233" y="20369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l199"/>
            <p:cNvSpPr/>
            <p:nvPr/>
          </p:nvSpPr>
          <p:spPr>
            <a:xfrm>
              <a:off x="3553754" y="2720018"/>
              <a:ext cx="7289" cy="27785"/>
            </a:xfrm>
            <a:custGeom>
              <a:avLst/>
              <a:gdLst/>
              <a:ahLst/>
              <a:cxnLst/>
              <a:rect l="0" t="0" r="0" b="0"/>
              <a:pathLst>
                <a:path w="7289" h="27785">
                  <a:moveTo>
                    <a:pt x="7289" y="27785"/>
                  </a:moveTo>
                  <a:lnTo>
                    <a:pt x="0" y="0"/>
                  </a:lnTo>
                </a:path>
              </a:pathLst>
            </a:custGeom>
            <a:ln w="55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l200"/>
            <p:cNvSpPr/>
            <p:nvPr/>
          </p:nvSpPr>
          <p:spPr>
            <a:xfrm>
              <a:off x="3226584" y="1515831"/>
              <a:ext cx="50324" cy="85658"/>
            </a:xfrm>
            <a:custGeom>
              <a:avLst/>
              <a:gdLst/>
              <a:ahLst/>
              <a:cxnLst/>
              <a:rect l="0" t="0" r="0" b="0"/>
              <a:pathLst>
                <a:path w="50324" h="85658">
                  <a:moveTo>
                    <a:pt x="50324" y="85658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l201"/>
            <p:cNvSpPr/>
            <p:nvPr/>
          </p:nvSpPr>
          <p:spPr>
            <a:xfrm>
              <a:off x="3245241" y="1551897"/>
              <a:ext cx="31667" cy="49591"/>
            </a:xfrm>
            <a:custGeom>
              <a:avLst/>
              <a:gdLst/>
              <a:ahLst/>
              <a:cxnLst/>
              <a:rect l="0" t="0" r="0" b="0"/>
              <a:pathLst>
                <a:path w="31667" h="49591">
                  <a:moveTo>
                    <a:pt x="31667" y="49591"/>
                  </a:moveTo>
                  <a:lnTo>
                    <a:pt x="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l202"/>
            <p:cNvSpPr/>
            <p:nvPr/>
          </p:nvSpPr>
          <p:spPr>
            <a:xfrm>
              <a:off x="4205831" y="2516622"/>
              <a:ext cx="124009" cy="51679"/>
            </a:xfrm>
            <a:custGeom>
              <a:avLst/>
              <a:gdLst/>
              <a:ahLst/>
              <a:cxnLst/>
              <a:rect l="0" t="0" r="0" b="0"/>
              <a:pathLst>
                <a:path w="124009" h="51679">
                  <a:moveTo>
                    <a:pt x="0" y="0"/>
                  </a:moveTo>
                  <a:lnTo>
                    <a:pt x="124009" y="51679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l203"/>
            <p:cNvSpPr/>
            <p:nvPr/>
          </p:nvSpPr>
          <p:spPr>
            <a:xfrm>
              <a:off x="4205831" y="2516622"/>
              <a:ext cx="81133" cy="25933"/>
            </a:xfrm>
            <a:custGeom>
              <a:avLst/>
              <a:gdLst/>
              <a:ahLst/>
              <a:cxnLst/>
              <a:rect l="0" t="0" r="0" b="0"/>
              <a:pathLst>
                <a:path w="81133" h="25933">
                  <a:moveTo>
                    <a:pt x="0" y="0"/>
                  </a:moveTo>
                  <a:lnTo>
                    <a:pt x="81133" y="25933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l204"/>
            <p:cNvSpPr/>
            <p:nvPr/>
          </p:nvSpPr>
          <p:spPr>
            <a:xfrm>
              <a:off x="4205831" y="2516622"/>
              <a:ext cx="130708" cy="25004"/>
            </a:xfrm>
            <a:custGeom>
              <a:avLst/>
              <a:gdLst/>
              <a:ahLst/>
              <a:cxnLst/>
              <a:rect l="0" t="0" r="0" b="0"/>
              <a:pathLst>
                <a:path w="130708" h="25004">
                  <a:moveTo>
                    <a:pt x="0" y="0"/>
                  </a:moveTo>
                  <a:lnTo>
                    <a:pt x="130708" y="2500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l205"/>
            <p:cNvSpPr/>
            <p:nvPr/>
          </p:nvSpPr>
          <p:spPr>
            <a:xfrm>
              <a:off x="3633968" y="2177671"/>
              <a:ext cx="174208" cy="37020"/>
            </a:xfrm>
            <a:custGeom>
              <a:avLst/>
              <a:gdLst/>
              <a:ahLst/>
              <a:cxnLst/>
              <a:rect l="0" t="0" r="0" b="0"/>
              <a:pathLst>
                <a:path w="174208" h="37020">
                  <a:moveTo>
                    <a:pt x="0" y="37020"/>
                  </a:moveTo>
                  <a:lnTo>
                    <a:pt x="174208" y="0"/>
                  </a:lnTo>
                </a:path>
              </a:pathLst>
            </a:custGeom>
            <a:ln w="543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l206"/>
            <p:cNvSpPr/>
            <p:nvPr/>
          </p:nvSpPr>
          <p:spPr>
            <a:xfrm>
              <a:off x="3619918" y="2475844"/>
              <a:ext cx="63234" cy="20179"/>
            </a:xfrm>
            <a:custGeom>
              <a:avLst/>
              <a:gdLst/>
              <a:ahLst/>
              <a:cxnLst/>
              <a:rect l="0" t="0" r="0" b="0"/>
              <a:pathLst>
                <a:path w="63234" h="20179">
                  <a:moveTo>
                    <a:pt x="0" y="20179"/>
                  </a:moveTo>
                  <a:lnTo>
                    <a:pt x="63234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l207"/>
            <p:cNvSpPr/>
            <p:nvPr/>
          </p:nvSpPr>
          <p:spPr>
            <a:xfrm>
              <a:off x="3528626" y="2734199"/>
              <a:ext cx="220" cy="78665"/>
            </a:xfrm>
            <a:custGeom>
              <a:avLst/>
              <a:gdLst/>
              <a:ahLst/>
              <a:cxnLst/>
              <a:rect l="0" t="0" r="0" b="0"/>
              <a:pathLst>
                <a:path w="220" h="78665">
                  <a:moveTo>
                    <a:pt x="0" y="0"/>
                  </a:moveTo>
                  <a:lnTo>
                    <a:pt x="220" y="78665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l208"/>
            <p:cNvSpPr/>
            <p:nvPr/>
          </p:nvSpPr>
          <p:spPr>
            <a:xfrm>
              <a:off x="3526745" y="2734199"/>
              <a:ext cx="1880" cy="25620"/>
            </a:xfrm>
            <a:custGeom>
              <a:avLst/>
              <a:gdLst/>
              <a:ahLst/>
              <a:cxnLst/>
              <a:rect l="0" t="0" r="0" b="0"/>
              <a:pathLst>
                <a:path w="1880" h="25620">
                  <a:moveTo>
                    <a:pt x="1880" y="0"/>
                  </a:moveTo>
                  <a:lnTo>
                    <a:pt x="0" y="2562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l209"/>
            <p:cNvSpPr/>
            <p:nvPr/>
          </p:nvSpPr>
          <p:spPr>
            <a:xfrm>
              <a:off x="3628464" y="2446471"/>
              <a:ext cx="14484" cy="6924"/>
            </a:xfrm>
            <a:custGeom>
              <a:avLst/>
              <a:gdLst/>
              <a:ahLst/>
              <a:cxnLst/>
              <a:rect l="0" t="0" r="0" b="0"/>
              <a:pathLst>
                <a:path w="14484" h="6924">
                  <a:moveTo>
                    <a:pt x="14484" y="0"/>
                  </a:moveTo>
                  <a:lnTo>
                    <a:pt x="0" y="6924"/>
                  </a:lnTo>
                </a:path>
              </a:pathLst>
            </a:custGeom>
            <a:ln w="6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l210"/>
            <p:cNvSpPr/>
            <p:nvPr/>
          </p:nvSpPr>
          <p:spPr>
            <a:xfrm>
              <a:off x="3539578" y="2528952"/>
              <a:ext cx="27236" cy="27769"/>
            </a:xfrm>
            <a:custGeom>
              <a:avLst/>
              <a:gdLst/>
              <a:ahLst/>
              <a:cxnLst/>
              <a:rect l="0" t="0" r="0" b="0"/>
              <a:pathLst>
                <a:path w="27236" h="27769">
                  <a:moveTo>
                    <a:pt x="27236" y="0"/>
                  </a:moveTo>
                  <a:lnTo>
                    <a:pt x="0" y="27769"/>
                  </a:lnTo>
                </a:path>
              </a:pathLst>
            </a:custGeom>
            <a:ln w="566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l211"/>
            <p:cNvSpPr/>
            <p:nvPr/>
          </p:nvSpPr>
          <p:spPr>
            <a:xfrm>
              <a:off x="3566814" y="2453396"/>
              <a:ext cx="61649" cy="75556"/>
            </a:xfrm>
            <a:custGeom>
              <a:avLst/>
              <a:gdLst/>
              <a:ahLst/>
              <a:cxnLst/>
              <a:rect l="0" t="0" r="0" b="0"/>
              <a:pathLst>
                <a:path w="61649" h="75556">
                  <a:moveTo>
                    <a:pt x="0" y="75556"/>
                  </a:moveTo>
                  <a:lnTo>
                    <a:pt x="61649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l212"/>
            <p:cNvSpPr/>
            <p:nvPr/>
          </p:nvSpPr>
          <p:spPr>
            <a:xfrm>
              <a:off x="4076062" y="918808"/>
              <a:ext cx="15190" cy="144"/>
            </a:xfrm>
            <a:custGeom>
              <a:avLst/>
              <a:gdLst/>
              <a:ahLst/>
              <a:cxnLst/>
              <a:rect l="0" t="0" r="0" b="0"/>
              <a:pathLst>
                <a:path w="15190" h="144">
                  <a:moveTo>
                    <a:pt x="15190" y="0"/>
                  </a:moveTo>
                  <a:lnTo>
                    <a:pt x="0" y="144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l213"/>
            <p:cNvSpPr/>
            <p:nvPr/>
          </p:nvSpPr>
          <p:spPr>
            <a:xfrm>
              <a:off x="3428648" y="2177671"/>
              <a:ext cx="379528" cy="32203"/>
            </a:xfrm>
            <a:custGeom>
              <a:avLst/>
              <a:gdLst/>
              <a:ahLst/>
              <a:cxnLst/>
              <a:rect l="0" t="0" r="0" b="0"/>
              <a:pathLst>
                <a:path w="379528" h="32203">
                  <a:moveTo>
                    <a:pt x="0" y="32203"/>
                  </a:moveTo>
                  <a:lnTo>
                    <a:pt x="379528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l214"/>
            <p:cNvSpPr/>
            <p:nvPr/>
          </p:nvSpPr>
          <p:spPr>
            <a:xfrm>
              <a:off x="3382687" y="2125442"/>
              <a:ext cx="45960" cy="84432"/>
            </a:xfrm>
            <a:custGeom>
              <a:avLst/>
              <a:gdLst/>
              <a:ahLst/>
              <a:cxnLst/>
              <a:rect l="0" t="0" r="0" b="0"/>
              <a:pathLst>
                <a:path w="45960" h="84432">
                  <a:moveTo>
                    <a:pt x="45960" y="84432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l215"/>
            <p:cNvSpPr/>
            <p:nvPr/>
          </p:nvSpPr>
          <p:spPr>
            <a:xfrm>
              <a:off x="3514289" y="2513677"/>
              <a:ext cx="25288" cy="43043"/>
            </a:xfrm>
            <a:custGeom>
              <a:avLst/>
              <a:gdLst/>
              <a:ahLst/>
              <a:cxnLst/>
              <a:rect l="0" t="0" r="0" b="0"/>
              <a:pathLst>
                <a:path w="25288" h="43043">
                  <a:moveTo>
                    <a:pt x="0" y="0"/>
                  </a:moveTo>
                  <a:lnTo>
                    <a:pt x="25288" y="43043"/>
                  </a:lnTo>
                </a:path>
              </a:pathLst>
            </a:custGeom>
            <a:ln w="563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l216"/>
            <p:cNvSpPr/>
            <p:nvPr/>
          </p:nvSpPr>
          <p:spPr>
            <a:xfrm>
              <a:off x="2066377" y="2553823"/>
              <a:ext cx="51" cy="20592"/>
            </a:xfrm>
            <a:custGeom>
              <a:avLst/>
              <a:gdLst/>
              <a:ahLst/>
              <a:cxnLst/>
              <a:rect l="0" t="0" r="0" b="0"/>
              <a:pathLst>
                <a:path w="51" h="20592">
                  <a:moveTo>
                    <a:pt x="51" y="20592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l217"/>
            <p:cNvSpPr/>
            <p:nvPr/>
          </p:nvSpPr>
          <p:spPr>
            <a:xfrm>
              <a:off x="2066429" y="2574415"/>
              <a:ext cx="10782" cy="9660"/>
            </a:xfrm>
            <a:custGeom>
              <a:avLst/>
              <a:gdLst/>
              <a:ahLst/>
              <a:cxnLst/>
              <a:rect l="0" t="0" r="0" b="0"/>
              <a:pathLst>
                <a:path w="10782" h="9660">
                  <a:moveTo>
                    <a:pt x="0" y="0"/>
                  </a:moveTo>
                  <a:lnTo>
                    <a:pt x="10782" y="9660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l218"/>
            <p:cNvSpPr/>
            <p:nvPr/>
          </p:nvSpPr>
          <p:spPr>
            <a:xfrm>
              <a:off x="3539578" y="2556721"/>
              <a:ext cx="13689" cy="15720"/>
            </a:xfrm>
            <a:custGeom>
              <a:avLst/>
              <a:gdLst/>
              <a:ahLst/>
              <a:cxnLst/>
              <a:rect l="0" t="0" r="0" b="0"/>
              <a:pathLst>
                <a:path w="13689" h="15720">
                  <a:moveTo>
                    <a:pt x="13689" y="15720"/>
                  </a:moveTo>
                  <a:lnTo>
                    <a:pt x="0" y="0"/>
                  </a:lnTo>
                </a:path>
              </a:pathLst>
            </a:custGeom>
            <a:ln w="58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l219"/>
            <p:cNvSpPr/>
            <p:nvPr/>
          </p:nvSpPr>
          <p:spPr>
            <a:xfrm>
              <a:off x="3553267" y="2572441"/>
              <a:ext cx="18179" cy="5353"/>
            </a:xfrm>
            <a:custGeom>
              <a:avLst/>
              <a:gdLst/>
              <a:ahLst/>
              <a:cxnLst/>
              <a:rect l="0" t="0" r="0" b="0"/>
              <a:pathLst>
                <a:path w="18179" h="5353">
                  <a:moveTo>
                    <a:pt x="0" y="0"/>
                  </a:moveTo>
                  <a:lnTo>
                    <a:pt x="18179" y="5353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l220"/>
            <p:cNvSpPr/>
            <p:nvPr/>
          </p:nvSpPr>
          <p:spPr>
            <a:xfrm>
              <a:off x="3679145" y="1947768"/>
              <a:ext cx="23481" cy="118813"/>
            </a:xfrm>
            <a:custGeom>
              <a:avLst/>
              <a:gdLst/>
              <a:ahLst/>
              <a:cxnLst/>
              <a:rect l="0" t="0" r="0" b="0"/>
              <a:pathLst>
                <a:path w="23481" h="118813">
                  <a:moveTo>
                    <a:pt x="23481" y="0"/>
                  </a:moveTo>
                  <a:lnTo>
                    <a:pt x="0" y="118813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l221"/>
            <p:cNvSpPr/>
            <p:nvPr/>
          </p:nvSpPr>
          <p:spPr>
            <a:xfrm>
              <a:off x="3439168" y="2502326"/>
              <a:ext cx="51657" cy="3607"/>
            </a:xfrm>
            <a:custGeom>
              <a:avLst/>
              <a:gdLst/>
              <a:ahLst/>
              <a:cxnLst/>
              <a:rect l="0" t="0" r="0" b="0"/>
              <a:pathLst>
                <a:path w="51657" h="3607">
                  <a:moveTo>
                    <a:pt x="0" y="0"/>
                  </a:moveTo>
                  <a:lnTo>
                    <a:pt x="51657" y="3607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l222"/>
            <p:cNvSpPr/>
            <p:nvPr/>
          </p:nvSpPr>
          <p:spPr>
            <a:xfrm>
              <a:off x="3630368" y="1960913"/>
              <a:ext cx="48777" cy="105669"/>
            </a:xfrm>
            <a:custGeom>
              <a:avLst/>
              <a:gdLst/>
              <a:ahLst/>
              <a:cxnLst/>
              <a:rect l="0" t="0" r="0" b="0"/>
              <a:pathLst>
                <a:path w="48777" h="105669">
                  <a:moveTo>
                    <a:pt x="0" y="0"/>
                  </a:moveTo>
                  <a:lnTo>
                    <a:pt x="48777" y="105669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l223"/>
            <p:cNvSpPr/>
            <p:nvPr/>
          </p:nvSpPr>
          <p:spPr>
            <a:xfrm>
              <a:off x="3977027" y="2411002"/>
              <a:ext cx="37180" cy="155601"/>
            </a:xfrm>
            <a:custGeom>
              <a:avLst/>
              <a:gdLst/>
              <a:ahLst/>
              <a:cxnLst/>
              <a:rect l="0" t="0" r="0" b="0"/>
              <a:pathLst>
                <a:path w="37180" h="155601">
                  <a:moveTo>
                    <a:pt x="0" y="155601"/>
                  </a:moveTo>
                  <a:lnTo>
                    <a:pt x="37180" y="0"/>
                  </a:lnTo>
                </a:path>
              </a:pathLst>
            </a:custGeom>
            <a:ln w="54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l224"/>
            <p:cNvSpPr/>
            <p:nvPr/>
          </p:nvSpPr>
          <p:spPr>
            <a:xfrm>
              <a:off x="3910509" y="2566604"/>
              <a:ext cx="66518" cy="147176"/>
            </a:xfrm>
            <a:custGeom>
              <a:avLst/>
              <a:gdLst/>
              <a:ahLst/>
              <a:cxnLst/>
              <a:rect l="0" t="0" r="0" b="0"/>
              <a:pathLst>
                <a:path w="66518" h="147176">
                  <a:moveTo>
                    <a:pt x="66518" y="0"/>
                  </a:moveTo>
                  <a:lnTo>
                    <a:pt x="0" y="147176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l225"/>
            <p:cNvSpPr/>
            <p:nvPr/>
          </p:nvSpPr>
          <p:spPr>
            <a:xfrm>
              <a:off x="3643050" y="2827769"/>
              <a:ext cx="171490" cy="83654"/>
            </a:xfrm>
            <a:custGeom>
              <a:avLst/>
              <a:gdLst/>
              <a:ahLst/>
              <a:cxnLst/>
              <a:rect l="0" t="0" r="0" b="0"/>
              <a:pathLst>
                <a:path w="171490" h="83654">
                  <a:moveTo>
                    <a:pt x="171490" y="0"/>
                  </a:moveTo>
                  <a:lnTo>
                    <a:pt x="0" y="83654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l226"/>
            <p:cNvSpPr/>
            <p:nvPr/>
          </p:nvSpPr>
          <p:spPr>
            <a:xfrm>
              <a:off x="3814540" y="2713780"/>
              <a:ext cx="95968" cy="113989"/>
            </a:xfrm>
            <a:custGeom>
              <a:avLst/>
              <a:gdLst/>
              <a:ahLst/>
              <a:cxnLst/>
              <a:rect l="0" t="0" r="0" b="0"/>
              <a:pathLst>
                <a:path w="95968" h="113989">
                  <a:moveTo>
                    <a:pt x="0" y="113989"/>
                  </a:moveTo>
                  <a:lnTo>
                    <a:pt x="95968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l227"/>
            <p:cNvSpPr/>
            <p:nvPr/>
          </p:nvSpPr>
          <p:spPr>
            <a:xfrm>
              <a:off x="3532446" y="2556721"/>
              <a:ext cx="7132" cy="17422"/>
            </a:xfrm>
            <a:custGeom>
              <a:avLst/>
              <a:gdLst/>
              <a:ahLst/>
              <a:cxnLst/>
              <a:rect l="0" t="0" r="0" b="0"/>
              <a:pathLst>
                <a:path w="7132" h="17422">
                  <a:moveTo>
                    <a:pt x="0" y="17422"/>
                  </a:moveTo>
                  <a:lnTo>
                    <a:pt x="7132" y="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l228"/>
            <p:cNvSpPr/>
            <p:nvPr/>
          </p:nvSpPr>
          <p:spPr>
            <a:xfrm>
              <a:off x="2305635" y="1829020"/>
              <a:ext cx="17644" cy="16044"/>
            </a:xfrm>
            <a:custGeom>
              <a:avLst/>
              <a:gdLst/>
              <a:ahLst/>
              <a:cxnLst/>
              <a:rect l="0" t="0" r="0" b="0"/>
              <a:pathLst>
                <a:path w="17644" h="16044">
                  <a:moveTo>
                    <a:pt x="17644" y="16044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l229"/>
            <p:cNvSpPr/>
            <p:nvPr/>
          </p:nvSpPr>
          <p:spPr>
            <a:xfrm>
              <a:off x="3355422" y="2238385"/>
              <a:ext cx="3155" cy="15523"/>
            </a:xfrm>
            <a:custGeom>
              <a:avLst/>
              <a:gdLst/>
              <a:ahLst/>
              <a:cxnLst/>
              <a:rect l="0" t="0" r="0" b="0"/>
              <a:pathLst>
                <a:path w="3155" h="15523">
                  <a:moveTo>
                    <a:pt x="3155" y="0"/>
                  </a:moveTo>
                  <a:lnTo>
                    <a:pt x="0" y="15523"/>
                  </a:lnTo>
                </a:path>
              </a:pathLst>
            </a:custGeom>
            <a:ln w="1517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l230"/>
            <p:cNvSpPr/>
            <p:nvPr/>
          </p:nvSpPr>
          <p:spPr>
            <a:xfrm>
              <a:off x="3358577" y="2238385"/>
              <a:ext cx="6111" cy="2877"/>
            </a:xfrm>
            <a:custGeom>
              <a:avLst/>
              <a:gdLst/>
              <a:ahLst/>
              <a:cxnLst/>
              <a:rect l="0" t="0" r="0" b="0"/>
              <a:pathLst>
                <a:path w="6111" h="2877">
                  <a:moveTo>
                    <a:pt x="0" y="0"/>
                  </a:moveTo>
                  <a:lnTo>
                    <a:pt x="6111" y="2877"/>
                  </a:lnTo>
                </a:path>
              </a:pathLst>
            </a:custGeom>
            <a:ln w="542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l231"/>
            <p:cNvSpPr/>
            <p:nvPr/>
          </p:nvSpPr>
          <p:spPr>
            <a:xfrm>
              <a:off x="3358577" y="2154743"/>
              <a:ext cx="94979" cy="83642"/>
            </a:xfrm>
            <a:custGeom>
              <a:avLst/>
              <a:gdLst/>
              <a:ahLst/>
              <a:cxnLst/>
              <a:rect l="0" t="0" r="0" b="0"/>
              <a:pathLst>
                <a:path w="94979" h="83642">
                  <a:moveTo>
                    <a:pt x="0" y="83642"/>
                  </a:moveTo>
                  <a:lnTo>
                    <a:pt x="94979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l232"/>
            <p:cNvSpPr/>
            <p:nvPr/>
          </p:nvSpPr>
          <p:spPr>
            <a:xfrm>
              <a:off x="3358577" y="2233746"/>
              <a:ext cx="569" cy="4639"/>
            </a:xfrm>
            <a:custGeom>
              <a:avLst/>
              <a:gdLst/>
              <a:ahLst/>
              <a:cxnLst/>
              <a:rect l="0" t="0" r="0" b="0"/>
              <a:pathLst>
                <a:path w="569" h="4639">
                  <a:moveTo>
                    <a:pt x="0" y="4639"/>
                  </a:moveTo>
                  <a:lnTo>
                    <a:pt x="569" y="0"/>
                  </a:lnTo>
                </a:path>
              </a:pathLst>
            </a:custGeom>
            <a:ln w="1517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l233"/>
            <p:cNvSpPr/>
            <p:nvPr/>
          </p:nvSpPr>
          <p:spPr>
            <a:xfrm>
              <a:off x="3358577" y="2209014"/>
              <a:ext cx="131430" cy="29371"/>
            </a:xfrm>
            <a:custGeom>
              <a:avLst/>
              <a:gdLst/>
              <a:ahLst/>
              <a:cxnLst/>
              <a:rect l="0" t="0" r="0" b="0"/>
              <a:pathLst>
                <a:path w="131430" h="29371">
                  <a:moveTo>
                    <a:pt x="0" y="29371"/>
                  </a:moveTo>
                  <a:lnTo>
                    <a:pt x="131430" y="0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l234"/>
            <p:cNvSpPr/>
            <p:nvPr/>
          </p:nvSpPr>
          <p:spPr>
            <a:xfrm>
              <a:off x="3358577" y="2231452"/>
              <a:ext cx="115" cy="6933"/>
            </a:xfrm>
            <a:custGeom>
              <a:avLst/>
              <a:gdLst/>
              <a:ahLst/>
              <a:cxnLst/>
              <a:rect l="0" t="0" r="0" b="0"/>
              <a:pathLst>
                <a:path w="115" h="6933">
                  <a:moveTo>
                    <a:pt x="0" y="6933"/>
                  </a:moveTo>
                  <a:lnTo>
                    <a:pt x="115" y="0"/>
                  </a:lnTo>
                </a:path>
              </a:pathLst>
            </a:custGeom>
            <a:ln w="2590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l235"/>
            <p:cNvSpPr/>
            <p:nvPr/>
          </p:nvSpPr>
          <p:spPr>
            <a:xfrm>
              <a:off x="3451275" y="2521182"/>
              <a:ext cx="27732" cy="6238"/>
            </a:xfrm>
            <a:custGeom>
              <a:avLst/>
              <a:gdLst/>
              <a:ahLst/>
              <a:cxnLst/>
              <a:rect l="0" t="0" r="0" b="0"/>
              <a:pathLst>
                <a:path w="27732" h="6238">
                  <a:moveTo>
                    <a:pt x="27732" y="0"/>
                  </a:moveTo>
                  <a:lnTo>
                    <a:pt x="0" y="6238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l236"/>
            <p:cNvSpPr/>
            <p:nvPr/>
          </p:nvSpPr>
          <p:spPr>
            <a:xfrm>
              <a:off x="3479008" y="2505934"/>
              <a:ext cx="11817" cy="15247"/>
            </a:xfrm>
            <a:custGeom>
              <a:avLst/>
              <a:gdLst/>
              <a:ahLst/>
              <a:cxnLst/>
              <a:rect l="0" t="0" r="0" b="0"/>
              <a:pathLst>
                <a:path w="11817" h="15247">
                  <a:moveTo>
                    <a:pt x="0" y="15247"/>
                  </a:moveTo>
                  <a:lnTo>
                    <a:pt x="11817" y="0"/>
                  </a:lnTo>
                </a:path>
              </a:pathLst>
            </a:custGeom>
            <a:ln w="598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l237"/>
            <p:cNvSpPr/>
            <p:nvPr/>
          </p:nvSpPr>
          <p:spPr>
            <a:xfrm>
              <a:off x="3438963" y="2521182"/>
              <a:ext cx="40044" cy="5270"/>
            </a:xfrm>
            <a:custGeom>
              <a:avLst/>
              <a:gdLst/>
              <a:ahLst/>
              <a:cxnLst/>
              <a:rect l="0" t="0" r="0" b="0"/>
              <a:pathLst>
                <a:path w="40044" h="5270">
                  <a:moveTo>
                    <a:pt x="40044" y="0"/>
                  </a:moveTo>
                  <a:lnTo>
                    <a:pt x="0" y="5270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l238"/>
            <p:cNvSpPr/>
            <p:nvPr/>
          </p:nvSpPr>
          <p:spPr>
            <a:xfrm>
              <a:off x="3475024" y="2521182"/>
              <a:ext cx="3983" cy="11133"/>
            </a:xfrm>
            <a:custGeom>
              <a:avLst/>
              <a:gdLst/>
              <a:ahLst/>
              <a:cxnLst/>
              <a:rect l="0" t="0" r="0" b="0"/>
              <a:pathLst>
                <a:path w="3983" h="11133">
                  <a:moveTo>
                    <a:pt x="3983" y="0"/>
                  </a:moveTo>
                  <a:lnTo>
                    <a:pt x="0" y="11133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l239"/>
            <p:cNvSpPr/>
            <p:nvPr/>
          </p:nvSpPr>
          <p:spPr>
            <a:xfrm>
              <a:off x="3516002" y="2515845"/>
              <a:ext cx="23575" cy="40876"/>
            </a:xfrm>
            <a:custGeom>
              <a:avLst/>
              <a:gdLst/>
              <a:ahLst/>
              <a:cxnLst/>
              <a:rect l="0" t="0" r="0" b="0"/>
              <a:pathLst>
                <a:path w="23575" h="40876">
                  <a:moveTo>
                    <a:pt x="0" y="0"/>
                  </a:moveTo>
                  <a:lnTo>
                    <a:pt x="23575" y="40876"/>
                  </a:lnTo>
                </a:path>
              </a:pathLst>
            </a:custGeom>
            <a:ln w="57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l240"/>
            <p:cNvSpPr/>
            <p:nvPr/>
          </p:nvSpPr>
          <p:spPr>
            <a:xfrm>
              <a:off x="3624997" y="2870920"/>
              <a:ext cx="52207" cy="32656"/>
            </a:xfrm>
            <a:custGeom>
              <a:avLst/>
              <a:gdLst/>
              <a:ahLst/>
              <a:cxnLst/>
              <a:rect l="0" t="0" r="0" b="0"/>
              <a:pathLst>
                <a:path w="52207" h="32656">
                  <a:moveTo>
                    <a:pt x="0" y="0"/>
                  </a:moveTo>
                  <a:lnTo>
                    <a:pt x="52207" y="32656"/>
                  </a:lnTo>
                </a:path>
              </a:pathLst>
            </a:custGeom>
            <a:ln w="549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l241"/>
            <p:cNvSpPr/>
            <p:nvPr/>
          </p:nvSpPr>
          <p:spPr>
            <a:xfrm>
              <a:off x="3808177" y="2177671"/>
              <a:ext cx="155409" cy="19385"/>
            </a:xfrm>
            <a:custGeom>
              <a:avLst/>
              <a:gdLst/>
              <a:ahLst/>
              <a:cxnLst/>
              <a:rect l="0" t="0" r="0" b="0"/>
              <a:pathLst>
                <a:path w="155409" h="19385">
                  <a:moveTo>
                    <a:pt x="155409" y="19385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l242"/>
            <p:cNvSpPr/>
            <p:nvPr/>
          </p:nvSpPr>
          <p:spPr>
            <a:xfrm>
              <a:off x="2102250" y="2093468"/>
              <a:ext cx="21889" cy="3780"/>
            </a:xfrm>
            <a:custGeom>
              <a:avLst/>
              <a:gdLst/>
              <a:ahLst/>
              <a:cxnLst/>
              <a:rect l="0" t="0" r="0" b="0"/>
              <a:pathLst>
                <a:path w="21889" h="3780">
                  <a:moveTo>
                    <a:pt x="21889" y="3780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l243"/>
            <p:cNvSpPr/>
            <p:nvPr/>
          </p:nvSpPr>
          <p:spPr>
            <a:xfrm>
              <a:off x="3743172" y="1787067"/>
              <a:ext cx="50278" cy="96353"/>
            </a:xfrm>
            <a:custGeom>
              <a:avLst/>
              <a:gdLst/>
              <a:ahLst/>
              <a:cxnLst/>
              <a:rect l="0" t="0" r="0" b="0"/>
              <a:pathLst>
                <a:path w="50278" h="96353">
                  <a:moveTo>
                    <a:pt x="0" y="96353"/>
                  </a:moveTo>
                  <a:lnTo>
                    <a:pt x="50278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l244"/>
            <p:cNvSpPr/>
            <p:nvPr/>
          </p:nvSpPr>
          <p:spPr>
            <a:xfrm>
              <a:off x="3679145" y="1883420"/>
              <a:ext cx="64026" cy="183161"/>
            </a:xfrm>
            <a:custGeom>
              <a:avLst/>
              <a:gdLst/>
              <a:ahLst/>
              <a:cxnLst/>
              <a:rect l="0" t="0" r="0" b="0"/>
              <a:pathLst>
                <a:path w="64026" h="183161">
                  <a:moveTo>
                    <a:pt x="64026" y="0"/>
                  </a:moveTo>
                  <a:lnTo>
                    <a:pt x="0" y="183161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l245"/>
            <p:cNvSpPr/>
            <p:nvPr/>
          </p:nvSpPr>
          <p:spPr>
            <a:xfrm>
              <a:off x="3743172" y="1789730"/>
              <a:ext cx="11576" cy="93690"/>
            </a:xfrm>
            <a:custGeom>
              <a:avLst/>
              <a:gdLst/>
              <a:ahLst/>
              <a:cxnLst/>
              <a:rect l="0" t="0" r="0" b="0"/>
              <a:pathLst>
                <a:path w="11576" h="93690">
                  <a:moveTo>
                    <a:pt x="0" y="93690"/>
                  </a:moveTo>
                  <a:lnTo>
                    <a:pt x="11576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l246"/>
            <p:cNvSpPr/>
            <p:nvPr/>
          </p:nvSpPr>
          <p:spPr>
            <a:xfrm>
              <a:off x="3743172" y="1783466"/>
              <a:ext cx="27400" cy="99954"/>
            </a:xfrm>
            <a:custGeom>
              <a:avLst/>
              <a:gdLst/>
              <a:ahLst/>
              <a:cxnLst/>
              <a:rect l="0" t="0" r="0" b="0"/>
              <a:pathLst>
                <a:path w="27400" h="99954">
                  <a:moveTo>
                    <a:pt x="0" y="99954"/>
                  </a:moveTo>
                  <a:lnTo>
                    <a:pt x="2740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l247"/>
            <p:cNvSpPr/>
            <p:nvPr/>
          </p:nvSpPr>
          <p:spPr>
            <a:xfrm>
              <a:off x="3530197" y="2468544"/>
              <a:ext cx="15562" cy="8081"/>
            </a:xfrm>
            <a:custGeom>
              <a:avLst/>
              <a:gdLst/>
              <a:ahLst/>
              <a:cxnLst/>
              <a:rect l="0" t="0" r="0" b="0"/>
              <a:pathLst>
                <a:path w="15562" h="8081">
                  <a:moveTo>
                    <a:pt x="15562" y="0"/>
                  </a:moveTo>
                  <a:lnTo>
                    <a:pt x="0" y="8081"/>
                  </a:lnTo>
                </a:path>
              </a:pathLst>
            </a:custGeom>
            <a:ln w="565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l248"/>
            <p:cNvSpPr/>
            <p:nvPr/>
          </p:nvSpPr>
          <p:spPr>
            <a:xfrm>
              <a:off x="3540106" y="2604042"/>
              <a:ext cx="911" cy="29388"/>
            </a:xfrm>
            <a:custGeom>
              <a:avLst/>
              <a:gdLst/>
              <a:ahLst/>
              <a:cxnLst/>
              <a:rect l="0" t="0" r="0" b="0"/>
              <a:pathLst>
                <a:path w="911" h="29388">
                  <a:moveTo>
                    <a:pt x="0" y="0"/>
                  </a:moveTo>
                  <a:lnTo>
                    <a:pt x="911" y="29388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l249"/>
            <p:cNvSpPr/>
            <p:nvPr/>
          </p:nvSpPr>
          <p:spPr>
            <a:xfrm>
              <a:off x="3539578" y="2556721"/>
              <a:ext cx="528" cy="47321"/>
            </a:xfrm>
            <a:custGeom>
              <a:avLst/>
              <a:gdLst/>
              <a:ahLst/>
              <a:cxnLst/>
              <a:rect l="0" t="0" r="0" b="0"/>
              <a:pathLst>
                <a:path w="528" h="47321">
                  <a:moveTo>
                    <a:pt x="528" y="47321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l250"/>
            <p:cNvSpPr/>
            <p:nvPr/>
          </p:nvSpPr>
          <p:spPr>
            <a:xfrm>
              <a:off x="3536807" y="2604042"/>
              <a:ext cx="3298" cy="36273"/>
            </a:xfrm>
            <a:custGeom>
              <a:avLst/>
              <a:gdLst/>
              <a:ahLst/>
              <a:cxnLst/>
              <a:rect l="0" t="0" r="0" b="0"/>
              <a:pathLst>
                <a:path w="3298" h="36273">
                  <a:moveTo>
                    <a:pt x="3298" y="0"/>
                  </a:moveTo>
                  <a:lnTo>
                    <a:pt x="0" y="36273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l251"/>
            <p:cNvSpPr/>
            <p:nvPr/>
          </p:nvSpPr>
          <p:spPr>
            <a:xfrm>
              <a:off x="4709677" y="1317530"/>
              <a:ext cx="17428" cy="26736"/>
            </a:xfrm>
            <a:custGeom>
              <a:avLst/>
              <a:gdLst/>
              <a:ahLst/>
              <a:cxnLst/>
              <a:rect l="0" t="0" r="0" b="0"/>
              <a:pathLst>
                <a:path w="17428" h="26736">
                  <a:moveTo>
                    <a:pt x="0" y="0"/>
                  </a:moveTo>
                  <a:lnTo>
                    <a:pt x="17428" y="26736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l252"/>
            <p:cNvSpPr/>
            <p:nvPr/>
          </p:nvSpPr>
          <p:spPr>
            <a:xfrm>
              <a:off x="3809478" y="2577766"/>
              <a:ext cx="19792" cy="4897"/>
            </a:xfrm>
            <a:custGeom>
              <a:avLst/>
              <a:gdLst/>
              <a:ahLst/>
              <a:cxnLst/>
              <a:rect l="0" t="0" r="0" b="0"/>
              <a:pathLst>
                <a:path w="19792" h="4897">
                  <a:moveTo>
                    <a:pt x="19792" y="0"/>
                  </a:moveTo>
                  <a:lnTo>
                    <a:pt x="0" y="4897"/>
                  </a:lnTo>
                </a:path>
              </a:pathLst>
            </a:custGeom>
            <a:ln w="56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l253"/>
            <p:cNvSpPr/>
            <p:nvPr/>
          </p:nvSpPr>
          <p:spPr>
            <a:xfrm>
              <a:off x="4879125" y="1513807"/>
              <a:ext cx="8653" cy="5897"/>
            </a:xfrm>
            <a:custGeom>
              <a:avLst/>
              <a:gdLst/>
              <a:ahLst/>
              <a:cxnLst/>
              <a:rect l="0" t="0" r="0" b="0"/>
              <a:pathLst>
                <a:path w="8653" h="5897">
                  <a:moveTo>
                    <a:pt x="8653" y="5897"/>
                  </a:moveTo>
                  <a:lnTo>
                    <a:pt x="0" y="0"/>
                  </a:lnTo>
                </a:path>
              </a:pathLst>
            </a:custGeom>
            <a:ln w="567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l254"/>
            <p:cNvSpPr/>
            <p:nvPr/>
          </p:nvSpPr>
          <p:spPr>
            <a:xfrm>
              <a:off x="3677841" y="2601270"/>
              <a:ext cx="2466" cy="5038"/>
            </a:xfrm>
            <a:custGeom>
              <a:avLst/>
              <a:gdLst/>
              <a:ahLst/>
              <a:cxnLst/>
              <a:rect l="0" t="0" r="0" b="0"/>
              <a:pathLst>
                <a:path w="2466" h="5038">
                  <a:moveTo>
                    <a:pt x="0" y="5038"/>
                  </a:moveTo>
                  <a:lnTo>
                    <a:pt x="2466" y="0"/>
                  </a:lnTo>
                </a:path>
              </a:pathLst>
            </a:custGeom>
            <a:ln w="566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l255"/>
            <p:cNvSpPr/>
            <p:nvPr/>
          </p:nvSpPr>
          <p:spPr>
            <a:xfrm>
              <a:off x="3655665" y="2593612"/>
              <a:ext cx="22175" cy="12697"/>
            </a:xfrm>
            <a:custGeom>
              <a:avLst/>
              <a:gdLst/>
              <a:ahLst/>
              <a:cxnLst/>
              <a:rect l="0" t="0" r="0" b="0"/>
              <a:pathLst>
                <a:path w="22175" h="12697">
                  <a:moveTo>
                    <a:pt x="22175" y="12697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l256"/>
            <p:cNvSpPr/>
            <p:nvPr/>
          </p:nvSpPr>
          <p:spPr>
            <a:xfrm>
              <a:off x="3653170" y="2597374"/>
              <a:ext cx="24670" cy="8935"/>
            </a:xfrm>
            <a:custGeom>
              <a:avLst/>
              <a:gdLst/>
              <a:ahLst/>
              <a:cxnLst/>
              <a:rect l="0" t="0" r="0" b="0"/>
              <a:pathLst>
                <a:path w="24670" h="8935">
                  <a:moveTo>
                    <a:pt x="24670" y="8935"/>
                  </a:moveTo>
                  <a:lnTo>
                    <a:pt x="0" y="0"/>
                  </a:lnTo>
                </a:path>
              </a:pathLst>
            </a:custGeom>
            <a:ln w="548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l257"/>
            <p:cNvSpPr/>
            <p:nvPr/>
          </p:nvSpPr>
          <p:spPr>
            <a:xfrm>
              <a:off x="4206660" y="1013806"/>
              <a:ext cx="3703" cy="918"/>
            </a:xfrm>
            <a:custGeom>
              <a:avLst/>
              <a:gdLst/>
              <a:ahLst/>
              <a:cxnLst/>
              <a:rect l="0" t="0" r="0" b="0"/>
              <a:pathLst>
                <a:path w="3703" h="918">
                  <a:moveTo>
                    <a:pt x="0" y="0"/>
                  </a:moveTo>
                  <a:lnTo>
                    <a:pt x="3703" y="918"/>
                  </a:lnTo>
                </a:path>
              </a:pathLst>
            </a:custGeom>
            <a:ln w="56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l258"/>
            <p:cNvSpPr/>
            <p:nvPr/>
          </p:nvSpPr>
          <p:spPr>
            <a:xfrm>
              <a:off x="3344198" y="2290698"/>
              <a:ext cx="150211" cy="1621"/>
            </a:xfrm>
            <a:custGeom>
              <a:avLst/>
              <a:gdLst/>
              <a:ahLst/>
              <a:cxnLst/>
              <a:rect l="0" t="0" r="0" b="0"/>
              <a:pathLst>
                <a:path w="150211" h="1621">
                  <a:moveTo>
                    <a:pt x="0" y="0"/>
                  </a:moveTo>
                  <a:lnTo>
                    <a:pt x="150211" y="1621"/>
                  </a:lnTo>
                </a:path>
              </a:pathLst>
            </a:custGeom>
            <a:ln w="54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l259"/>
            <p:cNvSpPr/>
            <p:nvPr/>
          </p:nvSpPr>
          <p:spPr>
            <a:xfrm>
              <a:off x="3344198" y="2214692"/>
              <a:ext cx="289769" cy="76006"/>
            </a:xfrm>
            <a:custGeom>
              <a:avLst/>
              <a:gdLst/>
              <a:ahLst/>
              <a:cxnLst/>
              <a:rect l="0" t="0" r="0" b="0"/>
              <a:pathLst>
                <a:path w="289769" h="76006">
                  <a:moveTo>
                    <a:pt x="0" y="76006"/>
                  </a:moveTo>
                  <a:lnTo>
                    <a:pt x="289769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l260"/>
            <p:cNvSpPr/>
            <p:nvPr/>
          </p:nvSpPr>
          <p:spPr>
            <a:xfrm>
              <a:off x="3344198" y="2209874"/>
              <a:ext cx="84449" cy="80823"/>
            </a:xfrm>
            <a:custGeom>
              <a:avLst/>
              <a:gdLst/>
              <a:ahLst/>
              <a:cxnLst/>
              <a:rect l="0" t="0" r="0" b="0"/>
              <a:pathLst>
                <a:path w="84449" h="80823">
                  <a:moveTo>
                    <a:pt x="0" y="80823"/>
                  </a:moveTo>
                  <a:lnTo>
                    <a:pt x="84449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l261"/>
            <p:cNvSpPr/>
            <p:nvPr/>
          </p:nvSpPr>
          <p:spPr>
            <a:xfrm>
              <a:off x="3344198" y="2225771"/>
              <a:ext cx="86841" cy="64926"/>
            </a:xfrm>
            <a:custGeom>
              <a:avLst/>
              <a:gdLst/>
              <a:ahLst/>
              <a:cxnLst/>
              <a:rect l="0" t="0" r="0" b="0"/>
              <a:pathLst>
                <a:path w="86841" h="64926">
                  <a:moveTo>
                    <a:pt x="0" y="64926"/>
                  </a:moveTo>
                  <a:lnTo>
                    <a:pt x="86841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l262"/>
            <p:cNvSpPr/>
            <p:nvPr/>
          </p:nvSpPr>
          <p:spPr>
            <a:xfrm>
              <a:off x="3344198" y="2154869"/>
              <a:ext cx="141515" cy="135829"/>
            </a:xfrm>
            <a:custGeom>
              <a:avLst/>
              <a:gdLst/>
              <a:ahLst/>
              <a:cxnLst/>
              <a:rect l="0" t="0" r="0" b="0"/>
              <a:pathLst>
                <a:path w="141515" h="135829">
                  <a:moveTo>
                    <a:pt x="0" y="135829"/>
                  </a:moveTo>
                  <a:lnTo>
                    <a:pt x="141515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l263"/>
            <p:cNvSpPr/>
            <p:nvPr/>
          </p:nvSpPr>
          <p:spPr>
            <a:xfrm>
              <a:off x="3269659" y="2253036"/>
              <a:ext cx="74539" cy="37661"/>
            </a:xfrm>
            <a:custGeom>
              <a:avLst/>
              <a:gdLst/>
              <a:ahLst/>
              <a:cxnLst/>
              <a:rect l="0" t="0" r="0" b="0"/>
              <a:pathLst>
                <a:path w="74539" h="37661">
                  <a:moveTo>
                    <a:pt x="74539" y="37661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l264"/>
            <p:cNvSpPr/>
            <p:nvPr/>
          </p:nvSpPr>
          <p:spPr>
            <a:xfrm>
              <a:off x="3285168" y="2271183"/>
              <a:ext cx="59030" cy="19514"/>
            </a:xfrm>
            <a:custGeom>
              <a:avLst/>
              <a:gdLst/>
              <a:ahLst/>
              <a:cxnLst/>
              <a:rect l="0" t="0" r="0" b="0"/>
              <a:pathLst>
                <a:path w="59030" h="19514">
                  <a:moveTo>
                    <a:pt x="59030" y="19514"/>
                  </a:moveTo>
                  <a:lnTo>
                    <a:pt x="0" y="0"/>
                  </a:lnTo>
                </a:path>
              </a:pathLst>
            </a:custGeom>
            <a:ln w="54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l265"/>
            <p:cNvSpPr/>
            <p:nvPr/>
          </p:nvSpPr>
          <p:spPr>
            <a:xfrm>
              <a:off x="3344198" y="2156733"/>
              <a:ext cx="213830" cy="133965"/>
            </a:xfrm>
            <a:custGeom>
              <a:avLst/>
              <a:gdLst/>
              <a:ahLst/>
              <a:cxnLst/>
              <a:rect l="0" t="0" r="0" b="0"/>
              <a:pathLst>
                <a:path w="213830" h="133965">
                  <a:moveTo>
                    <a:pt x="0" y="133965"/>
                  </a:moveTo>
                  <a:lnTo>
                    <a:pt x="21383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l266"/>
            <p:cNvSpPr/>
            <p:nvPr/>
          </p:nvSpPr>
          <p:spPr>
            <a:xfrm>
              <a:off x="3087677" y="1505854"/>
              <a:ext cx="189231" cy="95635"/>
            </a:xfrm>
            <a:custGeom>
              <a:avLst/>
              <a:gdLst/>
              <a:ahLst/>
              <a:cxnLst/>
              <a:rect l="0" t="0" r="0" b="0"/>
              <a:pathLst>
                <a:path w="189231" h="95635">
                  <a:moveTo>
                    <a:pt x="0" y="0"/>
                  </a:moveTo>
                  <a:lnTo>
                    <a:pt x="189231" y="95635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l267"/>
            <p:cNvSpPr/>
            <p:nvPr/>
          </p:nvSpPr>
          <p:spPr>
            <a:xfrm>
              <a:off x="2698579" y="1366633"/>
              <a:ext cx="83432" cy="11907"/>
            </a:xfrm>
            <a:custGeom>
              <a:avLst/>
              <a:gdLst/>
              <a:ahLst/>
              <a:cxnLst/>
              <a:rect l="0" t="0" r="0" b="0"/>
              <a:pathLst>
                <a:path w="83432" h="11907">
                  <a:moveTo>
                    <a:pt x="83432" y="11907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l268"/>
            <p:cNvSpPr/>
            <p:nvPr/>
          </p:nvSpPr>
          <p:spPr>
            <a:xfrm>
              <a:off x="2719218" y="1378540"/>
              <a:ext cx="62793" cy="17653"/>
            </a:xfrm>
            <a:custGeom>
              <a:avLst/>
              <a:gdLst/>
              <a:ahLst/>
              <a:cxnLst/>
              <a:rect l="0" t="0" r="0" b="0"/>
              <a:pathLst>
                <a:path w="62793" h="17653">
                  <a:moveTo>
                    <a:pt x="62793" y="0"/>
                  </a:moveTo>
                  <a:lnTo>
                    <a:pt x="0" y="17653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l269"/>
            <p:cNvSpPr/>
            <p:nvPr/>
          </p:nvSpPr>
          <p:spPr>
            <a:xfrm>
              <a:off x="2755989" y="1285685"/>
              <a:ext cx="26022" cy="92854"/>
            </a:xfrm>
            <a:custGeom>
              <a:avLst/>
              <a:gdLst/>
              <a:ahLst/>
              <a:cxnLst/>
              <a:rect l="0" t="0" r="0" b="0"/>
              <a:pathLst>
                <a:path w="26022" h="92854">
                  <a:moveTo>
                    <a:pt x="26022" y="92854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l270"/>
            <p:cNvSpPr/>
            <p:nvPr/>
          </p:nvSpPr>
          <p:spPr>
            <a:xfrm>
              <a:off x="2782011" y="1378540"/>
              <a:ext cx="65808" cy="27150"/>
            </a:xfrm>
            <a:custGeom>
              <a:avLst/>
              <a:gdLst/>
              <a:ahLst/>
              <a:cxnLst/>
              <a:rect l="0" t="0" r="0" b="0"/>
              <a:pathLst>
                <a:path w="65808" h="27150">
                  <a:moveTo>
                    <a:pt x="0" y="0"/>
                  </a:moveTo>
                  <a:lnTo>
                    <a:pt x="65808" y="2715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l271"/>
            <p:cNvSpPr/>
            <p:nvPr/>
          </p:nvSpPr>
          <p:spPr>
            <a:xfrm>
              <a:off x="2753581" y="1375856"/>
              <a:ext cx="28430" cy="2684"/>
            </a:xfrm>
            <a:custGeom>
              <a:avLst/>
              <a:gdLst/>
              <a:ahLst/>
              <a:cxnLst/>
              <a:rect l="0" t="0" r="0" b="0"/>
              <a:pathLst>
                <a:path w="28430" h="2684">
                  <a:moveTo>
                    <a:pt x="28430" y="2684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l272"/>
            <p:cNvSpPr/>
            <p:nvPr/>
          </p:nvSpPr>
          <p:spPr>
            <a:xfrm>
              <a:off x="3539578" y="2556721"/>
              <a:ext cx="6672" cy="1390"/>
            </a:xfrm>
            <a:custGeom>
              <a:avLst/>
              <a:gdLst/>
              <a:ahLst/>
              <a:cxnLst/>
              <a:rect l="0" t="0" r="0" b="0"/>
              <a:pathLst>
                <a:path w="6672" h="1390">
                  <a:moveTo>
                    <a:pt x="6672" y="1390"/>
                  </a:moveTo>
                  <a:lnTo>
                    <a:pt x="0" y="0"/>
                  </a:lnTo>
                </a:path>
              </a:pathLst>
            </a:custGeom>
            <a:ln w="58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l273"/>
            <p:cNvSpPr/>
            <p:nvPr/>
          </p:nvSpPr>
          <p:spPr>
            <a:xfrm>
              <a:off x="3514082" y="2458013"/>
              <a:ext cx="78537" cy="41973"/>
            </a:xfrm>
            <a:custGeom>
              <a:avLst/>
              <a:gdLst/>
              <a:ahLst/>
              <a:cxnLst/>
              <a:rect l="0" t="0" r="0" b="0"/>
              <a:pathLst>
                <a:path w="78537" h="41973">
                  <a:moveTo>
                    <a:pt x="78537" y="0"/>
                  </a:moveTo>
                  <a:lnTo>
                    <a:pt x="0" y="41973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l274"/>
            <p:cNvSpPr/>
            <p:nvPr/>
          </p:nvSpPr>
          <p:spPr>
            <a:xfrm>
              <a:off x="3592619" y="2453396"/>
              <a:ext cx="35844" cy="4617"/>
            </a:xfrm>
            <a:custGeom>
              <a:avLst/>
              <a:gdLst/>
              <a:ahLst/>
              <a:cxnLst/>
              <a:rect l="0" t="0" r="0" b="0"/>
              <a:pathLst>
                <a:path w="35844" h="4617">
                  <a:moveTo>
                    <a:pt x="0" y="4617"/>
                  </a:moveTo>
                  <a:lnTo>
                    <a:pt x="35844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l275"/>
            <p:cNvSpPr/>
            <p:nvPr/>
          </p:nvSpPr>
          <p:spPr>
            <a:xfrm>
              <a:off x="3679145" y="1976675"/>
              <a:ext cx="32618" cy="89907"/>
            </a:xfrm>
            <a:custGeom>
              <a:avLst/>
              <a:gdLst/>
              <a:ahLst/>
              <a:cxnLst/>
              <a:rect l="0" t="0" r="0" b="0"/>
              <a:pathLst>
                <a:path w="32618" h="89907">
                  <a:moveTo>
                    <a:pt x="32618" y="0"/>
                  </a:moveTo>
                  <a:lnTo>
                    <a:pt x="0" y="89907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l276"/>
            <p:cNvSpPr/>
            <p:nvPr/>
          </p:nvSpPr>
          <p:spPr>
            <a:xfrm>
              <a:off x="2243006" y="3028812"/>
              <a:ext cx="4578" cy="8928"/>
            </a:xfrm>
            <a:custGeom>
              <a:avLst/>
              <a:gdLst/>
              <a:ahLst/>
              <a:cxnLst/>
              <a:rect l="0" t="0" r="0" b="0"/>
              <a:pathLst>
                <a:path w="4578" h="8928">
                  <a:moveTo>
                    <a:pt x="4578" y="8928"/>
                  </a:moveTo>
                  <a:lnTo>
                    <a:pt x="0" y="0"/>
                  </a:lnTo>
                </a:path>
              </a:pathLst>
            </a:custGeom>
            <a:ln w="561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l277"/>
            <p:cNvSpPr/>
            <p:nvPr/>
          </p:nvSpPr>
          <p:spPr>
            <a:xfrm>
              <a:off x="3808177" y="2071858"/>
              <a:ext cx="65095" cy="105813"/>
            </a:xfrm>
            <a:custGeom>
              <a:avLst/>
              <a:gdLst/>
              <a:ahLst/>
              <a:cxnLst/>
              <a:rect l="0" t="0" r="0" b="0"/>
              <a:pathLst>
                <a:path w="65095" h="105813">
                  <a:moveTo>
                    <a:pt x="65095" y="0"/>
                  </a:moveTo>
                  <a:lnTo>
                    <a:pt x="0" y="105813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l278"/>
            <p:cNvSpPr/>
            <p:nvPr/>
          </p:nvSpPr>
          <p:spPr>
            <a:xfrm>
              <a:off x="2899779" y="3802771"/>
              <a:ext cx="1982" cy="11690"/>
            </a:xfrm>
            <a:custGeom>
              <a:avLst/>
              <a:gdLst/>
              <a:ahLst/>
              <a:cxnLst/>
              <a:rect l="0" t="0" r="0" b="0"/>
              <a:pathLst>
                <a:path w="1982" h="11690">
                  <a:moveTo>
                    <a:pt x="1982" y="0"/>
                  </a:moveTo>
                  <a:lnTo>
                    <a:pt x="0" y="11690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l279"/>
            <p:cNvSpPr/>
            <p:nvPr/>
          </p:nvSpPr>
          <p:spPr>
            <a:xfrm>
              <a:off x="3501382" y="4027337"/>
              <a:ext cx="8567" cy="936"/>
            </a:xfrm>
            <a:custGeom>
              <a:avLst/>
              <a:gdLst/>
              <a:ahLst/>
              <a:cxnLst/>
              <a:rect l="0" t="0" r="0" b="0"/>
              <a:pathLst>
                <a:path w="8567" h="936">
                  <a:moveTo>
                    <a:pt x="0" y="0"/>
                  </a:moveTo>
                  <a:lnTo>
                    <a:pt x="8567" y="936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l280"/>
            <p:cNvSpPr/>
            <p:nvPr/>
          </p:nvSpPr>
          <p:spPr>
            <a:xfrm>
              <a:off x="4954812" y="3128852"/>
              <a:ext cx="10754" cy="18700"/>
            </a:xfrm>
            <a:custGeom>
              <a:avLst/>
              <a:gdLst/>
              <a:ahLst/>
              <a:cxnLst/>
              <a:rect l="0" t="0" r="0" b="0"/>
              <a:pathLst>
                <a:path w="10754" h="18700">
                  <a:moveTo>
                    <a:pt x="10754" y="18700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l281"/>
            <p:cNvSpPr/>
            <p:nvPr/>
          </p:nvSpPr>
          <p:spPr>
            <a:xfrm>
              <a:off x="3384971" y="2639742"/>
              <a:ext cx="72833" cy="20664"/>
            </a:xfrm>
            <a:custGeom>
              <a:avLst/>
              <a:gdLst/>
              <a:ahLst/>
              <a:cxnLst/>
              <a:rect l="0" t="0" r="0" b="0"/>
              <a:pathLst>
                <a:path w="72833" h="20664">
                  <a:moveTo>
                    <a:pt x="72833" y="0"/>
                  </a:moveTo>
                  <a:lnTo>
                    <a:pt x="0" y="20664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l282"/>
            <p:cNvSpPr/>
            <p:nvPr/>
          </p:nvSpPr>
          <p:spPr>
            <a:xfrm>
              <a:off x="3530197" y="2475930"/>
              <a:ext cx="4923" cy="695"/>
            </a:xfrm>
            <a:custGeom>
              <a:avLst/>
              <a:gdLst/>
              <a:ahLst/>
              <a:cxnLst/>
              <a:rect l="0" t="0" r="0" b="0"/>
              <a:pathLst>
                <a:path w="4923" h="695">
                  <a:moveTo>
                    <a:pt x="4923" y="0"/>
                  </a:moveTo>
                  <a:lnTo>
                    <a:pt x="0" y="695"/>
                  </a:lnTo>
                </a:path>
              </a:pathLst>
            </a:custGeom>
            <a:ln w="630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l283"/>
            <p:cNvSpPr/>
            <p:nvPr/>
          </p:nvSpPr>
          <p:spPr>
            <a:xfrm>
              <a:off x="3535121" y="2465508"/>
              <a:ext cx="1779" cy="10421"/>
            </a:xfrm>
            <a:custGeom>
              <a:avLst/>
              <a:gdLst/>
              <a:ahLst/>
              <a:cxnLst/>
              <a:rect l="0" t="0" r="0" b="0"/>
              <a:pathLst>
                <a:path w="1779" h="10421">
                  <a:moveTo>
                    <a:pt x="0" y="10421"/>
                  </a:moveTo>
                  <a:lnTo>
                    <a:pt x="1779" y="0"/>
                  </a:lnTo>
                </a:path>
              </a:pathLst>
            </a:custGeom>
            <a:ln w="610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l284"/>
            <p:cNvSpPr/>
            <p:nvPr/>
          </p:nvSpPr>
          <p:spPr>
            <a:xfrm>
              <a:off x="3529042" y="2471609"/>
              <a:ext cx="1154" cy="5016"/>
            </a:xfrm>
            <a:custGeom>
              <a:avLst/>
              <a:gdLst/>
              <a:ahLst/>
              <a:cxnLst/>
              <a:rect l="0" t="0" r="0" b="0"/>
              <a:pathLst>
                <a:path w="1154" h="5016">
                  <a:moveTo>
                    <a:pt x="0" y="0"/>
                  </a:moveTo>
                  <a:lnTo>
                    <a:pt x="1154" y="5016"/>
                  </a:lnTo>
                </a:path>
              </a:pathLst>
            </a:custGeom>
            <a:ln w="63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l285"/>
            <p:cNvSpPr/>
            <p:nvPr/>
          </p:nvSpPr>
          <p:spPr>
            <a:xfrm>
              <a:off x="3534145" y="2638796"/>
              <a:ext cx="1184" cy="76283"/>
            </a:xfrm>
            <a:custGeom>
              <a:avLst/>
              <a:gdLst/>
              <a:ahLst/>
              <a:cxnLst/>
              <a:rect l="0" t="0" r="0" b="0"/>
              <a:pathLst>
                <a:path w="1184" h="76283">
                  <a:moveTo>
                    <a:pt x="0" y="0"/>
                  </a:moveTo>
                  <a:lnTo>
                    <a:pt x="1184" y="76283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l286"/>
            <p:cNvSpPr/>
            <p:nvPr/>
          </p:nvSpPr>
          <p:spPr>
            <a:xfrm>
              <a:off x="4615798" y="3538730"/>
              <a:ext cx="29045" cy="18855"/>
            </a:xfrm>
            <a:custGeom>
              <a:avLst/>
              <a:gdLst/>
              <a:ahLst/>
              <a:cxnLst/>
              <a:rect l="0" t="0" r="0" b="0"/>
              <a:pathLst>
                <a:path w="29045" h="18855">
                  <a:moveTo>
                    <a:pt x="29045" y="0"/>
                  </a:moveTo>
                  <a:lnTo>
                    <a:pt x="0" y="18855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l287"/>
            <p:cNvSpPr/>
            <p:nvPr/>
          </p:nvSpPr>
          <p:spPr>
            <a:xfrm>
              <a:off x="4644844" y="3535895"/>
              <a:ext cx="34087" cy="2834"/>
            </a:xfrm>
            <a:custGeom>
              <a:avLst/>
              <a:gdLst/>
              <a:ahLst/>
              <a:cxnLst/>
              <a:rect l="0" t="0" r="0" b="0"/>
              <a:pathLst>
                <a:path w="34087" h="2834">
                  <a:moveTo>
                    <a:pt x="0" y="2834"/>
                  </a:moveTo>
                  <a:lnTo>
                    <a:pt x="34087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l288"/>
            <p:cNvSpPr/>
            <p:nvPr/>
          </p:nvSpPr>
          <p:spPr>
            <a:xfrm>
              <a:off x="3628923" y="3427586"/>
              <a:ext cx="1427" cy="9455"/>
            </a:xfrm>
            <a:custGeom>
              <a:avLst/>
              <a:gdLst/>
              <a:ahLst/>
              <a:cxnLst/>
              <a:rect l="0" t="0" r="0" b="0"/>
              <a:pathLst>
                <a:path w="1427" h="9455">
                  <a:moveTo>
                    <a:pt x="0" y="0"/>
                  </a:moveTo>
                  <a:lnTo>
                    <a:pt x="1427" y="9455"/>
                  </a:lnTo>
                </a:path>
              </a:pathLst>
            </a:custGeom>
            <a:ln w="600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l289"/>
            <p:cNvSpPr/>
            <p:nvPr/>
          </p:nvSpPr>
          <p:spPr>
            <a:xfrm>
              <a:off x="3628923" y="3427586"/>
              <a:ext cx="44" cy="745"/>
            </a:xfrm>
            <a:custGeom>
              <a:avLst/>
              <a:gdLst/>
              <a:ahLst/>
              <a:cxnLst/>
              <a:rect l="0" t="0" r="0" b="0"/>
              <a:pathLst>
                <a:path w="44" h="745">
                  <a:moveTo>
                    <a:pt x="0" y="0"/>
                  </a:moveTo>
                  <a:lnTo>
                    <a:pt x="44" y="745"/>
                  </a:lnTo>
                </a:path>
              </a:pathLst>
            </a:custGeom>
            <a:ln w="79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l290"/>
            <p:cNvSpPr/>
            <p:nvPr/>
          </p:nvSpPr>
          <p:spPr>
            <a:xfrm>
              <a:off x="3656114" y="2588778"/>
              <a:ext cx="54579" cy="13059"/>
            </a:xfrm>
            <a:custGeom>
              <a:avLst/>
              <a:gdLst/>
              <a:ahLst/>
              <a:cxnLst/>
              <a:rect l="0" t="0" r="0" b="0"/>
              <a:pathLst>
                <a:path w="54579" h="13059">
                  <a:moveTo>
                    <a:pt x="54579" y="13059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l291"/>
            <p:cNvSpPr/>
            <p:nvPr/>
          </p:nvSpPr>
          <p:spPr>
            <a:xfrm>
              <a:off x="3466044" y="2457593"/>
              <a:ext cx="29339" cy="21573"/>
            </a:xfrm>
            <a:custGeom>
              <a:avLst/>
              <a:gdLst/>
              <a:ahLst/>
              <a:cxnLst/>
              <a:rect l="0" t="0" r="0" b="0"/>
              <a:pathLst>
                <a:path w="29339" h="21573">
                  <a:moveTo>
                    <a:pt x="29339" y="21573"/>
                  </a:moveTo>
                  <a:lnTo>
                    <a:pt x="0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l292"/>
            <p:cNvSpPr/>
            <p:nvPr/>
          </p:nvSpPr>
          <p:spPr>
            <a:xfrm>
              <a:off x="3495384" y="2479167"/>
              <a:ext cx="18698" cy="20818"/>
            </a:xfrm>
            <a:custGeom>
              <a:avLst/>
              <a:gdLst/>
              <a:ahLst/>
              <a:cxnLst/>
              <a:rect l="0" t="0" r="0" b="0"/>
              <a:pathLst>
                <a:path w="18698" h="20818">
                  <a:moveTo>
                    <a:pt x="0" y="0"/>
                  </a:moveTo>
                  <a:lnTo>
                    <a:pt x="18698" y="20818"/>
                  </a:lnTo>
                </a:path>
              </a:pathLst>
            </a:custGeom>
            <a:ln w="56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l293"/>
            <p:cNvSpPr/>
            <p:nvPr/>
          </p:nvSpPr>
          <p:spPr>
            <a:xfrm>
              <a:off x="3495384" y="2476625"/>
              <a:ext cx="34813" cy="2541"/>
            </a:xfrm>
            <a:custGeom>
              <a:avLst/>
              <a:gdLst/>
              <a:ahLst/>
              <a:cxnLst/>
              <a:rect l="0" t="0" r="0" b="0"/>
              <a:pathLst>
                <a:path w="34813" h="2541">
                  <a:moveTo>
                    <a:pt x="0" y="2541"/>
                  </a:moveTo>
                  <a:lnTo>
                    <a:pt x="34813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l294"/>
            <p:cNvSpPr/>
            <p:nvPr/>
          </p:nvSpPr>
          <p:spPr>
            <a:xfrm>
              <a:off x="3490825" y="2479167"/>
              <a:ext cx="4558" cy="26767"/>
            </a:xfrm>
            <a:custGeom>
              <a:avLst/>
              <a:gdLst/>
              <a:ahLst/>
              <a:cxnLst/>
              <a:rect l="0" t="0" r="0" b="0"/>
              <a:pathLst>
                <a:path w="4558" h="26767">
                  <a:moveTo>
                    <a:pt x="4558" y="0"/>
                  </a:moveTo>
                  <a:lnTo>
                    <a:pt x="0" y="26767"/>
                  </a:lnTo>
                </a:path>
              </a:pathLst>
            </a:custGeom>
            <a:ln w="56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l295"/>
            <p:cNvSpPr/>
            <p:nvPr/>
          </p:nvSpPr>
          <p:spPr>
            <a:xfrm>
              <a:off x="3488308" y="2468670"/>
              <a:ext cx="7075" cy="10497"/>
            </a:xfrm>
            <a:custGeom>
              <a:avLst/>
              <a:gdLst/>
              <a:ahLst/>
              <a:cxnLst/>
              <a:rect l="0" t="0" r="0" b="0"/>
              <a:pathLst>
                <a:path w="7075" h="10497">
                  <a:moveTo>
                    <a:pt x="7075" y="10497"/>
                  </a:moveTo>
                  <a:lnTo>
                    <a:pt x="0" y="0"/>
                  </a:lnTo>
                </a:path>
              </a:pathLst>
            </a:custGeom>
            <a:ln w="57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l296"/>
            <p:cNvSpPr/>
            <p:nvPr/>
          </p:nvSpPr>
          <p:spPr>
            <a:xfrm>
              <a:off x="3487873" y="2462013"/>
              <a:ext cx="7510" cy="17154"/>
            </a:xfrm>
            <a:custGeom>
              <a:avLst/>
              <a:gdLst/>
              <a:ahLst/>
              <a:cxnLst/>
              <a:rect l="0" t="0" r="0" b="0"/>
              <a:pathLst>
                <a:path w="7510" h="17154">
                  <a:moveTo>
                    <a:pt x="7510" y="17154"/>
                  </a:moveTo>
                  <a:lnTo>
                    <a:pt x="0" y="0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l297"/>
            <p:cNvSpPr/>
            <p:nvPr/>
          </p:nvSpPr>
          <p:spPr>
            <a:xfrm>
              <a:off x="2785312" y="1183780"/>
              <a:ext cx="11357" cy="25240"/>
            </a:xfrm>
            <a:custGeom>
              <a:avLst/>
              <a:gdLst/>
              <a:ahLst/>
              <a:cxnLst/>
              <a:rect l="0" t="0" r="0" b="0"/>
              <a:pathLst>
                <a:path w="11357" h="25240">
                  <a:moveTo>
                    <a:pt x="11357" y="0"/>
                  </a:moveTo>
                  <a:lnTo>
                    <a:pt x="0" y="2524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l298"/>
            <p:cNvSpPr/>
            <p:nvPr/>
          </p:nvSpPr>
          <p:spPr>
            <a:xfrm>
              <a:off x="2983551" y="990216"/>
              <a:ext cx="15374" cy="1275"/>
            </a:xfrm>
            <a:custGeom>
              <a:avLst/>
              <a:gdLst/>
              <a:ahLst/>
              <a:cxnLst/>
              <a:rect l="0" t="0" r="0" b="0"/>
              <a:pathLst>
                <a:path w="15374" h="1275">
                  <a:moveTo>
                    <a:pt x="0" y="0"/>
                  </a:moveTo>
                  <a:lnTo>
                    <a:pt x="15374" y="1275"/>
                  </a:lnTo>
                </a:path>
              </a:pathLst>
            </a:custGeom>
            <a:ln w="548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l299"/>
            <p:cNvSpPr/>
            <p:nvPr/>
          </p:nvSpPr>
          <p:spPr>
            <a:xfrm>
              <a:off x="3491479" y="2772340"/>
              <a:ext cx="10468" cy="17739"/>
            </a:xfrm>
            <a:custGeom>
              <a:avLst/>
              <a:gdLst/>
              <a:ahLst/>
              <a:cxnLst/>
              <a:rect l="0" t="0" r="0" b="0"/>
              <a:pathLst>
                <a:path w="10468" h="17739">
                  <a:moveTo>
                    <a:pt x="0" y="17739"/>
                  </a:moveTo>
                  <a:lnTo>
                    <a:pt x="10468" y="0"/>
                  </a:lnTo>
                </a:path>
              </a:pathLst>
            </a:custGeom>
            <a:ln w="55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l300"/>
            <p:cNvSpPr/>
            <p:nvPr/>
          </p:nvSpPr>
          <p:spPr>
            <a:xfrm>
              <a:off x="3365523" y="2260531"/>
              <a:ext cx="50089" cy="46588"/>
            </a:xfrm>
            <a:custGeom>
              <a:avLst/>
              <a:gdLst/>
              <a:ahLst/>
              <a:cxnLst/>
              <a:rect l="0" t="0" r="0" b="0"/>
              <a:pathLst>
                <a:path w="50089" h="46588">
                  <a:moveTo>
                    <a:pt x="50089" y="46588"/>
                  </a:moveTo>
                  <a:lnTo>
                    <a:pt x="0" y="0"/>
                  </a:lnTo>
                </a:path>
              </a:pathLst>
            </a:custGeom>
            <a:ln w="620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l301"/>
            <p:cNvSpPr/>
            <p:nvPr/>
          </p:nvSpPr>
          <p:spPr>
            <a:xfrm>
              <a:off x="3415613" y="2307120"/>
              <a:ext cx="37072" cy="96799"/>
            </a:xfrm>
            <a:custGeom>
              <a:avLst/>
              <a:gdLst/>
              <a:ahLst/>
              <a:cxnLst/>
              <a:rect l="0" t="0" r="0" b="0"/>
              <a:pathLst>
                <a:path w="37072" h="96799">
                  <a:moveTo>
                    <a:pt x="0" y="0"/>
                  </a:moveTo>
                  <a:lnTo>
                    <a:pt x="37072" y="96799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l302"/>
            <p:cNvSpPr/>
            <p:nvPr/>
          </p:nvSpPr>
          <p:spPr>
            <a:xfrm>
              <a:off x="3358577" y="2238385"/>
              <a:ext cx="57035" cy="68734"/>
            </a:xfrm>
            <a:custGeom>
              <a:avLst/>
              <a:gdLst/>
              <a:ahLst/>
              <a:cxnLst/>
              <a:rect l="0" t="0" r="0" b="0"/>
              <a:pathLst>
                <a:path w="57035" h="68734">
                  <a:moveTo>
                    <a:pt x="57035" y="68734"/>
                  </a:moveTo>
                  <a:lnTo>
                    <a:pt x="0" y="0"/>
                  </a:lnTo>
                </a:path>
              </a:pathLst>
            </a:custGeom>
            <a:ln w="55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l303"/>
            <p:cNvSpPr/>
            <p:nvPr/>
          </p:nvSpPr>
          <p:spPr>
            <a:xfrm>
              <a:off x="3415613" y="2307120"/>
              <a:ext cx="17252" cy="24821"/>
            </a:xfrm>
            <a:custGeom>
              <a:avLst/>
              <a:gdLst/>
              <a:ahLst/>
              <a:cxnLst/>
              <a:rect l="0" t="0" r="0" b="0"/>
              <a:pathLst>
                <a:path w="17252" h="24821">
                  <a:moveTo>
                    <a:pt x="0" y="0"/>
                  </a:moveTo>
                  <a:lnTo>
                    <a:pt x="17252" y="24821"/>
                  </a:lnTo>
                </a:path>
              </a:pathLst>
            </a:custGeom>
            <a:ln w="975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l304"/>
            <p:cNvSpPr/>
            <p:nvPr/>
          </p:nvSpPr>
          <p:spPr>
            <a:xfrm>
              <a:off x="3415613" y="1810163"/>
              <a:ext cx="532420" cy="496957"/>
            </a:xfrm>
            <a:custGeom>
              <a:avLst/>
              <a:gdLst/>
              <a:ahLst/>
              <a:cxnLst/>
              <a:rect l="0" t="0" r="0" b="0"/>
              <a:pathLst>
                <a:path w="532420" h="496957">
                  <a:moveTo>
                    <a:pt x="0" y="496957"/>
                  </a:moveTo>
                  <a:lnTo>
                    <a:pt x="53242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l305"/>
            <p:cNvSpPr/>
            <p:nvPr/>
          </p:nvSpPr>
          <p:spPr>
            <a:xfrm>
              <a:off x="3628464" y="2440944"/>
              <a:ext cx="10632" cy="12451"/>
            </a:xfrm>
            <a:custGeom>
              <a:avLst/>
              <a:gdLst/>
              <a:ahLst/>
              <a:cxnLst/>
              <a:rect l="0" t="0" r="0" b="0"/>
              <a:pathLst>
                <a:path w="10632" h="12451">
                  <a:moveTo>
                    <a:pt x="10632" y="0"/>
                  </a:moveTo>
                  <a:lnTo>
                    <a:pt x="0" y="12451"/>
                  </a:lnTo>
                </a:path>
              </a:pathLst>
            </a:custGeom>
            <a:ln w="600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l306"/>
            <p:cNvSpPr/>
            <p:nvPr/>
          </p:nvSpPr>
          <p:spPr>
            <a:xfrm>
              <a:off x="4097176" y="3860326"/>
              <a:ext cx="5512" cy="11961"/>
            </a:xfrm>
            <a:custGeom>
              <a:avLst/>
              <a:gdLst/>
              <a:ahLst/>
              <a:cxnLst/>
              <a:rect l="0" t="0" r="0" b="0"/>
              <a:pathLst>
                <a:path w="5512" h="11961">
                  <a:moveTo>
                    <a:pt x="0" y="0"/>
                  </a:moveTo>
                  <a:lnTo>
                    <a:pt x="5512" y="11961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l307"/>
            <p:cNvSpPr/>
            <p:nvPr/>
          </p:nvSpPr>
          <p:spPr>
            <a:xfrm>
              <a:off x="3808177" y="2136293"/>
              <a:ext cx="36136" cy="41378"/>
            </a:xfrm>
            <a:custGeom>
              <a:avLst/>
              <a:gdLst/>
              <a:ahLst/>
              <a:cxnLst/>
              <a:rect l="0" t="0" r="0" b="0"/>
              <a:pathLst>
                <a:path w="36136" h="41378">
                  <a:moveTo>
                    <a:pt x="36136" y="0"/>
                  </a:moveTo>
                  <a:lnTo>
                    <a:pt x="0" y="41378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l308"/>
            <p:cNvSpPr/>
            <p:nvPr/>
          </p:nvSpPr>
          <p:spPr>
            <a:xfrm>
              <a:off x="3527490" y="2554631"/>
              <a:ext cx="12087" cy="2090"/>
            </a:xfrm>
            <a:custGeom>
              <a:avLst/>
              <a:gdLst/>
              <a:ahLst/>
              <a:cxnLst/>
              <a:rect l="0" t="0" r="0" b="0"/>
              <a:pathLst>
                <a:path w="12087" h="2090">
                  <a:moveTo>
                    <a:pt x="0" y="0"/>
                  </a:moveTo>
                  <a:lnTo>
                    <a:pt x="12087" y="2090"/>
                  </a:lnTo>
                </a:path>
              </a:pathLst>
            </a:custGeom>
            <a:ln w="740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l309"/>
            <p:cNvSpPr/>
            <p:nvPr/>
          </p:nvSpPr>
          <p:spPr>
            <a:xfrm>
              <a:off x="3494765" y="2554631"/>
              <a:ext cx="32724" cy="40907"/>
            </a:xfrm>
            <a:custGeom>
              <a:avLst/>
              <a:gdLst/>
              <a:ahLst/>
              <a:cxnLst/>
              <a:rect l="0" t="0" r="0" b="0"/>
              <a:pathLst>
                <a:path w="32724" h="40907">
                  <a:moveTo>
                    <a:pt x="32724" y="0"/>
                  </a:moveTo>
                  <a:lnTo>
                    <a:pt x="0" y="40907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l310"/>
            <p:cNvSpPr/>
            <p:nvPr/>
          </p:nvSpPr>
          <p:spPr>
            <a:xfrm>
              <a:off x="3655665" y="2587681"/>
              <a:ext cx="128374" cy="5930"/>
            </a:xfrm>
            <a:custGeom>
              <a:avLst/>
              <a:gdLst/>
              <a:ahLst/>
              <a:cxnLst/>
              <a:rect l="0" t="0" r="0" b="0"/>
              <a:pathLst>
                <a:path w="128374" h="5930">
                  <a:moveTo>
                    <a:pt x="0" y="5930"/>
                  </a:moveTo>
                  <a:lnTo>
                    <a:pt x="128374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l311"/>
            <p:cNvSpPr/>
            <p:nvPr/>
          </p:nvSpPr>
          <p:spPr>
            <a:xfrm>
              <a:off x="3612089" y="2519285"/>
              <a:ext cx="41081" cy="78088"/>
            </a:xfrm>
            <a:custGeom>
              <a:avLst/>
              <a:gdLst/>
              <a:ahLst/>
              <a:cxnLst/>
              <a:rect l="0" t="0" r="0" b="0"/>
              <a:pathLst>
                <a:path w="41081" h="78088">
                  <a:moveTo>
                    <a:pt x="41081" y="78088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l312"/>
            <p:cNvSpPr/>
            <p:nvPr/>
          </p:nvSpPr>
          <p:spPr>
            <a:xfrm>
              <a:off x="3653170" y="2597374"/>
              <a:ext cx="41073" cy="15833"/>
            </a:xfrm>
            <a:custGeom>
              <a:avLst/>
              <a:gdLst/>
              <a:ahLst/>
              <a:cxnLst/>
              <a:rect l="0" t="0" r="0" b="0"/>
              <a:pathLst>
                <a:path w="41073" h="15833">
                  <a:moveTo>
                    <a:pt x="0" y="0"/>
                  </a:moveTo>
                  <a:lnTo>
                    <a:pt x="41073" y="15833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l313"/>
            <p:cNvSpPr/>
            <p:nvPr/>
          </p:nvSpPr>
          <p:spPr>
            <a:xfrm>
              <a:off x="3592788" y="2597374"/>
              <a:ext cx="60382" cy="4285"/>
            </a:xfrm>
            <a:custGeom>
              <a:avLst/>
              <a:gdLst/>
              <a:ahLst/>
              <a:cxnLst/>
              <a:rect l="0" t="0" r="0" b="0"/>
              <a:pathLst>
                <a:path w="60382" h="4285">
                  <a:moveTo>
                    <a:pt x="60382" y="0"/>
                  </a:moveTo>
                  <a:lnTo>
                    <a:pt x="0" y="4285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l314"/>
            <p:cNvSpPr/>
            <p:nvPr/>
          </p:nvSpPr>
          <p:spPr>
            <a:xfrm>
              <a:off x="3653170" y="2593612"/>
              <a:ext cx="2495" cy="3762"/>
            </a:xfrm>
            <a:custGeom>
              <a:avLst/>
              <a:gdLst/>
              <a:ahLst/>
              <a:cxnLst/>
              <a:rect l="0" t="0" r="0" b="0"/>
              <a:pathLst>
                <a:path w="2495" h="3762">
                  <a:moveTo>
                    <a:pt x="0" y="3762"/>
                  </a:moveTo>
                  <a:lnTo>
                    <a:pt x="2495" y="0"/>
                  </a:lnTo>
                </a:path>
              </a:pathLst>
            </a:custGeom>
            <a:ln w="555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l315"/>
            <p:cNvSpPr/>
            <p:nvPr/>
          </p:nvSpPr>
          <p:spPr>
            <a:xfrm>
              <a:off x="3490008" y="2177671"/>
              <a:ext cx="318169" cy="31342"/>
            </a:xfrm>
            <a:custGeom>
              <a:avLst/>
              <a:gdLst/>
              <a:ahLst/>
              <a:cxnLst/>
              <a:rect l="0" t="0" r="0" b="0"/>
              <a:pathLst>
                <a:path w="318169" h="31342">
                  <a:moveTo>
                    <a:pt x="0" y="31342"/>
                  </a:moveTo>
                  <a:lnTo>
                    <a:pt x="318169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l316"/>
            <p:cNvSpPr/>
            <p:nvPr/>
          </p:nvSpPr>
          <p:spPr>
            <a:xfrm>
              <a:off x="3482652" y="2133886"/>
              <a:ext cx="7355" cy="75128"/>
            </a:xfrm>
            <a:custGeom>
              <a:avLst/>
              <a:gdLst/>
              <a:ahLst/>
              <a:cxnLst/>
              <a:rect l="0" t="0" r="0" b="0"/>
              <a:pathLst>
                <a:path w="7355" h="75128">
                  <a:moveTo>
                    <a:pt x="7355" y="75128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l317"/>
            <p:cNvSpPr/>
            <p:nvPr/>
          </p:nvSpPr>
          <p:spPr>
            <a:xfrm>
              <a:off x="3675780" y="2051633"/>
              <a:ext cx="3365" cy="14949"/>
            </a:xfrm>
            <a:custGeom>
              <a:avLst/>
              <a:gdLst/>
              <a:ahLst/>
              <a:cxnLst/>
              <a:rect l="0" t="0" r="0" b="0"/>
              <a:pathLst>
                <a:path w="3365" h="14949">
                  <a:moveTo>
                    <a:pt x="0" y="0"/>
                  </a:moveTo>
                  <a:lnTo>
                    <a:pt x="3365" y="14949"/>
                  </a:lnTo>
                </a:path>
              </a:pathLst>
            </a:custGeom>
            <a:ln w="549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l318"/>
            <p:cNvSpPr/>
            <p:nvPr/>
          </p:nvSpPr>
          <p:spPr>
            <a:xfrm>
              <a:off x="4583025" y="1864388"/>
              <a:ext cx="107384" cy="29171"/>
            </a:xfrm>
            <a:custGeom>
              <a:avLst/>
              <a:gdLst/>
              <a:ahLst/>
              <a:cxnLst/>
              <a:rect l="0" t="0" r="0" b="0"/>
              <a:pathLst>
                <a:path w="107384" h="29171">
                  <a:moveTo>
                    <a:pt x="0" y="29171"/>
                  </a:moveTo>
                  <a:lnTo>
                    <a:pt x="107384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l319"/>
            <p:cNvSpPr/>
            <p:nvPr/>
          </p:nvSpPr>
          <p:spPr>
            <a:xfrm>
              <a:off x="4422782" y="1893560"/>
              <a:ext cx="160243" cy="50620"/>
            </a:xfrm>
            <a:custGeom>
              <a:avLst/>
              <a:gdLst/>
              <a:ahLst/>
              <a:cxnLst/>
              <a:rect l="0" t="0" r="0" b="0"/>
              <a:pathLst>
                <a:path w="160243" h="50620">
                  <a:moveTo>
                    <a:pt x="160243" y="0"/>
                  </a:moveTo>
                  <a:lnTo>
                    <a:pt x="0" y="5062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l320"/>
            <p:cNvSpPr/>
            <p:nvPr/>
          </p:nvSpPr>
          <p:spPr>
            <a:xfrm>
              <a:off x="3808177" y="2177671"/>
              <a:ext cx="251489" cy="22676"/>
            </a:xfrm>
            <a:custGeom>
              <a:avLst/>
              <a:gdLst/>
              <a:ahLst/>
              <a:cxnLst/>
              <a:rect l="0" t="0" r="0" b="0"/>
              <a:pathLst>
                <a:path w="251489" h="22676">
                  <a:moveTo>
                    <a:pt x="251489" y="22676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l321"/>
            <p:cNvSpPr/>
            <p:nvPr/>
          </p:nvSpPr>
          <p:spPr>
            <a:xfrm>
              <a:off x="4080215" y="2263920"/>
              <a:ext cx="21307" cy="119"/>
            </a:xfrm>
            <a:custGeom>
              <a:avLst/>
              <a:gdLst/>
              <a:ahLst/>
              <a:cxnLst/>
              <a:rect l="0" t="0" r="0" b="0"/>
              <a:pathLst>
                <a:path w="21307" h="119">
                  <a:moveTo>
                    <a:pt x="0" y="119"/>
                  </a:moveTo>
                  <a:lnTo>
                    <a:pt x="21307" y="0"/>
                  </a:lnTo>
                </a:path>
              </a:pathLst>
            </a:custGeom>
            <a:ln w="57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l322"/>
            <p:cNvSpPr/>
            <p:nvPr/>
          </p:nvSpPr>
          <p:spPr>
            <a:xfrm>
              <a:off x="3808177" y="2177671"/>
              <a:ext cx="272038" cy="86368"/>
            </a:xfrm>
            <a:custGeom>
              <a:avLst/>
              <a:gdLst/>
              <a:ahLst/>
              <a:cxnLst/>
              <a:rect l="0" t="0" r="0" b="0"/>
              <a:pathLst>
                <a:path w="272038" h="86368">
                  <a:moveTo>
                    <a:pt x="272038" y="86368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l323"/>
            <p:cNvSpPr/>
            <p:nvPr/>
          </p:nvSpPr>
          <p:spPr>
            <a:xfrm>
              <a:off x="4080215" y="2264039"/>
              <a:ext cx="20642" cy="8053"/>
            </a:xfrm>
            <a:custGeom>
              <a:avLst/>
              <a:gdLst/>
              <a:ahLst/>
              <a:cxnLst/>
              <a:rect l="0" t="0" r="0" b="0"/>
              <a:pathLst>
                <a:path w="20642" h="8053">
                  <a:moveTo>
                    <a:pt x="0" y="0"/>
                  </a:moveTo>
                  <a:lnTo>
                    <a:pt x="20642" y="8053"/>
                  </a:lnTo>
                </a:path>
              </a:pathLst>
            </a:custGeom>
            <a:ln w="57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l324"/>
            <p:cNvSpPr/>
            <p:nvPr/>
          </p:nvSpPr>
          <p:spPr>
            <a:xfrm>
              <a:off x="4080215" y="2264039"/>
              <a:ext cx="25172" cy="9447"/>
            </a:xfrm>
            <a:custGeom>
              <a:avLst/>
              <a:gdLst/>
              <a:ahLst/>
              <a:cxnLst/>
              <a:rect l="0" t="0" r="0" b="0"/>
              <a:pathLst>
                <a:path w="25172" h="9447">
                  <a:moveTo>
                    <a:pt x="0" y="0"/>
                  </a:moveTo>
                  <a:lnTo>
                    <a:pt x="25172" y="9447"/>
                  </a:lnTo>
                </a:path>
              </a:pathLst>
            </a:custGeom>
            <a:ln w="573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l325"/>
            <p:cNvSpPr/>
            <p:nvPr/>
          </p:nvSpPr>
          <p:spPr>
            <a:xfrm>
              <a:off x="3231876" y="2680541"/>
              <a:ext cx="23267" cy="6940"/>
            </a:xfrm>
            <a:custGeom>
              <a:avLst/>
              <a:gdLst/>
              <a:ahLst/>
              <a:cxnLst/>
              <a:rect l="0" t="0" r="0" b="0"/>
              <a:pathLst>
                <a:path w="23267" h="6940">
                  <a:moveTo>
                    <a:pt x="0" y="6940"/>
                  </a:moveTo>
                  <a:lnTo>
                    <a:pt x="23267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l326"/>
            <p:cNvSpPr/>
            <p:nvPr/>
          </p:nvSpPr>
          <p:spPr>
            <a:xfrm>
              <a:off x="3358569" y="2233119"/>
              <a:ext cx="8" cy="5266"/>
            </a:xfrm>
            <a:custGeom>
              <a:avLst/>
              <a:gdLst/>
              <a:ahLst/>
              <a:cxnLst/>
              <a:rect l="0" t="0" r="0" b="0"/>
              <a:pathLst>
                <a:path w="8" h="5266">
                  <a:moveTo>
                    <a:pt x="0" y="0"/>
                  </a:moveTo>
                  <a:lnTo>
                    <a:pt x="8" y="5266"/>
                  </a:lnTo>
                </a:path>
              </a:pathLst>
            </a:custGeom>
            <a:ln w="1946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l327"/>
            <p:cNvSpPr/>
            <p:nvPr/>
          </p:nvSpPr>
          <p:spPr>
            <a:xfrm>
              <a:off x="3426878" y="2323210"/>
              <a:ext cx="5987" cy="8730"/>
            </a:xfrm>
            <a:custGeom>
              <a:avLst/>
              <a:gdLst/>
              <a:ahLst/>
              <a:cxnLst/>
              <a:rect l="0" t="0" r="0" b="0"/>
              <a:pathLst>
                <a:path w="5987" h="8730">
                  <a:moveTo>
                    <a:pt x="5987" y="8730"/>
                  </a:moveTo>
                  <a:lnTo>
                    <a:pt x="0" y="0"/>
                  </a:lnTo>
                </a:path>
              </a:pathLst>
            </a:custGeom>
            <a:ln w="73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l328"/>
            <p:cNvSpPr/>
            <p:nvPr/>
          </p:nvSpPr>
          <p:spPr>
            <a:xfrm>
              <a:off x="3432865" y="2327475"/>
              <a:ext cx="791" cy="4466"/>
            </a:xfrm>
            <a:custGeom>
              <a:avLst/>
              <a:gdLst/>
              <a:ahLst/>
              <a:cxnLst/>
              <a:rect l="0" t="0" r="0" b="0"/>
              <a:pathLst>
                <a:path w="791" h="4466">
                  <a:moveTo>
                    <a:pt x="0" y="4466"/>
                  </a:moveTo>
                  <a:lnTo>
                    <a:pt x="791" y="0"/>
                  </a:lnTo>
                </a:path>
              </a:pathLst>
            </a:custGeom>
            <a:ln w="171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l329"/>
            <p:cNvSpPr/>
            <p:nvPr/>
          </p:nvSpPr>
          <p:spPr>
            <a:xfrm>
              <a:off x="3432865" y="2320330"/>
              <a:ext cx="157" cy="11611"/>
            </a:xfrm>
            <a:custGeom>
              <a:avLst/>
              <a:gdLst/>
              <a:ahLst/>
              <a:cxnLst/>
              <a:rect l="0" t="0" r="0" b="0"/>
              <a:pathLst>
                <a:path w="157" h="11611">
                  <a:moveTo>
                    <a:pt x="0" y="11611"/>
                  </a:moveTo>
                  <a:lnTo>
                    <a:pt x="157" y="0"/>
                  </a:lnTo>
                </a:path>
              </a:pathLst>
            </a:custGeom>
            <a:ln w="737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l330"/>
            <p:cNvSpPr/>
            <p:nvPr/>
          </p:nvSpPr>
          <p:spPr>
            <a:xfrm>
              <a:off x="3432865" y="2331941"/>
              <a:ext cx="18206" cy="40756"/>
            </a:xfrm>
            <a:custGeom>
              <a:avLst/>
              <a:gdLst/>
              <a:ahLst/>
              <a:cxnLst/>
              <a:rect l="0" t="0" r="0" b="0"/>
              <a:pathLst>
                <a:path w="18206" h="40756">
                  <a:moveTo>
                    <a:pt x="0" y="0"/>
                  </a:moveTo>
                  <a:lnTo>
                    <a:pt x="18206" y="40756"/>
                  </a:lnTo>
                </a:path>
              </a:pathLst>
            </a:custGeom>
            <a:ln w="83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l331"/>
            <p:cNvSpPr/>
            <p:nvPr/>
          </p:nvSpPr>
          <p:spPr>
            <a:xfrm>
              <a:off x="3432865" y="2331941"/>
              <a:ext cx="7041" cy="26330"/>
            </a:xfrm>
            <a:custGeom>
              <a:avLst/>
              <a:gdLst/>
              <a:ahLst/>
              <a:cxnLst/>
              <a:rect l="0" t="0" r="0" b="0"/>
              <a:pathLst>
                <a:path w="7041" h="26330">
                  <a:moveTo>
                    <a:pt x="0" y="0"/>
                  </a:moveTo>
                  <a:lnTo>
                    <a:pt x="7041" y="26330"/>
                  </a:lnTo>
                </a:path>
              </a:pathLst>
            </a:custGeom>
            <a:ln w="600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l332"/>
            <p:cNvSpPr/>
            <p:nvPr/>
          </p:nvSpPr>
          <p:spPr>
            <a:xfrm>
              <a:off x="3428744" y="2325189"/>
              <a:ext cx="4121" cy="6752"/>
            </a:xfrm>
            <a:custGeom>
              <a:avLst/>
              <a:gdLst/>
              <a:ahLst/>
              <a:cxnLst/>
              <a:rect l="0" t="0" r="0" b="0"/>
              <a:pathLst>
                <a:path w="4121" h="6752">
                  <a:moveTo>
                    <a:pt x="4121" y="6752"/>
                  </a:moveTo>
                  <a:lnTo>
                    <a:pt x="0" y="0"/>
                  </a:lnTo>
                </a:path>
              </a:pathLst>
            </a:custGeom>
            <a:ln w="1137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l333"/>
            <p:cNvSpPr/>
            <p:nvPr/>
          </p:nvSpPr>
          <p:spPr>
            <a:xfrm>
              <a:off x="3432865" y="2315698"/>
              <a:ext cx="1349" cy="16242"/>
            </a:xfrm>
            <a:custGeom>
              <a:avLst/>
              <a:gdLst/>
              <a:ahLst/>
              <a:cxnLst/>
              <a:rect l="0" t="0" r="0" b="0"/>
              <a:pathLst>
                <a:path w="1349" h="16242">
                  <a:moveTo>
                    <a:pt x="0" y="16242"/>
                  </a:moveTo>
                  <a:lnTo>
                    <a:pt x="1349" y="0"/>
                  </a:lnTo>
                </a:path>
              </a:pathLst>
            </a:custGeom>
            <a:ln w="659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l334"/>
            <p:cNvSpPr/>
            <p:nvPr/>
          </p:nvSpPr>
          <p:spPr>
            <a:xfrm>
              <a:off x="3532819" y="2530085"/>
              <a:ext cx="6758" cy="26636"/>
            </a:xfrm>
            <a:custGeom>
              <a:avLst/>
              <a:gdLst/>
              <a:ahLst/>
              <a:cxnLst/>
              <a:rect l="0" t="0" r="0" b="0"/>
              <a:pathLst>
                <a:path w="6758" h="26636">
                  <a:moveTo>
                    <a:pt x="0" y="0"/>
                  </a:moveTo>
                  <a:lnTo>
                    <a:pt x="6758" y="26636"/>
                  </a:lnTo>
                </a:path>
              </a:pathLst>
            </a:custGeom>
            <a:ln w="549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l335"/>
            <p:cNvSpPr/>
            <p:nvPr/>
          </p:nvSpPr>
          <p:spPr>
            <a:xfrm>
              <a:off x="3514082" y="2499986"/>
              <a:ext cx="18737" cy="30098"/>
            </a:xfrm>
            <a:custGeom>
              <a:avLst/>
              <a:gdLst/>
              <a:ahLst/>
              <a:cxnLst/>
              <a:rect l="0" t="0" r="0" b="0"/>
              <a:pathLst>
                <a:path w="18737" h="30098">
                  <a:moveTo>
                    <a:pt x="18737" y="30098"/>
                  </a:moveTo>
                  <a:lnTo>
                    <a:pt x="0" y="0"/>
                  </a:lnTo>
                </a:path>
              </a:pathLst>
            </a:custGeom>
            <a:ln w="54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l336"/>
            <p:cNvSpPr/>
            <p:nvPr/>
          </p:nvSpPr>
          <p:spPr>
            <a:xfrm>
              <a:off x="3395715" y="2340000"/>
              <a:ext cx="20983" cy="8127"/>
            </a:xfrm>
            <a:custGeom>
              <a:avLst/>
              <a:gdLst/>
              <a:ahLst/>
              <a:cxnLst/>
              <a:rect l="0" t="0" r="0" b="0"/>
              <a:pathLst>
                <a:path w="20983" h="8127">
                  <a:moveTo>
                    <a:pt x="20983" y="8127"/>
                  </a:moveTo>
                  <a:lnTo>
                    <a:pt x="0" y="0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l337"/>
            <p:cNvSpPr/>
            <p:nvPr/>
          </p:nvSpPr>
          <p:spPr>
            <a:xfrm>
              <a:off x="3784835" y="891129"/>
              <a:ext cx="33000" cy="18832"/>
            </a:xfrm>
            <a:custGeom>
              <a:avLst/>
              <a:gdLst/>
              <a:ahLst/>
              <a:cxnLst/>
              <a:rect l="0" t="0" r="0" b="0"/>
              <a:pathLst>
                <a:path w="33000" h="18832">
                  <a:moveTo>
                    <a:pt x="33000" y="18832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l338"/>
            <p:cNvSpPr/>
            <p:nvPr/>
          </p:nvSpPr>
          <p:spPr>
            <a:xfrm>
              <a:off x="2334851" y="3037145"/>
              <a:ext cx="3082" cy="17680"/>
            </a:xfrm>
            <a:custGeom>
              <a:avLst/>
              <a:gdLst/>
              <a:ahLst/>
              <a:cxnLst/>
              <a:rect l="0" t="0" r="0" b="0"/>
              <a:pathLst>
                <a:path w="3082" h="17680">
                  <a:moveTo>
                    <a:pt x="0" y="0"/>
                  </a:moveTo>
                  <a:lnTo>
                    <a:pt x="3082" y="1768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l339"/>
            <p:cNvSpPr/>
            <p:nvPr/>
          </p:nvSpPr>
          <p:spPr>
            <a:xfrm>
              <a:off x="3530197" y="2459223"/>
              <a:ext cx="40704" cy="17402"/>
            </a:xfrm>
            <a:custGeom>
              <a:avLst/>
              <a:gdLst/>
              <a:ahLst/>
              <a:cxnLst/>
              <a:rect l="0" t="0" r="0" b="0"/>
              <a:pathLst>
                <a:path w="40704" h="17402">
                  <a:moveTo>
                    <a:pt x="40704" y="0"/>
                  </a:moveTo>
                  <a:lnTo>
                    <a:pt x="0" y="17402"/>
                  </a:lnTo>
                </a:path>
              </a:pathLst>
            </a:custGeom>
            <a:ln w="58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l340"/>
            <p:cNvSpPr/>
            <p:nvPr/>
          </p:nvSpPr>
          <p:spPr>
            <a:xfrm>
              <a:off x="3570902" y="2453396"/>
              <a:ext cx="57561" cy="5827"/>
            </a:xfrm>
            <a:custGeom>
              <a:avLst/>
              <a:gdLst/>
              <a:ahLst/>
              <a:cxnLst/>
              <a:rect l="0" t="0" r="0" b="0"/>
              <a:pathLst>
                <a:path w="57561" h="5827">
                  <a:moveTo>
                    <a:pt x="0" y="5827"/>
                  </a:moveTo>
                  <a:lnTo>
                    <a:pt x="57561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l341"/>
            <p:cNvSpPr/>
            <p:nvPr/>
          </p:nvSpPr>
          <p:spPr>
            <a:xfrm>
              <a:off x="3570902" y="2448823"/>
              <a:ext cx="7941" cy="10399"/>
            </a:xfrm>
            <a:custGeom>
              <a:avLst/>
              <a:gdLst/>
              <a:ahLst/>
              <a:cxnLst/>
              <a:rect l="0" t="0" r="0" b="0"/>
              <a:pathLst>
                <a:path w="7941" h="10399">
                  <a:moveTo>
                    <a:pt x="0" y="10399"/>
                  </a:moveTo>
                  <a:lnTo>
                    <a:pt x="7941" y="0"/>
                  </a:lnTo>
                </a:path>
              </a:pathLst>
            </a:custGeom>
            <a:ln w="57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l342"/>
            <p:cNvSpPr/>
            <p:nvPr/>
          </p:nvSpPr>
          <p:spPr>
            <a:xfrm>
              <a:off x="3570902" y="2446391"/>
              <a:ext cx="13675" cy="12831"/>
            </a:xfrm>
            <a:custGeom>
              <a:avLst/>
              <a:gdLst/>
              <a:ahLst/>
              <a:cxnLst/>
              <a:rect l="0" t="0" r="0" b="0"/>
              <a:pathLst>
                <a:path w="13675" h="12831">
                  <a:moveTo>
                    <a:pt x="0" y="12831"/>
                  </a:moveTo>
                  <a:lnTo>
                    <a:pt x="13675" y="0"/>
                  </a:lnTo>
                </a:path>
              </a:pathLst>
            </a:custGeom>
            <a:ln w="56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l343"/>
            <p:cNvSpPr/>
            <p:nvPr/>
          </p:nvSpPr>
          <p:spPr>
            <a:xfrm>
              <a:off x="3520411" y="2556721"/>
              <a:ext cx="19166" cy="362"/>
            </a:xfrm>
            <a:custGeom>
              <a:avLst/>
              <a:gdLst/>
              <a:ahLst/>
              <a:cxnLst/>
              <a:rect l="0" t="0" r="0" b="0"/>
              <a:pathLst>
                <a:path w="19166" h="362">
                  <a:moveTo>
                    <a:pt x="0" y="362"/>
                  </a:moveTo>
                  <a:lnTo>
                    <a:pt x="19166" y="0"/>
                  </a:lnTo>
                </a:path>
              </a:pathLst>
            </a:custGeom>
            <a:ln w="579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l344"/>
            <p:cNvSpPr/>
            <p:nvPr/>
          </p:nvSpPr>
          <p:spPr>
            <a:xfrm>
              <a:off x="3496186" y="2557083"/>
              <a:ext cx="24225" cy="48921"/>
            </a:xfrm>
            <a:custGeom>
              <a:avLst/>
              <a:gdLst/>
              <a:ahLst/>
              <a:cxnLst/>
              <a:rect l="0" t="0" r="0" b="0"/>
              <a:pathLst>
                <a:path w="24225" h="48921">
                  <a:moveTo>
                    <a:pt x="24225" y="0"/>
                  </a:moveTo>
                  <a:lnTo>
                    <a:pt x="0" y="48921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l345"/>
            <p:cNvSpPr/>
            <p:nvPr/>
          </p:nvSpPr>
          <p:spPr>
            <a:xfrm>
              <a:off x="2578566" y="3568362"/>
              <a:ext cx="14925" cy="15673"/>
            </a:xfrm>
            <a:custGeom>
              <a:avLst/>
              <a:gdLst/>
              <a:ahLst/>
              <a:cxnLst/>
              <a:rect l="0" t="0" r="0" b="0"/>
              <a:pathLst>
                <a:path w="14925" h="15673">
                  <a:moveTo>
                    <a:pt x="14925" y="15673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l346"/>
            <p:cNvSpPr/>
            <p:nvPr/>
          </p:nvSpPr>
          <p:spPr>
            <a:xfrm>
              <a:off x="3421340" y="3057507"/>
              <a:ext cx="36981" cy="167026"/>
            </a:xfrm>
            <a:custGeom>
              <a:avLst/>
              <a:gdLst/>
              <a:ahLst/>
              <a:cxnLst/>
              <a:rect l="0" t="0" r="0" b="0"/>
              <a:pathLst>
                <a:path w="36981" h="167026">
                  <a:moveTo>
                    <a:pt x="0" y="167026"/>
                  </a:moveTo>
                  <a:lnTo>
                    <a:pt x="3698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l347"/>
            <p:cNvSpPr/>
            <p:nvPr/>
          </p:nvSpPr>
          <p:spPr>
            <a:xfrm>
              <a:off x="3854197" y="2160825"/>
              <a:ext cx="40543" cy="980"/>
            </a:xfrm>
            <a:custGeom>
              <a:avLst/>
              <a:gdLst/>
              <a:ahLst/>
              <a:cxnLst/>
              <a:rect l="0" t="0" r="0" b="0"/>
              <a:pathLst>
                <a:path w="40543" h="980">
                  <a:moveTo>
                    <a:pt x="0" y="980"/>
                  </a:moveTo>
                  <a:lnTo>
                    <a:pt x="40543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l348"/>
            <p:cNvSpPr/>
            <p:nvPr/>
          </p:nvSpPr>
          <p:spPr>
            <a:xfrm>
              <a:off x="3854197" y="2088481"/>
              <a:ext cx="60057" cy="73323"/>
            </a:xfrm>
            <a:custGeom>
              <a:avLst/>
              <a:gdLst/>
              <a:ahLst/>
              <a:cxnLst/>
              <a:rect l="0" t="0" r="0" b="0"/>
              <a:pathLst>
                <a:path w="60057" h="73323">
                  <a:moveTo>
                    <a:pt x="0" y="73323"/>
                  </a:moveTo>
                  <a:lnTo>
                    <a:pt x="60057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l349"/>
            <p:cNvSpPr/>
            <p:nvPr/>
          </p:nvSpPr>
          <p:spPr>
            <a:xfrm>
              <a:off x="3808177" y="2161805"/>
              <a:ext cx="46020" cy="15866"/>
            </a:xfrm>
            <a:custGeom>
              <a:avLst/>
              <a:gdLst/>
              <a:ahLst/>
              <a:cxnLst/>
              <a:rect l="0" t="0" r="0" b="0"/>
              <a:pathLst>
                <a:path w="46020" h="15866">
                  <a:moveTo>
                    <a:pt x="46020" y="0"/>
                  </a:moveTo>
                  <a:lnTo>
                    <a:pt x="0" y="15866"/>
                  </a:lnTo>
                </a:path>
              </a:pathLst>
            </a:custGeom>
            <a:ln w="554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l350"/>
            <p:cNvSpPr/>
            <p:nvPr/>
          </p:nvSpPr>
          <p:spPr>
            <a:xfrm>
              <a:off x="3854197" y="2121534"/>
              <a:ext cx="66331" cy="40271"/>
            </a:xfrm>
            <a:custGeom>
              <a:avLst/>
              <a:gdLst/>
              <a:ahLst/>
              <a:cxnLst/>
              <a:rect l="0" t="0" r="0" b="0"/>
              <a:pathLst>
                <a:path w="66331" h="40271">
                  <a:moveTo>
                    <a:pt x="0" y="40271"/>
                  </a:moveTo>
                  <a:lnTo>
                    <a:pt x="66331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l351"/>
            <p:cNvSpPr/>
            <p:nvPr/>
          </p:nvSpPr>
          <p:spPr>
            <a:xfrm>
              <a:off x="3854197" y="2132846"/>
              <a:ext cx="29061" cy="28959"/>
            </a:xfrm>
            <a:custGeom>
              <a:avLst/>
              <a:gdLst/>
              <a:ahLst/>
              <a:cxnLst/>
              <a:rect l="0" t="0" r="0" b="0"/>
              <a:pathLst>
                <a:path w="29061" h="28959">
                  <a:moveTo>
                    <a:pt x="0" y="28959"/>
                  </a:moveTo>
                  <a:lnTo>
                    <a:pt x="29061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l352"/>
            <p:cNvSpPr/>
            <p:nvPr/>
          </p:nvSpPr>
          <p:spPr>
            <a:xfrm>
              <a:off x="3854197" y="2145012"/>
              <a:ext cx="36972" cy="16793"/>
            </a:xfrm>
            <a:custGeom>
              <a:avLst/>
              <a:gdLst/>
              <a:ahLst/>
              <a:cxnLst/>
              <a:rect l="0" t="0" r="0" b="0"/>
              <a:pathLst>
                <a:path w="36972" h="16793">
                  <a:moveTo>
                    <a:pt x="0" y="16793"/>
                  </a:moveTo>
                  <a:lnTo>
                    <a:pt x="36972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l353"/>
            <p:cNvSpPr/>
            <p:nvPr/>
          </p:nvSpPr>
          <p:spPr>
            <a:xfrm>
              <a:off x="3854197" y="2136616"/>
              <a:ext cx="58667" cy="25189"/>
            </a:xfrm>
            <a:custGeom>
              <a:avLst/>
              <a:gdLst/>
              <a:ahLst/>
              <a:cxnLst/>
              <a:rect l="0" t="0" r="0" b="0"/>
              <a:pathLst>
                <a:path w="58667" h="25189">
                  <a:moveTo>
                    <a:pt x="0" y="25189"/>
                  </a:moveTo>
                  <a:lnTo>
                    <a:pt x="58667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l354"/>
            <p:cNvSpPr/>
            <p:nvPr/>
          </p:nvSpPr>
          <p:spPr>
            <a:xfrm>
              <a:off x="3424951" y="2458595"/>
              <a:ext cx="33639" cy="14951"/>
            </a:xfrm>
            <a:custGeom>
              <a:avLst/>
              <a:gdLst/>
              <a:ahLst/>
              <a:cxnLst/>
              <a:rect l="0" t="0" r="0" b="0"/>
              <a:pathLst>
                <a:path w="33639" h="14951">
                  <a:moveTo>
                    <a:pt x="33639" y="14951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l355"/>
            <p:cNvSpPr/>
            <p:nvPr/>
          </p:nvSpPr>
          <p:spPr>
            <a:xfrm>
              <a:off x="3423958" y="2450040"/>
              <a:ext cx="34631" cy="23505"/>
            </a:xfrm>
            <a:custGeom>
              <a:avLst/>
              <a:gdLst/>
              <a:ahLst/>
              <a:cxnLst/>
              <a:rect l="0" t="0" r="0" b="0"/>
              <a:pathLst>
                <a:path w="34631" h="23505">
                  <a:moveTo>
                    <a:pt x="34631" y="23505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l356"/>
            <p:cNvSpPr/>
            <p:nvPr/>
          </p:nvSpPr>
          <p:spPr>
            <a:xfrm>
              <a:off x="3406061" y="2459149"/>
              <a:ext cx="52529" cy="14397"/>
            </a:xfrm>
            <a:custGeom>
              <a:avLst/>
              <a:gdLst/>
              <a:ahLst/>
              <a:cxnLst/>
              <a:rect l="0" t="0" r="0" b="0"/>
              <a:pathLst>
                <a:path w="52529" h="14397">
                  <a:moveTo>
                    <a:pt x="52529" y="14397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l357"/>
            <p:cNvSpPr/>
            <p:nvPr/>
          </p:nvSpPr>
          <p:spPr>
            <a:xfrm>
              <a:off x="3808177" y="2101639"/>
              <a:ext cx="114400" cy="76032"/>
            </a:xfrm>
            <a:custGeom>
              <a:avLst/>
              <a:gdLst/>
              <a:ahLst/>
              <a:cxnLst/>
              <a:rect l="0" t="0" r="0" b="0"/>
              <a:pathLst>
                <a:path w="114400" h="76032">
                  <a:moveTo>
                    <a:pt x="114400" y="0"/>
                  </a:moveTo>
                  <a:lnTo>
                    <a:pt x="0" y="76032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l358"/>
            <p:cNvSpPr/>
            <p:nvPr/>
          </p:nvSpPr>
          <p:spPr>
            <a:xfrm>
              <a:off x="3922577" y="2015711"/>
              <a:ext cx="93692" cy="85927"/>
            </a:xfrm>
            <a:custGeom>
              <a:avLst/>
              <a:gdLst/>
              <a:ahLst/>
              <a:cxnLst/>
              <a:rect l="0" t="0" r="0" b="0"/>
              <a:pathLst>
                <a:path w="93692" h="85927">
                  <a:moveTo>
                    <a:pt x="0" y="85927"/>
                  </a:moveTo>
                  <a:lnTo>
                    <a:pt x="93692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l359"/>
            <p:cNvSpPr/>
            <p:nvPr/>
          </p:nvSpPr>
          <p:spPr>
            <a:xfrm>
              <a:off x="3678245" y="1960850"/>
              <a:ext cx="900" cy="105731"/>
            </a:xfrm>
            <a:custGeom>
              <a:avLst/>
              <a:gdLst/>
              <a:ahLst/>
              <a:cxnLst/>
              <a:rect l="0" t="0" r="0" b="0"/>
              <a:pathLst>
                <a:path w="900" h="105731">
                  <a:moveTo>
                    <a:pt x="0" y="0"/>
                  </a:moveTo>
                  <a:lnTo>
                    <a:pt x="900" y="105731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l360"/>
            <p:cNvSpPr/>
            <p:nvPr/>
          </p:nvSpPr>
          <p:spPr>
            <a:xfrm>
              <a:off x="3361265" y="2630661"/>
              <a:ext cx="117402" cy="29090"/>
            </a:xfrm>
            <a:custGeom>
              <a:avLst/>
              <a:gdLst/>
              <a:ahLst/>
              <a:cxnLst/>
              <a:rect l="0" t="0" r="0" b="0"/>
              <a:pathLst>
                <a:path w="117402" h="29090">
                  <a:moveTo>
                    <a:pt x="117402" y="0"/>
                  </a:moveTo>
                  <a:lnTo>
                    <a:pt x="0" y="2909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l361"/>
            <p:cNvSpPr/>
            <p:nvPr/>
          </p:nvSpPr>
          <p:spPr>
            <a:xfrm>
              <a:off x="3454088" y="2630661"/>
              <a:ext cx="24579" cy="31927"/>
            </a:xfrm>
            <a:custGeom>
              <a:avLst/>
              <a:gdLst/>
              <a:ahLst/>
              <a:cxnLst/>
              <a:rect l="0" t="0" r="0" b="0"/>
              <a:pathLst>
                <a:path w="24579" h="31927">
                  <a:moveTo>
                    <a:pt x="24579" y="0"/>
                  </a:moveTo>
                  <a:lnTo>
                    <a:pt x="0" y="31927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l362"/>
            <p:cNvSpPr/>
            <p:nvPr/>
          </p:nvSpPr>
          <p:spPr>
            <a:xfrm>
              <a:off x="4097193" y="3872288"/>
              <a:ext cx="5496" cy="14687"/>
            </a:xfrm>
            <a:custGeom>
              <a:avLst/>
              <a:gdLst/>
              <a:ahLst/>
              <a:cxnLst/>
              <a:rect l="0" t="0" r="0" b="0"/>
              <a:pathLst>
                <a:path w="5496" h="14687">
                  <a:moveTo>
                    <a:pt x="0" y="14687"/>
                  </a:moveTo>
                  <a:lnTo>
                    <a:pt x="5496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l363"/>
            <p:cNvSpPr/>
            <p:nvPr/>
          </p:nvSpPr>
          <p:spPr>
            <a:xfrm>
              <a:off x="3443599" y="2534691"/>
              <a:ext cx="22566" cy="13347"/>
            </a:xfrm>
            <a:custGeom>
              <a:avLst/>
              <a:gdLst/>
              <a:ahLst/>
              <a:cxnLst/>
              <a:rect l="0" t="0" r="0" b="0"/>
              <a:pathLst>
                <a:path w="22566" h="13347">
                  <a:moveTo>
                    <a:pt x="22566" y="0"/>
                  </a:moveTo>
                  <a:lnTo>
                    <a:pt x="0" y="13347"/>
                  </a:lnTo>
                </a:path>
              </a:pathLst>
            </a:custGeom>
            <a:ln w="55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l364"/>
            <p:cNvSpPr/>
            <p:nvPr/>
          </p:nvSpPr>
          <p:spPr>
            <a:xfrm>
              <a:off x="3431055" y="2534691"/>
              <a:ext cx="35110" cy="18506"/>
            </a:xfrm>
            <a:custGeom>
              <a:avLst/>
              <a:gdLst/>
              <a:ahLst/>
              <a:cxnLst/>
              <a:rect l="0" t="0" r="0" b="0"/>
              <a:pathLst>
                <a:path w="35110" h="18506">
                  <a:moveTo>
                    <a:pt x="35110" y="0"/>
                  </a:moveTo>
                  <a:lnTo>
                    <a:pt x="0" y="18506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l365"/>
            <p:cNvSpPr/>
            <p:nvPr/>
          </p:nvSpPr>
          <p:spPr>
            <a:xfrm>
              <a:off x="3789206" y="2009376"/>
              <a:ext cx="18970" cy="168295"/>
            </a:xfrm>
            <a:custGeom>
              <a:avLst/>
              <a:gdLst/>
              <a:ahLst/>
              <a:cxnLst/>
              <a:rect l="0" t="0" r="0" b="0"/>
              <a:pathLst>
                <a:path w="18970" h="168295">
                  <a:moveTo>
                    <a:pt x="0" y="0"/>
                  </a:moveTo>
                  <a:lnTo>
                    <a:pt x="18970" y="16829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l366"/>
            <p:cNvSpPr/>
            <p:nvPr/>
          </p:nvSpPr>
          <p:spPr>
            <a:xfrm>
              <a:off x="3789206" y="1953571"/>
              <a:ext cx="31358" cy="55804"/>
            </a:xfrm>
            <a:custGeom>
              <a:avLst/>
              <a:gdLst/>
              <a:ahLst/>
              <a:cxnLst/>
              <a:rect l="0" t="0" r="0" b="0"/>
              <a:pathLst>
                <a:path w="31358" h="55804">
                  <a:moveTo>
                    <a:pt x="0" y="55804"/>
                  </a:moveTo>
                  <a:lnTo>
                    <a:pt x="31358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l367"/>
            <p:cNvSpPr/>
            <p:nvPr/>
          </p:nvSpPr>
          <p:spPr>
            <a:xfrm>
              <a:off x="2154933" y="2807557"/>
              <a:ext cx="4541" cy="72003"/>
            </a:xfrm>
            <a:custGeom>
              <a:avLst/>
              <a:gdLst/>
              <a:ahLst/>
              <a:cxnLst/>
              <a:rect l="0" t="0" r="0" b="0"/>
              <a:pathLst>
                <a:path w="4541" h="72003">
                  <a:moveTo>
                    <a:pt x="0" y="72003"/>
                  </a:moveTo>
                  <a:lnTo>
                    <a:pt x="454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l368"/>
            <p:cNvSpPr/>
            <p:nvPr/>
          </p:nvSpPr>
          <p:spPr>
            <a:xfrm>
              <a:off x="2103255" y="2810470"/>
              <a:ext cx="51677" cy="69090"/>
            </a:xfrm>
            <a:custGeom>
              <a:avLst/>
              <a:gdLst/>
              <a:ahLst/>
              <a:cxnLst/>
              <a:rect l="0" t="0" r="0" b="0"/>
              <a:pathLst>
                <a:path w="51677" h="69090">
                  <a:moveTo>
                    <a:pt x="51677" y="69090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l369"/>
            <p:cNvSpPr/>
            <p:nvPr/>
          </p:nvSpPr>
          <p:spPr>
            <a:xfrm>
              <a:off x="3255143" y="2659751"/>
              <a:ext cx="106121" cy="20790"/>
            </a:xfrm>
            <a:custGeom>
              <a:avLst/>
              <a:gdLst/>
              <a:ahLst/>
              <a:cxnLst/>
              <a:rect l="0" t="0" r="0" b="0"/>
              <a:pathLst>
                <a:path w="106121" h="20790">
                  <a:moveTo>
                    <a:pt x="0" y="20790"/>
                  </a:moveTo>
                  <a:lnTo>
                    <a:pt x="106121" y="0"/>
                  </a:lnTo>
                </a:path>
              </a:pathLst>
            </a:custGeom>
            <a:ln w="544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l370"/>
            <p:cNvSpPr/>
            <p:nvPr/>
          </p:nvSpPr>
          <p:spPr>
            <a:xfrm>
              <a:off x="3186933" y="2680541"/>
              <a:ext cx="68210" cy="23376"/>
            </a:xfrm>
            <a:custGeom>
              <a:avLst/>
              <a:gdLst/>
              <a:ahLst/>
              <a:cxnLst/>
              <a:rect l="0" t="0" r="0" b="0"/>
              <a:pathLst>
                <a:path w="68210" h="23376">
                  <a:moveTo>
                    <a:pt x="68210" y="0"/>
                  </a:moveTo>
                  <a:lnTo>
                    <a:pt x="0" y="23376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l371"/>
            <p:cNvSpPr/>
            <p:nvPr/>
          </p:nvSpPr>
          <p:spPr>
            <a:xfrm>
              <a:off x="3539578" y="2550125"/>
              <a:ext cx="5411" cy="6595"/>
            </a:xfrm>
            <a:custGeom>
              <a:avLst/>
              <a:gdLst/>
              <a:ahLst/>
              <a:cxnLst/>
              <a:rect l="0" t="0" r="0" b="0"/>
              <a:pathLst>
                <a:path w="5411" h="6595">
                  <a:moveTo>
                    <a:pt x="5411" y="0"/>
                  </a:moveTo>
                  <a:lnTo>
                    <a:pt x="0" y="6595"/>
                  </a:lnTo>
                </a:path>
              </a:pathLst>
            </a:custGeom>
            <a:ln w="591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l372"/>
            <p:cNvSpPr/>
            <p:nvPr/>
          </p:nvSpPr>
          <p:spPr>
            <a:xfrm>
              <a:off x="3544990" y="2550125"/>
              <a:ext cx="51823" cy="59085"/>
            </a:xfrm>
            <a:custGeom>
              <a:avLst/>
              <a:gdLst/>
              <a:ahLst/>
              <a:cxnLst/>
              <a:rect l="0" t="0" r="0" b="0"/>
              <a:pathLst>
                <a:path w="51823" h="59085">
                  <a:moveTo>
                    <a:pt x="0" y="0"/>
                  </a:moveTo>
                  <a:lnTo>
                    <a:pt x="51823" y="59085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l373"/>
            <p:cNvSpPr/>
            <p:nvPr/>
          </p:nvSpPr>
          <p:spPr>
            <a:xfrm>
              <a:off x="3431040" y="2177671"/>
              <a:ext cx="377137" cy="48100"/>
            </a:xfrm>
            <a:custGeom>
              <a:avLst/>
              <a:gdLst/>
              <a:ahLst/>
              <a:cxnLst/>
              <a:rect l="0" t="0" r="0" b="0"/>
              <a:pathLst>
                <a:path w="377137" h="48100">
                  <a:moveTo>
                    <a:pt x="0" y="48100"/>
                  </a:moveTo>
                  <a:lnTo>
                    <a:pt x="377137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l374"/>
            <p:cNvSpPr/>
            <p:nvPr/>
          </p:nvSpPr>
          <p:spPr>
            <a:xfrm>
              <a:off x="3341092" y="2108214"/>
              <a:ext cx="89947" cy="117557"/>
            </a:xfrm>
            <a:custGeom>
              <a:avLst/>
              <a:gdLst/>
              <a:ahLst/>
              <a:cxnLst/>
              <a:rect l="0" t="0" r="0" b="0"/>
              <a:pathLst>
                <a:path w="89947" h="117557">
                  <a:moveTo>
                    <a:pt x="89947" y="117557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l375"/>
            <p:cNvSpPr/>
            <p:nvPr/>
          </p:nvSpPr>
          <p:spPr>
            <a:xfrm>
              <a:off x="3530197" y="2473265"/>
              <a:ext cx="10827" cy="3360"/>
            </a:xfrm>
            <a:custGeom>
              <a:avLst/>
              <a:gdLst/>
              <a:ahLst/>
              <a:cxnLst/>
              <a:rect l="0" t="0" r="0" b="0"/>
              <a:pathLst>
                <a:path w="10827" h="3360">
                  <a:moveTo>
                    <a:pt x="10827" y="0"/>
                  </a:moveTo>
                  <a:lnTo>
                    <a:pt x="0" y="3360"/>
                  </a:lnTo>
                </a:path>
              </a:pathLst>
            </a:custGeom>
            <a:ln w="57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l376"/>
            <p:cNvSpPr/>
            <p:nvPr/>
          </p:nvSpPr>
          <p:spPr>
            <a:xfrm>
              <a:off x="3941580" y="2439363"/>
              <a:ext cx="94367" cy="26058"/>
            </a:xfrm>
            <a:custGeom>
              <a:avLst/>
              <a:gdLst/>
              <a:ahLst/>
              <a:cxnLst/>
              <a:rect l="0" t="0" r="0" b="0"/>
              <a:pathLst>
                <a:path w="94367" h="26058">
                  <a:moveTo>
                    <a:pt x="0" y="0"/>
                  </a:moveTo>
                  <a:lnTo>
                    <a:pt x="94367" y="26058"/>
                  </a:lnTo>
                </a:path>
              </a:pathLst>
            </a:custGeom>
            <a:ln w="544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l377"/>
            <p:cNvSpPr/>
            <p:nvPr/>
          </p:nvSpPr>
          <p:spPr>
            <a:xfrm>
              <a:off x="3808177" y="2177671"/>
              <a:ext cx="133403" cy="261692"/>
            </a:xfrm>
            <a:custGeom>
              <a:avLst/>
              <a:gdLst/>
              <a:ahLst/>
              <a:cxnLst/>
              <a:rect l="0" t="0" r="0" b="0"/>
              <a:pathLst>
                <a:path w="133403" h="261692">
                  <a:moveTo>
                    <a:pt x="133403" y="261692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l378"/>
            <p:cNvSpPr/>
            <p:nvPr/>
          </p:nvSpPr>
          <p:spPr>
            <a:xfrm>
              <a:off x="3941580" y="2382614"/>
              <a:ext cx="123183" cy="56749"/>
            </a:xfrm>
            <a:custGeom>
              <a:avLst/>
              <a:gdLst/>
              <a:ahLst/>
              <a:cxnLst/>
              <a:rect l="0" t="0" r="0" b="0"/>
              <a:pathLst>
                <a:path w="123183" h="56749">
                  <a:moveTo>
                    <a:pt x="0" y="56749"/>
                  </a:moveTo>
                  <a:lnTo>
                    <a:pt x="123183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l379"/>
            <p:cNvSpPr/>
            <p:nvPr/>
          </p:nvSpPr>
          <p:spPr>
            <a:xfrm>
              <a:off x="3941580" y="2439363"/>
              <a:ext cx="125408" cy="24579"/>
            </a:xfrm>
            <a:custGeom>
              <a:avLst/>
              <a:gdLst/>
              <a:ahLst/>
              <a:cxnLst/>
              <a:rect l="0" t="0" r="0" b="0"/>
              <a:pathLst>
                <a:path w="125408" h="24579">
                  <a:moveTo>
                    <a:pt x="0" y="0"/>
                  </a:moveTo>
                  <a:lnTo>
                    <a:pt x="125408" y="24579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l380"/>
            <p:cNvSpPr/>
            <p:nvPr/>
          </p:nvSpPr>
          <p:spPr>
            <a:xfrm>
              <a:off x="3553754" y="2720018"/>
              <a:ext cx="2530" cy="45838"/>
            </a:xfrm>
            <a:custGeom>
              <a:avLst/>
              <a:gdLst/>
              <a:ahLst/>
              <a:cxnLst/>
              <a:rect l="0" t="0" r="0" b="0"/>
              <a:pathLst>
                <a:path w="2530" h="45838">
                  <a:moveTo>
                    <a:pt x="0" y="0"/>
                  </a:moveTo>
                  <a:lnTo>
                    <a:pt x="2530" y="45838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l381"/>
            <p:cNvSpPr/>
            <p:nvPr/>
          </p:nvSpPr>
          <p:spPr>
            <a:xfrm>
              <a:off x="3553754" y="2720018"/>
              <a:ext cx="1515" cy="14817"/>
            </a:xfrm>
            <a:custGeom>
              <a:avLst/>
              <a:gdLst/>
              <a:ahLst/>
              <a:cxnLst/>
              <a:rect l="0" t="0" r="0" b="0"/>
              <a:pathLst>
                <a:path w="1515" h="14817">
                  <a:moveTo>
                    <a:pt x="0" y="0"/>
                  </a:moveTo>
                  <a:lnTo>
                    <a:pt x="1515" y="14817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l382"/>
            <p:cNvSpPr/>
            <p:nvPr/>
          </p:nvSpPr>
          <p:spPr>
            <a:xfrm>
              <a:off x="3460381" y="2568493"/>
              <a:ext cx="9461" cy="33392"/>
            </a:xfrm>
            <a:custGeom>
              <a:avLst/>
              <a:gdLst/>
              <a:ahLst/>
              <a:cxnLst/>
              <a:rect l="0" t="0" r="0" b="0"/>
              <a:pathLst>
                <a:path w="9461" h="33392">
                  <a:moveTo>
                    <a:pt x="9461" y="0"/>
                  </a:moveTo>
                  <a:lnTo>
                    <a:pt x="0" y="33392"/>
                  </a:lnTo>
                </a:path>
              </a:pathLst>
            </a:custGeom>
            <a:ln w="57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l383"/>
            <p:cNvSpPr/>
            <p:nvPr/>
          </p:nvSpPr>
          <p:spPr>
            <a:xfrm>
              <a:off x="3291441" y="2547914"/>
              <a:ext cx="147210" cy="74333"/>
            </a:xfrm>
            <a:custGeom>
              <a:avLst/>
              <a:gdLst/>
              <a:ahLst/>
              <a:cxnLst/>
              <a:rect l="0" t="0" r="0" b="0"/>
              <a:pathLst>
                <a:path w="147210" h="74333">
                  <a:moveTo>
                    <a:pt x="147210" y="0"/>
                  </a:moveTo>
                  <a:lnTo>
                    <a:pt x="0" y="74333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l384"/>
            <p:cNvSpPr/>
            <p:nvPr/>
          </p:nvSpPr>
          <p:spPr>
            <a:xfrm>
              <a:off x="3808177" y="1979916"/>
              <a:ext cx="235557" cy="197755"/>
            </a:xfrm>
            <a:custGeom>
              <a:avLst/>
              <a:gdLst/>
              <a:ahLst/>
              <a:cxnLst/>
              <a:rect l="0" t="0" r="0" b="0"/>
              <a:pathLst>
                <a:path w="235557" h="197755">
                  <a:moveTo>
                    <a:pt x="235557" y="0"/>
                  </a:moveTo>
                  <a:lnTo>
                    <a:pt x="0" y="19775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l385"/>
            <p:cNvSpPr/>
            <p:nvPr/>
          </p:nvSpPr>
          <p:spPr>
            <a:xfrm>
              <a:off x="3173738" y="2502326"/>
              <a:ext cx="265429" cy="10519"/>
            </a:xfrm>
            <a:custGeom>
              <a:avLst/>
              <a:gdLst/>
              <a:ahLst/>
              <a:cxnLst/>
              <a:rect l="0" t="0" r="0" b="0"/>
              <a:pathLst>
                <a:path w="265429" h="10519">
                  <a:moveTo>
                    <a:pt x="0" y="10519"/>
                  </a:moveTo>
                  <a:lnTo>
                    <a:pt x="265429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l386"/>
            <p:cNvSpPr/>
            <p:nvPr/>
          </p:nvSpPr>
          <p:spPr>
            <a:xfrm>
              <a:off x="3754749" y="1679184"/>
              <a:ext cx="36406" cy="110545"/>
            </a:xfrm>
            <a:custGeom>
              <a:avLst/>
              <a:gdLst/>
              <a:ahLst/>
              <a:cxnLst/>
              <a:rect l="0" t="0" r="0" b="0"/>
              <a:pathLst>
                <a:path w="36406" h="110545">
                  <a:moveTo>
                    <a:pt x="36406" y="0"/>
                  </a:moveTo>
                  <a:lnTo>
                    <a:pt x="0" y="11054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l387"/>
            <p:cNvSpPr/>
            <p:nvPr/>
          </p:nvSpPr>
          <p:spPr>
            <a:xfrm>
              <a:off x="3791155" y="1573707"/>
              <a:ext cx="16452" cy="105477"/>
            </a:xfrm>
            <a:custGeom>
              <a:avLst/>
              <a:gdLst/>
              <a:ahLst/>
              <a:cxnLst/>
              <a:rect l="0" t="0" r="0" b="0"/>
              <a:pathLst>
                <a:path w="16452" h="105477">
                  <a:moveTo>
                    <a:pt x="0" y="105477"/>
                  </a:moveTo>
                  <a:lnTo>
                    <a:pt x="16452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l388"/>
            <p:cNvSpPr/>
            <p:nvPr/>
          </p:nvSpPr>
          <p:spPr>
            <a:xfrm>
              <a:off x="3790274" y="1647595"/>
              <a:ext cx="881" cy="31589"/>
            </a:xfrm>
            <a:custGeom>
              <a:avLst/>
              <a:gdLst/>
              <a:ahLst/>
              <a:cxnLst/>
              <a:rect l="0" t="0" r="0" b="0"/>
              <a:pathLst>
                <a:path w="881" h="31589">
                  <a:moveTo>
                    <a:pt x="881" y="31589"/>
                  </a:moveTo>
                  <a:lnTo>
                    <a:pt x="0" y="0"/>
                  </a:lnTo>
                </a:path>
              </a:pathLst>
            </a:custGeom>
            <a:ln w="543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l389"/>
            <p:cNvSpPr/>
            <p:nvPr/>
          </p:nvSpPr>
          <p:spPr>
            <a:xfrm>
              <a:off x="3770573" y="1679184"/>
              <a:ext cx="20582" cy="104281"/>
            </a:xfrm>
            <a:custGeom>
              <a:avLst/>
              <a:gdLst/>
              <a:ahLst/>
              <a:cxnLst/>
              <a:rect l="0" t="0" r="0" b="0"/>
              <a:pathLst>
                <a:path w="20582" h="104281">
                  <a:moveTo>
                    <a:pt x="20582" y="0"/>
                  </a:moveTo>
                  <a:lnTo>
                    <a:pt x="0" y="104281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l390"/>
            <p:cNvSpPr/>
            <p:nvPr/>
          </p:nvSpPr>
          <p:spPr>
            <a:xfrm>
              <a:off x="3361265" y="2641265"/>
              <a:ext cx="23243" cy="18485"/>
            </a:xfrm>
            <a:custGeom>
              <a:avLst/>
              <a:gdLst/>
              <a:ahLst/>
              <a:cxnLst/>
              <a:rect l="0" t="0" r="0" b="0"/>
              <a:pathLst>
                <a:path w="23243" h="18485">
                  <a:moveTo>
                    <a:pt x="23243" y="0"/>
                  </a:moveTo>
                  <a:lnTo>
                    <a:pt x="0" y="18485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l391"/>
            <p:cNvSpPr/>
            <p:nvPr/>
          </p:nvSpPr>
          <p:spPr>
            <a:xfrm>
              <a:off x="3307920" y="2641265"/>
              <a:ext cx="76588" cy="26546"/>
            </a:xfrm>
            <a:custGeom>
              <a:avLst/>
              <a:gdLst/>
              <a:ahLst/>
              <a:cxnLst/>
              <a:rect l="0" t="0" r="0" b="0"/>
              <a:pathLst>
                <a:path w="76588" h="26546">
                  <a:moveTo>
                    <a:pt x="76588" y="0"/>
                  </a:moveTo>
                  <a:lnTo>
                    <a:pt x="0" y="26546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l392"/>
            <p:cNvSpPr/>
            <p:nvPr/>
          </p:nvSpPr>
          <p:spPr>
            <a:xfrm>
              <a:off x="3316409" y="2641265"/>
              <a:ext cx="68099" cy="38233"/>
            </a:xfrm>
            <a:custGeom>
              <a:avLst/>
              <a:gdLst/>
              <a:ahLst/>
              <a:cxnLst/>
              <a:rect l="0" t="0" r="0" b="0"/>
              <a:pathLst>
                <a:path w="68099" h="38233">
                  <a:moveTo>
                    <a:pt x="68099" y="0"/>
                  </a:moveTo>
                  <a:lnTo>
                    <a:pt x="0" y="38233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l393"/>
            <p:cNvSpPr/>
            <p:nvPr/>
          </p:nvSpPr>
          <p:spPr>
            <a:xfrm>
              <a:off x="3485714" y="2066582"/>
              <a:ext cx="193431" cy="88287"/>
            </a:xfrm>
            <a:custGeom>
              <a:avLst/>
              <a:gdLst/>
              <a:ahLst/>
              <a:cxnLst/>
              <a:rect l="0" t="0" r="0" b="0"/>
              <a:pathLst>
                <a:path w="193431" h="88287">
                  <a:moveTo>
                    <a:pt x="0" y="88287"/>
                  </a:moveTo>
                  <a:lnTo>
                    <a:pt x="193431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l394"/>
            <p:cNvSpPr/>
            <p:nvPr/>
          </p:nvSpPr>
          <p:spPr>
            <a:xfrm>
              <a:off x="3446599" y="2063251"/>
              <a:ext cx="39114" cy="91617"/>
            </a:xfrm>
            <a:custGeom>
              <a:avLst/>
              <a:gdLst/>
              <a:ahLst/>
              <a:cxnLst/>
              <a:rect l="0" t="0" r="0" b="0"/>
              <a:pathLst>
                <a:path w="39114" h="91617">
                  <a:moveTo>
                    <a:pt x="39114" y="91617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l395"/>
            <p:cNvSpPr/>
            <p:nvPr/>
          </p:nvSpPr>
          <p:spPr>
            <a:xfrm>
              <a:off x="4101522" y="2263920"/>
              <a:ext cx="98733" cy="27244"/>
            </a:xfrm>
            <a:custGeom>
              <a:avLst/>
              <a:gdLst/>
              <a:ahLst/>
              <a:cxnLst/>
              <a:rect l="0" t="0" r="0" b="0"/>
              <a:pathLst>
                <a:path w="98733" h="27244">
                  <a:moveTo>
                    <a:pt x="98733" y="27244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l396"/>
            <p:cNvSpPr/>
            <p:nvPr/>
          </p:nvSpPr>
          <p:spPr>
            <a:xfrm>
              <a:off x="4159432" y="2291164"/>
              <a:ext cx="40824" cy="21182"/>
            </a:xfrm>
            <a:custGeom>
              <a:avLst/>
              <a:gdLst/>
              <a:ahLst/>
              <a:cxnLst/>
              <a:rect l="0" t="0" r="0" b="0"/>
              <a:pathLst>
                <a:path w="40824" h="21182">
                  <a:moveTo>
                    <a:pt x="40824" y="0"/>
                  </a:moveTo>
                  <a:lnTo>
                    <a:pt x="0" y="21182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l397"/>
            <p:cNvSpPr/>
            <p:nvPr/>
          </p:nvSpPr>
          <p:spPr>
            <a:xfrm>
              <a:off x="3560695" y="2569917"/>
              <a:ext cx="10751" cy="7877"/>
            </a:xfrm>
            <a:custGeom>
              <a:avLst/>
              <a:gdLst/>
              <a:ahLst/>
              <a:cxnLst/>
              <a:rect l="0" t="0" r="0" b="0"/>
              <a:pathLst>
                <a:path w="10751" h="7877">
                  <a:moveTo>
                    <a:pt x="0" y="0"/>
                  </a:moveTo>
                  <a:lnTo>
                    <a:pt x="10751" y="7877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l398"/>
            <p:cNvSpPr/>
            <p:nvPr/>
          </p:nvSpPr>
          <p:spPr>
            <a:xfrm>
              <a:off x="3508614" y="2468400"/>
              <a:ext cx="21583" cy="8225"/>
            </a:xfrm>
            <a:custGeom>
              <a:avLst/>
              <a:gdLst/>
              <a:ahLst/>
              <a:cxnLst/>
              <a:rect l="0" t="0" r="0" b="0"/>
              <a:pathLst>
                <a:path w="21583" h="8225">
                  <a:moveTo>
                    <a:pt x="0" y="0"/>
                  </a:moveTo>
                  <a:lnTo>
                    <a:pt x="21583" y="8225"/>
                  </a:lnTo>
                </a:path>
              </a:pathLst>
            </a:custGeom>
            <a:ln w="67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l399"/>
            <p:cNvSpPr/>
            <p:nvPr/>
          </p:nvSpPr>
          <p:spPr>
            <a:xfrm>
              <a:off x="3643050" y="2911424"/>
              <a:ext cx="32363" cy="105635"/>
            </a:xfrm>
            <a:custGeom>
              <a:avLst/>
              <a:gdLst/>
              <a:ahLst/>
              <a:cxnLst/>
              <a:rect l="0" t="0" r="0" b="0"/>
              <a:pathLst>
                <a:path w="32363" h="105635">
                  <a:moveTo>
                    <a:pt x="32363" y="105635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l400"/>
            <p:cNvSpPr/>
            <p:nvPr/>
          </p:nvSpPr>
          <p:spPr>
            <a:xfrm>
              <a:off x="3675413" y="3017060"/>
              <a:ext cx="7841" cy="55758"/>
            </a:xfrm>
            <a:custGeom>
              <a:avLst/>
              <a:gdLst/>
              <a:ahLst/>
              <a:cxnLst/>
              <a:rect l="0" t="0" r="0" b="0"/>
              <a:pathLst>
                <a:path w="7841" h="55758">
                  <a:moveTo>
                    <a:pt x="0" y="0"/>
                  </a:moveTo>
                  <a:lnTo>
                    <a:pt x="7841" y="55758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l401"/>
            <p:cNvSpPr/>
            <p:nvPr/>
          </p:nvSpPr>
          <p:spPr>
            <a:xfrm>
              <a:off x="3675413" y="3017060"/>
              <a:ext cx="24754" cy="57772"/>
            </a:xfrm>
            <a:custGeom>
              <a:avLst/>
              <a:gdLst/>
              <a:ahLst/>
              <a:cxnLst/>
              <a:rect l="0" t="0" r="0" b="0"/>
              <a:pathLst>
                <a:path w="24754" h="57772">
                  <a:moveTo>
                    <a:pt x="0" y="0"/>
                  </a:moveTo>
                  <a:lnTo>
                    <a:pt x="24754" y="57772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l402"/>
            <p:cNvSpPr/>
            <p:nvPr/>
          </p:nvSpPr>
          <p:spPr>
            <a:xfrm>
              <a:off x="3432865" y="2325919"/>
              <a:ext cx="3578" cy="6022"/>
            </a:xfrm>
            <a:custGeom>
              <a:avLst/>
              <a:gdLst/>
              <a:ahLst/>
              <a:cxnLst/>
              <a:rect l="0" t="0" r="0" b="0"/>
              <a:pathLst>
                <a:path w="3578" h="6022">
                  <a:moveTo>
                    <a:pt x="3578" y="0"/>
                  </a:moveTo>
                  <a:lnTo>
                    <a:pt x="0" y="6022"/>
                  </a:lnTo>
                </a:path>
              </a:pathLst>
            </a:custGeom>
            <a:ln w="93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l403"/>
            <p:cNvSpPr/>
            <p:nvPr/>
          </p:nvSpPr>
          <p:spPr>
            <a:xfrm>
              <a:off x="3539578" y="2556721"/>
              <a:ext cx="656" cy="14205"/>
            </a:xfrm>
            <a:custGeom>
              <a:avLst/>
              <a:gdLst/>
              <a:ahLst/>
              <a:cxnLst/>
              <a:rect l="0" t="0" r="0" b="0"/>
              <a:pathLst>
                <a:path w="656" h="14205">
                  <a:moveTo>
                    <a:pt x="656" y="14205"/>
                  </a:moveTo>
                  <a:lnTo>
                    <a:pt x="0" y="0"/>
                  </a:lnTo>
                </a:path>
              </a:pathLst>
            </a:custGeom>
            <a:ln w="598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l404"/>
            <p:cNvSpPr/>
            <p:nvPr/>
          </p:nvSpPr>
          <p:spPr>
            <a:xfrm>
              <a:off x="3525323" y="2550673"/>
              <a:ext cx="14255" cy="6047"/>
            </a:xfrm>
            <a:custGeom>
              <a:avLst/>
              <a:gdLst/>
              <a:ahLst/>
              <a:cxnLst/>
              <a:rect l="0" t="0" r="0" b="0"/>
              <a:pathLst>
                <a:path w="14255" h="6047">
                  <a:moveTo>
                    <a:pt x="0" y="0"/>
                  </a:moveTo>
                  <a:lnTo>
                    <a:pt x="14255" y="6047"/>
                  </a:lnTo>
                </a:path>
              </a:pathLst>
            </a:custGeom>
            <a:ln w="61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l405"/>
            <p:cNvSpPr/>
            <p:nvPr/>
          </p:nvSpPr>
          <p:spPr>
            <a:xfrm>
              <a:off x="3491784" y="2550673"/>
              <a:ext cx="33539" cy="34712"/>
            </a:xfrm>
            <a:custGeom>
              <a:avLst/>
              <a:gdLst/>
              <a:ahLst/>
              <a:cxnLst/>
              <a:rect l="0" t="0" r="0" b="0"/>
              <a:pathLst>
                <a:path w="33539" h="34712">
                  <a:moveTo>
                    <a:pt x="33539" y="0"/>
                  </a:moveTo>
                  <a:lnTo>
                    <a:pt x="0" y="34712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l406"/>
            <p:cNvSpPr/>
            <p:nvPr/>
          </p:nvSpPr>
          <p:spPr>
            <a:xfrm>
              <a:off x="3525323" y="2550673"/>
              <a:ext cx="35064" cy="28941"/>
            </a:xfrm>
            <a:custGeom>
              <a:avLst/>
              <a:gdLst/>
              <a:ahLst/>
              <a:cxnLst/>
              <a:rect l="0" t="0" r="0" b="0"/>
              <a:pathLst>
                <a:path w="35064" h="28941">
                  <a:moveTo>
                    <a:pt x="0" y="0"/>
                  </a:moveTo>
                  <a:lnTo>
                    <a:pt x="35064" y="28941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l407"/>
            <p:cNvSpPr/>
            <p:nvPr/>
          </p:nvSpPr>
          <p:spPr>
            <a:xfrm>
              <a:off x="4139721" y="1798511"/>
              <a:ext cx="116318" cy="99889"/>
            </a:xfrm>
            <a:custGeom>
              <a:avLst/>
              <a:gdLst/>
              <a:ahLst/>
              <a:cxnLst/>
              <a:rect l="0" t="0" r="0" b="0"/>
              <a:pathLst>
                <a:path w="116318" h="99889">
                  <a:moveTo>
                    <a:pt x="0" y="99889"/>
                  </a:moveTo>
                  <a:lnTo>
                    <a:pt x="116318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l408"/>
            <p:cNvSpPr/>
            <p:nvPr/>
          </p:nvSpPr>
          <p:spPr>
            <a:xfrm>
              <a:off x="4043734" y="1898401"/>
              <a:ext cx="95987" cy="81515"/>
            </a:xfrm>
            <a:custGeom>
              <a:avLst/>
              <a:gdLst/>
              <a:ahLst/>
              <a:cxnLst/>
              <a:rect l="0" t="0" r="0" b="0"/>
              <a:pathLst>
                <a:path w="95987" h="81515">
                  <a:moveTo>
                    <a:pt x="95987" y="0"/>
                  </a:moveTo>
                  <a:lnTo>
                    <a:pt x="0" y="81515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l409"/>
            <p:cNvSpPr/>
            <p:nvPr/>
          </p:nvSpPr>
          <p:spPr>
            <a:xfrm>
              <a:off x="4139721" y="1818211"/>
              <a:ext cx="91783" cy="80189"/>
            </a:xfrm>
            <a:custGeom>
              <a:avLst/>
              <a:gdLst/>
              <a:ahLst/>
              <a:cxnLst/>
              <a:rect l="0" t="0" r="0" b="0"/>
              <a:pathLst>
                <a:path w="91783" h="80189">
                  <a:moveTo>
                    <a:pt x="0" y="80189"/>
                  </a:moveTo>
                  <a:lnTo>
                    <a:pt x="91783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l410"/>
            <p:cNvSpPr/>
            <p:nvPr/>
          </p:nvSpPr>
          <p:spPr>
            <a:xfrm>
              <a:off x="3336814" y="1135282"/>
              <a:ext cx="8437" cy="5878"/>
            </a:xfrm>
            <a:custGeom>
              <a:avLst/>
              <a:gdLst/>
              <a:ahLst/>
              <a:cxnLst/>
              <a:rect l="0" t="0" r="0" b="0"/>
              <a:pathLst>
                <a:path w="8437" h="5878">
                  <a:moveTo>
                    <a:pt x="0" y="0"/>
                  </a:moveTo>
                  <a:lnTo>
                    <a:pt x="8437" y="5878"/>
                  </a:lnTo>
                </a:path>
              </a:pathLst>
            </a:custGeom>
            <a:ln w="55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l411"/>
            <p:cNvSpPr/>
            <p:nvPr/>
          </p:nvSpPr>
          <p:spPr>
            <a:xfrm>
              <a:off x="3345252" y="1136507"/>
              <a:ext cx="15088" cy="4653"/>
            </a:xfrm>
            <a:custGeom>
              <a:avLst/>
              <a:gdLst/>
              <a:ahLst/>
              <a:cxnLst/>
              <a:rect l="0" t="0" r="0" b="0"/>
              <a:pathLst>
                <a:path w="15088" h="4653">
                  <a:moveTo>
                    <a:pt x="0" y="4653"/>
                  </a:moveTo>
                  <a:lnTo>
                    <a:pt x="15088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l412"/>
            <p:cNvSpPr/>
            <p:nvPr/>
          </p:nvSpPr>
          <p:spPr>
            <a:xfrm>
              <a:off x="4141341" y="2456843"/>
              <a:ext cx="124757" cy="25286"/>
            </a:xfrm>
            <a:custGeom>
              <a:avLst/>
              <a:gdLst/>
              <a:ahLst/>
              <a:cxnLst/>
              <a:rect l="0" t="0" r="0" b="0"/>
              <a:pathLst>
                <a:path w="124757" h="25286">
                  <a:moveTo>
                    <a:pt x="0" y="0"/>
                  </a:moveTo>
                  <a:lnTo>
                    <a:pt x="124757" y="25286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l413"/>
            <p:cNvSpPr/>
            <p:nvPr/>
          </p:nvSpPr>
          <p:spPr>
            <a:xfrm>
              <a:off x="3328214" y="2290698"/>
              <a:ext cx="15984" cy="14215"/>
            </a:xfrm>
            <a:custGeom>
              <a:avLst/>
              <a:gdLst/>
              <a:ahLst/>
              <a:cxnLst/>
              <a:rect l="0" t="0" r="0" b="0"/>
              <a:pathLst>
                <a:path w="15984" h="14215">
                  <a:moveTo>
                    <a:pt x="0" y="14215"/>
                  </a:moveTo>
                  <a:lnTo>
                    <a:pt x="15984" y="0"/>
                  </a:lnTo>
                </a:path>
              </a:pathLst>
            </a:custGeom>
            <a:ln w="93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l414"/>
            <p:cNvSpPr/>
            <p:nvPr/>
          </p:nvSpPr>
          <p:spPr>
            <a:xfrm>
              <a:off x="3320541" y="2302932"/>
              <a:ext cx="7673" cy="1980"/>
            </a:xfrm>
            <a:custGeom>
              <a:avLst/>
              <a:gdLst/>
              <a:ahLst/>
              <a:cxnLst/>
              <a:rect l="0" t="0" r="0" b="0"/>
              <a:pathLst>
                <a:path w="7673" h="1980">
                  <a:moveTo>
                    <a:pt x="7673" y="1980"/>
                  </a:moveTo>
                  <a:lnTo>
                    <a:pt x="0" y="0"/>
                  </a:lnTo>
                </a:path>
              </a:pathLst>
            </a:custGeom>
            <a:ln w="7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l415"/>
            <p:cNvSpPr/>
            <p:nvPr/>
          </p:nvSpPr>
          <p:spPr>
            <a:xfrm>
              <a:off x="3314311" y="2304913"/>
              <a:ext cx="13902" cy="3088"/>
            </a:xfrm>
            <a:custGeom>
              <a:avLst/>
              <a:gdLst/>
              <a:ahLst/>
              <a:cxnLst/>
              <a:rect l="0" t="0" r="0" b="0"/>
              <a:pathLst>
                <a:path w="13902" h="3088">
                  <a:moveTo>
                    <a:pt x="13902" y="0"/>
                  </a:moveTo>
                  <a:lnTo>
                    <a:pt x="0" y="3088"/>
                  </a:lnTo>
                </a:path>
              </a:pathLst>
            </a:custGeom>
            <a:ln w="60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l416"/>
            <p:cNvSpPr/>
            <p:nvPr/>
          </p:nvSpPr>
          <p:spPr>
            <a:xfrm>
              <a:off x="4576069" y="3204934"/>
              <a:ext cx="6015" cy="12504"/>
            </a:xfrm>
            <a:custGeom>
              <a:avLst/>
              <a:gdLst/>
              <a:ahLst/>
              <a:cxnLst/>
              <a:rect l="0" t="0" r="0" b="0"/>
              <a:pathLst>
                <a:path w="6015" h="12504">
                  <a:moveTo>
                    <a:pt x="6015" y="12504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l417"/>
            <p:cNvSpPr/>
            <p:nvPr/>
          </p:nvSpPr>
          <p:spPr>
            <a:xfrm>
              <a:off x="4582084" y="3217438"/>
              <a:ext cx="14860" cy="18893"/>
            </a:xfrm>
            <a:custGeom>
              <a:avLst/>
              <a:gdLst/>
              <a:ahLst/>
              <a:cxnLst/>
              <a:rect l="0" t="0" r="0" b="0"/>
              <a:pathLst>
                <a:path w="14860" h="18893">
                  <a:moveTo>
                    <a:pt x="0" y="0"/>
                  </a:moveTo>
                  <a:lnTo>
                    <a:pt x="14860" y="18893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l418"/>
            <p:cNvSpPr/>
            <p:nvPr/>
          </p:nvSpPr>
          <p:spPr>
            <a:xfrm>
              <a:off x="4582084" y="3214956"/>
              <a:ext cx="12351" cy="2482"/>
            </a:xfrm>
            <a:custGeom>
              <a:avLst/>
              <a:gdLst/>
              <a:ahLst/>
              <a:cxnLst/>
              <a:rect l="0" t="0" r="0" b="0"/>
              <a:pathLst>
                <a:path w="12351" h="2482">
                  <a:moveTo>
                    <a:pt x="0" y="2482"/>
                  </a:moveTo>
                  <a:lnTo>
                    <a:pt x="12351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l419"/>
            <p:cNvSpPr/>
            <p:nvPr/>
          </p:nvSpPr>
          <p:spPr>
            <a:xfrm>
              <a:off x="3617531" y="1716063"/>
              <a:ext cx="22912" cy="73099"/>
            </a:xfrm>
            <a:custGeom>
              <a:avLst/>
              <a:gdLst/>
              <a:ahLst/>
              <a:cxnLst/>
              <a:rect l="0" t="0" r="0" b="0"/>
              <a:pathLst>
                <a:path w="22912" h="73099">
                  <a:moveTo>
                    <a:pt x="22912" y="73099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l420"/>
            <p:cNvSpPr/>
            <p:nvPr/>
          </p:nvSpPr>
          <p:spPr>
            <a:xfrm>
              <a:off x="3629547" y="1755141"/>
              <a:ext cx="10896" cy="34021"/>
            </a:xfrm>
            <a:custGeom>
              <a:avLst/>
              <a:gdLst/>
              <a:ahLst/>
              <a:cxnLst/>
              <a:rect l="0" t="0" r="0" b="0"/>
              <a:pathLst>
                <a:path w="10896" h="34021">
                  <a:moveTo>
                    <a:pt x="10896" y="34021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l421"/>
            <p:cNvSpPr/>
            <p:nvPr/>
          </p:nvSpPr>
          <p:spPr>
            <a:xfrm>
              <a:off x="3613049" y="1681911"/>
              <a:ext cx="27394" cy="107251"/>
            </a:xfrm>
            <a:custGeom>
              <a:avLst/>
              <a:gdLst/>
              <a:ahLst/>
              <a:cxnLst/>
              <a:rect l="0" t="0" r="0" b="0"/>
              <a:pathLst>
                <a:path w="27394" h="107251">
                  <a:moveTo>
                    <a:pt x="27394" y="107251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l422"/>
            <p:cNvSpPr/>
            <p:nvPr/>
          </p:nvSpPr>
          <p:spPr>
            <a:xfrm>
              <a:off x="2138687" y="1883037"/>
              <a:ext cx="1777" cy="13837"/>
            </a:xfrm>
            <a:custGeom>
              <a:avLst/>
              <a:gdLst/>
              <a:ahLst/>
              <a:cxnLst/>
              <a:rect l="0" t="0" r="0" b="0"/>
              <a:pathLst>
                <a:path w="1777" h="13837">
                  <a:moveTo>
                    <a:pt x="1777" y="0"/>
                  </a:moveTo>
                  <a:lnTo>
                    <a:pt x="0" y="13837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l423"/>
            <p:cNvSpPr/>
            <p:nvPr/>
          </p:nvSpPr>
          <p:spPr>
            <a:xfrm>
              <a:off x="4100437" y="2204351"/>
              <a:ext cx="74697" cy="8718"/>
            </a:xfrm>
            <a:custGeom>
              <a:avLst/>
              <a:gdLst/>
              <a:ahLst/>
              <a:cxnLst/>
              <a:rect l="0" t="0" r="0" b="0"/>
              <a:pathLst>
                <a:path w="74697" h="8718">
                  <a:moveTo>
                    <a:pt x="74697" y="0"/>
                  </a:moveTo>
                  <a:lnTo>
                    <a:pt x="0" y="8718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l424"/>
            <p:cNvSpPr/>
            <p:nvPr/>
          </p:nvSpPr>
          <p:spPr>
            <a:xfrm>
              <a:off x="3678758" y="2032946"/>
              <a:ext cx="387" cy="33635"/>
            </a:xfrm>
            <a:custGeom>
              <a:avLst/>
              <a:gdLst/>
              <a:ahLst/>
              <a:cxnLst/>
              <a:rect l="0" t="0" r="0" b="0"/>
              <a:pathLst>
                <a:path w="387" h="33635">
                  <a:moveTo>
                    <a:pt x="0" y="0"/>
                  </a:moveTo>
                  <a:lnTo>
                    <a:pt x="387" y="33635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l425"/>
            <p:cNvSpPr/>
            <p:nvPr/>
          </p:nvSpPr>
          <p:spPr>
            <a:xfrm>
              <a:off x="3948033" y="1802546"/>
              <a:ext cx="9568" cy="7616"/>
            </a:xfrm>
            <a:custGeom>
              <a:avLst/>
              <a:gdLst/>
              <a:ahLst/>
              <a:cxnLst/>
              <a:rect l="0" t="0" r="0" b="0"/>
              <a:pathLst>
                <a:path w="9568" h="7616">
                  <a:moveTo>
                    <a:pt x="0" y="7616"/>
                  </a:moveTo>
                  <a:lnTo>
                    <a:pt x="9568" y="0"/>
                  </a:lnTo>
                </a:path>
              </a:pathLst>
            </a:custGeom>
            <a:ln w="60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l426"/>
            <p:cNvSpPr/>
            <p:nvPr/>
          </p:nvSpPr>
          <p:spPr>
            <a:xfrm>
              <a:off x="3948033" y="1790950"/>
              <a:ext cx="22829" cy="19213"/>
            </a:xfrm>
            <a:custGeom>
              <a:avLst/>
              <a:gdLst/>
              <a:ahLst/>
              <a:cxnLst/>
              <a:rect l="0" t="0" r="0" b="0"/>
              <a:pathLst>
                <a:path w="22829" h="19213">
                  <a:moveTo>
                    <a:pt x="0" y="19213"/>
                  </a:moveTo>
                  <a:lnTo>
                    <a:pt x="22829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l427"/>
            <p:cNvSpPr/>
            <p:nvPr/>
          </p:nvSpPr>
          <p:spPr>
            <a:xfrm>
              <a:off x="3948033" y="1797556"/>
              <a:ext cx="14892" cy="12607"/>
            </a:xfrm>
            <a:custGeom>
              <a:avLst/>
              <a:gdLst/>
              <a:ahLst/>
              <a:cxnLst/>
              <a:rect l="0" t="0" r="0" b="0"/>
              <a:pathLst>
                <a:path w="14892" h="12607">
                  <a:moveTo>
                    <a:pt x="0" y="12607"/>
                  </a:moveTo>
                  <a:lnTo>
                    <a:pt x="14892" y="0"/>
                  </a:lnTo>
                </a:path>
              </a:pathLst>
            </a:custGeom>
            <a:ln w="56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l428"/>
            <p:cNvSpPr/>
            <p:nvPr/>
          </p:nvSpPr>
          <p:spPr>
            <a:xfrm>
              <a:off x="3948033" y="1787275"/>
              <a:ext cx="8842" cy="22887"/>
            </a:xfrm>
            <a:custGeom>
              <a:avLst/>
              <a:gdLst/>
              <a:ahLst/>
              <a:cxnLst/>
              <a:rect l="0" t="0" r="0" b="0"/>
              <a:pathLst>
                <a:path w="8842" h="22887">
                  <a:moveTo>
                    <a:pt x="0" y="22887"/>
                  </a:moveTo>
                  <a:lnTo>
                    <a:pt x="8842" y="0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l429"/>
            <p:cNvSpPr/>
            <p:nvPr/>
          </p:nvSpPr>
          <p:spPr>
            <a:xfrm>
              <a:off x="3948033" y="1778001"/>
              <a:ext cx="24309" cy="32161"/>
            </a:xfrm>
            <a:custGeom>
              <a:avLst/>
              <a:gdLst/>
              <a:ahLst/>
              <a:cxnLst/>
              <a:rect l="0" t="0" r="0" b="0"/>
              <a:pathLst>
                <a:path w="24309" h="32161">
                  <a:moveTo>
                    <a:pt x="0" y="32161"/>
                  </a:moveTo>
                  <a:lnTo>
                    <a:pt x="24309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l430"/>
            <p:cNvSpPr/>
            <p:nvPr/>
          </p:nvSpPr>
          <p:spPr>
            <a:xfrm>
              <a:off x="3888057" y="2557637"/>
              <a:ext cx="40287" cy="5203"/>
            </a:xfrm>
            <a:custGeom>
              <a:avLst/>
              <a:gdLst/>
              <a:ahLst/>
              <a:cxnLst/>
              <a:rect l="0" t="0" r="0" b="0"/>
              <a:pathLst>
                <a:path w="40287" h="5203">
                  <a:moveTo>
                    <a:pt x="40287" y="0"/>
                  </a:moveTo>
                  <a:lnTo>
                    <a:pt x="0" y="5203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l431"/>
            <p:cNvSpPr/>
            <p:nvPr/>
          </p:nvSpPr>
          <p:spPr>
            <a:xfrm>
              <a:off x="2448147" y="1268962"/>
              <a:ext cx="13399" cy="3924"/>
            </a:xfrm>
            <a:custGeom>
              <a:avLst/>
              <a:gdLst/>
              <a:ahLst/>
              <a:cxnLst/>
              <a:rect l="0" t="0" r="0" b="0"/>
              <a:pathLst>
                <a:path w="13399" h="3924">
                  <a:moveTo>
                    <a:pt x="13399" y="3924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l432"/>
            <p:cNvSpPr/>
            <p:nvPr/>
          </p:nvSpPr>
          <p:spPr>
            <a:xfrm>
              <a:off x="2461547" y="1272886"/>
              <a:ext cx="11235" cy="10029"/>
            </a:xfrm>
            <a:custGeom>
              <a:avLst/>
              <a:gdLst/>
              <a:ahLst/>
              <a:cxnLst/>
              <a:rect l="0" t="0" r="0" b="0"/>
              <a:pathLst>
                <a:path w="11235" h="10029">
                  <a:moveTo>
                    <a:pt x="0" y="0"/>
                  </a:moveTo>
                  <a:lnTo>
                    <a:pt x="11235" y="10029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l433"/>
            <p:cNvSpPr/>
            <p:nvPr/>
          </p:nvSpPr>
          <p:spPr>
            <a:xfrm>
              <a:off x="3808177" y="2177671"/>
              <a:ext cx="351254" cy="134674"/>
            </a:xfrm>
            <a:custGeom>
              <a:avLst/>
              <a:gdLst/>
              <a:ahLst/>
              <a:cxnLst/>
              <a:rect l="0" t="0" r="0" b="0"/>
              <a:pathLst>
                <a:path w="351254" h="134674">
                  <a:moveTo>
                    <a:pt x="351254" y="134674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l434"/>
            <p:cNvSpPr/>
            <p:nvPr/>
          </p:nvSpPr>
          <p:spPr>
            <a:xfrm>
              <a:off x="4064764" y="2312346"/>
              <a:ext cx="94668" cy="70268"/>
            </a:xfrm>
            <a:custGeom>
              <a:avLst/>
              <a:gdLst/>
              <a:ahLst/>
              <a:cxnLst/>
              <a:rect l="0" t="0" r="0" b="0"/>
              <a:pathLst>
                <a:path w="94668" h="70268">
                  <a:moveTo>
                    <a:pt x="94668" y="0"/>
                  </a:moveTo>
                  <a:lnTo>
                    <a:pt x="0" y="70268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l435"/>
            <p:cNvSpPr/>
            <p:nvPr/>
          </p:nvSpPr>
          <p:spPr>
            <a:xfrm>
              <a:off x="4159432" y="2310146"/>
              <a:ext cx="113155" cy="2200"/>
            </a:xfrm>
            <a:custGeom>
              <a:avLst/>
              <a:gdLst/>
              <a:ahLst/>
              <a:cxnLst/>
              <a:rect l="0" t="0" r="0" b="0"/>
              <a:pathLst>
                <a:path w="113155" h="2200">
                  <a:moveTo>
                    <a:pt x="0" y="2200"/>
                  </a:moveTo>
                  <a:lnTo>
                    <a:pt x="113155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l436"/>
            <p:cNvSpPr/>
            <p:nvPr/>
          </p:nvSpPr>
          <p:spPr>
            <a:xfrm>
              <a:off x="3539578" y="2556721"/>
              <a:ext cx="1047" cy="21985"/>
            </a:xfrm>
            <a:custGeom>
              <a:avLst/>
              <a:gdLst/>
              <a:ahLst/>
              <a:cxnLst/>
              <a:rect l="0" t="0" r="0" b="0"/>
              <a:pathLst>
                <a:path w="1047" h="21985">
                  <a:moveTo>
                    <a:pt x="1047" y="21985"/>
                  </a:moveTo>
                  <a:lnTo>
                    <a:pt x="0" y="0"/>
                  </a:lnTo>
                </a:path>
              </a:pathLst>
            </a:custGeom>
            <a:ln w="570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l437"/>
            <p:cNvSpPr/>
            <p:nvPr/>
          </p:nvSpPr>
          <p:spPr>
            <a:xfrm>
              <a:off x="3479004" y="2498863"/>
              <a:ext cx="5920" cy="10404"/>
            </a:xfrm>
            <a:custGeom>
              <a:avLst/>
              <a:gdLst/>
              <a:ahLst/>
              <a:cxnLst/>
              <a:rect l="0" t="0" r="0" b="0"/>
              <a:pathLst>
                <a:path w="5920" h="10404">
                  <a:moveTo>
                    <a:pt x="5920" y="10404"/>
                  </a:moveTo>
                  <a:lnTo>
                    <a:pt x="0" y="0"/>
                  </a:lnTo>
                </a:path>
              </a:pathLst>
            </a:custGeom>
            <a:ln w="58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l438"/>
            <p:cNvSpPr/>
            <p:nvPr/>
          </p:nvSpPr>
          <p:spPr>
            <a:xfrm>
              <a:off x="3455748" y="2483287"/>
              <a:ext cx="29176" cy="25980"/>
            </a:xfrm>
            <a:custGeom>
              <a:avLst/>
              <a:gdLst/>
              <a:ahLst/>
              <a:cxnLst/>
              <a:rect l="0" t="0" r="0" b="0"/>
              <a:pathLst>
                <a:path w="29176" h="25980">
                  <a:moveTo>
                    <a:pt x="29176" y="25980"/>
                  </a:moveTo>
                  <a:lnTo>
                    <a:pt x="0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l439"/>
            <p:cNvSpPr/>
            <p:nvPr/>
          </p:nvSpPr>
          <p:spPr>
            <a:xfrm>
              <a:off x="2148931" y="2917698"/>
              <a:ext cx="10489" cy="13893"/>
            </a:xfrm>
            <a:custGeom>
              <a:avLst/>
              <a:gdLst/>
              <a:ahLst/>
              <a:cxnLst/>
              <a:rect l="0" t="0" r="0" b="0"/>
              <a:pathLst>
                <a:path w="10489" h="13893">
                  <a:moveTo>
                    <a:pt x="0" y="13893"/>
                  </a:moveTo>
                  <a:lnTo>
                    <a:pt x="10489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l440"/>
            <p:cNvSpPr/>
            <p:nvPr/>
          </p:nvSpPr>
          <p:spPr>
            <a:xfrm>
              <a:off x="3239659" y="3806649"/>
              <a:ext cx="11660" cy="1203"/>
            </a:xfrm>
            <a:custGeom>
              <a:avLst/>
              <a:gdLst/>
              <a:ahLst/>
              <a:cxnLst/>
              <a:rect l="0" t="0" r="0" b="0"/>
              <a:pathLst>
                <a:path w="11660" h="1203">
                  <a:moveTo>
                    <a:pt x="11660" y="1203"/>
                  </a:moveTo>
                  <a:lnTo>
                    <a:pt x="0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l441"/>
            <p:cNvSpPr/>
            <p:nvPr/>
          </p:nvSpPr>
          <p:spPr>
            <a:xfrm>
              <a:off x="3251320" y="3807853"/>
              <a:ext cx="444" cy="16912"/>
            </a:xfrm>
            <a:custGeom>
              <a:avLst/>
              <a:gdLst/>
              <a:ahLst/>
              <a:cxnLst/>
              <a:rect l="0" t="0" r="0" b="0"/>
              <a:pathLst>
                <a:path w="444" h="16912">
                  <a:moveTo>
                    <a:pt x="0" y="0"/>
                  </a:moveTo>
                  <a:lnTo>
                    <a:pt x="444" y="16912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l442"/>
            <p:cNvSpPr/>
            <p:nvPr/>
          </p:nvSpPr>
          <p:spPr>
            <a:xfrm>
              <a:off x="3393298" y="887951"/>
              <a:ext cx="7566" cy="5067"/>
            </a:xfrm>
            <a:custGeom>
              <a:avLst/>
              <a:gdLst/>
              <a:ahLst/>
              <a:cxnLst/>
              <a:rect l="0" t="0" r="0" b="0"/>
              <a:pathLst>
                <a:path w="7566" h="5067">
                  <a:moveTo>
                    <a:pt x="0" y="0"/>
                  </a:moveTo>
                  <a:lnTo>
                    <a:pt x="7566" y="5067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l443"/>
            <p:cNvSpPr/>
            <p:nvPr/>
          </p:nvSpPr>
          <p:spPr>
            <a:xfrm>
              <a:off x="3399208" y="2503550"/>
              <a:ext cx="59391" cy="653"/>
            </a:xfrm>
            <a:custGeom>
              <a:avLst/>
              <a:gdLst/>
              <a:ahLst/>
              <a:cxnLst/>
              <a:rect l="0" t="0" r="0" b="0"/>
              <a:pathLst>
                <a:path w="59391" h="653">
                  <a:moveTo>
                    <a:pt x="59391" y="653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l444"/>
            <p:cNvSpPr/>
            <p:nvPr/>
          </p:nvSpPr>
          <p:spPr>
            <a:xfrm>
              <a:off x="3628464" y="2429162"/>
              <a:ext cx="108308" cy="24233"/>
            </a:xfrm>
            <a:custGeom>
              <a:avLst/>
              <a:gdLst/>
              <a:ahLst/>
              <a:cxnLst/>
              <a:rect l="0" t="0" r="0" b="0"/>
              <a:pathLst>
                <a:path w="108308" h="24233">
                  <a:moveTo>
                    <a:pt x="108308" y="0"/>
                  </a:moveTo>
                  <a:lnTo>
                    <a:pt x="0" y="24233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l445"/>
            <p:cNvSpPr/>
            <p:nvPr/>
          </p:nvSpPr>
          <p:spPr>
            <a:xfrm>
              <a:off x="3736772" y="2423924"/>
              <a:ext cx="9316" cy="5238"/>
            </a:xfrm>
            <a:custGeom>
              <a:avLst/>
              <a:gdLst/>
              <a:ahLst/>
              <a:cxnLst/>
              <a:rect l="0" t="0" r="0" b="0"/>
              <a:pathLst>
                <a:path w="9316" h="5238">
                  <a:moveTo>
                    <a:pt x="0" y="5238"/>
                  </a:moveTo>
                  <a:lnTo>
                    <a:pt x="9316" y="0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l446"/>
            <p:cNvSpPr/>
            <p:nvPr/>
          </p:nvSpPr>
          <p:spPr>
            <a:xfrm>
              <a:off x="3736772" y="2412765"/>
              <a:ext cx="17172" cy="16397"/>
            </a:xfrm>
            <a:custGeom>
              <a:avLst/>
              <a:gdLst/>
              <a:ahLst/>
              <a:cxnLst/>
              <a:rect l="0" t="0" r="0" b="0"/>
              <a:pathLst>
                <a:path w="17172" h="16397">
                  <a:moveTo>
                    <a:pt x="0" y="16397"/>
                  </a:moveTo>
                  <a:lnTo>
                    <a:pt x="17172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l447"/>
            <p:cNvSpPr/>
            <p:nvPr/>
          </p:nvSpPr>
          <p:spPr>
            <a:xfrm>
              <a:off x="3736772" y="2401469"/>
              <a:ext cx="41156" cy="27693"/>
            </a:xfrm>
            <a:custGeom>
              <a:avLst/>
              <a:gdLst/>
              <a:ahLst/>
              <a:cxnLst/>
              <a:rect l="0" t="0" r="0" b="0"/>
              <a:pathLst>
                <a:path w="41156" h="27693">
                  <a:moveTo>
                    <a:pt x="0" y="27693"/>
                  </a:moveTo>
                  <a:lnTo>
                    <a:pt x="41156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l448"/>
            <p:cNvSpPr/>
            <p:nvPr/>
          </p:nvSpPr>
          <p:spPr>
            <a:xfrm>
              <a:off x="3736772" y="2416213"/>
              <a:ext cx="7556" cy="12949"/>
            </a:xfrm>
            <a:custGeom>
              <a:avLst/>
              <a:gdLst/>
              <a:ahLst/>
              <a:cxnLst/>
              <a:rect l="0" t="0" r="0" b="0"/>
              <a:pathLst>
                <a:path w="7556" h="12949">
                  <a:moveTo>
                    <a:pt x="0" y="12949"/>
                  </a:moveTo>
                  <a:lnTo>
                    <a:pt x="7556" y="0"/>
                  </a:lnTo>
                </a:path>
              </a:pathLst>
            </a:custGeom>
            <a:ln w="57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l449"/>
            <p:cNvSpPr/>
            <p:nvPr/>
          </p:nvSpPr>
          <p:spPr>
            <a:xfrm>
              <a:off x="3736772" y="2429162"/>
              <a:ext cx="6008" cy="1741"/>
            </a:xfrm>
            <a:custGeom>
              <a:avLst/>
              <a:gdLst/>
              <a:ahLst/>
              <a:cxnLst/>
              <a:rect l="0" t="0" r="0" b="0"/>
              <a:pathLst>
                <a:path w="6008" h="1741">
                  <a:moveTo>
                    <a:pt x="0" y="0"/>
                  </a:moveTo>
                  <a:lnTo>
                    <a:pt x="6008" y="1741"/>
                  </a:lnTo>
                </a:path>
              </a:pathLst>
            </a:custGeom>
            <a:ln w="68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l450"/>
            <p:cNvSpPr/>
            <p:nvPr/>
          </p:nvSpPr>
          <p:spPr>
            <a:xfrm>
              <a:off x="3736772" y="2413575"/>
              <a:ext cx="40433" cy="15587"/>
            </a:xfrm>
            <a:custGeom>
              <a:avLst/>
              <a:gdLst/>
              <a:ahLst/>
              <a:cxnLst/>
              <a:rect l="0" t="0" r="0" b="0"/>
              <a:pathLst>
                <a:path w="40433" h="15587">
                  <a:moveTo>
                    <a:pt x="0" y="15587"/>
                  </a:moveTo>
                  <a:lnTo>
                    <a:pt x="40433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l451"/>
            <p:cNvSpPr/>
            <p:nvPr/>
          </p:nvSpPr>
          <p:spPr>
            <a:xfrm>
              <a:off x="3679145" y="2047610"/>
              <a:ext cx="9789" cy="18971"/>
            </a:xfrm>
            <a:custGeom>
              <a:avLst/>
              <a:gdLst/>
              <a:ahLst/>
              <a:cxnLst/>
              <a:rect l="0" t="0" r="0" b="0"/>
              <a:pathLst>
                <a:path w="9789" h="18971">
                  <a:moveTo>
                    <a:pt x="9789" y="0"/>
                  </a:moveTo>
                  <a:lnTo>
                    <a:pt x="0" y="18971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l452"/>
            <p:cNvSpPr/>
            <p:nvPr/>
          </p:nvSpPr>
          <p:spPr>
            <a:xfrm>
              <a:off x="3599162" y="2646537"/>
              <a:ext cx="75073" cy="80568"/>
            </a:xfrm>
            <a:custGeom>
              <a:avLst/>
              <a:gdLst/>
              <a:ahLst/>
              <a:cxnLst/>
              <a:rect l="0" t="0" r="0" b="0"/>
              <a:pathLst>
                <a:path w="75073" h="80568">
                  <a:moveTo>
                    <a:pt x="0" y="0"/>
                  </a:moveTo>
                  <a:lnTo>
                    <a:pt x="75073" y="80568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l453"/>
            <p:cNvSpPr/>
            <p:nvPr/>
          </p:nvSpPr>
          <p:spPr>
            <a:xfrm>
              <a:off x="3599162" y="2646537"/>
              <a:ext cx="29135" cy="26757"/>
            </a:xfrm>
            <a:custGeom>
              <a:avLst/>
              <a:gdLst/>
              <a:ahLst/>
              <a:cxnLst/>
              <a:rect l="0" t="0" r="0" b="0"/>
              <a:pathLst>
                <a:path w="29135" h="26757">
                  <a:moveTo>
                    <a:pt x="0" y="0"/>
                  </a:moveTo>
                  <a:lnTo>
                    <a:pt x="29135" y="26757"/>
                  </a:lnTo>
                </a:path>
              </a:pathLst>
            </a:custGeom>
            <a:ln w="55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l454"/>
            <p:cNvSpPr/>
            <p:nvPr/>
          </p:nvSpPr>
          <p:spPr>
            <a:xfrm>
              <a:off x="3354812" y="2371651"/>
              <a:ext cx="38176" cy="142314"/>
            </a:xfrm>
            <a:custGeom>
              <a:avLst/>
              <a:gdLst/>
              <a:ahLst/>
              <a:cxnLst/>
              <a:rect l="0" t="0" r="0" b="0"/>
              <a:pathLst>
                <a:path w="38176" h="142314">
                  <a:moveTo>
                    <a:pt x="0" y="0"/>
                  </a:moveTo>
                  <a:lnTo>
                    <a:pt x="38176" y="142314"/>
                  </a:lnTo>
                </a:path>
              </a:pathLst>
            </a:custGeom>
            <a:ln w="545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l455"/>
            <p:cNvSpPr/>
            <p:nvPr/>
          </p:nvSpPr>
          <p:spPr>
            <a:xfrm>
              <a:off x="3344198" y="2290698"/>
              <a:ext cx="10613" cy="80953"/>
            </a:xfrm>
            <a:custGeom>
              <a:avLst/>
              <a:gdLst/>
              <a:ahLst/>
              <a:cxnLst/>
              <a:rect l="0" t="0" r="0" b="0"/>
              <a:pathLst>
                <a:path w="10613" h="80953">
                  <a:moveTo>
                    <a:pt x="10613" y="80953"/>
                  </a:moveTo>
                  <a:lnTo>
                    <a:pt x="0" y="0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l456"/>
            <p:cNvSpPr/>
            <p:nvPr/>
          </p:nvSpPr>
          <p:spPr>
            <a:xfrm>
              <a:off x="3447616" y="2521182"/>
              <a:ext cx="31391" cy="16162"/>
            </a:xfrm>
            <a:custGeom>
              <a:avLst/>
              <a:gdLst/>
              <a:ahLst/>
              <a:cxnLst/>
              <a:rect l="0" t="0" r="0" b="0"/>
              <a:pathLst>
                <a:path w="31391" h="16162">
                  <a:moveTo>
                    <a:pt x="0" y="16162"/>
                  </a:moveTo>
                  <a:lnTo>
                    <a:pt x="31391" y="0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l457"/>
            <p:cNvSpPr/>
            <p:nvPr/>
          </p:nvSpPr>
          <p:spPr>
            <a:xfrm>
              <a:off x="3537162" y="2547414"/>
              <a:ext cx="2415" cy="9306"/>
            </a:xfrm>
            <a:custGeom>
              <a:avLst/>
              <a:gdLst/>
              <a:ahLst/>
              <a:cxnLst/>
              <a:rect l="0" t="0" r="0" b="0"/>
              <a:pathLst>
                <a:path w="2415" h="9306">
                  <a:moveTo>
                    <a:pt x="0" y="0"/>
                  </a:moveTo>
                  <a:lnTo>
                    <a:pt x="2415" y="9306"/>
                  </a:lnTo>
                </a:path>
              </a:pathLst>
            </a:custGeom>
            <a:ln w="59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l458"/>
            <p:cNvSpPr/>
            <p:nvPr/>
          </p:nvSpPr>
          <p:spPr>
            <a:xfrm>
              <a:off x="3449737" y="3057507"/>
              <a:ext cx="8585" cy="65294"/>
            </a:xfrm>
            <a:custGeom>
              <a:avLst/>
              <a:gdLst/>
              <a:ahLst/>
              <a:cxnLst/>
              <a:rect l="0" t="0" r="0" b="0"/>
              <a:pathLst>
                <a:path w="8585" h="65294">
                  <a:moveTo>
                    <a:pt x="8585" y="0"/>
                  </a:moveTo>
                  <a:lnTo>
                    <a:pt x="0" y="65294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l459"/>
            <p:cNvSpPr/>
            <p:nvPr/>
          </p:nvSpPr>
          <p:spPr>
            <a:xfrm>
              <a:off x="3448131" y="3057507"/>
              <a:ext cx="10190" cy="84621"/>
            </a:xfrm>
            <a:custGeom>
              <a:avLst/>
              <a:gdLst/>
              <a:ahLst/>
              <a:cxnLst/>
              <a:rect l="0" t="0" r="0" b="0"/>
              <a:pathLst>
                <a:path w="10190" h="84621">
                  <a:moveTo>
                    <a:pt x="10190" y="0"/>
                  </a:moveTo>
                  <a:lnTo>
                    <a:pt x="0" y="84621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l460"/>
            <p:cNvSpPr/>
            <p:nvPr/>
          </p:nvSpPr>
          <p:spPr>
            <a:xfrm>
              <a:off x="2605399" y="1153830"/>
              <a:ext cx="25411" cy="42868"/>
            </a:xfrm>
            <a:custGeom>
              <a:avLst/>
              <a:gdLst/>
              <a:ahLst/>
              <a:cxnLst/>
              <a:rect l="0" t="0" r="0" b="0"/>
              <a:pathLst>
                <a:path w="25411" h="42868">
                  <a:moveTo>
                    <a:pt x="0" y="42868"/>
                  </a:moveTo>
                  <a:lnTo>
                    <a:pt x="2541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l461"/>
            <p:cNvSpPr/>
            <p:nvPr/>
          </p:nvSpPr>
          <p:spPr>
            <a:xfrm>
              <a:off x="3539578" y="2556721"/>
              <a:ext cx="10426" cy="26811"/>
            </a:xfrm>
            <a:custGeom>
              <a:avLst/>
              <a:gdLst/>
              <a:ahLst/>
              <a:cxnLst/>
              <a:rect l="0" t="0" r="0" b="0"/>
              <a:pathLst>
                <a:path w="10426" h="26811">
                  <a:moveTo>
                    <a:pt x="10426" y="26811"/>
                  </a:moveTo>
                  <a:lnTo>
                    <a:pt x="0" y="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l462"/>
            <p:cNvSpPr/>
            <p:nvPr/>
          </p:nvSpPr>
          <p:spPr>
            <a:xfrm>
              <a:off x="3550005" y="2583532"/>
              <a:ext cx="15710" cy="21398"/>
            </a:xfrm>
            <a:custGeom>
              <a:avLst/>
              <a:gdLst/>
              <a:ahLst/>
              <a:cxnLst/>
              <a:rect l="0" t="0" r="0" b="0"/>
              <a:pathLst>
                <a:path w="15710" h="21398">
                  <a:moveTo>
                    <a:pt x="0" y="0"/>
                  </a:moveTo>
                  <a:lnTo>
                    <a:pt x="15710" y="21398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l463"/>
            <p:cNvSpPr/>
            <p:nvPr/>
          </p:nvSpPr>
          <p:spPr>
            <a:xfrm>
              <a:off x="3553267" y="2572441"/>
              <a:ext cx="17640" cy="17662"/>
            </a:xfrm>
            <a:custGeom>
              <a:avLst/>
              <a:gdLst/>
              <a:ahLst/>
              <a:cxnLst/>
              <a:rect l="0" t="0" r="0" b="0"/>
              <a:pathLst>
                <a:path w="17640" h="17662">
                  <a:moveTo>
                    <a:pt x="17640" y="17662"/>
                  </a:moveTo>
                  <a:lnTo>
                    <a:pt x="0" y="0"/>
                  </a:lnTo>
                </a:path>
              </a:pathLst>
            </a:custGeom>
            <a:ln w="559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l464"/>
            <p:cNvSpPr/>
            <p:nvPr/>
          </p:nvSpPr>
          <p:spPr>
            <a:xfrm>
              <a:off x="3679145" y="1960024"/>
              <a:ext cx="51413" cy="106557"/>
            </a:xfrm>
            <a:custGeom>
              <a:avLst/>
              <a:gdLst/>
              <a:ahLst/>
              <a:cxnLst/>
              <a:rect l="0" t="0" r="0" b="0"/>
              <a:pathLst>
                <a:path w="51413" h="106557">
                  <a:moveTo>
                    <a:pt x="51413" y="0"/>
                  </a:moveTo>
                  <a:lnTo>
                    <a:pt x="0" y="106557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l465"/>
            <p:cNvSpPr/>
            <p:nvPr/>
          </p:nvSpPr>
          <p:spPr>
            <a:xfrm>
              <a:off x="3968602" y="935886"/>
              <a:ext cx="9" cy="22850"/>
            </a:xfrm>
            <a:custGeom>
              <a:avLst/>
              <a:gdLst/>
              <a:ahLst/>
              <a:cxnLst/>
              <a:rect l="0" t="0" r="0" b="0"/>
              <a:pathLst>
                <a:path w="9" h="22850">
                  <a:moveTo>
                    <a:pt x="9" y="22850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l466"/>
            <p:cNvSpPr/>
            <p:nvPr/>
          </p:nvSpPr>
          <p:spPr>
            <a:xfrm>
              <a:off x="2159420" y="2917698"/>
              <a:ext cx="40672" cy="55058"/>
            </a:xfrm>
            <a:custGeom>
              <a:avLst/>
              <a:gdLst/>
              <a:ahLst/>
              <a:cxnLst/>
              <a:rect l="0" t="0" r="0" b="0"/>
              <a:pathLst>
                <a:path w="40672" h="55058">
                  <a:moveTo>
                    <a:pt x="40672" y="55058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l467"/>
            <p:cNvSpPr/>
            <p:nvPr/>
          </p:nvSpPr>
          <p:spPr>
            <a:xfrm>
              <a:off x="2200093" y="2972757"/>
              <a:ext cx="42913" cy="56054"/>
            </a:xfrm>
            <a:custGeom>
              <a:avLst/>
              <a:gdLst/>
              <a:ahLst/>
              <a:cxnLst/>
              <a:rect l="0" t="0" r="0" b="0"/>
              <a:pathLst>
                <a:path w="42913" h="56054">
                  <a:moveTo>
                    <a:pt x="0" y="0"/>
                  </a:moveTo>
                  <a:lnTo>
                    <a:pt x="42913" y="56054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l468"/>
            <p:cNvSpPr/>
            <p:nvPr/>
          </p:nvSpPr>
          <p:spPr>
            <a:xfrm>
              <a:off x="2189287" y="2972757"/>
              <a:ext cx="10806" cy="11503"/>
            </a:xfrm>
            <a:custGeom>
              <a:avLst/>
              <a:gdLst/>
              <a:ahLst/>
              <a:cxnLst/>
              <a:rect l="0" t="0" r="0" b="0"/>
              <a:pathLst>
                <a:path w="10806" h="11503">
                  <a:moveTo>
                    <a:pt x="10806" y="0"/>
                  </a:moveTo>
                  <a:lnTo>
                    <a:pt x="0" y="11503"/>
                  </a:lnTo>
                </a:path>
              </a:pathLst>
            </a:custGeom>
            <a:ln w="544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l469"/>
            <p:cNvSpPr/>
            <p:nvPr/>
          </p:nvSpPr>
          <p:spPr>
            <a:xfrm>
              <a:off x="4159432" y="2289058"/>
              <a:ext cx="113553" cy="23288"/>
            </a:xfrm>
            <a:custGeom>
              <a:avLst/>
              <a:gdLst/>
              <a:ahLst/>
              <a:cxnLst/>
              <a:rect l="0" t="0" r="0" b="0"/>
              <a:pathLst>
                <a:path w="113553" h="23288">
                  <a:moveTo>
                    <a:pt x="113553" y="0"/>
                  </a:moveTo>
                  <a:lnTo>
                    <a:pt x="0" y="23288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l470"/>
            <p:cNvSpPr/>
            <p:nvPr/>
          </p:nvSpPr>
          <p:spPr>
            <a:xfrm>
              <a:off x="3558029" y="2066582"/>
              <a:ext cx="121116" cy="90151"/>
            </a:xfrm>
            <a:custGeom>
              <a:avLst/>
              <a:gdLst/>
              <a:ahLst/>
              <a:cxnLst/>
              <a:rect l="0" t="0" r="0" b="0"/>
              <a:pathLst>
                <a:path w="121116" h="90151">
                  <a:moveTo>
                    <a:pt x="0" y="90151"/>
                  </a:moveTo>
                  <a:lnTo>
                    <a:pt x="121116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l471"/>
            <p:cNvSpPr/>
            <p:nvPr/>
          </p:nvSpPr>
          <p:spPr>
            <a:xfrm>
              <a:off x="3558029" y="2156733"/>
              <a:ext cx="250147" cy="20938"/>
            </a:xfrm>
            <a:custGeom>
              <a:avLst/>
              <a:gdLst/>
              <a:ahLst/>
              <a:cxnLst/>
              <a:rect l="0" t="0" r="0" b="0"/>
              <a:pathLst>
                <a:path w="250147" h="20938">
                  <a:moveTo>
                    <a:pt x="0" y="0"/>
                  </a:moveTo>
                  <a:lnTo>
                    <a:pt x="250147" y="2093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l472"/>
            <p:cNvSpPr/>
            <p:nvPr/>
          </p:nvSpPr>
          <p:spPr>
            <a:xfrm>
              <a:off x="5144857" y="2349346"/>
              <a:ext cx="1599" cy="34891"/>
            </a:xfrm>
            <a:custGeom>
              <a:avLst/>
              <a:gdLst/>
              <a:ahLst/>
              <a:cxnLst/>
              <a:rect l="0" t="0" r="0" b="0"/>
              <a:pathLst>
                <a:path w="1599" h="34891">
                  <a:moveTo>
                    <a:pt x="1599" y="34891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l473"/>
            <p:cNvSpPr/>
            <p:nvPr/>
          </p:nvSpPr>
          <p:spPr>
            <a:xfrm>
              <a:off x="5142725" y="2384238"/>
              <a:ext cx="3731" cy="35115"/>
            </a:xfrm>
            <a:custGeom>
              <a:avLst/>
              <a:gdLst/>
              <a:ahLst/>
              <a:cxnLst/>
              <a:rect l="0" t="0" r="0" b="0"/>
              <a:pathLst>
                <a:path w="3731" h="35115">
                  <a:moveTo>
                    <a:pt x="3731" y="0"/>
                  </a:moveTo>
                  <a:lnTo>
                    <a:pt x="0" y="35115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l474"/>
            <p:cNvSpPr/>
            <p:nvPr/>
          </p:nvSpPr>
          <p:spPr>
            <a:xfrm>
              <a:off x="3541313" y="2587123"/>
              <a:ext cx="9493" cy="23814"/>
            </a:xfrm>
            <a:custGeom>
              <a:avLst/>
              <a:gdLst/>
              <a:ahLst/>
              <a:cxnLst/>
              <a:rect l="0" t="0" r="0" b="0"/>
              <a:pathLst>
                <a:path w="9493" h="23814">
                  <a:moveTo>
                    <a:pt x="0" y="0"/>
                  </a:moveTo>
                  <a:lnTo>
                    <a:pt x="9493" y="23814"/>
                  </a:lnTo>
                </a:path>
              </a:pathLst>
            </a:custGeom>
            <a:ln w="559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l475"/>
            <p:cNvSpPr/>
            <p:nvPr/>
          </p:nvSpPr>
          <p:spPr>
            <a:xfrm>
              <a:off x="3541313" y="2587123"/>
              <a:ext cx="22367" cy="40299"/>
            </a:xfrm>
            <a:custGeom>
              <a:avLst/>
              <a:gdLst/>
              <a:ahLst/>
              <a:cxnLst/>
              <a:rect l="0" t="0" r="0" b="0"/>
              <a:pathLst>
                <a:path w="22367" h="40299">
                  <a:moveTo>
                    <a:pt x="0" y="0"/>
                  </a:moveTo>
                  <a:lnTo>
                    <a:pt x="22367" y="40299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l476"/>
            <p:cNvSpPr/>
            <p:nvPr/>
          </p:nvSpPr>
          <p:spPr>
            <a:xfrm>
              <a:off x="3537153" y="2535414"/>
              <a:ext cx="4160" cy="51708"/>
            </a:xfrm>
            <a:custGeom>
              <a:avLst/>
              <a:gdLst/>
              <a:ahLst/>
              <a:cxnLst/>
              <a:rect l="0" t="0" r="0" b="0"/>
              <a:pathLst>
                <a:path w="4160" h="51708">
                  <a:moveTo>
                    <a:pt x="4160" y="51708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l477"/>
            <p:cNvSpPr/>
            <p:nvPr/>
          </p:nvSpPr>
          <p:spPr>
            <a:xfrm>
              <a:off x="3513671" y="2541520"/>
              <a:ext cx="27642" cy="45602"/>
            </a:xfrm>
            <a:custGeom>
              <a:avLst/>
              <a:gdLst/>
              <a:ahLst/>
              <a:cxnLst/>
              <a:rect l="0" t="0" r="0" b="0"/>
              <a:pathLst>
                <a:path w="27642" h="45602">
                  <a:moveTo>
                    <a:pt x="27642" y="45602"/>
                  </a:moveTo>
                  <a:lnTo>
                    <a:pt x="0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l478"/>
            <p:cNvSpPr/>
            <p:nvPr/>
          </p:nvSpPr>
          <p:spPr>
            <a:xfrm>
              <a:off x="3476663" y="2543408"/>
              <a:ext cx="64650" cy="43714"/>
            </a:xfrm>
            <a:custGeom>
              <a:avLst/>
              <a:gdLst/>
              <a:ahLst/>
              <a:cxnLst/>
              <a:rect l="0" t="0" r="0" b="0"/>
              <a:pathLst>
                <a:path w="64650" h="43714">
                  <a:moveTo>
                    <a:pt x="64650" y="43714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l479"/>
            <p:cNvSpPr/>
            <p:nvPr/>
          </p:nvSpPr>
          <p:spPr>
            <a:xfrm>
              <a:off x="3502964" y="2587123"/>
              <a:ext cx="38349" cy="22719"/>
            </a:xfrm>
            <a:custGeom>
              <a:avLst/>
              <a:gdLst/>
              <a:ahLst/>
              <a:cxnLst/>
              <a:rect l="0" t="0" r="0" b="0"/>
              <a:pathLst>
                <a:path w="38349" h="22719">
                  <a:moveTo>
                    <a:pt x="38349" y="0"/>
                  </a:moveTo>
                  <a:lnTo>
                    <a:pt x="0" y="22719"/>
                  </a:lnTo>
                </a:path>
              </a:pathLst>
            </a:custGeom>
            <a:ln w="557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l480"/>
            <p:cNvSpPr/>
            <p:nvPr/>
          </p:nvSpPr>
          <p:spPr>
            <a:xfrm>
              <a:off x="3541313" y="2587123"/>
              <a:ext cx="11257" cy="34716"/>
            </a:xfrm>
            <a:custGeom>
              <a:avLst/>
              <a:gdLst/>
              <a:ahLst/>
              <a:cxnLst/>
              <a:rect l="0" t="0" r="0" b="0"/>
              <a:pathLst>
                <a:path w="11257" h="34716">
                  <a:moveTo>
                    <a:pt x="0" y="0"/>
                  </a:moveTo>
                  <a:lnTo>
                    <a:pt x="11257" y="34716"/>
                  </a:lnTo>
                </a:path>
              </a:pathLst>
            </a:custGeom>
            <a:ln w="550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l481"/>
            <p:cNvSpPr/>
            <p:nvPr/>
          </p:nvSpPr>
          <p:spPr>
            <a:xfrm>
              <a:off x="3541313" y="2496024"/>
              <a:ext cx="78604" cy="91098"/>
            </a:xfrm>
            <a:custGeom>
              <a:avLst/>
              <a:gdLst/>
              <a:ahLst/>
              <a:cxnLst/>
              <a:rect l="0" t="0" r="0" b="0"/>
              <a:pathLst>
                <a:path w="78604" h="91098">
                  <a:moveTo>
                    <a:pt x="0" y="91098"/>
                  </a:moveTo>
                  <a:lnTo>
                    <a:pt x="78604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l482"/>
            <p:cNvSpPr/>
            <p:nvPr/>
          </p:nvSpPr>
          <p:spPr>
            <a:xfrm>
              <a:off x="3528626" y="2587123"/>
              <a:ext cx="12687" cy="147075"/>
            </a:xfrm>
            <a:custGeom>
              <a:avLst/>
              <a:gdLst/>
              <a:ahLst/>
              <a:cxnLst/>
              <a:rect l="0" t="0" r="0" b="0"/>
              <a:pathLst>
                <a:path w="12687" h="147075">
                  <a:moveTo>
                    <a:pt x="12687" y="0"/>
                  </a:moveTo>
                  <a:lnTo>
                    <a:pt x="0" y="147075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l483"/>
            <p:cNvSpPr/>
            <p:nvPr/>
          </p:nvSpPr>
          <p:spPr>
            <a:xfrm>
              <a:off x="3529863" y="2587123"/>
              <a:ext cx="11450" cy="31712"/>
            </a:xfrm>
            <a:custGeom>
              <a:avLst/>
              <a:gdLst/>
              <a:ahLst/>
              <a:cxnLst/>
              <a:rect l="0" t="0" r="0" b="0"/>
              <a:pathLst>
                <a:path w="11450" h="31712">
                  <a:moveTo>
                    <a:pt x="11450" y="0"/>
                  </a:moveTo>
                  <a:lnTo>
                    <a:pt x="0" y="31712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l484"/>
            <p:cNvSpPr/>
            <p:nvPr/>
          </p:nvSpPr>
          <p:spPr>
            <a:xfrm>
              <a:off x="3541313" y="2568442"/>
              <a:ext cx="204" cy="18680"/>
            </a:xfrm>
            <a:custGeom>
              <a:avLst/>
              <a:gdLst/>
              <a:ahLst/>
              <a:cxnLst/>
              <a:rect l="0" t="0" r="0" b="0"/>
              <a:pathLst>
                <a:path w="204" h="18680">
                  <a:moveTo>
                    <a:pt x="0" y="18680"/>
                  </a:moveTo>
                  <a:lnTo>
                    <a:pt x="204" y="0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l485"/>
            <p:cNvSpPr/>
            <p:nvPr/>
          </p:nvSpPr>
          <p:spPr>
            <a:xfrm>
              <a:off x="3504654" y="2501466"/>
              <a:ext cx="36658" cy="85656"/>
            </a:xfrm>
            <a:custGeom>
              <a:avLst/>
              <a:gdLst/>
              <a:ahLst/>
              <a:cxnLst/>
              <a:rect l="0" t="0" r="0" b="0"/>
              <a:pathLst>
                <a:path w="36658" h="85656">
                  <a:moveTo>
                    <a:pt x="36658" y="85656"/>
                  </a:moveTo>
                  <a:lnTo>
                    <a:pt x="0" y="0"/>
                  </a:lnTo>
                </a:path>
              </a:pathLst>
            </a:custGeom>
            <a:ln w="56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l486"/>
            <p:cNvSpPr/>
            <p:nvPr/>
          </p:nvSpPr>
          <p:spPr>
            <a:xfrm>
              <a:off x="3540106" y="2587123"/>
              <a:ext cx="1207" cy="16919"/>
            </a:xfrm>
            <a:custGeom>
              <a:avLst/>
              <a:gdLst/>
              <a:ahLst/>
              <a:cxnLst/>
              <a:rect l="0" t="0" r="0" b="0"/>
              <a:pathLst>
                <a:path w="1207" h="16919">
                  <a:moveTo>
                    <a:pt x="1207" y="0"/>
                  </a:moveTo>
                  <a:lnTo>
                    <a:pt x="0" y="16919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l487"/>
            <p:cNvSpPr/>
            <p:nvPr/>
          </p:nvSpPr>
          <p:spPr>
            <a:xfrm>
              <a:off x="3457804" y="2587123"/>
              <a:ext cx="83509" cy="52619"/>
            </a:xfrm>
            <a:custGeom>
              <a:avLst/>
              <a:gdLst/>
              <a:ahLst/>
              <a:cxnLst/>
              <a:rect l="0" t="0" r="0" b="0"/>
              <a:pathLst>
                <a:path w="83509" h="52619">
                  <a:moveTo>
                    <a:pt x="83509" y="0"/>
                  </a:moveTo>
                  <a:lnTo>
                    <a:pt x="0" y="52619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l488"/>
            <p:cNvSpPr/>
            <p:nvPr/>
          </p:nvSpPr>
          <p:spPr>
            <a:xfrm>
              <a:off x="3541313" y="2587123"/>
              <a:ext cx="17604" cy="27937"/>
            </a:xfrm>
            <a:custGeom>
              <a:avLst/>
              <a:gdLst/>
              <a:ahLst/>
              <a:cxnLst/>
              <a:rect l="0" t="0" r="0" b="0"/>
              <a:pathLst>
                <a:path w="17604" h="27937">
                  <a:moveTo>
                    <a:pt x="0" y="0"/>
                  </a:moveTo>
                  <a:lnTo>
                    <a:pt x="17604" y="27937"/>
                  </a:lnTo>
                </a:path>
              </a:pathLst>
            </a:custGeom>
            <a:ln w="554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l489"/>
            <p:cNvSpPr/>
            <p:nvPr/>
          </p:nvSpPr>
          <p:spPr>
            <a:xfrm>
              <a:off x="3534145" y="2587123"/>
              <a:ext cx="7168" cy="51673"/>
            </a:xfrm>
            <a:custGeom>
              <a:avLst/>
              <a:gdLst/>
              <a:ahLst/>
              <a:cxnLst/>
              <a:rect l="0" t="0" r="0" b="0"/>
              <a:pathLst>
                <a:path w="7168" h="51673">
                  <a:moveTo>
                    <a:pt x="7168" y="0"/>
                  </a:moveTo>
                  <a:lnTo>
                    <a:pt x="0" y="51673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l490"/>
            <p:cNvSpPr/>
            <p:nvPr/>
          </p:nvSpPr>
          <p:spPr>
            <a:xfrm>
              <a:off x="3541313" y="2587123"/>
              <a:ext cx="15869" cy="22084"/>
            </a:xfrm>
            <a:custGeom>
              <a:avLst/>
              <a:gdLst/>
              <a:ahLst/>
              <a:cxnLst/>
              <a:rect l="0" t="0" r="0" b="0"/>
              <a:pathLst>
                <a:path w="15869" h="22084">
                  <a:moveTo>
                    <a:pt x="0" y="0"/>
                  </a:moveTo>
                  <a:lnTo>
                    <a:pt x="15869" y="22084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l491"/>
            <p:cNvSpPr/>
            <p:nvPr/>
          </p:nvSpPr>
          <p:spPr>
            <a:xfrm>
              <a:off x="3541313" y="2587123"/>
              <a:ext cx="51474" cy="14537"/>
            </a:xfrm>
            <a:custGeom>
              <a:avLst/>
              <a:gdLst/>
              <a:ahLst/>
              <a:cxnLst/>
              <a:rect l="0" t="0" r="0" b="0"/>
              <a:pathLst>
                <a:path w="51474" h="14537">
                  <a:moveTo>
                    <a:pt x="0" y="0"/>
                  </a:moveTo>
                  <a:lnTo>
                    <a:pt x="51474" y="14537"/>
                  </a:lnTo>
                </a:path>
              </a:pathLst>
            </a:custGeom>
            <a:ln w="554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l492"/>
            <p:cNvSpPr/>
            <p:nvPr/>
          </p:nvSpPr>
          <p:spPr>
            <a:xfrm>
              <a:off x="3541313" y="2587123"/>
              <a:ext cx="114352" cy="6489"/>
            </a:xfrm>
            <a:custGeom>
              <a:avLst/>
              <a:gdLst/>
              <a:ahLst/>
              <a:cxnLst/>
              <a:rect l="0" t="0" r="0" b="0"/>
              <a:pathLst>
                <a:path w="114352" h="6489">
                  <a:moveTo>
                    <a:pt x="0" y="0"/>
                  </a:moveTo>
                  <a:lnTo>
                    <a:pt x="114352" y="6489"/>
                  </a:lnTo>
                </a:path>
              </a:pathLst>
            </a:custGeom>
            <a:ln w="548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l493"/>
            <p:cNvSpPr/>
            <p:nvPr/>
          </p:nvSpPr>
          <p:spPr>
            <a:xfrm>
              <a:off x="3416699" y="2348127"/>
              <a:ext cx="124614" cy="238995"/>
            </a:xfrm>
            <a:custGeom>
              <a:avLst/>
              <a:gdLst/>
              <a:ahLst/>
              <a:cxnLst/>
              <a:rect l="0" t="0" r="0" b="0"/>
              <a:pathLst>
                <a:path w="124614" h="238995">
                  <a:moveTo>
                    <a:pt x="124614" y="238995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l494"/>
            <p:cNvSpPr/>
            <p:nvPr/>
          </p:nvSpPr>
          <p:spPr>
            <a:xfrm>
              <a:off x="3520411" y="2557083"/>
              <a:ext cx="20902" cy="30039"/>
            </a:xfrm>
            <a:custGeom>
              <a:avLst/>
              <a:gdLst/>
              <a:ahLst/>
              <a:cxnLst/>
              <a:rect l="0" t="0" r="0" b="0"/>
              <a:pathLst>
                <a:path w="20902" h="30039">
                  <a:moveTo>
                    <a:pt x="20902" y="30039"/>
                  </a:moveTo>
                  <a:lnTo>
                    <a:pt x="0" y="0"/>
                  </a:lnTo>
                </a:path>
              </a:pathLst>
            </a:custGeom>
            <a:ln w="56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l495"/>
            <p:cNvSpPr/>
            <p:nvPr/>
          </p:nvSpPr>
          <p:spPr>
            <a:xfrm>
              <a:off x="3520690" y="2587123"/>
              <a:ext cx="20623" cy="13326"/>
            </a:xfrm>
            <a:custGeom>
              <a:avLst/>
              <a:gdLst/>
              <a:ahLst/>
              <a:cxnLst/>
              <a:rect l="0" t="0" r="0" b="0"/>
              <a:pathLst>
                <a:path w="20623" h="13326">
                  <a:moveTo>
                    <a:pt x="20623" y="0"/>
                  </a:moveTo>
                  <a:lnTo>
                    <a:pt x="0" y="13326"/>
                  </a:lnTo>
                </a:path>
              </a:pathLst>
            </a:custGeom>
            <a:ln w="58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l496"/>
            <p:cNvSpPr/>
            <p:nvPr/>
          </p:nvSpPr>
          <p:spPr>
            <a:xfrm>
              <a:off x="3541313" y="2587123"/>
              <a:ext cx="197" cy="20563"/>
            </a:xfrm>
            <a:custGeom>
              <a:avLst/>
              <a:gdLst/>
              <a:ahLst/>
              <a:cxnLst/>
              <a:rect l="0" t="0" r="0" b="0"/>
              <a:pathLst>
                <a:path w="197" h="20563">
                  <a:moveTo>
                    <a:pt x="0" y="0"/>
                  </a:moveTo>
                  <a:lnTo>
                    <a:pt x="197" y="20563"/>
                  </a:lnTo>
                </a:path>
              </a:pathLst>
            </a:custGeom>
            <a:ln w="57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l497"/>
            <p:cNvSpPr/>
            <p:nvPr/>
          </p:nvSpPr>
          <p:spPr>
            <a:xfrm>
              <a:off x="3478667" y="2587123"/>
              <a:ext cx="62646" cy="43538"/>
            </a:xfrm>
            <a:custGeom>
              <a:avLst/>
              <a:gdLst/>
              <a:ahLst/>
              <a:cxnLst/>
              <a:rect l="0" t="0" r="0" b="0"/>
              <a:pathLst>
                <a:path w="62646" h="43538">
                  <a:moveTo>
                    <a:pt x="62646" y="0"/>
                  </a:moveTo>
                  <a:lnTo>
                    <a:pt x="0" y="43538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l498"/>
            <p:cNvSpPr/>
            <p:nvPr/>
          </p:nvSpPr>
          <p:spPr>
            <a:xfrm>
              <a:off x="3541313" y="2587123"/>
              <a:ext cx="12440" cy="132895"/>
            </a:xfrm>
            <a:custGeom>
              <a:avLst/>
              <a:gdLst/>
              <a:ahLst/>
              <a:cxnLst/>
              <a:rect l="0" t="0" r="0" b="0"/>
              <a:pathLst>
                <a:path w="12440" h="132895">
                  <a:moveTo>
                    <a:pt x="0" y="0"/>
                  </a:moveTo>
                  <a:lnTo>
                    <a:pt x="12440" y="132895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l499"/>
            <p:cNvSpPr/>
            <p:nvPr/>
          </p:nvSpPr>
          <p:spPr>
            <a:xfrm>
              <a:off x="3540234" y="2570926"/>
              <a:ext cx="1079" cy="16196"/>
            </a:xfrm>
            <a:custGeom>
              <a:avLst/>
              <a:gdLst/>
              <a:ahLst/>
              <a:cxnLst/>
              <a:rect l="0" t="0" r="0" b="0"/>
              <a:pathLst>
                <a:path w="1079" h="16196">
                  <a:moveTo>
                    <a:pt x="1079" y="16196"/>
                  </a:moveTo>
                  <a:lnTo>
                    <a:pt x="0" y="0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l500"/>
            <p:cNvSpPr/>
            <p:nvPr/>
          </p:nvSpPr>
          <p:spPr>
            <a:xfrm>
              <a:off x="3509148" y="2498309"/>
              <a:ext cx="32165" cy="88813"/>
            </a:xfrm>
            <a:custGeom>
              <a:avLst/>
              <a:gdLst/>
              <a:ahLst/>
              <a:cxnLst/>
              <a:rect l="0" t="0" r="0" b="0"/>
              <a:pathLst>
                <a:path w="32165" h="88813">
                  <a:moveTo>
                    <a:pt x="32165" y="88813"/>
                  </a:moveTo>
                  <a:lnTo>
                    <a:pt x="0" y="0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l501"/>
            <p:cNvSpPr/>
            <p:nvPr/>
          </p:nvSpPr>
          <p:spPr>
            <a:xfrm>
              <a:off x="3540626" y="2578706"/>
              <a:ext cx="687" cy="8416"/>
            </a:xfrm>
            <a:custGeom>
              <a:avLst/>
              <a:gdLst/>
              <a:ahLst/>
              <a:cxnLst/>
              <a:rect l="0" t="0" r="0" b="0"/>
              <a:pathLst>
                <a:path w="687" h="8416">
                  <a:moveTo>
                    <a:pt x="687" y="8416"/>
                  </a:moveTo>
                  <a:lnTo>
                    <a:pt x="0" y="0"/>
                  </a:lnTo>
                </a:path>
              </a:pathLst>
            </a:custGeom>
            <a:ln w="55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l502"/>
            <p:cNvSpPr/>
            <p:nvPr/>
          </p:nvSpPr>
          <p:spPr>
            <a:xfrm>
              <a:off x="3473045" y="2587123"/>
              <a:ext cx="68268" cy="22058"/>
            </a:xfrm>
            <a:custGeom>
              <a:avLst/>
              <a:gdLst/>
              <a:ahLst/>
              <a:cxnLst/>
              <a:rect l="0" t="0" r="0" b="0"/>
              <a:pathLst>
                <a:path w="68268" h="22058">
                  <a:moveTo>
                    <a:pt x="68268" y="0"/>
                  </a:moveTo>
                  <a:lnTo>
                    <a:pt x="0" y="22058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l503"/>
            <p:cNvSpPr/>
            <p:nvPr/>
          </p:nvSpPr>
          <p:spPr>
            <a:xfrm>
              <a:off x="3541313" y="2587123"/>
              <a:ext cx="57848" cy="59414"/>
            </a:xfrm>
            <a:custGeom>
              <a:avLst/>
              <a:gdLst/>
              <a:ahLst/>
              <a:cxnLst/>
              <a:rect l="0" t="0" r="0" b="0"/>
              <a:pathLst>
                <a:path w="57848" h="59414">
                  <a:moveTo>
                    <a:pt x="0" y="0"/>
                  </a:moveTo>
                  <a:lnTo>
                    <a:pt x="57848" y="59414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l504"/>
            <p:cNvSpPr/>
            <p:nvPr/>
          </p:nvSpPr>
          <p:spPr>
            <a:xfrm>
              <a:off x="3541313" y="2587123"/>
              <a:ext cx="114800" cy="1654"/>
            </a:xfrm>
            <a:custGeom>
              <a:avLst/>
              <a:gdLst/>
              <a:ahLst/>
              <a:cxnLst/>
              <a:rect l="0" t="0" r="0" b="0"/>
              <a:pathLst>
                <a:path w="114800" h="1654">
                  <a:moveTo>
                    <a:pt x="0" y="0"/>
                  </a:moveTo>
                  <a:lnTo>
                    <a:pt x="114800" y="1654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l505"/>
            <p:cNvSpPr/>
            <p:nvPr/>
          </p:nvSpPr>
          <p:spPr>
            <a:xfrm>
              <a:off x="3539814" y="2567282"/>
              <a:ext cx="1498" cy="19840"/>
            </a:xfrm>
            <a:custGeom>
              <a:avLst/>
              <a:gdLst/>
              <a:ahLst/>
              <a:cxnLst/>
              <a:rect l="0" t="0" r="0" b="0"/>
              <a:pathLst>
                <a:path w="1498" h="19840">
                  <a:moveTo>
                    <a:pt x="1498" y="19840"/>
                  </a:moveTo>
                  <a:lnTo>
                    <a:pt x="0" y="0"/>
                  </a:lnTo>
                </a:path>
              </a:pathLst>
            </a:custGeom>
            <a:ln w="55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l506"/>
            <p:cNvSpPr/>
            <p:nvPr/>
          </p:nvSpPr>
          <p:spPr>
            <a:xfrm>
              <a:off x="3515846" y="2587123"/>
              <a:ext cx="25467" cy="78336"/>
            </a:xfrm>
            <a:custGeom>
              <a:avLst/>
              <a:gdLst/>
              <a:ahLst/>
              <a:cxnLst/>
              <a:rect l="0" t="0" r="0" b="0"/>
              <a:pathLst>
                <a:path w="25467" h="78336">
                  <a:moveTo>
                    <a:pt x="25467" y="0"/>
                  </a:moveTo>
                  <a:lnTo>
                    <a:pt x="0" y="78336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l507"/>
            <p:cNvSpPr/>
            <p:nvPr/>
          </p:nvSpPr>
          <p:spPr>
            <a:xfrm>
              <a:off x="3541313" y="2587123"/>
              <a:ext cx="40621" cy="63556"/>
            </a:xfrm>
            <a:custGeom>
              <a:avLst/>
              <a:gdLst/>
              <a:ahLst/>
              <a:cxnLst/>
              <a:rect l="0" t="0" r="0" b="0"/>
              <a:pathLst>
                <a:path w="40621" h="63556">
                  <a:moveTo>
                    <a:pt x="0" y="0"/>
                  </a:moveTo>
                  <a:lnTo>
                    <a:pt x="40621" y="63556"/>
                  </a:lnTo>
                </a:path>
              </a:pathLst>
            </a:custGeom>
            <a:ln w="56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l508"/>
            <p:cNvSpPr/>
            <p:nvPr/>
          </p:nvSpPr>
          <p:spPr>
            <a:xfrm>
              <a:off x="3524626" y="2494216"/>
              <a:ext cx="16687" cy="92906"/>
            </a:xfrm>
            <a:custGeom>
              <a:avLst/>
              <a:gdLst/>
              <a:ahLst/>
              <a:cxnLst/>
              <a:rect l="0" t="0" r="0" b="0"/>
              <a:pathLst>
                <a:path w="16687" h="92906">
                  <a:moveTo>
                    <a:pt x="16687" y="92906"/>
                  </a:moveTo>
                  <a:lnTo>
                    <a:pt x="0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l509"/>
            <p:cNvSpPr/>
            <p:nvPr/>
          </p:nvSpPr>
          <p:spPr>
            <a:xfrm>
              <a:off x="3801526" y="2562841"/>
              <a:ext cx="86531" cy="10918"/>
            </a:xfrm>
            <a:custGeom>
              <a:avLst/>
              <a:gdLst/>
              <a:ahLst/>
              <a:cxnLst/>
              <a:rect l="0" t="0" r="0" b="0"/>
              <a:pathLst>
                <a:path w="86531" h="10918">
                  <a:moveTo>
                    <a:pt x="0" y="10918"/>
                  </a:moveTo>
                  <a:lnTo>
                    <a:pt x="86531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l510"/>
            <p:cNvSpPr/>
            <p:nvPr/>
          </p:nvSpPr>
          <p:spPr>
            <a:xfrm>
              <a:off x="3656114" y="2573760"/>
              <a:ext cx="145412" cy="15017"/>
            </a:xfrm>
            <a:custGeom>
              <a:avLst/>
              <a:gdLst/>
              <a:ahLst/>
              <a:cxnLst/>
              <a:rect l="0" t="0" r="0" b="0"/>
              <a:pathLst>
                <a:path w="145412" h="15017">
                  <a:moveTo>
                    <a:pt x="145412" y="0"/>
                  </a:moveTo>
                  <a:lnTo>
                    <a:pt x="0" y="15017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l511"/>
            <p:cNvSpPr/>
            <p:nvPr/>
          </p:nvSpPr>
          <p:spPr>
            <a:xfrm>
              <a:off x="3361265" y="2659751"/>
              <a:ext cx="23705" cy="656"/>
            </a:xfrm>
            <a:custGeom>
              <a:avLst/>
              <a:gdLst/>
              <a:ahLst/>
              <a:cxnLst/>
              <a:rect l="0" t="0" r="0" b="0"/>
              <a:pathLst>
                <a:path w="23705" h="656">
                  <a:moveTo>
                    <a:pt x="23705" y="656"/>
                  </a:moveTo>
                  <a:lnTo>
                    <a:pt x="0" y="0"/>
                  </a:lnTo>
                </a:path>
              </a:pathLst>
            </a:custGeom>
            <a:ln w="55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l512"/>
            <p:cNvSpPr/>
            <p:nvPr/>
          </p:nvSpPr>
          <p:spPr>
            <a:xfrm>
              <a:off x="3500282" y="2618835"/>
              <a:ext cx="29580" cy="23607"/>
            </a:xfrm>
            <a:custGeom>
              <a:avLst/>
              <a:gdLst/>
              <a:ahLst/>
              <a:cxnLst/>
              <a:rect l="0" t="0" r="0" b="0"/>
              <a:pathLst>
                <a:path w="29580" h="23607">
                  <a:moveTo>
                    <a:pt x="0" y="23607"/>
                  </a:moveTo>
                  <a:lnTo>
                    <a:pt x="2958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l513"/>
            <p:cNvSpPr/>
            <p:nvPr/>
          </p:nvSpPr>
          <p:spPr>
            <a:xfrm>
              <a:off x="3500282" y="2638796"/>
              <a:ext cx="33862" cy="3646"/>
            </a:xfrm>
            <a:custGeom>
              <a:avLst/>
              <a:gdLst/>
              <a:ahLst/>
              <a:cxnLst/>
              <a:rect l="0" t="0" r="0" b="0"/>
              <a:pathLst>
                <a:path w="33862" h="3646">
                  <a:moveTo>
                    <a:pt x="0" y="3646"/>
                  </a:moveTo>
                  <a:lnTo>
                    <a:pt x="33862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l514"/>
            <p:cNvSpPr/>
            <p:nvPr/>
          </p:nvSpPr>
          <p:spPr>
            <a:xfrm>
              <a:off x="3459638" y="2627750"/>
              <a:ext cx="40644" cy="14693"/>
            </a:xfrm>
            <a:custGeom>
              <a:avLst/>
              <a:gdLst/>
              <a:ahLst/>
              <a:cxnLst/>
              <a:rect l="0" t="0" r="0" b="0"/>
              <a:pathLst>
                <a:path w="40644" h="14693">
                  <a:moveTo>
                    <a:pt x="40644" y="14693"/>
                  </a:moveTo>
                  <a:lnTo>
                    <a:pt x="0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l515"/>
            <p:cNvSpPr/>
            <p:nvPr/>
          </p:nvSpPr>
          <p:spPr>
            <a:xfrm>
              <a:off x="3500282" y="2607686"/>
              <a:ext cx="41228" cy="34756"/>
            </a:xfrm>
            <a:custGeom>
              <a:avLst/>
              <a:gdLst/>
              <a:ahLst/>
              <a:cxnLst/>
              <a:rect l="0" t="0" r="0" b="0"/>
              <a:pathLst>
                <a:path w="41228" h="34756">
                  <a:moveTo>
                    <a:pt x="0" y="34756"/>
                  </a:moveTo>
                  <a:lnTo>
                    <a:pt x="41228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l516"/>
            <p:cNvSpPr/>
            <p:nvPr/>
          </p:nvSpPr>
          <p:spPr>
            <a:xfrm>
              <a:off x="3478667" y="2630661"/>
              <a:ext cx="21615" cy="11782"/>
            </a:xfrm>
            <a:custGeom>
              <a:avLst/>
              <a:gdLst/>
              <a:ahLst/>
              <a:cxnLst/>
              <a:rect l="0" t="0" r="0" b="0"/>
              <a:pathLst>
                <a:path w="21615" h="11782">
                  <a:moveTo>
                    <a:pt x="21615" y="11782"/>
                  </a:moveTo>
                  <a:lnTo>
                    <a:pt x="0" y="0"/>
                  </a:lnTo>
                </a:path>
              </a:pathLst>
            </a:custGeom>
            <a:ln w="547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l517"/>
            <p:cNvSpPr/>
            <p:nvPr/>
          </p:nvSpPr>
          <p:spPr>
            <a:xfrm>
              <a:off x="3485992" y="2772340"/>
              <a:ext cx="15954" cy="35116"/>
            </a:xfrm>
            <a:custGeom>
              <a:avLst/>
              <a:gdLst/>
              <a:ahLst/>
              <a:cxnLst/>
              <a:rect l="0" t="0" r="0" b="0"/>
              <a:pathLst>
                <a:path w="15954" h="35116">
                  <a:moveTo>
                    <a:pt x="0" y="35116"/>
                  </a:moveTo>
                  <a:lnTo>
                    <a:pt x="15954" y="0"/>
                  </a:lnTo>
                </a:path>
              </a:pathLst>
            </a:custGeom>
            <a:ln w="54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l518"/>
            <p:cNvSpPr/>
            <p:nvPr/>
          </p:nvSpPr>
          <p:spPr>
            <a:xfrm>
              <a:off x="3539578" y="2556721"/>
              <a:ext cx="20808" cy="22893"/>
            </a:xfrm>
            <a:custGeom>
              <a:avLst/>
              <a:gdLst/>
              <a:ahLst/>
              <a:cxnLst/>
              <a:rect l="0" t="0" r="0" b="0"/>
              <a:pathLst>
                <a:path w="20808" h="22893">
                  <a:moveTo>
                    <a:pt x="20808" y="22893"/>
                  </a:moveTo>
                  <a:lnTo>
                    <a:pt x="0" y="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l519"/>
            <p:cNvSpPr/>
            <p:nvPr/>
          </p:nvSpPr>
          <p:spPr>
            <a:xfrm>
              <a:off x="3560387" y="2579614"/>
              <a:ext cx="60196" cy="40787"/>
            </a:xfrm>
            <a:custGeom>
              <a:avLst/>
              <a:gdLst/>
              <a:ahLst/>
              <a:cxnLst/>
              <a:rect l="0" t="0" r="0" b="0"/>
              <a:pathLst>
                <a:path w="60196" h="40787">
                  <a:moveTo>
                    <a:pt x="0" y="0"/>
                  </a:moveTo>
                  <a:lnTo>
                    <a:pt x="60196" y="40787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l520"/>
            <p:cNvSpPr/>
            <p:nvPr/>
          </p:nvSpPr>
          <p:spPr>
            <a:xfrm>
              <a:off x="3808177" y="2048026"/>
              <a:ext cx="306593" cy="129644"/>
            </a:xfrm>
            <a:custGeom>
              <a:avLst/>
              <a:gdLst/>
              <a:ahLst/>
              <a:cxnLst/>
              <a:rect l="0" t="0" r="0" b="0"/>
              <a:pathLst>
                <a:path w="306593" h="129644">
                  <a:moveTo>
                    <a:pt x="306593" y="0"/>
                  </a:moveTo>
                  <a:lnTo>
                    <a:pt x="0" y="12964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l521"/>
            <p:cNvSpPr/>
            <p:nvPr/>
          </p:nvSpPr>
          <p:spPr>
            <a:xfrm>
              <a:off x="4114770" y="2017965"/>
              <a:ext cx="87231" cy="30061"/>
            </a:xfrm>
            <a:custGeom>
              <a:avLst/>
              <a:gdLst/>
              <a:ahLst/>
              <a:cxnLst/>
              <a:rect l="0" t="0" r="0" b="0"/>
              <a:pathLst>
                <a:path w="87231" h="30061">
                  <a:moveTo>
                    <a:pt x="0" y="30061"/>
                  </a:moveTo>
                  <a:lnTo>
                    <a:pt x="87231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l522"/>
            <p:cNvSpPr/>
            <p:nvPr/>
          </p:nvSpPr>
          <p:spPr>
            <a:xfrm>
              <a:off x="4114770" y="1930030"/>
              <a:ext cx="183364" cy="117996"/>
            </a:xfrm>
            <a:custGeom>
              <a:avLst/>
              <a:gdLst/>
              <a:ahLst/>
              <a:cxnLst/>
              <a:rect l="0" t="0" r="0" b="0"/>
              <a:pathLst>
                <a:path w="183364" h="117996">
                  <a:moveTo>
                    <a:pt x="0" y="117996"/>
                  </a:moveTo>
                  <a:lnTo>
                    <a:pt x="183364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l523"/>
            <p:cNvSpPr/>
            <p:nvPr/>
          </p:nvSpPr>
          <p:spPr>
            <a:xfrm>
              <a:off x="4114770" y="1965091"/>
              <a:ext cx="202010" cy="82934"/>
            </a:xfrm>
            <a:custGeom>
              <a:avLst/>
              <a:gdLst/>
              <a:ahLst/>
              <a:cxnLst/>
              <a:rect l="0" t="0" r="0" b="0"/>
              <a:pathLst>
                <a:path w="202010" h="82934">
                  <a:moveTo>
                    <a:pt x="0" y="82934"/>
                  </a:moveTo>
                  <a:lnTo>
                    <a:pt x="20201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l524"/>
            <p:cNvSpPr/>
            <p:nvPr/>
          </p:nvSpPr>
          <p:spPr>
            <a:xfrm>
              <a:off x="4114770" y="2020685"/>
              <a:ext cx="65905" cy="27340"/>
            </a:xfrm>
            <a:custGeom>
              <a:avLst/>
              <a:gdLst/>
              <a:ahLst/>
              <a:cxnLst/>
              <a:rect l="0" t="0" r="0" b="0"/>
              <a:pathLst>
                <a:path w="65905" h="27340">
                  <a:moveTo>
                    <a:pt x="0" y="27340"/>
                  </a:moveTo>
                  <a:lnTo>
                    <a:pt x="65905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l525"/>
            <p:cNvSpPr/>
            <p:nvPr/>
          </p:nvSpPr>
          <p:spPr>
            <a:xfrm>
              <a:off x="3922577" y="2048026"/>
              <a:ext cx="192192" cy="53612"/>
            </a:xfrm>
            <a:custGeom>
              <a:avLst/>
              <a:gdLst/>
              <a:ahLst/>
              <a:cxnLst/>
              <a:rect l="0" t="0" r="0" b="0"/>
              <a:pathLst>
                <a:path w="192192" h="53612">
                  <a:moveTo>
                    <a:pt x="192192" y="0"/>
                  </a:moveTo>
                  <a:lnTo>
                    <a:pt x="0" y="53612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l526"/>
            <p:cNvSpPr/>
            <p:nvPr/>
          </p:nvSpPr>
          <p:spPr>
            <a:xfrm>
              <a:off x="4114770" y="1999660"/>
              <a:ext cx="72448" cy="48365"/>
            </a:xfrm>
            <a:custGeom>
              <a:avLst/>
              <a:gdLst/>
              <a:ahLst/>
              <a:cxnLst/>
              <a:rect l="0" t="0" r="0" b="0"/>
              <a:pathLst>
                <a:path w="72448" h="48365">
                  <a:moveTo>
                    <a:pt x="0" y="48365"/>
                  </a:moveTo>
                  <a:lnTo>
                    <a:pt x="72448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l527"/>
            <p:cNvSpPr/>
            <p:nvPr/>
          </p:nvSpPr>
          <p:spPr>
            <a:xfrm>
              <a:off x="4114770" y="1994277"/>
              <a:ext cx="52424" cy="53749"/>
            </a:xfrm>
            <a:custGeom>
              <a:avLst/>
              <a:gdLst/>
              <a:ahLst/>
              <a:cxnLst/>
              <a:rect l="0" t="0" r="0" b="0"/>
              <a:pathLst>
                <a:path w="52424" h="53749">
                  <a:moveTo>
                    <a:pt x="0" y="53749"/>
                  </a:moveTo>
                  <a:lnTo>
                    <a:pt x="52424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l528"/>
            <p:cNvSpPr/>
            <p:nvPr/>
          </p:nvSpPr>
          <p:spPr>
            <a:xfrm>
              <a:off x="4114770" y="2037060"/>
              <a:ext cx="79167" cy="10966"/>
            </a:xfrm>
            <a:custGeom>
              <a:avLst/>
              <a:gdLst/>
              <a:ahLst/>
              <a:cxnLst/>
              <a:rect l="0" t="0" r="0" b="0"/>
              <a:pathLst>
                <a:path w="79167" h="10966">
                  <a:moveTo>
                    <a:pt x="0" y="10966"/>
                  </a:moveTo>
                  <a:lnTo>
                    <a:pt x="79167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l529"/>
            <p:cNvSpPr/>
            <p:nvPr/>
          </p:nvSpPr>
          <p:spPr>
            <a:xfrm>
              <a:off x="4114770" y="1944181"/>
              <a:ext cx="308011" cy="103845"/>
            </a:xfrm>
            <a:custGeom>
              <a:avLst/>
              <a:gdLst/>
              <a:ahLst/>
              <a:cxnLst/>
              <a:rect l="0" t="0" r="0" b="0"/>
              <a:pathLst>
                <a:path w="308011" h="103845">
                  <a:moveTo>
                    <a:pt x="0" y="103845"/>
                  </a:moveTo>
                  <a:lnTo>
                    <a:pt x="308011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l530"/>
            <p:cNvSpPr/>
            <p:nvPr/>
          </p:nvSpPr>
          <p:spPr>
            <a:xfrm>
              <a:off x="3628464" y="2444909"/>
              <a:ext cx="11486" cy="8486"/>
            </a:xfrm>
            <a:custGeom>
              <a:avLst/>
              <a:gdLst/>
              <a:ahLst/>
              <a:cxnLst/>
              <a:rect l="0" t="0" r="0" b="0"/>
              <a:pathLst>
                <a:path w="11486" h="8486">
                  <a:moveTo>
                    <a:pt x="11486" y="0"/>
                  </a:moveTo>
                  <a:lnTo>
                    <a:pt x="0" y="8486"/>
                  </a:lnTo>
                </a:path>
              </a:pathLst>
            </a:custGeom>
            <a:ln w="61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l531"/>
            <p:cNvSpPr/>
            <p:nvPr/>
          </p:nvSpPr>
          <p:spPr>
            <a:xfrm>
              <a:off x="3487717" y="2505934"/>
              <a:ext cx="3107" cy="7103"/>
            </a:xfrm>
            <a:custGeom>
              <a:avLst/>
              <a:gdLst/>
              <a:ahLst/>
              <a:cxnLst/>
              <a:rect l="0" t="0" r="0" b="0"/>
              <a:pathLst>
                <a:path w="3107" h="7103">
                  <a:moveTo>
                    <a:pt x="0" y="7103"/>
                  </a:moveTo>
                  <a:lnTo>
                    <a:pt x="3107" y="0"/>
                  </a:lnTo>
                </a:path>
              </a:pathLst>
            </a:custGeom>
            <a:ln w="6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l532"/>
            <p:cNvSpPr/>
            <p:nvPr/>
          </p:nvSpPr>
          <p:spPr>
            <a:xfrm>
              <a:off x="3539578" y="2556721"/>
              <a:ext cx="236" cy="10560"/>
            </a:xfrm>
            <a:custGeom>
              <a:avLst/>
              <a:gdLst/>
              <a:ahLst/>
              <a:cxnLst/>
              <a:rect l="0" t="0" r="0" b="0"/>
              <a:pathLst>
                <a:path w="236" h="10560">
                  <a:moveTo>
                    <a:pt x="236" y="10560"/>
                  </a:moveTo>
                  <a:lnTo>
                    <a:pt x="0" y="0"/>
                  </a:lnTo>
                </a:path>
              </a:pathLst>
            </a:custGeom>
            <a:ln w="708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l533"/>
            <p:cNvSpPr/>
            <p:nvPr/>
          </p:nvSpPr>
          <p:spPr>
            <a:xfrm>
              <a:off x="2847820" y="1405690"/>
              <a:ext cx="239856" cy="100163"/>
            </a:xfrm>
            <a:custGeom>
              <a:avLst/>
              <a:gdLst/>
              <a:ahLst/>
              <a:cxnLst/>
              <a:rect l="0" t="0" r="0" b="0"/>
              <a:pathLst>
                <a:path w="239856" h="100163">
                  <a:moveTo>
                    <a:pt x="0" y="0"/>
                  </a:moveTo>
                  <a:lnTo>
                    <a:pt x="239856" y="10016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l534"/>
            <p:cNvSpPr/>
            <p:nvPr/>
          </p:nvSpPr>
          <p:spPr>
            <a:xfrm>
              <a:off x="2831482" y="1360586"/>
              <a:ext cx="16338" cy="45104"/>
            </a:xfrm>
            <a:custGeom>
              <a:avLst/>
              <a:gdLst/>
              <a:ahLst/>
              <a:cxnLst/>
              <a:rect l="0" t="0" r="0" b="0"/>
              <a:pathLst>
                <a:path w="16338" h="45104">
                  <a:moveTo>
                    <a:pt x="16338" y="45104"/>
                  </a:moveTo>
                  <a:lnTo>
                    <a:pt x="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l535"/>
            <p:cNvSpPr/>
            <p:nvPr/>
          </p:nvSpPr>
          <p:spPr>
            <a:xfrm>
              <a:off x="4849177" y="3271022"/>
              <a:ext cx="32330" cy="52470"/>
            </a:xfrm>
            <a:custGeom>
              <a:avLst/>
              <a:gdLst/>
              <a:ahLst/>
              <a:cxnLst/>
              <a:rect l="0" t="0" r="0" b="0"/>
              <a:pathLst>
                <a:path w="32330" h="52470">
                  <a:moveTo>
                    <a:pt x="0" y="52470"/>
                  </a:moveTo>
                  <a:lnTo>
                    <a:pt x="3233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l536"/>
            <p:cNvSpPr/>
            <p:nvPr/>
          </p:nvSpPr>
          <p:spPr>
            <a:xfrm>
              <a:off x="4820498" y="3323493"/>
              <a:ext cx="28679" cy="43720"/>
            </a:xfrm>
            <a:custGeom>
              <a:avLst/>
              <a:gdLst/>
              <a:ahLst/>
              <a:cxnLst/>
              <a:rect l="0" t="0" r="0" b="0"/>
              <a:pathLst>
                <a:path w="28679" h="43720">
                  <a:moveTo>
                    <a:pt x="28679" y="0"/>
                  </a:moveTo>
                  <a:lnTo>
                    <a:pt x="0" y="4372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l537"/>
            <p:cNvSpPr/>
            <p:nvPr/>
          </p:nvSpPr>
          <p:spPr>
            <a:xfrm>
              <a:off x="2378105" y="3395517"/>
              <a:ext cx="36113" cy="14082"/>
            </a:xfrm>
            <a:custGeom>
              <a:avLst/>
              <a:gdLst/>
              <a:ahLst/>
              <a:cxnLst/>
              <a:rect l="0" t="0" r="0" b="0"/>
              <a:pathLst>
                <a:path w="36113" h="14082">
                  <a:moveTo>
                    <a:pt x="36113" y="0"/>
                  </a:moveTo>
                  <a:lnTo>
                    <a:pt x="0" y="1408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l538"/>
            <p:cNvSpPr/>
            <p:nvPr/>
          </p:nvSpPr>
          <p:spPr>
            <a:xfrm>
              <a:off x="2386825" y="3335841"/>
              <a:ext cx="27393" cy="59675"/>
            </a:xfrm>
            <a:custGeom>
              <a:avLst/>
              <a:gdLst/>
              <a:ahLst/>
              <a:cxnLst/>
              <a:rect l="0" t="0" r="0" b="0"/>
              <a:pathLst>
                <a:path w="27393" h="59675">
                  <a:moveTo>
                    <a:pt x="27393" y="59675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l539"/>
            <p:cNvSpPr/>
            <p:nvPr/>
          </p:nvSpPr>
          <p:spPr>
            <a:xfrm>
              <a:off x="2414219" y="3395517"/>
              <a:ext cx="41227" cy="26500"/>
            </a:xfrm>
            <a:custGeom>
              <a:avLst/>
              <a:gdLst/>
              <a:ahLst/>
              <a:cxnLst/>
              <a:rect l="0" t="0" r="0" b="0"/>
              <a:pathLst>
                <a:path w="41227" h="26500">
                  <a:moveTo>
                    <a:pt x="0" y="0"/>
                  </a:moveTo>
                  <a:lnTo>
                    <a:pt x="41227" y="2650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l540"/>
            <p:cNvSpPr/>
            <p:nvPr/>
          </p:nvSpPr>
          <p:spPr>
            <a:xfrm>
              <a:off x="3576965" y="869445"/>
              <a:ext cx="14731" cy="5069"/>
            </a:xfrm>
            <a:custGeom>
              <a:avLst/>
              <a:gdLst/>
              <a:ahLst/>
              <a:cxnLst/>
              <a:rect l="0" t="0" r="0" b="0"/>
              <a:pathLst>
                <a:path w="14731" h="5069">
                  <a:moveTo>
                    <a:pt x="0" y="5069"/>
                  </a:moveTo>
                  <a:lnTo>
                    <a:pt x="14731" y="0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l541"/>
            <p:cNvSpPr/>
            <p:nvPr/>
          </p:nvSpPr>
          <p:spPr>
            <a:xfrm>
              <a:off x="3678256" y="2004071"/>
              <a:ext cx="888" cy="62511"/>
            </a:xfrm>
            <a:custGeom>
              <a:avLst/>
              <a:gdLst/>
              <a:ahLst/>
              <a:cxnLst/>
              <a:rect l="0" t="0" r="0" b="0"/>
              <a:pathLst>
                <a:path w="888" h="62511">
                  <a:moveTo>
                    <a:pt x="0" y="0"/>
                  </a:moveTo>
                  <a:lnTo>
                    <a:pt x="888" y="62511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l542"/>
            <p:cNvSpPr/>
            <p:nvPr/>
          </p:nvSpPr>
          <p:spPr>
            <a:xfrm>
              <a:off x="3862013" y="3933192"/>
              <a:ext cx="40627" cy="13100"/>
            </a:xfrm>
            <a:custGeom>
              <a:avLst/>
              <a:gdLst/>
              <a:ahLst/>
              <a:cxnLst/>
              <a:rect l="0" t="0" r="0" b="0"/>
              <a:pathLst>
                <a:path w="40627" h="13100">
                  <a:moveTo>
                    <a:pt x="40627" y="0"/>
                  </a:moveTo>
                  <a:lnTo>
                    <a:pt x="0" y="1310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l543"/>
            <p:cNvSpPr/>
            <p:nvPr/>
          </p:nvSpPr>
          <p:spPr>
            <a:xfrm>
              <a:off x="3501424" y="2772340"/>
              <a:ext cx="523" cy="7240"/>
            </a:xfrm>
            <a:custGeom>
              <a:avLst/>
              <a:gdLst/>
              <a:ahLst/>
              <a:cxnLst/>
              <a:rect l="0" t="0" r="0" b="0"/>
              <a:pathLst>
                <a:path w="523" h="7240">
                  <a:moveTo>
                    <a:pt x="0" y="7240"/>
                  </a:moveTo>
                  <a:lnTo>
                    <a:pt x="523" y="0"/>
                  </a:lnTo>
                </a:path>
              </a:pathLst>
            </a:custGeom>
            <a:ln w="811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l544"/>
            <p:cNvSpPr/>
            <p:nvPr/>
          </p:nvSpPr>
          <p:spPr>
            <a:xfrm>
              <a:off x="3479018" y="2779580"/>
              <a:ext cx="22406" cy="104680"/>
            </a:xfrm>
            <a:custGeom>
              <a:avLst/>
              <a:gdLst/>
              <a:ahLst/>
              <a:cxnLst/>
              <a:rect l="0" t="0" r="0" b="0"/>
              <a:pathLst>
                <a:path w="22406" h="104680">
                  <a:moveTo>
                    <a:pt x="22406" y="0"/>
                  </a:moveTo>
                  <a:lnTo>
                    <a:pt x="0" y="10468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l545"/>
            <p:cNvSpPr/>
            <p:nvPr/>
          </p:nvSpPr>
          <p:spPr>
            <a:xfrm>
              <a:off x="3465580" y="2779580"/>
              <a:ext cx="35844" cy="142187"/>
            </a:xfrm>
            <a:custGeom>
              <a:avLst/>
              <a:gdLst/>
              <a:ahLst/>
              <a:cxnLst/>
              <a:rect l="0" t="0" r="0" b="0"/>
              <a:pathLst>
                <a:path w="35844" h="142187">
                  <a:moveTo>
                    <a:pt x="35844" y="0"/>
                  </a:moveTo>
                  <a:lnTo>
                    <a:pt x="0" y="142187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l546"/>
            <p:cNvSpPr/>
            <p:nvPr/>
          </p:nvSpPr>
          <p:spPr>
            <a:xfrm>
              <a:off x="3564959" y="3953161"/>
              <a:ext cx="1370" cy="549"/>
            </a:xfrm>
            <a:custGeom>
              <a:avLst/>
              <a:gdLst/>
              <a:ahLst/>
              <a:cxnLst/>
              <a:rect l="0" t="0" r="0" b="0"/>
              <a:pathLst>
                <a:path w="1370" h="549">
                  <a:moveTo>
                    <a:pt x="0" y="0"/>
                  </a:moveTo>
                  <a:lnTo>
                    <a:pt x="1370" y="549"/>
                  </a:lnTo>
                </a:path>
              </a:pathLst>
            </a:custGeom>
            <a:ln w="639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l547"/>
            <p:cNvSpPr/>
            <p:nvPr/>
          </p:nvSpPr>
          <p:spPr>
            <a:xfrm>
              <a:off x="4006800" y="1743735"/>
              <a:ext cx="175871" cy="204784"/>
            </a:xfrm>
            <a:custGeom>
              <a:avLst/>
              <a:gdLst/>
              <a:ahLst/>
              <a:cxnLst/>
              <a:rect l="0" t="0" r="0" b="0"/>
              <a:pathLst>
                <a:path w="175871" h="204784">
                  <a:moveTo>
                    <a:pt x="0" y="204784"/>
                  </a:moveTo>
                  <a:lnTo>
                    <a:pt x="175871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l548"/>
            <p:cNvSpPr/>
            <p:nvPr/>
          </p:nvSpPr>
          <p:spPr>
            <a:xfrm>
              <a:off x="3808177" y="1948519"/>
              <a:ext cx="198623" cy="229151"/>
            </a:xfrm>
            <a:custGeom>
              <a:avLst/>
              <a:gdLst/>
              <a:ahLst/>
              <a:cxnLst/>
              <a:rect l="0" t="0" r="0" b="0"/>
              <a:pathLst>
                <a:path w="198623" h="229151">
                  <a:moveTo>
                    <a:pt x="198623" y="0"/>
                  </a:moveTo>
                  <a:lnTo>
                    <a:pt x="0" y="229151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l549"/>
            <p:cNvSpPr/>
            <p:nvPr/>
          </p:nvSpPr>
          <p:spPr>
            <a:xfrm>
              <a:off x="3391931" y="2492786"/>
              <a:ext cx="63038" cy="5287"/>
            </a:xfrm>
            <a:custGeom>
              <a:avLst/>
              <a:gdLst/>
              <a:ahLst/>
              <a:cxnLst/>
              <a:rect l="0" t="0" r="0" b="0"/>
              <a:pathLst>
                <a:path w="63038" h="5287">
                  <a:moveTo>
                    <a:pt x="0" y="0"/>
                  </a:moveTo>
                  <a:lnTo>
                    <a:pt x="63038" y="5287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l550"/>
            <p:cNvSpPr/>
            <p:nvPr/>
          </p:nvSpPr>
          <p:spPr>
            <a:xfrm>
              <a:off x="3657992" y="2903577"/>
              <a:ext cx="19213" cy="40759"/>
            </a:xfrm>
            <a:custGeom>
              <a:avLst/>
              <a:gdLst/>
              <a:ahLst/>
              <a:cxnLst/>
              <a:rect l="0" t="0" r="0" b="0"/>
              <a:pathLst>
                <a:path w="19213" h="40759">
                  <a:moveTo>
                    <a:pt x="0" y="40759"/>
                  </a:moveTo>
                  <a:lnTo>
                    <a:pt x="19213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l551"/>
            <p:cNvSpPr/>
            <p:nvPr/>
          </p:nvSpPr>
          <p:spPr>
            <a:xfrm>
              <a:off x="3808177" y="2140595"/>
              <a:ext cx="122941" cy="37075"/>
            </a:xfrm>
            <a:custGeom>
              <a:avLst/>
              <a:gdLst/>
              <a:ahLst/>
              <a:cxnLst/>
              <a:rect l="0" t="0" r="0" b="0"/>
              <a:pathLst>
                <a:path w="122941" h="37075">
                  <a:moveTo>
                    <a:pt x="122941" y="0"/>
                  </a:moveTo>
                  <a:lnTo>
                    <a:pt x="0" y="37075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l552"/>
            <p:cNvSpPr/>
            <p:nvPr/>
          </p:nvSpPr>
          <p:spPr>
            <a:xfrm>
              <a:off x="3931118" y="2104895"/>
              <a:ext cx="81312" cy="35700"/>
            </a:xfrm>
            <a:custGeom>
              <a:avLst/>
              <a:gdLst/>
              <a:ahLst/>
              <a:cxnLst/>
              <a:rect l="0" t="0" r="0" b="0"/>
              <a:pathLst>
                <a:path w="81312" h="35700">
                  <a:moveTo>
                    <a:pt x="0" y="35700"/>
                  </a:moveTo>
                  <a:lnTo>
                    <a:pt x="81312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l553"/>
            <p:cNvSpPr/>
            <p:nvPr/>
          </p:nvSpPr>
          <p:spPr>
            <a:xfrm>
              <a:off x="3931118" y="2133073"/>
              <a:ext cx="40142" cy="7522"/>
            </a:xfrm>
            <a:custGeom>
              <a:avLst/>
              <a:gdLst/>
              <a:ahLst/>
              <a:cxnLst/>
              <a:rect l="0" t="0" r="0" b="0"/>
              <a:pathLst>
                <a:path w="40142" h="7522">
                  <a:moveTo>
                    <a:pt x="0" y="7522"/>
                  </a:moveTo>
                  <a:lnTo>
                    <a:pt x="40142" y="0"/>
                  </a:lnTo>
                </a:path>
              </a:pathLst>
            </a:custGeom>
            <a:ln w="544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l554"/>
            <p:cNvSpPr/>
            <p:nvPr/>
          </p:nvSpPr>
          <p:spPr>
            <a:xfrm>
              <a:off x="3931118" y="2072544"/>
              <a:ext cx="101405" cy="68051"/>
            </a:xfrm>
            <a:custGeom>
              <a:avLst/>
              <a:gdLst/>
              <a:ahLst/>
              <a:cxnLst/>
              <a:rect l="0" t="0" r="0" b="0"/>
              <a:pathLst>
                <a:path w="101405" h="68051">
                  <a:moveTo>
                    <a:pt x="0" y="68051"/>
                  </a:moveTo>
                  <a:lnTo>
                    <a:pt x="101405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l555"/>
            <p:cNvSpPr/>
            <p:nvPr/>
          </p:nvSpPr>
          <p:spPr>
            <a:xfrm>
              <a:off x="3628464" y="2436854"/>
              <a:ext cx="15662" cy="16541"/>
            </a:xfrm>
            <a:custGeom>
              <a:avLst/>
              <a:gdLst/>
              <a:ahLst/>
              <a:cxnLst/>
              <a:rect l="0" t="0" r="0" b="0"/>
              <a:pathLst>
                <a:path w="15662" h="16541">
                  <a:moveTo>
                    <a:pt x="15662" y="0"/>
                  </a:moveTo>
                  <a:lnTo>
                    <a:pt x="0" y="16541"/>
                  </a:lnTo>
                </a:path>
              </a:pathLst>
            </a:custGeom>
            <a:ln w="58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l556"/>
            <p:cNvSpPr/>
            <p:nvPr/>
          </p:nvSpPr>
          <p:spPr>
            <a:xfrm>
              <a:off x="5085511" y="2728931"/>
              <a:ext cx="9061" cy="41063"/>
            </a:xfrm>
            <a:custGeom>
              <a:avLst/>
              <a:gdLst/>
              <a:ahLst/>
              <a:cxnLst/>
              <a:rect l="0" t="0" r="0" b="0"/>
              <a:pathLst>
                <a:path w="9061" h="41063">
                  <a:moveTo>
                    <a:pt x="9061" y="0"/>
                  </a:moveTo>
                  <a:lnTo>
                    <a:pt x="0" y="4106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l557"/>
            <p:cNvSpPr/>
            <p:nvPr/>
          </p:nvSpPr>
          <p:spPr>
            <a:xfrm>
              <a:off x="2062792" y="2257171"/>
              <a:ext cx="30608" cy="27184"/>
            </a:xfrm>
            <a:custGeom>
              <a:avLst/>
              <a:gdLst/>
              <a:ahLst/>
              <a:cxnLst/>
              <a:rect l="0" t="0" r="0" b="0"/>
              <a:pathLst>
                <a:path w="30608" h="27184">
                  <a:moveTo>
                    <a:pt x="0" y="0"/>
                  </a:moveTo>
                  <a:lnTo>
                    <a:pt x="30608" y="2718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l558"/>
            <p:cNvSpPr/>
            <p:nvPr/>
          </p:nvSpPr>
          <p:spPr>
            <a:xfrm>
              <a:off x="3581935" y="2650679"/>
              <a:ext cx="21322" cy="36863"/>
            </a:xfrm>
            <a:custGeom>
              <a:avLst/>
              <a:gdLst/>
              <a:ahLst/>
              <a:cxnLst/>
              <a:rect l="0" t="0" r="0" b="0"/>
              <a:pathLst>
                <a:path w="21322" h="36863">
                  <a:moveTo>
                    <a:pt x="0" y="0"/>
                  </a:moveTo>
                  <a:lnTo>
                    <a:pt x="21322" y="36863"/>
                  </a:lnTo>
                </a:path>
              </a:pathLst>
            </a:custGeom>
            <a:ln w="55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l559"/>
            <p:cNvSpPr/>
            <p:nvPr/>
          </p:nvSpPr>
          <p:spPr>
            <a:xfrm>
              <a:off x="3581935" y="2650679"/>
              <a:ext cx="12832" cy="35821"/>
            </a:xfrm>
            <a:custGeom>
              <a:avLst/>
              <a:gdLst/>
              <a:ahLst/>
              <a:cxnLst/>
              <a:rect l="0" t="0" r="0" b="0"/>
              <a:pathLst>
                <a:path w="12832" h="35821">
                  <a:moveTo>
                    <a:pt x="0" y="0"/>
                  </a:moveTo>
                  <a:lnTo>
                    <a:pt x="12832" y="35821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l560"/>
            <p:cNvSpPr/>
            <p:nvPr/>
          </p:nvSpPr>
          <p:spPr>
            <a:xfrm>
              <a:off x="3581935" y="2650679"/>
              <a:ext cx="20092" cy="26598"/>
            </a:xfrm>
            <a:custGeom>
              <a:avLst/>
              <a:gdLst/>
              <a:ahLst/>
              <a:cxnLst/>
              <a:rect l="0" t="0" r="0" b="0"/>
              <a:pathLst>
                <a:path w="20092" h="26598">
                  <a:moveTo>
                    <a:pt x="0" y="0"/>
                  </a:moveTo>
                  <a:lnTo>
                    <a:pt x="20092" y="26598"/>
                  </a:lnTo>
                </a:path>
              </a:pathLst>
            </a:custGeom>
            <a:ln w="57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l561"/>
            <p:cNvSpPr/>
            <p:nvPr/>
          </p:nvSpPr>
          <p:spPr>
            <a:xfrm>
              <a:off x="3524626" y="2476625"/>
              <a:ext cx="5571" cy="17590"/>
            </a:xfrm>
            <a:custGeom>
              <a:avLst/>
              <a:gdLst/>
              <a:ahLst/>
              <a:cxnLst/>
              <a:rect l="0" t="0" r="0" b="0"/>
              <a:pathLst>
                <a:path w="5571" h="17590">
                  <a:moveTo>
                    <a:pt x="0" y="17590"/>
                  </a:moveTo>
                  <a:lnTo>
                    <a:pt x="5571" y="0"/>
                  </a:lnTo>
                </a:path>
              </a:pathLst>
            </a:custGeom>
            <a:ln w="6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l562"/>
            <p:cNvSpPr/>
            <p:nvPr/>
          </p:nvSpPr>
          <p:spPr>
            <a:xfrm>
              <a:off x="3060671" y="2332408"/>
              <a:ext cx="4326" cy="2771"/>
            </a:xfrm>
            <a:custGeom>
              <a:avLst/>
              <a:gdLst/>
              <a:ahLst/>
              <a:cxnLst/>
              <a:rect l="0" t="0" r="0" b="0"/>
              <a:pathLst>
                <a:path w="4326" h="2771">
                  <a:moveTo>
                    <a:pt x="0" y="2771"/>
                  </a:moveTo>
                  <a:lnTo>
                    <a:pt x="4326" y="0"/>
                  </a:lnTo>
                </a:path>
              </a:pathLst>
            </a:custGeom>
            <a:ln w="56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l563"/>
            <p:cNvSpPr/>
            <p:nvPr/>
          </p:nvSpPr>
          <p:spPr>
            <a:xfrm>
              <a:off x="3643050" y="2911424"/>
              <a:ext cx="73549" cy="192996"/>
            </a:xfrm>
            <a:custGeom>
              <a:avLst/>
              <a:gdLst/>
              <a:ahLst/>
              <a:cxnLst/>
              <a:rect l="0" t="0" r="0" b="0"/>
              <a:pathLst>
                <a:path w="73549" h="192996">
                  <a:moveTo>
                    <a:pt x="73549" y="192996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l564"/>
            <p:cNvSpPr/>
            <p:nvPr/>
          </p:nvSpPr>
          <p:spPr>
            <a:xfrm>
              <a:off x="3578956" y="2574070"/>
              <a:ext cx="20302" cy="10204"/>
            </a:xfrm>
            <a:custGeom>
              <a:avLst/>
              <a:gdLst/>
              <a:ahLst/>
              <a:cxnLst/>
              <a:rect l="0" t="0" r="0" b="0"/>
              <a:pathLst>
                <a:path w="20302" h="10204">
                  <a:moveTo>
                    <a:pt x="20302" y="10204"/>
                  </a:moveTo>
                  <a:lnTo>
                    <a:pt x="0" y="0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l565"/>
            <p:cNvSpPr/>
            <p:nvPr/>
          </p:nvSpPr>
          <p:spPr>
            <a:xfrm>
              <a:off x="5021560" y="1760798"/>
              <a:ext cx="9322" cy="5230"/>
            </a:xfrm>
            <a:custGeom>
              <a:avLst/>
              <a:gdLst/>
              <a:ahLst/>
              <a:cxnLst/>
              <a:rect l="0" t="0" r="0" b="0"/>
              <a:pathLst>
                <a:path w="9322" h="5230">
                  <a:moveTo>
                    <a:pt x="0" y="5230"/>
                  </a:moveTo>
                  <a:lnTo>
                    <a:pt x="9322" y="0"/>
                  </a:lnTo>
                </a:path>
              </a:pathLst>
            </a:custGeom>
            <a:ln w="54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l566"/>
            <p:cNvSpPr/>
            <p:nvPr/>
          </p:nvSpPr>
          <p:spPr>
            <a:xfrm>
              <a:off x="3539578" y="2519976"/>
              <a:ext cx="33721" cy="36745"/>
            </a:xfrm>
            <a:custGeom>
              <a:avLst/>
              <a:gdLst/>
              <a:ahLst/>
              <a:cxnLst/>
              <a:rect l="0" t="0" r="0" b="0"/>
              <a:pathLst>
                <a:path w="33721" h="36745">
                  <a:moveTo>
                    <a:pt x="33721" y="0"/>
                  </a:moveTo>
                  <a:lnTo>
                    <a:pt x="0" y="36745"/>
                  </a:lnTo>
                </a:path>
              </a:pathLst>
            </a:custGeom>
            <a:ln w="574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l567"/>
            <p:cNvSpPr/>
            <p:nvPr/>
          </p:nvSpPr>
          <p:spPr>
            <a:xfrm>
              <a:off x="3573299" y="2453396"/>
              <a:ext cx="55164" cy="66580"/>
            </a:xfrm>
            <a:custGeom>
              <a:avLst/>
              <a:gdLst/>
              <a:ahLst/>
              <a:cxnLst/>
              <a:rect l="0" t="0" r="0" b="0"/>
              <a:pathLst>
                <a:path w="55164" h="66580">
                  <a:moveTo>
                    <a:pt x="0" y="66580"/>
                  </a:moveTo>
                  <a:lnTo>
                    <a:pt x="55164" y="0"/>
                  </a:lnTo>
                </a:path>
              </a:pathLst>
            </a:custGeom>
            <a:ln w="55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l568"/>
            <p:cNvSpPr/>
            <p:nvPr/>
          </p:nvSpPr>
          <p:spPr>
            <a:xfrm>
              <a:off x="4504774" y="1162912"/>
              <a:ext cx="25689" cy="14842"/>
            </a:xfrm>
            <a:custGeom>
              <a:avLst/>
              <a:gdLst/>
              <a:ahLst/>
              <a:cxnLst/>
              <a:rect l="0" t="0" r="0" b="0"/>
              <a:pathLst>
                <a:path w="25689" h="14842">
                  <a:moveTo>
                    <a:pt x="0" y="14842"/>
                  </a:moveTo>
                  <a:lnTo>
                    <a:pt x="25689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l569"/>
            <p:cNvSpPr/>
            <p:nvPr/>
          </p:nvSpPr>
          <p:spPr>
            <a:xfrm>
              <a:off x="3537158" y="2540569"/>
              <a:ext cx="2420" cy="16151"/>
            </a:xfrm>
            <a:custGeom>
              <a:avLst/>
              <a:gdLst/>
              <a:ahLst/>
              <a:cxnLst/>
              <a:rect l="0" t="0" r="0" b="0"/>
              <a:pathLst>
                <a:path w="2420" h="16151">
                  <a:moveTo>
                    <a:pt x="0" y="0"/>
                  </a:moveTo>
                  <a:lnTo>
                    <a:pt x="2420" y="16151"/>
                  </a:lnTo>
                </a:path>
              </a:pathLst>
            </a:custGeom>
            <a:ln w="58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l570"/>
            <p:cNvSpPr/>
            <p:nvPr/>
          </p:nvSpPr>
          <p:spPr>
            <a:xfrm>
              <a:off x="3537158" y="2535224"/>
              <a:ext cx="41367" cy="5344"/>
            </a:xfrm>
            <a:custGeom>
              <a:avLst/>
              <a:gdLst/>
              <a:ahLst/>
              <a:cxnLst/>
              <a:rect l="0" t="0" r="0" b="0"/>
              <a:pathLst>
                <a:path w="41367" h="5344">
                  <a:moveTo>
                    <a:pt x="0" y="5344"/>
                  </a:moveTo>
                  <a:lnTo>
                    <a:pt x="41367" y="0"/>
                  </a:lnTo>
                </a:path>
              </a:pathLst>
            </a:custGeom>
            <a:ln w="546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l571"/>
            <p:cNvSpPr/>
            <p:nvPr/>
          </p:nvSpPr>
          <p:spPr>
            <a:xfrm>
              <a:off x="3791155" y="1648270"/>
              <a:ext cx="18408" cy="30914"/>
            </a:xfrm>
            <a:custGeom>
              <a:avLst/>
              <a:gdLst/>
              <a:ahLst/>
              <a:cxnLst/>
              <a:rect l="0" t="0" r="0" b="0"/>
              <a:pathLst>
                <a:path w="18408" h="30914">
                  <a:moveTo>
                    <a:pt x="18408" y="0"/>
                  </a:moveTo>
                  <a:lnTo>
                    <a:pt x="0" y="30914"/>
                  </a:lnTo>
                </a:path>
              </a:pathLst>
            </a:custGeom>
            <a:ln w="543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l572"/>
            <p:cNvSpPr/>
            <p:nvPr/>
          </p:nvSpPr>
          <p:spPr>
            <a:xfrm>
              <a:off x="3677205" y="2903577"/>
              <a:ext cx="9987" cy="4908"/>
            </a:xfrm>
            <a:custGeom>
              <a:avLst/>
              <a:gdLst/>
              <a:ahLst/>
              <a:cxnLst/>
              <a:rect l="0" t="0" r="0" b="0"/>
              <a:pathLst>
                <a:path w="9987" h="4908">
                  <a:moveTo>
                    <a:pt x="0" y="0"/>
                  </a:moveTo>
                  <a:lnTo>
                    <a:pt x="9987" y="4908"/>
                  </a:lnTo>
                </a:path>
              </a:pathLst>
            </a:custGeom>
            <a:ln w="59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3" name="pl573"/>
            <p:cNvSpPr/>
            <p:nvPr/>
          </p:nvSpPr>
          <p:spPr>
            <a:xfrm>
              <a:off x="3677205" y="2903577"/>
              <a:ext cx="1198" cy="1697"/>
            </a:xfrm>
            <a:custGeom>
              <a:avLst/>
              <a:gdLst/>
              <a:ahLst/>
              <a:cxnLst/>
              <a:rect l="0" t="0" r="0" b="0"/>
              <a:pathLst>
                <a:path w="1198" h="1697">
                  <a:moveTo>
                    <a:pt x="0" y="0"/>
                  </a:moveTo>
                  <a:lnTo>
                    <a:pt x="1198" y="1697"/>
                  </a:lnTo>
                </a:path>
              </a:pathLst>
            </a:custGeom>
            <a:ln w="717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" name="pl574"/>
            <p:cNvSpPr/>
            <p:nvPr/>
          </p:nvSpPr>
          <p:spPr>
            <a:xfrm>
              <a:off x="3796242" y="2478506"/>
              <a:ext cx="1348" cy="5178"/>
            </a:xfrm>
            <a:custGeom>
              <a:avLst/>
              <a:gdLst/>
              <a:ahLst/>
              <a:cxnLst/>
              <a:rect l="0" t="0" r="0" b="0"/>
              <a:pathLst>
                <a:path w="1348" h="5178">
                  <a:moveTo>
                    <a:pt x="1348" y="0"/>
                  </a:moveTo>
                  <a:lnTo>
                    <a:pt x="0" y="5178"/>
                  </a:lnTo>
                </a:path>
              </a:pathLst>
            </a:custGeom>
            <a:ln w="596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" name="pl575"/>
            <p:cNvSpPr/>
            <p:nvPr/>
          </p:nvSpPr>
          <p:spPr>
            <a:xfrm>
              <a:off x="3797590" y="2477959"/>
              <a:ext cx="12196" cy="547"/>
            </a:xfrm>
            <a:custGeom>
              <a:avLst/>
              <a:gdLst/>
              <a:ahLst/>
              <a:cxnLst/>
              <a:rect l="0" t="0" r="0" b="0"/>
              <a:pathLst>
                <a:path w="12196" h="547">
                  <a:moveTo>
                    <a:pt x="0" y="547"/>
                  </a:moveTo>
                  <a:lnTo>
                    <a:pt x="12196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" name="pg576"/>
            <p:cNvSpPr/>
            <p:nvPr/>
          </p:nvSpPr>
          <p:spPr>
            <a:xfrm>
              <a:off x="3318328" y="2213336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94390"/>
                  </a:lnTo>
                  <a:lnTo>
                    <a:pt x="943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" name="pt577"/>
            <p:cNvSpPr/>
            <p:nvPr/>
          </p:nvSpPr>
          <p:spPr>
            <a:xfrm>
              <a:off x="3431620" y="2229530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" name="pg578"/>
            <p:cNvSpPr/>
            <p:nvPr/>
          </p:nvSpPr>
          <p:spPr>
            <a:xfrm>
              <a:off x="3509678" y="2797200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125578"/>
                  </a:moveTo>
                  <a:lnTo>
                    <a:pt x="125578" y="125578"/>
                  </a:lnTo>
                  <a:lnTo>
                    <a:pt x="1255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" name="pt579"/>
            <p:cNvSpPr/>
            <p:nvPr/>
          </p:nvSpPr>
          <p:spPr>
            <a:xfrm>
              <a:off x="3564894" y="2472090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" name="pt580"/>
            <p:cNvSpPr/>
            <p:nvPr/>
          </p:nvSpPr>
          <p:spPr>
            <a:xfrm>
              <a:off x="4047868" y="2210265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3291753" y="227642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2" name="pt582"/>
            <p:cNvSpPr/>
            <p:nvPr/>
          </p:nvSpPr>
          <p:spPr>
            <a:xfrm>
              <a:off x="5075097" y="213886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3" name="pg583"/>
            <p:cNvSpPr/>
            <p:nvPr/>
          </p:nvSpPr>
          <p:spPr>
            <a:xfrm>
              <a:off x="4599174" y="231420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4" name="pg584"/>
            <p:cNvSpPr/>
            <p:nvPr/>
          </p:nvSpPr>
          <p:spPr>
            <a:xfrm>
              <a:off x="4024563" y="2348150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5" name="pt585"/>
            <p:cNvSpPr/>
            <p:nvPr/>
          </p:nvSpPr>
          <p:spPr>
            <a:xfrm>
              <a:off x="3465751" y="277169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6" name="pt586"/>
            <p:cNvSpPr/>
            <p:nvPr/>
          </p:nvSpPr>
          <p:spPr>
            <a:xfrm>
              <a:off x="4228576" y="2143103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7" name="pt587"/>
            <p:cNvSpPr/>
            <p:nvPr/>
          </p:nvSpPr>
          <p:spPr>
            <a:xfrm>
              <a:off x="3603395" y="2416306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8" name="pl588"/>
            <p:cNvSpPr/>
            <p:nvPr/>
          </p:nvSpPr>
          <p:spPr>
            <a:xfrm>
              <a:off x="3141833" y="90765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" name="pl589"/>
            <p:cNvSpPr/>
            <p:nvPr/>
          </p:nvSpPr>
          <p:spPr>
            <a:xfrm>
              <a:off x="3141833" y="90765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" name="pl590"/>
            <p:cNvSpPr/>
            <p:nvPr/>
          </p:nvSpPr>
          <p:spPr>
            <a:xfrm>
              <a:off x="3128743" y="93925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" name="pl591"/>
            <p:cNvSpPr/>
            <p:nvPr/>
          </p:nvSpPr>
          <p:spPr>
            <a:xfrm>
              <a:off x="3173434" y="89456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" name="pg592"/>
            <p:cNvSpPr/>
            <p:nvPr/>
          </p:nvSpPr>
          <p:spPr>
            <a:xfrm>
              <a:off x="3418157" y="2711454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47195"/>
                  </a:moveTo>
                  <a:lnTo>
                    <a:pt x="47195" y="0"/>
                  </a:lnTo>
                  <a:lnTo>
                    <a:pt x="94390" y="47195"/>
                  </a:lnTo>
                  <a:lnTo>
                    <a:pt x="47195" y="94390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3" name="pt593"/>
            <p:cNvSpPr/>
            <p:nvPr/>
          </p:nvSpPr>
          <p:spPr>
            <a:xfrm>
              <a:off x="3988753" y="2418226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4" name="pl594"/>
            <p:cNvSpPr/>
            <p:nvPr/>
          </p:nvSpPr>
          <p:spPr>
            <a:xfrm>
              <a:off x="3450909" y="2483839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107308"/>
                  </a:moveTo>
                  <a:lnTo>
                    <a:pt x="107308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" name="pl595"/>
            <p:cNvSpPr/>
            <p:nvPr/>
          </p:nvSpPr>
          <p:spPr>
            <a:xfrm>
              <a:off x="3450909" y="2483839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0"/>
                  </a:moveTo>
                  <a:lnTo>
                    <a:pt x="107308" y="107308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" name="pl596"/>
            <p:cNvSpPr/>
            <p:nvPr/>
          </p:nvSpPr>
          <p:spPr>
            <a:xfrm>
              <a:off x="3428685" y="2537494"/>
              <a:ext cx="151757" cy="0"/>
            </a:xfrm>
            <a:custGeom>
              <a:avLst/>
              <a:gdLst/>
              <a:ahLst/>
              <a:cxnLst/>
              <a:rect l="0" t="0" r="0" b="0"/>
              <a:pathLst>
                <a:path w="151757">
                  <a:moveTo>
                    <a:pt x="0" y="0"/>
                  </a:moveTo>
                  <a:lnTo>
                    <a:pt x="151757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l597"/>
            <p:cNvSpPr/>
            <p:nvPr/>
          </p:nvSpPr>
          <p:spPr>
            <a:xfrm>
              <a:off x="3504564" y="2461615"/>
              <a:ext cx="0" cy="151757"/>
            </a:xfrm>
            <a:custGeom>
              <a:avLst/>
              <a:gdLst/>
              <a:ahLst/>
              <a:cxnLst/>
              <a:rect l="0" t="0" r="0" b="0"/>
              <a:pathLst>
                <a:path h="151757">
                  <a:moveTo>
                    <a:pt x="0" y="15175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l598"/>
            <p:cNvSpPr/>
            <p:nvPr/>
          </p:nvSpPr>
          <p:spPr>
            <a:xfrm>
              <a:off x="3419333" y="2386445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125578"/>
                  </a:moveTo>
                  <a:lnTo>
                    <a:pt x="125578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" name="pl599"/>
            <p:cNvSpPr/>
            <p:nvPr/>
          </p:nvSpPr>
          <p:spPr>
            <a:xfrm>
              <a:off x="3419333" y="2386445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0"/>
                  </a:moveTo>
                  <a:lnTo>
                    <a:pt x="125578" y="125578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l600"/>
            <p:cNvSpPr/>
            <p:nvPr/>
          </p:nvSpPr>
          <p:spPr>
            <a:xfrm>
              <a:off x="3393325" y="2449234"/>
              <a:ext cx="177594" cy="0"/>
            </a:xfrm>
            <a:custGeom>
              <a:avLst/>
              <a:gdLst/>
              <a:ahLst/>
              <a:cxnLst/>
              <a:rect l="0" t="0" r="0" b="0"/>
              <a:pathLst>
                <a:path w="177594">
                  <a:moveTo>
                    <a:pt x="0" y="0"/>
                  </a:moveTo>
                  <a:lnTo>
                    <a:pt x="177594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l601"/>
            <p:cNvSpPr/>
            <p:nvPr/>
          </p:nvSpPr>
          <p:spPr>
            <a:xfrm>
              <a:off x="3482123" y="2360437"/>
              <a:ext cx="0" cy="177594"/>
            </a:xfrm>
            <a:custGeom>
              <a:avLst/>
              <a:gdLst/>
              <a:ahLst/>
              <a:cxnLst/>
              <a:rect l="0" t="0" r="0" b="0"/>
              <a:pathLst>
                <a:path h="177594">
                  <a:moveTo>
                    <a:pt x="0" y="177594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l602"/>
            <p:cNvSpPr/>
            <p:nvPr/>
          </p:nvSpPr>
          <p:spPr>
            <a:xfrm>
              <a:off x="3311035" y="2187608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107308"/>
                  </a:moveTo>
                  <a:lnTo>
                    <a:pt x="107308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l603"/>
            <p:cNvSpPr/>
            <p:nvPr/>
          </p:nvSpPr>
          <p:spPr>
            <a:xfrm>
              <a:off x="3311035" y="2187608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0"/>
                  </a:moveTo>
                  <a:lnTo>
                    <a:pt x="107308" y="107308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l604"/>
            <p:cNvSpPr/>
            <p:nvPr/>
          </p:nvSpPr>
          <p:spPr>
            <a:xfrm>
              <a:off x="3288810" y="2241262"/>
              <a:ext cx="151757" cy="0"/>
            </a:xfrm>
            <a:custGeom>
              <a:avLst/>
              <a:gdLst/>
              <a:ahLst/>
              <a:cxnLst/>
              <a:rect l="0" t="0" r="0" b="0"/>
              <a:pathLst>
                <a:path w="151757">
                  <a:moveTo>
                    <a:pt x="0" y="0"/>
                  </a:moveTo>
                  <a:lnTo>
                    <a:pt x="151757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l605"/>
            <p:cNvSpPr/>
            <p:nvPr/>
          </p:nvSpPr>
          <p:spPr>
            <a:xfrm>
              <a:off x="3364689" y="2165383"/>
              <a:ext cx="0" cy="151757"/>
            </a:xfrm>
            <a:custGeom>
              <a:avLst/>
              <a:gdLst/>
              <a:ahLst/>
              <a:cxnLst/>
              <a:rect l="0" t="0" r="0" b="0"/>
              <a:pathLst>
                <a:path h="151757">
                  <a:moveTo>
                    <a:pt x="0" y="15175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" name="pl606"/>
            <p:cNvSpPr/>
            <p:nvPr/>
          </p:nvSpPr>
          <p:spPr>
            <a:xfrm>
              <a:off x="3578674" y="26547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" name="pl607"/>
            <p:cNvSpPr/>
            <p:nvPr/>
          </p:nvSpPr>
          <p:spPr>
            <a:xfrm>
              <a:off x="3578674" y="26547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" name="pl608"/>
            <p:cNvSpPr/>
            <p:nvPr/>
          </p:nvSpPr>
          <p:spPr>
            <a:xfrm>
              <a:off x="3565585" y="2686331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l609"/>
            <p:cNvSpPr/>
            <p:nvPr/>
          </p:nvSpPr>
          <p:spPr>
            <a:xfrm>
              <a:off x="3610276" y="264164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l610"/>
            <p:cNvSpPr/>
            <p:nvPr/>
          </p:nvSpPr>
          <p:spPr>
            <a:xfrm>
              <a:off x="3430007" y="2447150"/>
              <a:ext cx="219142" cy="219142"/>
            </a:xfrm>
            <a:custGeom>
              <a:avLst/>
              <a:gdLst/>
              <a:ahLst/>
              <a:cxnLst/>
              <a:rect l="0" t="0" r="0" b="0"/>
              <a:pathLst>
                <a:path w="219142" h="219142">
                  <a:moveTo>
                    <a:pt x="0" y="219142"/>
                  </a:moveTo>
                  <a:lnTo>
                    <a:pt x="21914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l611"/>
            <p:cNvSpPr/>
            <p:nvPr/>
          </p:nvSpPr>
          <p:spPr>
            <a:xfrm>
              <a:off x="3430007" y="2447150"/>
              <a:ext cx="219142" cy="219142"/>
            </a:xfrm>
            <a:custGeom>
              <a:avLst/>
              <a:gdLst/>
              <a:ahLst/>
              <a:cxnLst/>
              <a:rect l="0" t="0" r="0" b="0"/>
              <a:pathLst>
                <a:path w="219142" h="219142">
                  <a:moveTo>
                    <a:pt x="0" y="0"/>
                  </a:moveTo>
                  <a:lnTo>
                    <a:pt x="219142" y="21914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l612"/>
            <p:cNvSpPr/>
            <p:nvPr/>
          </p:nvSpPr>
          <p:spPr>
            <a:xfrm>
              <a:off x="3384621" y="2556721"/>
              <a:ext cx="309913" cy="0"/>
            </a:xfrm>
            <a:custGeom>
              <a:avLst/>
              <a:gdLst/>
              <a:ahLst/>
              <a:cxnLst/>
              <a:rect l="0" t="0" r="0" b="0"/>
              <a:pathLst>
                <a:path w="309913">
                  <a:moveTo>
                    <a:pt x="0" y="0"/>
                  </a:moveTo>
                  <a:lnTo>
                    <a:pt x="309913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l613"/>
            <p:cNvSpPr/>
            <p:nvPr/>
          </p:nvSpPr>
          <p:spPr>
            <a:xfrm>
              <a:off x="3539578" y="2401764"/>
              <a:ext cx="0" cy="309913"/>
            </a:xfrm>
            <a:custGeom>
              <a:avLst/>
              <a:gdLst/>
              <a:ahLst/>
              <a:cxnLst/>
              <a:rect l="0" t="0" r="0" b="0"/>
              <a:pathLst>
                <a:path h="309913">
                  <a:moveTo>
                    <a:pt x="0" y="309913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l614"/>
            <p:cNvSpPr/>
            <p:nvPr/>
          </p:nvSpPr>
          <p:spPr>
            <a:xfrm>
              <a:off x="4037648" y="2150280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125578"/>
                  </a:moveTo>
                  <a:lnTo>
                    <a:pt x="12557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l615"/>
            <p:cNvSpPr/>
            <p:nvPr/>
          </p:nvSpPr>
          <p:spPr>
            <a:xfrm>
              <a:off x="4037648" y="2150280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0"/>
                  </a:moveTo>
                  <a:lnTo>
                    <a:pt x="125578" y="125578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l616"/>
            <p:cNvSpPr/>
            <p:nvPr/>
          </p:nvSpPr>
          <p:spPr>
            <a:xfrm>
              <a:off x="4011640" y="2213069"/>
              <a:ext cx="177594" cy="0"/>
            </a:xfrm>
            <a:custGeom>
              <a:avLst/>
              <a:gdLst/>
              <a:ahLst/>
              <a:cxnLst/>
              <a:rect l="0" t="0" r="0" b="0"/>
              <a:pathLst>
                <a:path w="177594">
                  <a:moveTo>
                    <a:pt x="0" y="0"/>
                  </a:moveTo>
                  <a:lnTo>
                    <a:pt x="177594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" name="pl617"/>
            <p:cNvSpPr/>
            <p:nvPr/>
          </p:nvSpPr>
          <p:spPr>
            <a:xfrm>
              <a:off x="4100437" y="2124272"/>
              <a:ext cx="0" cy="177594"/>
            </a:xfrm>
            <a:custGeom>
              <a:avLst/>
              <a:gdLst/>
              <a:ahLst/>
              <a:cxnLst/>
              <a:rect l="0" t="0" r="0" b="0"/>
              <a:pathLst>
                <a:path h="177594">
                  <a:moveTo>
                    <a:pt x="0" y="177594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" name="pl618"/>
            <p:cNvSpPr/>
            <p:nvPr/>
          </p:nvSpPr>
          <p:spPr>
            <a:xfrm>
              <a:off x="3017802" y="2285212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l619"/>
            <p:cNvSpPr/>
            <p:nvPr/>
          </p:nvSpPr>
          <p:spPr>
            <a:xfrm>
              <a:off x="3017802" y="2285212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l620"/>
            <p:cNvSpPr/>
            <p:nvPr/>
          </p:nvSpPr>
          <p:spPr>
            <a:xfrm>
              <a:off x="2998254" y="2332408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l621"/>
            <p:cNvSpPr/>
            <p:nvPr/>
          </p:nvSpPr>
          <p:spPr>
            <a:xfrm>
              <a:off x="3064998" y="2265664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l622"/>
            <p:cNvSpPr/>
            <p:nvPr/>
          </p:nvSpPr>
          <p:spPr>
            <a:xfrm>
              <a:off x="3565029" y="2864026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" name="pl623"/>
            <p:cNvSpPr/>
            <p:nvPr/>
          </p:nvSpPr>
          <p:spPr>
            <a:xfrm>
              <a:off x="3565029" y="2864026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l624"/>
            <p:cNvSpPr/>
            <p:nvPr/>
          </p:nvSpPr>
          <p:spPr>
            <a:xfrm>
              <a:off x="3545480" y="2911221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l625"/>
            <p:cNvSpPr/>
            <p:nvPr/>
          </p:nvSpPr>
          <p:spPr>
            <a:xfrm>
              <a:off x="3612224" y="2844477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t626"/>
            <p:cNvSpPr/>
            <p:nvPr/>
          </p:nvSpPr>
          <p:spPr>
            <a:xfrm>
              <a:off x="3373505" y="2573452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7" name="pt627"/>
            <p:cNvSpPr/>
            <p:nvPr/>
          </p:nvSpPr>
          <p:spPr>
            <a:xfrm>
              <a:off x="3955597" y="2352391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8" name="pl628"/>
            <p:cNvSpPr/>
            <p:nvPr/>
          </p:nvSpPr>
          <p:spPr>
            <a:xfrm>
              <a:off x="3641769" y="2439865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l629"/>
            <p:cNvSpPr/>
            <p:nvPr/>
          </p:nvSpPr>
          <p:spPr>
            <a:xfrm>
              <a:off x="3641769" y="2439865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l630"/>
            <p:cNvSpPr/>
            <p:nvPr/>
          </p:nvSpPr>
          <p:spPr>
            <a:xfrm>
              <a:off x="3622220" y="2487061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l631"/>
            <p:cNvSpPr/>
            <p:nvPr/>
          </p:nvSpPr>
          <p:spPr>
            <a:xfrm>
              <a:off x="3688964" y="2420317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l632"/>
            <p:cNvSpPr/>
            <p:nvPr/>
          </p:nvSpPr>
          <p:spPr>
            <a:xfrm>
              <a:off x="3422085" y="2407990"/>
              <a:ext cx="183992" cy="183992"/>
            </a:xfrm>
            <a:custGeom>
              <a:avLst/>
              <a:gdLst/>
              <a:ahLst/>
              <a:cxnLst/>
              <a:rect l="0" t="0" r="0" b="0"/>
              <a:pathLst>
                <a:path w="183992" h="183992">
                  <a:moveTo>
                    <a:pt x="0" y="183992"/>
                  </a:moveTo>
                  <a:lnTo>
                    <a:pt x="183992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l633"/>
            <p:cNvSpPr/>
            <p:nvPr/>
          </p:nvSpPr>
          <p:spPr>
            <a:xfrm>
              <a:off x="3422085" y="2407990"/>
              <a:ext cx="183992" cy="183992"/>
            </a:xfrm>
            <a:custGeom>
              <a:avLst/>
              <a:gdLst/>
              <a:ahLst/>
              <a:cxnLst/>
              <a:rect l="0" t="0" r="0" b="0"/>
              <a:pathLst>
                <a:path w="183992" h="183992">
                  <a:moveTo>
                    <a:pt x="0" y="0"/>
                  </a:moveTo>
                  <a:lnTo>
                    <a:pt x="183992" y="183992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l634"/>
            <p:cNvSpPr/>
            <p:nvPr/>
          </p:nvSpPr>
          <p:spPr>
            <a:xfrm>
              <a:off x="3383979" y="2499986"/>
              <a:ext cx="260205" cy="0"/>
            </a:xfrm>
            <a:custGeom>
              <a:avLst/>
              <a:gdLst/>
              <a:ahLst/>
              <a:cxnLst/>
              <a:rect l="0" t="0" r="0" b="0"/>
              <a:pathLst>
                <a:path w="260205">
                  <a:moveTo>
                    <a:pt x="0" y="0"/>
                  </a:moveTo>
                  <a:lnTo>
                    <a:pt x="260205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l635"/>
            <p:cNvSpPr/>
            <p:nvPr/>
          </p:nvSpPr>
          <p:spPr>
            <a:xfrm>
              <a:off x="3514082" y="2369883"/>
              <a:ext cx="0" cy="260205"/>
            </a:xfrm>
            <a:custGeom>
              <a:avLst/>
              <a:gdLst/>
              <a:ahLst/>
              <a:cxnLst/>
              <a:rect l="0" t="0" r="0" b="0"/>
              <a:pathLst>
                <a:path h="260205">
                  <a:moveTo>
                    <a:pt x="0" y="260205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l636"/>
            <p:cNvSpPr/>
            <p:nvPr/>
          </p:nvSpPr>
          <p:spPr>
            <a:xfrm>
              <a:off x="3579248" y="2402316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l637"/>
            <p:cNvSpPr/>
            <p:nvPr/>
          </p:nvSpPr>
          <p:spPr>
            <a:xfrm>
              <a:off x="3579248" y="2402316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l638"/>
            <p:cNvSpPr/>
            <p:nvPr/>
          </p:nvSpPr>
          <p:spPr>
            <a:xfrm>
              <a:off x="3566158" y="2433917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l639"/>
            <p:cNvSpPr/>
            <p:nvPr/>
          </p:nvSpPr>
          <p:spPr>
            <a:xfrm>
              <a:off x="3610849" y="2389226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" name="pg640"/>
            <p:cNvSpPr/>
            <p:nvPr/>
          </p:nvSpPr>
          <p:spPr>
            <a:xfrm>
              <a:off x="5008064" y="289861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" name="pl641"/>
            <p:cNvSpPr/>
            <p:nvPr/>
          </p:nvSpPr>
          <p:spPr>
            <a:xfrm>
              <a:off x="2584014" y="111680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l642"/>
            <p:cNvSpPr/>
            <p:nvPr/>
          </p:nvSpPr>
          <p:spPr>
            <a:xfrm>
              <a:off x="2584014" y="111680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l643"/>
            <p:cNvSpPr/>
            <p:nvPr/>
          </p:nvSpPr>
          <p:spPr>
            <a:xfrm>
              <a:off x="2570925" y="1148409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l644"/>
            <p:cNvSpPr/>
            <p:nvPr/>
          </p:nvSpPr>
          <p:spPr>
            <a:xfrm>
              <a:off x="2615616" y="1103718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l645"/>
            <p:cNvSpPr/>
            <p:nvPr/>
          </p:nvSpPr>
          <p:spPr>
            <a:xfrm>
              <a:off x="3583248" y="1970685"/>
              <a:ext cx="191793" cy="191793"/>
            </a:xfrm>
            <a:custGeom>
              <a:avLst/>
              <a:gdLst/>
              <a:ahLst/>
              <a:cxnLst/>
              <a:rect l="0" t="0" r="0" b="0"/>
              <a:pathLst>
                <a:path w="191793" h="191793">
                  <a:moveTo>
                    <a:pt x="0" y="191793"/>
                  </a:moveTo>
                  <a:lnTo>
                    <a:pt x="191793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l646"/>
            <p:cNvSpPr/>
            <p:nvPr/>
          </p:nvSpPr>
          <p:spPr>
            <a:xfrm>
              <a:off x="3583248" y="1970685"/>
              <a:ext cx="191793" cy="191793"/>
            </a:xfrm>
            <a:custGeom>
              <a:avLst/>
              <a:gdLst/>
              <a:ahLst/>
              <a:cxnLst/>
              <a:rect l="0" t="0" r="0" b="0"/>
              <a:pathLst>
                <a:path w="191793" h="191793">
                  <a:moveTo>
                    <a:pt x="0" y="0"/>
                  </a:moveTo>
                  <a:lnTo>
                    <a:pt x="191793" y="191793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l647"/>
            <p:cNvSpPr/>
            <p:nvPr/>
          </p:nvSpPr>
          <p:spPr>
            <a:xfrm>
              <a:off x="3543527" y="2066582"/>
              <a:ext cx="271237" cy="0"/>
            </a:xfrm>
            <a:custGeom>
              <a:avLst/>
              <a:gdLst/>
              <a:ahLst/>
              <a:cxnLst/>
              <a:rect l="0" t="0" r="0" b="0"/>
              <a:pathLst>
                <a:path w="271237">
                  <a:moveTo>
                    <a:pt x="0" y="0"/>
                  </a:moveTo>
                  <a:lnTo>
                    <a:pt x="271237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l648"/>
            <p:cNvSpPr/>
            <p:nvPr/>
          </p:nvSpPr>
          <p:spPr>
            <a:xfrm>
              <a:off x="3679145" y="1930963"/>
              <a:ext cx="0" cy="271237"/>
            </a:xfrm>
            <a:custGeom>
              <a:avLst/>
              <a:gdLst/>
              <a:ahLst/>
              <a:cxnLst/>
              <a:rect l="0" t="0" r="0" b="0"/>
              <a:pathLst>
                <a:path h="271237">
                  <a:moveTo>
                    <a:pt x="0" y="27123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" name="pg649"/>
            <p:cNvSpPr/>
            <p:nvPr/>
          </p:nvSpPr>
          <p:spPr>
            <a:xfrm>
              <a:off x="3306821" y="3680364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" name="pl650"/>
            <p:cNvSpPr/>
            <p:nvPr/>
          </p:nvSpPr>
          <p:spPr>
            <a:xfrm>
              <a:off x="3372689" y="2294314"/>
              <a:ext cx="156766" cy="156766"/>
            </a:xfrm>
            <a:custGeom>
              <a:avLst/>
              <a:gdLst/>
              <a:ahLst/>
              <a:cxnLst/>
              <a:rect l="0" t="0" r="0" b="0"/>
              <a:pathLst>
                <a:path w="156766" h="156766">
                  <a:moveTo>
                    <a:pt x="0" y="156766"/>
                  </a:moveTo>
                  <a:lnTo>
                    <a:pt x="156766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l651"/>
            <p:cNvSpPr/>
            <p:nvPr/>
          </p:nvSpPr>
          <p:spPr>
            <a:xfrm>
              <a:off x="3372689" y="2294314"/>
              <a:ext cx="156766" cy="156766"/>
            </a:xfrm>
            <a:custGeom>
              <a:avLst/>
              <a:gdLst/>
              <a:ahLst/>
              <a:cxnLst/>
              <a:rect l="0" t="0" r="0" b="0"/>
              <a:pathLst>
                <a:path w="156766" h="156766">
                  <a:moveTo>
                    <a:pt x="0" y="0"/>
                  </a:moveTo>
                  <a:lnTo>
                    <a:pt x="156766" y="156766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l652"/>
            <p:cNvSpPr/>
            <p:nvPr/>
          </p:nvSpPr>
          <p:spPr>
            <a:xfrm>
              <a:off x="3340222" y="2372697"/>
              <a:ext cx="221700" cy="0"/>
            </a:xfrm>
            <a:custGeom>
              <a:avLst/>
              <a:gdLst/>
              <a:ahLst/>
              <a:cxnLst/>
              <a:rect l="0" t="0" r="0" b="0"/>
              <a:pathLst>
                <a:path w="221700">
                  <a:moveTo>
                    <a:pt x="0" y="0"/>
                  </a:moveTo>
                  <a:lnTo>
                    <a:pt x="22170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l653"/>
            <p:cNvSpPr/>
            <p:nvPr/>
          </p:nvSpPr>
          <p:spPr>
            <a:xfrm>
              <a:off x="3451072" y="2261847"/>
              <a:ext cx="0" cy="221700"/>
            </a:xfrm>
            <a:custGeom>
              <a:avLst/>
              <a:gdLst/>
              <a:ahLst/>
              <a:cxnLst/>
              <a:rect l="0" t="0" r="0" b="0"/>
              <a:pathLst>
                <a:path h="221700">
                  <a:moveTo>
                    <a:pt x="0" y="221700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" name="pt654"/>
            <p:cNvSpPr/>
            <p:nvPr/>
          </p:nvSpPr>
          <p:spPr>
            <a:xfrm>
              <a:off x="5081158" y="264655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" name="pl655"/>
            <p:cNvSpPr/>
            <p:nvPr/>
          </p:nvSpPr>
          <p:spPr>
            <a:xfrm>
              <a:off x="3817361" y="1580047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6" name="pl656"/>
            <p:cNvSpPr/>
            <p:nvPr/>
          </p:nvSpPr>
          <p:spPr>
            <a:xfrm>
              <a:off x="3817361" y="1580047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l657"/>
            <p:cNvSpPr/>
            <p:nvPr/>
          </p:nvSpPr>
          <p:spPr>
            <a:xfrm>
              <a:off x="3797812" y="1627242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l658"/>
            <p:cNvSpPr/>
            <p:nvPr/>
          </p:nvSpPr>
          <p:spPr>
            <a:xfrm>
              <a:off x="3864556" y="1560498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t659"/>
            <p:cNvSpPr/>
            <p:nvPr/>
          </p:nvSpPr>
          <p:spPr>
            <a:xfrm>
              <a:off x="4417652" y="364347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" name="pl660"/>
            <p:cNvSpPr/>
            <p:nvPr/>
          </p:nvSpPr>
          <p:spPr>
            <a:xfrm>
              <a:off x="3814818" y="3899098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l661"/>
            <p:cNvSpPr/>
            <p:nvPr/>
          </p:nvSpPr>
          <p:spPr>
            <a:xfrm>
              <a:off x="3814818" y="3899098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l662"/>
            <p:cNvSpPr/>
            <p:nvPr/>
          </p:nvSpPr>
          <p:spPr>
            <a:xfrm>
              <a:off x="3795269" y="3946293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l663"/>
            <p:cNvSpPr/>
            <p:nvPr/>
          </p:nvSpPr>
          <p:spPr>
            <a:xfrm>
              <a:off x="3862013" y="3879549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l664"/>
            <p:cNvSpPr/>
            <p:nvPr/>
          </p:nvSpPr>
          <p:spPr>
            <a:xfrm>
              <a:off x="3392711" y="2311077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l665"/>
            <p:cNvSpPr/>
            <p:nvPr/>
          </p:nvSpPr>
          <p:spPr>
            <a:xfrm>
              <a:off x="3392711" y="2311077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l666"/>
            <p:cNvSpPr/>
            <p:nvPr/>
          </p:nvSpPr>
          <p:spPr>
            <a:xfrm>
              <a:off x="3373162" y="2358272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l667"/>
            <p:cNvSpPr/>
            <p:nvPr/>
          </p:nvSpPr>
          <p:spPr>
            <a:xfrm>
              <a:off x="3439907" y="2291528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t668"/>
            <p:cNvSpPr/>
            <p:nvPr/>
          </p:nvSpPr>
          <p:spPr>
            <a:xfrm>
              <a:off x="3483499" y="2481760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" name="pl669"/>
            <p:cNvSpPr/>
            <p:nvPr/>
          </p:nvSpPr>
          <p:spPr>
            <a:xfrm>
              <a:off x="2100810" y="2859087"/>
              <a:ext cx="117221" cy="117221"/>
            </a:xfrm>
            <a:custGeom>
              <a:avLst/>
              <a:gdLst/>
              <a:ahLst/>
              <a:cxnLst/>
              <a:rect l="0" t="0" r="0" b="0"/>
              <a:pathLst>
                <a:path w="117221" h="117221">
                  <a:moveTo>
                    <a:pt x="0" y="117221"/>
                  </a:moveTo>
                  <a:lnTo>
                    <a:pt x="11722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l670"/>
            <p:cNvSpPr/>
            <p:nvPr/>
          </p:nvSpPr>
          <p:spPr>
            <a:xfrm>
              <a:off x="2100810" y="2859087"/>
              <a:ext cx="117221" cy="117221"/>
            </a:xfrm>
            <a:custGeom>
              <a:avLst/>
              <a:gdLst/>
              <a:ahLst/>
              <a:cxnLst/>
              <a:rect l="0" t="0" r="0" b="0"/>
              <a:pathLst>
                <a:path w="117221" h="117221">
                  <a:moveTo>
                    <a:pt x="0" y="0"/>
                  </a:moveTo>
                  <a:lnTo>
                    <a:pt x="117221" y="117221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l671"/>
            <p:cNvSpPr/>
            <p:nvPr/>
          </p:nvSpPr>
          <p:spPr>
            <a:xfrm>
              <a:off x="2076532" y="2917698"/>
              <a:ext cx="165776" cy="0"/>
            </a:xfrm>
            <a:custGeom>
              <a:avLst/>
              <a:gdLst/>
              <a:ahLst/>
              <a:cxnLst/>
              <a:rect l="0" t="0" r="0" b="0"/>
              <a:pathLst>
                <a:path w="165776">
                  <a:moveTo>
                    <a:pt x="0" y="0"/>
                  </a:moveTo>
                  <a:lnTo>
                    <a:pt x="165776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l672"/>
            <p:cNvSpPr/>
            <p:nvPr/>
          </p:nvSpPr>
          <p:spPr>
            <a:xfrm>
              <a:off x="2159420" y="2834810"/>
              <a:ext cx="0" cy="165776"/>
            </a:xfrm>
            <a:custGeom>
              <a:avLst/>
              <a:gdLst/>
              <a:ahLst/>
              <a:cxnLst/>
              <a:rect l="0" t="0" r="0" b="0"/>
              <a:pathLst>
                <a:path h="165776">
                  <a:moveTo>
                    <a:pt x="0" y="165776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l673"/>
            <p:cNvSpPr/>
            <p:nvPr/>
          </p:nvSpPr>
          <p:spPr>
            <a:xfrm>
              <a:off x="3423564" y="2693957"/>
              <a:ext cx="156766" cy="156766"/>
            </a:xfrm>
            <a:custGeom>
              <a:avLst/>
              <a:gdLst/>
              <a:ahLst/>
              <a:cxnLst/>
              <a:rect l="0" t="0" r="0" b="0"/>
              <a:pathLst>
                <a:path w="156766" h="156766">
                  <a:moveTo>
                    <a:pt x="0" y="156766"/>
                  </a:moveTo>
                  <a:lnTo>
                    <a:pt x="156766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3423564" y="2693957"/>
              <a:ext cx="156766" cy="156766"/>
            </a:xfrm>
            <a:custGeom>
              <a:avLst/>
              <a:gdLst/>
              <a:ahLst/>
              <a:cxnLst/>
              <a:rect l="0" t="0" r="0" b="0"/>
              <a:pathLst>
                <a:path w="156766" h="156766">
                  <a:moveTo>
                    <a:pt x="0" y="0"/>
                  </a:moveTo>
                  <a:lnTo>
                    <a:pt x="156766" y="156766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3391097" y="2772340"/>
              <a:ext cx="221700" cy="0"/>
            </a:xfrm>
            <a:custGeom>
              <a:avLst/>
              <a:gdLst/>
              <a:ahLst/>
              <a:cxnLst/>
              <a:rect l="0" t="0" r="0" b="0"/>
              <a:pathLst>
                <a:path w="221700">
                  <a:moveTo>
                    <a:pt x="0" y="0"/>
                  </a:moveTo>
                  <a:lnTo>
                    <a:pt x="22170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3501947" y="2661489"/>
              <a:ext cx="0" cy="221700"/>
            </a:xfrm>
            <a:custGeom>
              <a:avLst/>
              <a:gdLst/>
              <a:ahLst/>
              <a:cxnLst/>
              <a:rect l="0" t="0" r="0" b="0"/>
              <a:pathLst>
                <a:path h="221700">
                  <a:moveTo>
                    <a:pt x="0" y="221700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t677"/>
            <p:cNvSpPr/>
            <p:nvPr/>
          </p:nvSpPr>
          <p:spPr>
            <a:xfrm>
              <a:off x="3545143" y="2370075"/>
              <a:ext cx="166641" cy="16664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" name="pt678"/>
            <p:cNvSpPr/>
            <p:nvPr/>
          </p:nvSpPr>
          <p:spPr>
            <a:xfrm>
              <a:off x="3795597" y="255114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9" name="pt679"/>
            <p:cNvSpPr/>
            <p:nvPr/>
          </p:nvSpPr>
          <p:spPr>
            <a:xfrm>
              <a:off x="3377060" y="2518566"/>
              <a:ext cx="166641" cy="16664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0" name="pl680"/>
            <p:cNvSpPr/>
            <p:nvPr/>
          </p:nvSpPr>
          <p:spPr>
            <a:xfrm>
              <a:off x="3264973" y="394684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l681"/>
            <p:cNvSpPr/>
            <p:nvPr/>
          </p:nvSpPr>
          <p:spPr>
            <a:xfrm>
              <a:off x="3264973" y="394684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l682"/>
            <p:cNvSpPr/>
            <p:nvPr/>
          </p:nvSpPr>
          <p:spPr>
            <a:xfrm>
              <a:off x="3251883" y="3978441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" name="pl683"/>
            <p:cNvSpPr/>
            <p:nvPr/>
          </p:nvSpPr>
          <p:spPr>
            <a:xfrm>
              <a:off x="3296574" y="393375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t684"/>
            <p:cNvSpPr/>
            <p:nvPr/>
          </p:nvSpPr>
          <p:spPr>
            <a:xfrm>
              <a:off x="3364370" y="2379479"/>
              <a:ext cx="252911" cy="25291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" name="pg685"/>
            <p:cNvSpPr/>
            <p:nvPr/>
          </p:nvSpPr>
          <p:spPr>
            <a:xfrm>
              <a:off x="3703433" y="2072928"/>
              <a:ext cx="209486" cy="209486"/>
            </a:xfrm>
            <a:custGeom>
              <a:avLst/>
              <a:gdLst/>
              <a:ahLst/>
              <a:cxnLst/>
              <a:rect l="0" t="0" r="0" b="0"/>
              <a:pathLst>
                <a:path w="209486" h="209486">
                  <a:moveTo>
                    <a:pt x="0" y="104743"/>
                  </a:moveTo>
                  <a:lnTo>
                    <a:pt x="104743" y="0"/>
                  </a:lnTo>
                  <a:lnTo>
                    <a:pt x="209486" y="104743"/>
                  </a:lnTo>
                  <a:lnTo>
                    <a:pt x="104743" y="209486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" name="pt686"/>
            <p:cNvSpPr/>
            <p:nvPr/>
          </p:nvSpPr>
          <p:spPr>
            <a:xfrm>
              <a:off x="3466706" y="2482259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" name="pt687"/>
            <p:cNvSpPr/>
            <p:nvPr/>
          </p:nvSpPr>
          <p:spPr>
            <a:xfrm>
              <a:off x="3460016" y="2487866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8" name="pt688"/>
            <p:cNvSpPr/>
            <p:nvPr/>
          </p:nvSpPr>
          <p:spPr>
            <a:xfrm>
              <a:off x="3786687" y="1654215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9" name="pt689"/>
            <p:cNvSpPr/>
            <p:nvPr/>
          </p:nvSpPr>
          <p:spPr>
            <a:xfrm>
              <a:off x="3406362" y="2107548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0" name="pt690"/>
            <p:cNvSpPr/>
            <p:nvPr/>
          </p:nvSpPr>
          <p:spPr>
            <a:xfrm>
              <a:off x="3750867" y="2524052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1" name="pg691"/>
            <p:cNvSpPr/>
            <p:nvPr/>
          </p:nvSpPr>
          <p:spPr>
            <a:xfrm>
              <a:off x="3057599" y="250230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2" name="pt692"/>
            <p:cNvSpPr/>
            <p:nvPr/>
          </p:nvSpPr>
          <p:spPr>
            <a:xfrm>
              <a:off x="3580889" y="260076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3" name="pt693"/>
            <p:cNvSpPr/>
            <p:nvPr/>
          </p:nvSpPr>
          <p:spPr>
            <a:xfrm>
              <a:off x="4085524" y="384249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4" name="pt694"/>
            <p:cNvSpPr/>
            <p:nvPr/>
          </p:nvSpPr>
          <p:spPr>
            <a:xfrm>
              <a:off x="3418052" y="2484797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5" name="pt695"/>
            <p:cNvSpPr/>
            <p:nvPr/>
          </p:nvSpPr>
          <p:spPr>
            <a:xfrm>
              <a:off x="3532416" y="179807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6" name="pt696"/>
            <p:cNvSpPr/>
            <p:nvPr/>
          </p:nvSpPr>
          <p:spPr>
            <a:xfrm>
              <a:off x="3615789" y="1871289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7" name="pt697"/>
            <p:cNvSpPr/>
            <p:nvPr/>
          </p:nvSpPr>
          <p:spPr>
            <a:xfrm>
              <a:off x="3449310" y="2556188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8" name="pt698"/>
            <p:cNvSpPr/>
            <p:nvPr/>
          </p:nvSpPr>
          <p:spPr>
            <a:xfrm>
              <a:off x="2702334" y="1232031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9" name="pt699"/>
            <p:cNvSpPr/>
            <p:nvPr/>
          </p:nvSpPr>
          <p:spPr>
            <a:xfrm>
              <a:off x="3615072" y="191609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0" name="pg700"/>
            <p:cNvSpPr/>
            <p:nvPr/>
          </p:nvSpPr>
          <p:spPr>
            <a:xfrm>
              <a:off x="3301240" y="2224277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94390"/>
                  </a:lnTo>
                  <a:lnTo>
                    <a:pt x="943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1" name="pt701"/>
            <p:cNvSpPr/>
            <p:nvPr/>
          </p:nvSpPr>
          <p:spPr>
            <a:xfrm>
              <a:off x="2118643" y="287970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2" name="pt702"/>
            <p:cNvSpPr/>
            <p:nvPr/>
          </p:nvSpPr>
          <p:spPr>
            <a:xfrm>
              <a:off x="3624144" y="1856043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3" name="pt703"/>
            <p:cNvSpPr/>
            <p:nvPr/>
          </p:nvSpPr>
          <p:spPr>
            <a:xfrm>
              <a:off x="3737639" y="843934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4" name="pt704"/>
            <p:cNvSpPr/>
            <p:nvPr/>
          </p:nvSpPr>
          <p:spPr>
            <a:xfrm>
              <a:off x="2247025" y="1770409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5" name="pt705"/>
            <p:cNvSpPr/>
            <p:nvPr/>
          </p:nvSpPr>
          <p:spPr>
            <a:xfrm>
              <a:off x="3739323" y="2100914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6" name="pt706"/>
            <p:cNvSpPr/>
            <p:nvPr/>
          </p:nvSpPr>
          <p:spPr>
            <a:xfrm>
              <a:off x="3841442" y="151171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7" name="pt707"/>
            <p:cNvSpPr/>
            <p:nvPr/>
          </p:nvSpPr>
          <p:spPr>
            <a:xfrm>
              <a:off x="3407077" y="312776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8" name="pt708"/>
            <p:cNvSpPr/>
            <p:nvPr/>
          </p:nvSpPr>
          <p:spPr>
            <a:xfrm>
              <a:off x="3626654" y="2547616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9" name="pt709"/>
            <p:cNvSpPr/>
            <p:nvPr/>
          </p:nvSpPr>
          <p:spPr>
            <a:xfrm>
              <a:off x="3343791" y="2888981"/>
              <a:ext cx="132940" cy="13294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0" name="pt710"/>
            <p:cNvSpPr/>
            <p:nvPr/>
          </p:nvSpPr>
          <p:spPr>
            <a:xfrm>
              <a:off x="3525302" y="2520416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1" name="pt711"/>
            <p:cNvSpPr/>
            <p:nvPr/>
          </p:nvSpPr>
          <p:spPr>
            <a:xfrm>
              <a:off x="3529443" y="271620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2" name="pt712"/>
            <p:cNvSpPr/>
            <p:nvPr/>
          </p:nvSpPr>
          <p:spPr>
            <a:xfrm>
              <a:off x="3218297" y="1542878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3" name="pt713"/>
            <p:cNvSpPr/>
            <p:nvPr/>
          </p:nvSpPr>
          <p:spPr>
            <a:xfrm>
              <a:off x="4147220" y="2458011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4" name="pt714"/>
            <p:cNvSpPr/>
            <p:nvPr/>
          </p:nvSpPr>
          <p:spPr>
            <a:xfrm>
              <a:off x="3586773" y="2167497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5" name="pt715"/>
            <p:cNvSpPr/>
            <p:nvPr/>
          </p:nvSpPr>
          <p:spPr>
            <a:xfrm>
              <a:off x="3566264" y="2442370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6" name="pt716"/>
            <p:cNvSpPr/>
            <p:nvPr/>
          </p:nvSpPr>
          <p:spPr>
            <a:xfrm>
              <a:off x="3474971" y="2680544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7" name="pt717"/>
            <p:cNvSpPr/>
            <p:nvPr/>
          </p:nvSpPr>
          <p:spPr>
            <a:xfrm>
              <a:off x="3611346" y="241487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8" name="pt718"/>
            <p:cNvSpPr/>
            <p:nvPr/>
          </p:nvSpPr>
          <p:spPr>
            <a:xfrm>
              <a:off x="3519619" y="2481756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9" name="pt719"/>
            <p:cNvSpPr/>
            <p:nvPr/>
          </p:nvSpPr>
          <p:spPr>
            <a:xfrm>
              <a:off x="4059652" y="88720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0" name="pt720"/>
            <p:cNvSpPr/>
            <p:nvPr/>
          </p:nvSpPr>
          <p:spPr>
            <a:xfrm>
              <a:off x="3374993" y="2156220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1" name="pt721"/>
            <p:cNvSpPr/>
            <p:nvPr/>
          </p:nvSpPr>
          <p:spPr>
            <a:xfrm>
              <a:off x="3460635" y="2460023"/>
              <a:ext cx="107308" cy="10730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2" name="pt722"/>
            <p:cNvSpPr/>
            <p:nvPr/>
          </p:nvSpPr>
          <p:spPr>
            <a:xfrm>
              <a:off x="2019233" y="2527220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3" name="pt723"/>
            <p:cNvSpPr/>
            <p:nvPr/>
          </p:nvSpPr>
          <p:spPr>
            <a:xfrm>
              <a:off x="3499613" y="2518787"/>
              <a:ext cx="107308" cy="10730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4" name="pt724"/>
            <p:cNvSpPr/>
            <p:nvPr/>
          </p:nvSpPr>
          <p:spPr>
            <a:xfrm>
              <a:off x="3671026" y="191616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5" name="pt725"/>
            <p:cNvSpPr/>
            <p:nvPr/>
          </p:nvSpPr>
          <p:spPr>
            <a:xfrm>
              <a:off x="3385513" y="2448672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6" name="pt726"/>
            <p:cNvSpPr/>
            <p:nvPr/>
          </p:nvSpPr>
          <p:spPr>
            <a:xfrm>
              <a:off x="3598766" y="192931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7" name="pt727"/>
            <p:cNvSpPr/>
            <p:nvPr/>
          </p:nvSpPr>
          <p:spPr>
            <a:xfrm>
              <a:off x="3929832" y="2519409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8" name="pt728"/>
            <p:cNvSpPr/>
            <p:nvPr/>
          </p:nvSpPr>
          <p:spPr>
            <a:xfrm>
              <a:off x="3767344" y="2780574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9" name="pt729"/>
            <p:cNvSpPr/>
            <p:nvPr/>
          </p:nvSpPr>
          <p:spPr>
            <a:xfrm>
              <a:off x="3500844" y="25425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0" name="pt730"/>
            <p:cNvSpPr/>
            <p:nvPr/>
          </p:nvSpPr>
          <p:spPr>
            <a:xfrm>
              <a:off x="2291679" y="181346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1" name="pg731"/>
            <p:cNvSpPr/>
            <p:nvPr/>
          </p:nvSpPr>
          <p:spPr>
            <a:xfrm>
              <a:off x="3285718" y="2165526"/>
              <a:ext cx="145717" cy="145717"/>
            </a:xfrm>
            <a:custGeom>
              <a:avLst/>
              <a:gdLst/>
              <a:ahLst/>
              <a:cxnLst/>
              <a:rect l="0" t="0" r="0" b="0"/>
              <a:pathLst>
                <a:path w="145717" h="145717">
                  <a:moveTo>
                    <a:pt x="0" y="145717"/>
                  </a:moveTo>
                  <a:lnTo>
                    <a:pt x="145717" y="145717"/>
                  </a:lnTo>
                  <a:lnTo>
                    <a:pt x="1457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2" name="pt732"/>
            <p:cNvSpPr/>
            <p:nvPr/>
          </p:nvSpPr>
          <p:spPr>
            <a:xfrm>
              <a:off x="3412537" y="2454712"/>
              <a:ext cx="132940" cy="13294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3" name="pt733"/>
            <p:cNvSpPr/>
            <p:nvPr/>
          </p:nvSpPr>
          <p:spPr>
            <a:xfrm>
              <a:off x="3457392" y="2457234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4" name="pt734"/>
            <p:cNvSpPr/>
            <p:nvPr/>
          </p:nvSpPr>
          <p:spPr>
            <a:xfrm>
              <a:off x="3577802" y="2823725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5" name="pt735"/>
            <p:cNvSpPr/>
            <p:nvPr/>
          </p:nvSpPr>
          <p:spPr>
            <a:xfrm>
              <a:off x="3916390" y="214986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6" name="pt736"/>
            <p:cNvSpPr/>
            <p:nvPr/>
          </p:nvSpPr>
          <p:spPr>
            <a:xfrm>
              <a:off x="2092539" y="206564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7" name="pg737"/>
            <p:cNvSpPr/>
            <p:nvPr/>
          </p:nvSpPr>
          <p:spPr>
            <a:xfrm>
              <a:off x="3664237" y="1792274"/>
              <a:ext cx="157870" cy="136720"/>
            </a:xfrm>
            <a:custGeom>
              <a:avLst/>
              <a:gdLst/>
              <a:ahLst/>
              <a:cxnLst/>
              <a:rect l="0" t="0" r="0" b="0"/>
              <a:pathLst>
                <a:path w="157870" h="136720">
                  <a:moveTo>
                    <a:pt x="78935" y="0"/>
                  </a:moveTo>
                  <a:lnTo>
                    <a:pt x="157870" y="136720"/>
                  </a:lnTo>
                  <a:lnTo>
                    <a:pt x="0" y="13672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8" name="pt738"/>
            <p:cNvSpPr/>
            <p:nvPr/>
          </p:nvSpPr>
          <p:spPr>
            <a:xfrm>
              <a:off x="3514159" y="243694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9" name="pt739"/>
            <p:cNvSpPr/>
            <p:nvPr/>
          </p:nvSpPr>
          <p:spPr>
            <a:xfrm>
              <a:off x="3481495" y="2545431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0" name="pt740"/>
            <p:cNvSpPr/>
            <p:nvPr/>
          </p:nvSpPr>
          <p:spPr>
            <a:xfrm>
              <a:off x="4678076" y="128592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1" name="pl741"/>
            <p:cNvSpPr/>
            <p:nvPr/>
          </p:nvSpPr>
          <p:spPr>
            <a:xfrm>
              <a:off x="3797669" y="254616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" name="pl742"/>
            <p:cNvSpPr/>
            <p:nvPr/>
          </p:nvSpPr>
          <p:spPr>
            <a:xfrm>
              <a:off x="3797669" y="254616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" name="pl743"/>
            <p:cNvSpPr/>
            <p:nvPr/>
          </p:nvSpPr>
          <p:spPr>
            <a:xfrm>
              <a:off x="3784580" y="257776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" name="pl744"/>
            <p:cNvSpPr/>
            <p:nvPr/>
          </p:nvSpPr>
          <p:spPr>
            <a:xfrm>
              <a:off x="3829271" y="253307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5" name="pt745"/>
            <p:cNvSpPr/>
            <p:nvPr/>
          </p:nvSpPr>
          <p:spPr>
            <a:xfrm>
              <a:off x="4856177" y="148810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" name="pl746"/>
            <p:cNvSpPr/>
            <p:nvPr/>
          </p:nvSpPr>
          <p:spPr>
            <a:xfrm>
              <a:off x="3624187" y="2552655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107308"/>
                  </a:moveTo>
                  <a:lnTo>
                    <a:pt x="107308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" name="pl747"/>
            <p:cNvSpPr/>
            <p:nvPr/>
          </p:nvSpPr>
          <p:spPr>
            <a:xfrm>
              <a:off x="3624187" y="2552655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0"/>
                  </a:moveTo>
                  <a:lnTo>
                    <a:pt x="107308" y="107308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l748"/>
            <p:cNvSpPr/>
            <p:nvPr/>
          </p:nvSpPr>
          <p:spPr>
            <a:xfrm>
              <a:off x="3601962" y="2606309"/>
              <a:ext cx="151757" cy="0"/>
            </a:xfrm>
            <a:custGeom>
              <a:avLst/>
              <a:gdLst/>
              <a:ahLst/>
              <a:cxnLst/>
              <a:rect l="0" t="0" r="0" b="0"/>
              <a:pathLst>
                <a:path w="151757">
                  <a:moveTo>
                    <a:pt x="0" y="0"/>
                  </a:moveTo>
                  <a:lnTo>
                    <a:pt x="151757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l749"/>
            <p:cNvSpPr/>
            <p:nvPr/>
          </p:nvSpPr>
          <p:spPr>
            <a:xfrm>
              <a:off x="3677841" y="2530431"/>
              <a:ext cx="0" cy="151757"/>
            </a:xfrm>
            <a:custGeom>
              <a:avLst/>
              <a:gdLst/>
              <a:ahLst/>
              <a:cxnLst/>
              <a:rect l="0" t="0" r="0" b="0"/>
              <a:pathLst>
                <a:path h="151757">
                  <a:moveTo>
                    <a:pt x="0" y="15175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t750"/>
            <p:cNvSpPr/>
            <p:nvPr/>
          </p:nvSpPr>
          <p:spPr>
            <a:xfrm>
              <a:off x="4175059" y="98220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1" name="pl751"/>
            <p:cNvSpPr/>
            <p:nvPr/>
          </p:nvSpPr>
          <p:spPr>
            <a:xfrm>
              <a:off x="3263285" y="2209785"/>
              <a:ext cx="161827" cy="161827"/>
            </a:xfrm>
            <a:custGeom>
              <a:avLst/>
              <a:gdLst/>
              <a:ahLst/>
              <a:cxnLst/>
              <a:rect l="0" t="0" r="0" b="0"/>
              <a:pathLst>
                <a:path w="161827" h="161827">
                  <a:moveTo>
                    <a:pt x="0" y="161827"/>
                  </a:moveTo>
                  <a:lnTo>
                    <a:pt x="161827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" name="pl752"/>
            <p:cNvSpPr/>
            <p:nvPr/>
          </p:nvSpPr>
          <p:spPr>
            <a:xfrm>
              <a:off x="3263285" y="2209785"/>
              <a:ext cx="161827" cy="161827"/>
            </a:xfrm>
            <a:custGeom>
              <a:avLst/>
              <a:gdLst/>
              <a:ahLst/>
              <a:cxnLst/>
              <a:rect l="0" t="0" r="0" b="0"/>
              <a:pathLst>
                <a:path w="161827" h="161827">
                  <a:moveTo>
                    <a:pt x="0" y="0"/>
                  </a:moveTo>
                  <a:lnTo>
                    <a:pt x="161827" y="161827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" name="pt753"/>
            <p:cNvSpPr/>
            <p:nvPr/>
          </p:nvSpPr>
          <p:spPr>
            <a:xfrm>
              <a:off x="3040482" y="1458658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4" name="pt754"/>
            <p:cNvSpPr/>
            <p:nvPr/>
          </p:nvSpPr>
          <p:spPr>
            <a:xfrm>
              <a:off x="2719222" y="1315750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5" name="pt755"/>
            <p:cNvSpPr/>
            <p:nvPr/>
          </p:nvSpPr>
          <p:spPr>
            <a:xfrm>
              <a:off x="3514650" y="252651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6" name="pg756"/>
            <p:cNvSpPr/>
            <p:nvPr/>
          </p:nvSpPr>
          <p:spPr>
            <a:xfrm>
              <a:off x="3520359" y="2374574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7" name="pt757"/>
            <p:cNvSpPr/>
            <p:nvPr/>
          </p:nvSpPr>
          <p:spPr>
            <a:xfrm>
              <a:off x="3680162" y="194507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8" name="pt758"/>
            <p:cNvSpPr/>
            <p:nvPr/>
          </p:nvSpPr>
          <p:spPr>
            <a:xfrm>
              <a:off x="2215983" y="300613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" name="pt759"/>
            <p:cNvSpPr/>
            <p:nvPr/>
          </p:nvSpPr>
          <p:spPr>
            <a:xfrm>
              <a:off x="3841671" y="204025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" name="pt760"/>
            <p:cNvSpPr/>
            <p:nvPr/>
          </p:nvSpPr>
          <p:spPr>
            <a:xfrm>
              <a:off x="2870160" y="377117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" name="pt761"/>
            <p:cNvSpPr/>
            <p:nvPr/>
          </p:nvSpPr>
          <p:spPr>
            <a:xfrm>
              <a:off x="3469781" y="399573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" name="pt762"/>
            <p:cNvSpPr/>
            <p:nvPr/>
          </p:nvSpPr>
          <p:spPr>
            <a:xfrm>
              <a:off x="4933965" y="311595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" name="pt763"/>
            <p:cNvSpPr/>
            <p:nvPr/>
          </p:nvSpPr>
          <p:spPr>
            <a:xfrm>
              <a:off x="3410609" y="2592547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" name="pt764"/>
            <p:cNvSpPr/>
            <p:nvPr/>
          </p:nvSpPr>
          <p:spPr>
            <a:xfrm>
              <a:off x="3487926" y="2428734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" name="pt765"/>
            <p:cNvSpPr/>
            <p:nvPr/>
          </p:nvSpPr>
          <p:spPr>
            <a:xfrm>
              <a:off x="3497441" y="244000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" name="pt766"/>
            <p:cNvSpPr/>
            <p:nvPr/>
          </p:nvSpPr>
          <p:spPr>
            <a:xfrm>
              <a:off x="3480490" y="2585142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" name="pt767"/>
            <p:cNvSpPr/>
            <p:nvPr/>
          </p:nvSpPr>
          <p:spPr>
            <a:xfrm>
              <a:off x="4597648" y="3491534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" name="pt768"/>
            <p:cNvSpPr/>
            <p:nvPr/>
          </p:nvSpPr>
          <p:spPr>
            <a:xfrm>
              <a:off x="3581728" y="3380390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" name="pt769"/>
            <p:cNvSpPr/>
            <p:nvPr/>
          </p:nvSpPr>
          <p:spPr>
            <a:xfrm>
              <a:off x="3679091" y="257023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" name="pt770"/>
            <p:cNvSpPr/>
            <p:nvPr/>
          </p:nvSpPr>
          <p:spPr>
            <a:xfrm>
              <a:off x="3428913" y="2412697"/>
              <a:ext cx="132940" cy="13294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" name="pt771"/>
            <p:cNvSpPr/>
            <p:nvPr/>
          </p:nvSpPr>
          <p:spPr>
            <a:xfrm>
              <a:off x="2765068" y="115217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" name="pt772"/>
            <p:cNvSpPr/>
            <p:nvPr/>
          </p:nvSpPr>
          <p:spPr>
            <a:xfrm>
              <a:off x="2951950" y="95861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" name="pt773"/>
            <p:cNvSpPr/>
            <p:nvPr/>
          </p:nvSpPr>
          <p:spPr>
            <a:xfrm>
              <a:off x="3459878" y="275847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" name="pl774"/>
            <p:cNvSpPr/>
            <p:nvPr/>
          </p:nvSpPr>
          <p:spPr>
            <a:xfrm>
              <a:off x="3352824" y="2244331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125578"/>
                  </a:moveTo>
                  <a:lnTo>
                    <a:pt x="125578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l775"/>
            <p:cNvSpPr/>
            <p:nvPr/>
          </p:nvSpPr>
          <p:spPr>
            <a:xfrm>
              <a:off x="3352824" y="2244331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0"/>
                  </a:moveTo>
                  <a:lnTo>
                    <a:pt x="125578" y="125578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t776"/>
            <p:cNvSpPr/>
            <p:nvPr/>
          </p:nvSpPr>
          <p:spPr>
            <a:xfrm>
              <a:off x="3607495" y="240934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" name="pt777"/>
            <p:cNvSpPr/>
            <p:nvPr/>
          </p:nvSpPr>
          <p:spPr>
            <a:xfrm>
              <a:off x="4065575" y="382872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" name="pt778"/>
            <p:cNvSpPr/>
            <p:nvPr/>
          </p:nvSpPr>
          <p:spPr>
            <a:xfrm>
              <a:off x="3812712" y="210469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" name="pt779"/>
            <p:cNvSpPr/>
            <p:nvPr/>
          </p:nvSpPr>
          <p:spPr>
            <a:xfrm>
              <a:off x="3468879" y="2496020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" name="pt780"/>
            <p:cNvSpPr/>
            <p:nvPr/>
          </p:nvSpPr>
          <p:spPr>
            <a:xfrm>
              <a:off x="3592876" y="2530823"/>
              <a:ext cx="125578" cy="12557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" name="pt781"/>
            <p:cNvSpPr/>
            <p:nvPr/>
          </p:nvSpPr>
          <p:spPr>
            <a:xfrm>
              <a:off x="3586700" y="2530904"/>
              <a:ext cx="132940" cy="13294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" name="pt782"/>
            <p:cNvSpPr/>
            <p:nvPr/>
          </p:nvSpPr>
          <p:spPr>
            <a:xfrm>
              <a:off x="3436353" y="2155359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" name="pt783"/>
            <p:cNvSpPr/>
            <p:nvPr/>
          </p:nvSpPr>
          <p:spPr>
            <a:xfrm>
              <a:off x="3644179" y="202003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" name="pt784"/>
            <p:cNvSpPr/>
            <p:nvPr/>
          </p:nvSpPr>
          <p:spPr>
            <a:xfrm>
              <a:off x="4535830" y="1846365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" name="pt785"/>
            <p:cNvSpPr/>
            <p:nvPr/>
          </p:nvSpPr>
          <p:spPr>
            <a:xfrm>
              <a:off x="4012471" y="2153153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" name="pg786"/>
            <p:cNvSpPr/>
            <p:nvPr/>
          </p:nvSpPr>
          <p:spPr>
            <a:xfrm>
              <a:off x="4021604" y="2205429"/>
              <a:ext cx="117221" cy="117221"/>
            </a:xfrm>
            <a:custGeom>
              <a:avLst/>
              <a:gdLst/>
              <a:ahLst/>
              <a:cxnLst/>
              <a:rect l="0" t="0" r="0" b="0"/>
              <a:pathLst>
                <a:path w="117221" h="117221">
                  <a:moveTo>
                    <a:pt x="0" y="117221"/>
                  </a:moveTo>
                  <a:lnTo>
                    <a:pt x="117221" y="117221"/>
                  </a:lnTo>
                  <a:lnTo>
                    <a:pt x="117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" name="pl787"/>
            <p:cNvSpPr/>
            <p:nvPr/>
          </p:nvSpPr>
          <p:spPr>
            <a:xfrm>
              <a:off x="3200274" y="265588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8" name="pl788"/>
            <p:cNvSpPr/>
            <p:nvPr/>
          </p:nvSpPr>
          <p:spPr>
            <a:xfrm>
              <a:off x="3200274" y="265588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9" name="pl789"/>
            <p:cNvSpPr/>
            <p:nvPr/>
          </p:nvSpPr>
          <p:spPr>
            <a:xfrm>
              <a:off x="3187185" y="2687481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0" name="pl790"/>
            <p:cNvSpPr/>
            <p:nvPr/>
          </p:nvSpPr>
          <p:spPr>
            <a:xfrm>
              <a:off x="3231876" y="264279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1" name="pg791"/>
            <p:cNvSpPr/>
            <p:nvPr/>
          </p:nvSpPr>
          <p:spPr>
            <a:xfrm>
              <a:off x="3326968" y="220151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" name="pg792"/>
            <p:cNvSpPr/>
            <p:nvPr/>
          </p:nvSpPr>
          <p:spPr>
            <a:xfrm>
              <a:off x="3357158" y="2256233"/>
              <a:ext cx="151415" cy="151415"/>
            </a:xfrm>
            <a:custGeom>
              <a:avLst/>
              <a:gdLst/>
              <a:ahLst/>
              <a:cxnLst/>
              <a:rect l="0" t="0" r="0" b="0"/>
              <a:pathLst>
                <a:path w="151415" h="151415">
                  <a:moveTo>
                    <a:pt x="0" y="151415"/>
                  </a:moveTo>
                  <a:lnTo>
                    <a:pt x="151415" y="151415"/>
                  </a:lnTo>
                  <a:lnTo>
                    <a:pt x="1514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" name="pt793"/>
            <p:cNvSpPr/>
            <p:nvPr/>
          </p:nvSpPr>
          <p:spPr>
            <a:xfrm>
              <a:off x="3485624" y="2482889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" name="pt794"/>
            <p:cNvSpPr/>
            <p:nvPr/>
          </p:nvSpPr>
          <p:spPr>
            <a:xfrm>
              <a:off x="3363044" y="2294472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" name="pt795"/>
            <p:cNvSpPr/>
            <p:nvPr/>
          </p:nvSpPr>
          <p:spPr>
            <a:xfrm>
              <a:off x="3786234" y="87836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" name="pt796"/>
            <p:cNvSpPr/>
            <p:nvPr/>
          </p:nvSpPr>
          <p:spPr>
            <a:xfrm>
              <a:off x="2303250" y="300554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" name="pt797"/>
            <p:cNvSpPr/>
            <p:nvPr/>
          </p:nvSpPr>
          <p:spPr>
            <a:xfrm>
              <a:off x="3512291" y="2400612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" name="pt798"/>
            <p:cNvSpPr/>
            <p:nvPr/>
          </p:nvSpPr>
          <p:spPr>
            <a:xfrm>
              <a:off x="3461801" y="2498472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" name="pt799"/>
            <p:cNvSpPr/>
            <p:nvPr/>
          </p:nvSpPr>
          <p:spPr>
            <a:xfrm>
              <a:off x="2561890" y="355243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" name="pt800"/>
            <p:cNvSpPr/>
            <p:nvPr/>
          </p:nvSpPr>
          <p:spPr>
            <a:xfrm>
              <a:off x="3389739" y="319293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" name="pt801"/>
            <p:cNvSpPr/>
            <p:nvPr/>
          </p:nvSpPr>
          <p:spPr>
            <a:xfrm>
              <a:off x="3784399" y="2092007"/>
              <a:ext cx="139597" cy="139597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" name="pt802"/>
            <p:cNvSpPr/>
            <p:nvPr/>
          </p:nvSpPr>
          <p:spPr>
            <a:xfrm>
              <a:off x="3392120" y="2407076"/>
              <a:ext cx="132940" cy="13294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" name="pt803"/>
            <p:cNvSpPr/>
            <p:nvPr/>
          </p:nvSpPr>
          <p:spPr>
            <a:xfrm>
              <a:off x="3868922" y="2047984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" name="pt804"/>
            <p:cNvSpPr/>
            <p:nvPr/>
          </p:nvSpPr>
          <p:spPr>
            <a:xfrm>
              <a:off x="3646643" y="192924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" name="pt805"/>
            <p:cNvSpPr/>
            <p:nvPr/>
          </p:nvSpPr>
          <p:spPr>
            <a:xfrm>
              <a:off x="3420057" y="2572050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" name="pt806"/>
            <p:cNvSpPr/>
            <p:nvPr/>
          </p:nvSpPr>
          <p:spPr>
            <a:xfrm>
              <a:off x="4065591" y="385537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" name="pt807"/>
            <p:cNvSpPr/>
            <p:nvPr/>
          </p:nvSpPr>
          <p:spPr>
            <a:xfrm>
              <a:off x="3407555" y="2476080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" name="pt808"/>
            <p:cNvSpPr/>
            <p:nvPr/>
          </p:nvSpPr>
          <p:spPr>
            <a:xfrm>
              <a:off x="3735552" y="1955722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" name="pt809"/>
            <p:cNvSpPr/>
            <p:nvPr/>
          </p:nvSpPr>
          <p:spPr>
            <a:xfrm>
              <a:off x="2101278" y="2825906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" name="pt810"/>
            <p:cNvSpPr/>
            <p:nvPr/>
          </p:nvSpPr>
          <p:spPr>
            <a:xfrm>
              <a:off x="3201489" y="2626887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1" name="pt811"/>
            <p:cNvSpPr/>
            <p:nvPr/>
          </p:nvSpPr>
          <p:spPr>
            <a:xfrm>
              <a:off x="3486379" y="2491514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2" name="pt812"/>
            <p:cNvSpPr/>
            <p:nvPr/>
          </p:nvSpPr>
          <p:spPr>
            <a:xfrm>
              <a:off x="3377385" y="2172117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3" name="pt813"/>
            <p:cNvSpPr/>
            <p:nvPr/>
          </p:nvSpPr>
          <p:spPr>
            <a:xfrm>
              <a:off x="3509424" y="244166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4" name="pt814"/>
            <p:cNvSpPr/>
            <p:nvPr/>
          </p:nvSpPr>
          <p:spPr>
            <a:xfrm>
              <a:off x="3878791" y="2376574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5" name="pt815"/>
            <p:cNvSpPr/>
            <p:nvPr/>
          </p:nvSpPr>
          <p:spPr>
            <a:xfrm>
              <a:off x="3495143" y="2661407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6" name="pg816"/>
            <p:cNvSpPr/>
            <p:nvPr/>
          </p:nvSpPr>
          <p:spPr>
            <a:xfrm>
              <a:off x="3406281" y="2495099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7" name="pt817"/>
            <p:cNvSpPr/>
            <p:nvPr/>
          </p:nvSpPr>
          <p:spPr>
            <a:xfrm>
              <a:off x="3384997" y="2494259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8" name="pt818"/>
            <p:cNvSpPr/>
            <p:nvPr/>
          </p:nvSpPr>
          <p:spPr>
            <a:xfrm>
              <a:off x="3996539" y="1932721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9" name="pt819"/>
            <p:cNvSpPr/>
            <p:nvPr/>
          </p:nvSpPr>
          <p:spPr>
            <a:xfrm>
              <a:off x="3142137" y="248124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0" name="pt820"/>
            <p:cNvSpPr/>
            <p:nvPr/>
          </p:nvSpPr>
          <p:spPr>
            <a:xfrm>
              <a:off x="3728366" y="1616395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1" name="pt821"/>
            <p:cNvSpPr/>
            <p:nvPr/>
          </p:nvSpPr>
          <p:spPr>
            <a:xfrm>
              <a:off x="3325898" y="2582654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2" name="pt822"/>
            <p:cNvSpPr/>
            <p:nvPr/>
          </p:nvSpPr>
          <p:spPr>
            <a:xfrm>
              <a:off x="3427103" y="2096258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3" name="pt823"/>
            <p:cNvSpPr/>
            <p:nvPr/>
          </p:nvSpPr>
          <p:spPr>
            <a:xfrm>
              <a:off x="4153061" y="2243969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4" name="pt824"/>
            <p:cNvSpPr/>
            <p:nvPr/>
          </p:nvSpPr>
          <p:spPr>
            <a:xfrm>
              <a:off x="3513500" y="2522722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5" name="pg825"/>
            <p:cNvSpPr/>
            <p:nvPr/>
          </p:nvSpPr>
          <p:spPr>
            <a:xfrm>
              <a:off x="3429678" y="2377253"/>
              <a:ext cx="157870" cy="136720"/>
            </a:xfrm>
            <a:custGeom>
              <a:avLst/>
              <a:gdLst/>
              <a:ahLst/>
              <a:cxnLst/>
              <a:rect l="0" t="0" r="0" b="0"/>
              <a:pathLst>
                <a:path w="157870" h="136720">
                  <a:moveTo>
                    <a:pt x="78935" y="0"/>
                  </a:moveTo>
                  <a:lnTo>
                    <a:pt x="157870" y="136720"/>
                  </a:lnTo>
                  <a:lnTo>
                    <a:pt x="0" y="136720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6" name="pg826"/>
            <p:cNvSpPr/>
            <p:nvPr/>
          </p:nvSpPr>
          <p:spPr>
            <a:xfrm>
              <a:off x="3603153" y="2933620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7" name="pt827"/>
            <p:cNvSpPr/>
            <p:nvPr/>
          </p:nvSpPr>
          <p:spPr>
            <a:xfrm>
              <a:off x="3404843" y="229431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8" name="pt828"/>
            <p:cNvSpPr/>
            <p:nvPr/>
          </p:nvSpPr>
          <p:spPr>
            <a:xfrm>
              <a:off x="3493039" y="2523731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9" name="pt829"/>
            <p:cNvSpPr/>
            <p:nvPr/>
          </p:nvSpPr>
          <p:spPr>
            <a:xfrm>
              <a:off x="3466712" y="2492062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0" name="pt830"/>
            <p:cNvSpPr/>
            <p:nvPr/>
          </p:nvSpPr>
          <p:spPr>
            <a:xfrm>
              <a:off x="4086067" y="1844746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1" name="pl831"/>
            <p:cNvSpPr/>
            <p:nvPr/>
          </p:nvSpPr>
          <p:spPr>
            <a:xfrm>
              <a:off x="3305213" y="110368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" name="pl832"/>
            <p:cNvSpPr/>
            <p:nvPr/>
          </p:nvSpPr>
          <p:spPr>
            <a:xfrm>
              <a:off x="3305213" y="110368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" name="pl833"/>
            <p:cNvSpPr/>
            <p:nvPr/>
          </p:nvSpPr>
          <p:spPr>
            <a:xfrm>
              <a:off x="3292123" y="1135282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" name="pl834"/>
            <p:cNvSpPr/>
            <p:nvPr/>
          </p:nvSpPr>
          <p:spPr>
            <a:xfrm>
              <a:off x="3336814" y="1090591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" name="pt835"/>
            <p:cNvSpPr/>
            <p:nvPr/>
          </p:nvSpPr>
          <p:spPr>
            <a:xfrm>
              <a:off x="3298057" y="1093966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6" name="pt836"/>
            <p:cNvSpPr/>
            <p:nvPr/>
          </p:nvSpPr>
          <p:spPr>
            <a:xfrm>
              <a:off x="4094146" y="2409648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7" name="pg837"/>
            <p:cNvSpPr/>
            <p:nvPr/>
          </p:nvSpPr>
          <p:spPr>
            <a:xfrm>
              <a:off x="3269603" y="2246303"/>
              <a:ext cx="117221" cy="117221"/>
            </a:xfrm>
            <a:custGeom>
              <a:avLst/>
              <a:gdLst/>
              <a:ahLst/>
              <a:cxnLst/>
              <a:rect l="0" t="0" r="0" b="0"/>
              <a:pathLst>
                <a:path w="117221" h="117221">
                  <a:moveTo>
                    <a:pt x="0" y="117221"/>
                  </a:moveTo>
                  <a:lnTo>
                    <a:pt x="117221" y="117221"/>
                  </a:lnTo>
                  <a:lnTo>
                    <a:pt x="117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8" name="pg838"/>
            <p:cNvSpPr/>
            <p:nvPr/>
          </p:nvSpPr>
          <p:spPr>
            <a:xfrm>
              <a:off x="4509824" y="3133999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9" name="pg839"/>
            <p:cNvSpPr/>
            <p:nvPr/>
          </p:nvSpPr>
          <p:spPr>
            <a:xfrm>
              <a:off x="3561508" y="1698016"/>
              <a:ext cx="157870" cy="136720"/>
            </a:xfrm>
            <a:custGeom>
              <a:avLst/>
              <a:gdLst/>
              <a:ahLst/>
              <a:cxnLst/>
              <a:rect l="0" t="0" r="0" b="0"/>
              <a:pathLst>
                <a:path w="157870" h="136720">
                  <a:moveTo>
                    <a:pt x="78935" y="0"/>
                  </a:moveTo>
                  <a:lnTo>
                    <a:pt x="157870" y="136720"/>
                  </a:lnTo>
                  <a:lnTo>
                    <a:pt x="0" y="13672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0" name="pt840"/>
            <p:cNvSpPr/>
            <p:nvPr/>
          </p:nvSpPr>
          <p:spPr>
            <a:xfrm>
              <a:off x="2108863" y="1851436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1" name="pt841"/>
            <p:cNvSpPr/>
            <p:nvPr/>
          </p:nvSpPr>
          <p:spPr>
            <a:xfrm>
              <a:off x="4143533" y="217275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2" name="pt842"/>
            <p:cNvSpPr/>
            <p:nvPr/>
          </p:nvSpPr>
          <p:spPr>
            <a:xfrm>
              <a:off x="3647157" y="200134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3" name="pg843"/>
            <p:cNvSpPr/>
            <p:nvPr/>
          </p:nvSpPr>
          <p:spPr>
            <a:xfrm>
              <a:off x="3881563" y="1743692"/>
              <a:ext cx="132940" cy="132940"/>
            </a:xfrm>
            <a:custGeom>
              <a:avLst/>
              <a:gdLst/>
              <a:ahLst/>
              <a:cxnLst/>
              <a:rect l="0" t="0" r="0" b="0"/>
              <a:pathLst>
                <a:path w="132940" h="132940">
                  <a:moveTo>
                    <a:pt x="0" y="132940"/>
                  </a:moveTo>
                  <a:lnTo>
                    <a:pt x="132940" y="132940"/>
                  </a:lnTo>
                  <a:lnTo>
                    <a:pt x="132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4" name="pt844"/>
            <p:cNvSpPr/>
            <p:nvPr/>
          </p:nvSpPr>
          <p:spPr>
            <a:xfrm>
              <a:off x="3896743" y="252603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5" name="pt845"/>
            <p:cNvSpPr/>
            <p:nvPr/>
          </p:nvSpPr>
          <p:spPr>
            <a:xfrm>
              <a:off x="2414352" y="1225691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6" name="pt846"/>
            <p:cNvSpPr/>
            <p:nvPr/>
          </p:nvSpPr>
          <p:spPr>
            <a:xfrm>
              <a:off x="4096642" y="2249557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7" name="pt847"/>
            <p:cNvSpPr/>
            <p:nvPr/>
          </p:nvSpPr>
          <p:spPr>
            <a:xfrm>
              <a:off x="3493431" y="2531511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8" name="pt848"/>
            <p:cNvSpPr/>
            <p:nvPr/>
          </p:nvSpPr>
          <p:spPr>
            <a:xfrm>
              <a:off x="3426314" y="2450657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9" name="pt849"/>
            <p:cNvSpPr/>
            <p:nvPr/>
          </p:nvSpPr>
          <p:spPr>
            <a:xfrm>
              <a:off x="2117330" y="289999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0" name="pt850"/>
            <p:cNvSpPr/>
            <p:nvPr/>
          </p:nvSpPr>
          <p:spPr>
            <a:xfrm>
              <a:off x="3204125" y="3760658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1" name="pt851"/>
            <p:cNvSpPr/>
            <p:nvPr/>
          </p:nvSpPr>
          <p:spPr>
            <a:xfrm>
              <a:off x="3361697" y="85635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2" name="pt852"/>
            <p:cNvSpPr/>
            <p:nvPr/>
          </p:nvSpPr>
          <p:spPr>
            <a:xfrm>
              <a:off x="3411404" y="2457009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3" name="pg853"/>
            <p:cNvSpPr/>
            <p:nvPr/>
          </p:nvSpPr>
          <p:spPr>
            <a:xfrm>
              <a:off x="3642769" y="2320617"/>
              <a:ext cx="188005" cy="162817"/>
            </a:xfrm>
            <a:custGeom>
              <a:avLst/>
              <a:gdLst/>
              <a:ahLst/>
              <a:cxnLst/>
              <a:rect l="0" t="0" r="0" b="0"/>
              <a:pathLst>
                <a:path w="188005" h="162817">
                  <a:moveTo>
                    <a:pt x="94002" y="0"/>
                  </a:moveTo>
                  <a:lnTo>
                    <a:pt x="188005" y="162817"/>
                  </a:lnTo>
                  <a:lnTo>
                    <a:pt x="0" y="162817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4" name="pg854"/>
            <p:cNvSpPr/>
            <p:nvPr/>
          </p:nvSpPr>
          <p:spPr>
            <a:xfrm>
              <a:off x="3646375" y="1998466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5" name="pt855"/>
            <p:cNvSpPr/>
            <p:nvPr/>
          </p:nvSpPr>
          <p:spPr>
            <a:xfrm>
              <a:off x="3545508" y="2592883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6" name="pg856"/>
            <p:cNvSpPr/>
            <p:nvPr/>
          </p:nvSpPr>
          <p:spPr>
            <a:xfrm>
              <a:off x="3291251" y="2298257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7" name="pt857"/>
            <p:cNvSpPr/>
            <p:nvPr/>
          </p:nvSpPr>
          <p:spPr>
            <a:xfrm>
              <a:off x="3416015" y="25057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" name="pt858"/>
            <p:cNvSpPr/>
            <p:nvPr/>
          </p:nvSpPr>
          <p:spPr>
            <a:xfrm>
              <a:off x="3489967" y="2500219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" name="pt859"/>
            <p:cNvSpPr/>
            <p:nvPr/>
          </p:nvSpPr>
          <p:spPr>
            <a:xfrm>
              <a:off x="3395533" y="2994718"/>
              <a:ext cx="125578" cy="12557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" name="pt860"/>
            <p:cNvSpPr/>
            <p:nvPr/>
          </p:nvSpPr>
          <p:spPr>
            <a:xfrm>
              <a:off x="2573798" y="116509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1" name="pt861"/>
            <p:cNvSpPr/>
            <p:nvPr/>
          </p:nvSpPr>
          <p:spPr>
            <a:xfrm>
              <a:off x="3502810" y="2536337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2" name="pt862"/>
            <p:cNvSpPr/>
            <p:nvPr/>
          </p:nvSpPr>
          <p:spPr>
            <a:xfrm>
              <a:off x="3539307" y="2558503"/>
              <a:ext cx="63202" cy="63202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3" name="pt863"/>
            <p:cNvSpPr/>
            <p:nvPr/>
          </p:nvSpPr>
          <p:spPr>
            <a:xfrm>
              <a:off x="3698957" y="19284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4" name="pt864"/>
            <p:cNvSpPr/>
            <p:nvPr/>
          </p:nvSpPr>
          <p:spPr>
            <a:xfrm>
              <a:off x="3937010" y="92713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5" name="pg865"/>
            <p:cNvSpPr/>
            <p:nvPr/>
          </p:nvSpPr>
          <p:spPr>
            <a:xfrm>
              <a:off x="2127832" y="2889318"/>
              <a:ext cx="144520" cy="125158"/>
            </a:xfrm>
            <a:custGeom>
              <a:avLst/>
              <a:gdLst/>
              <a:ahLst/>
              <a:cxnLst/>
              <a:rect l="0" t="0" r="0" b="0"/>
              <a:pathLst>
                <a:path w="144520" h="125158">
                  <a:moveTo>
                    <a:pt x="72260" y="0"/>
                  </a:moveTo>
                  <a:lnTo>
                    <a:pt x="144520" y="125158"/>
                  </a:lnTo>
                  <a:lnTo>
                    <a:pt x="0" y="125158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" name="pt866"/>
            <p:cNvSpPr/>
            <p:nvPr/>
          </p:nvSpPr>
          <p:spPr>
            <a:xfrm>
              <a:off x="4241383" y="225745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7" name="pt867"/>
            <p:cNvSpPr/>
            <p:nvPr/>
          </p:nvSpPr>
          <p:spPr>
            <a:xfrm>
              <a:off x="3504375" y="2103079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8" name="pt868"/>
            <p:cNvSpPr/>
            <p:nvPr/>
          </p:nvSpPr>
          <p:spPr>
            <a:xfrm>
              <a:off x="5099261" y="233704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9" name="pl869"/>
            <p:cNvSpPr/>
            <p:nvPr/>
          </p:nvSpPr>
          <p:spPr>
            <a:xfrm>
              <a:off x="3418785" y="2464594"/>
              <a:ext cx="245057" cy="245057"/>
            </a:xfrm>
            <a:custGeom>
              <a:avLst/>
              <a:gdLst/>
              <a:ahLst/>
              <a:cxnLst/>
              <a:rect l="0" t="0" r="0" b="0"/>
              <a:pathLst>
                <a:path w="245057" h="245057">
                  <a:moveTo>
                    <a:pt x="0" y="245057"/>
                  </a:moveTo>
                  <a:lnTo>
                    <a:pt x="245057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" name="pl870"/>
            <p:cNvSpPr/>
            <p:nvPr/>
          </p:nvSpPr>
          <p:spPr>
            <a:xfrm>
              <a:off x="3418785" y="2464594"/>
              <a:ext cx="245057" cy="245057"/>
            </a:xfrm>
            <a:custGeom>
              <a:avLst/>
              <a:gdLst/>
              <a:ahLst/>
              <a:cxnLst/>
              <a:rect l="0" t="0" r="0" b="0"/>
              <a:pathLst>
                <a:path w="245057" h="245057">
                  <a:moveTo>
                    <a:pt x="0" y="0"/>
                  </a:moveTo>
                  <a:lnTo>
                    <a:pt x="245057" y="245057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" name="pl871"/>
            <p:cNvSpPr/>
            <p:nvPr/>
          </p:nvSpPr>
          <p:spPr>
            <a:xfrm>
              <a:off x="3368031" y="2587123"/>
              <a:ext cx="346564" cy="0"/>
            </a:xfrm>
            <a:custGeom>
              <a:avLst/>
              <a:gdLst/>
              <a:ahLst/>
              <a:cxnLst/>
              <a:rect l="0" t="0" r="0" b="0"/>
              <a:pathLst>
                <a:path w="346564">
                  <a:moveTo>
                    <a:pt x="0" y="0"/>
                  </a:moveTo>
                  <a:lnTo>
                    <a:pt x="346564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" name="pl872"/>
            <p:cNvSpPr/>
            <p:nvPr/>
          </p:nvSpPr>
          <p:spPr>
            <a:xfrm>
              <a:off x="3541313" y="2413841"/>
              <a:ext cx="0" cy="346564"/>
            </a:xfrm>
            <a:custGeom>
              <a:avLst/>
              <a:gdLst/>
              <a:ahLst/>
              <a:cxnLst/>
              <a:rect l="0" t="0" r="0" b="0"/>
              <a:pathLst>
                <a:path h="346564">
                  <a:moveTo>
                    <a:pt x="0" y="346564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" name="pt873"/>
            <p:cNvSpPr/>
            <p:nvPr/>
          </p:nvSpPr>
          <p:spPr>
            <a:xfrm>
              <a:off x="3754330" y="2526565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4" name="pt874"/>
            <p:cNvSpPr/>
            <p:nvPr/>
          </p:nvSpPr>
          <p:spPr>
            <a:xfrm>
              <a:off x="3337776" y="2613212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" name="pl875"/>
            <p:cNvSpPr/>
            <p:nvPr/>
          </p:nvSpPr>
          <p:spPr>
            <a:xfrm>
              <a:off x="3437493" y="2579654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125578"/>
                  </a:moveTo>
                  <a:lnTo>
                    <a:pt x="125578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l876"/>
            <p:cNvSpPr/>
            <p:nvPr/>
          </p:nvSpPr>
          <p:spPr>
            <a:xfrm>
              <a:off x="3437493" y="2579654"/>
              <a:ext cx="125578" cy="125578"/>
            </a:xfrm>
            <a:custGeom>
              <a:avLst/>
              <a:gdLst/>
              <a:ahLst/>
              <a:cxnLst/>
              <a:rect l="0" t="0" r="0" b="0"/>
              <a:pathLst>
                <a:path w="125578" h="125578">
                  <a:moveTo>
                    <a:pt x="0" y="0"/>
                  </a:moveTo>
                  <a:lnTo>
                    <a:pt x="125578" y="125578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l877"/>
            <p:cNvSpPr/>
            <p:nvPr/>
          </p:nvSpPr>
          <p:spPr>
            <a:xfrm>
              <a:off x="3411485" y="2642443"/>
              <a:ext cx="177594" cy="0"/>
            </a:xfrm>
            <a:custGeom>
              <a:avLst/>
              <a:gdLst/>
              <a:ahLst/>
              <a:cxnLst/>
              <a:rect l="0" t="0" r="0" b="0"/>
              <a:pathLst>
                <a:path w="177594">
                  <a:moveTo>
                    <a:pt x="0" y="0"/>
                  </a:moveTo>
                  <a:lnTo>
                    <a:pt x="177594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l878"/>
            <p:cNvSpPr/>
            <p:nvPr/>
          </p:nvSpPr>
          <p:spPr>
            <a:xfrm>
              <a:off x="3500282" y="2553646"/>
              <a:ext cx="0" cy="177594"/>
            </a:xfrm>
            <a:custGeom>
              <a:avLst/>
              <a:gdLst/>
              <a:ahLst/>
              <a:cxnLst/>
              <a:rect l="0" t="0" r="0" b="0"/>
              <a:pathLst>
                <a:path h="177594">
                  <a:moveTo>
                    <a:pt x="0" y="177594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g879"/>
            <p:cNvSpPr/>
            <p:nvPr/>
          </p:nvSpPr>
          <p:spPr>
            <a:xfrm>
              <a:off x="3443433" y="2758313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" name="pt880"/>
            <p:cNvSpPr/>
            <p:nvPr/>
          </p:nvSpPr>
          <p:spPr>
            <a:xfrm>
              <a:off x="3501776" y="2521003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" name="pg881"/>
            <p:cNvSpPr/>
            <p:nvPr/>
          </p:nvSpPr>
          <p:spPr>
            <a:xfrm>
              <a:off x="4005797" y="1922196"/>
              <a:ext cx="217944" cy="188745"/>
            </a:xfrm>
            <a:custGeom>
              <a:avLst/>
              <a:gdLst/>
              <a:ahLst/>
              <a:cxnLst/>
              <a:rect l="0" t="0" r="0" b="0"/>
              <a:pathLst>
                <a:path w="217944" h="188745">
                  <a:moveTo>
                    <a:pt x="108972" y="0"/>
                  </a:moveTo>
                  <a:lnTo>
                    <a:pt x="217944" y="188745"/>
                  </a:lnTo>
                  <a:lnTo>
                    <a:pt x="0" y="18874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" name="pt882"/>
            <p:cNvSpPr/>
            <p:nvPr/>
          </p:nvSpPr>
          <p:spPr>
            <a:xfrm>
              <a:off x="3608349" y="241330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" name="pt883"/>
            <p:cNvSpPr/>
            <p:nvPr/>
          </p:nvSpPr>
          <p:spPr>
            <a:xfrm>
              <a:off x="3456116" y="2481436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" name="pt884"/>
            <p:cNvSpPr/>
            <p:nvPr/>
          </p:nvSpPr>
          <p:spPr>
            <a:xfrm>
              <a:off x="3492619" y="2520087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" name="pt885"/>
            <p:cNvSpPr/>
            <p:nvPr/>
          </p:nvSpPr>
          <p:spPr>
            <a:xfrm>
              <a:off x="2794166" y="1352036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" name="pt886"/>
            <p:cNvSpPr/>
            <p:nvPr/>
          </p:nvSpPr>
          <p:spPr>
            <a:xfrm>
              <a:off x="4801982" y="3276298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7" name="pt887"/>
            <p:cNvSpPr/>
            <p:nvPr/>
          </p:nvSpPr>
          <p:spPr>
            <a:xfrm>
              <a:off x="2360565" y="3341863"/>
              <a:ext cx="107308" cy="10730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" name="pt888"/>
            <p:cNvSpPr/>
            <p:nvPr/>
          </p:nvSpPr>
          <p:spPr>
            <a:xfrm>
              <a:off x="3545364" y="84291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" name="pg889"/>
            <p:cNvSpPr/>
            <p:nvPr/>
          </p:nvSpPr>
          <p:spPr>
            <a:xfrm>
              <a:off x="3635697" y="1954927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" name="pt890"/>
            <p:cNvSpPr/>
            <p:nvPr/>
          </p:nvSpPr>
          <p:spPr>
            <a:xfrm>
              <a:off x="3871040" y="390159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" name="pg891"/>
            <p:cNvSpPr/>
            <p:nvPr/>
          </p:nvSpPr>
          <p:spPr>
            <a:xfrm>
              <a:off x="3447770" y="2725925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107308"/>
                  </a:moveTo>
                  <a:lnTo>
                    <a:pt x="107308" y="107308"/>
                  </a:lnTo>
                  <a:lnTo>
                    <a:pt x="1073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" name="pg892"/>
            <p:cNvSpPr/>
            <p:nvPr/>
          </p:nvSpPr>
          <p:spPr>
            <a:xfrm>
              <a:off x="3533357" y="392156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" name="pt893"/>
            <p:cNvSpPr/>
            <p:nvPr/>
          </p:nvSpPr>
          <p:spPr>
            <a:xfrm>
              <a:off x="3959605" y="1901324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" name="pl894"/>
            <p:cNvSpPr/>
            <p:nvPr/>
          </p:nvSpPr>
          <p:spPr>
            <a:xfrm>
              <a:off x="3360330" y="246118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l895"/>
            <p:cNvSpPr/>
            <p:nvPr/>
          </p:nvSpPr>
          <p:spPr>
            <a:xfrm>
              <a:off x="3360330" y="246118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l896"/>
            <p:cNvSpPr/>
            <p:nvPr/>
          </p:nvSpPr>
          <p:spPr>
            <a:xfrm>
              <a:off x="3347240" y="249278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l897"/>
            <p:cNvSpPr/>
            <p:nvPr/>
          </p:nvSpPr>
          <p:spPr>
            <a:xfrm>
              <a:off x="3391931" y="244809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t898"/>
            <p:cNvSpPr/>
            <p:nvPr/>
          </p:nvSpPr>
          <p:spPr>
            <a:xfrm>
              <a:off x="3610796" y="289714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" name="pt899"/>
            <p:cNvSpPr/>
            <p:nvPr/>
          </p:nvSpPr>
          <p:spPr>
            <a:xfrm>
              <a:off x="3872507" y="2081985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" name="pt900"/>
            <p:cNvSpPr/>
            <p:nvPr/>
          </p:nvSpPr>
          <p:spPr>
            <a:xfrm>
              <a:off x="3612525" y="240525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" name="pt901"/>
            <p:cNvSpPr/>
            <p:nvPr/>
          </p:nvSpPr>
          <p:spPr>
            <a:xfrm>
              <a:off x="5047377" y="2681736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" name="pt902"/>
            <p:cNvSpPr/>
            <p:nvPr/>
          </p:nvSpPr>
          <p:spPr>
            <a:xfrm>
              <a:off x="2031191" y="222556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" name="pt903"/>
            <p:cNvSpPr/>
            <p:nvPr/>
          </p:nvSpPr>
          <p:spPr>
            <a:xfrm>
              <a:off x="3519146" y="2587890"/>
              <a:ext cx="125578" cy="12557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" name="pt904"/>
            <p:cNvSpPr/>
            <p:nvPr/>
          </p:nvSpPr>
          <p:spPr>
            <a:xfrm>
              <a:off x="3466015" y="2435605"/>
              <a:ext cx="117221" cy="11722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" name="pt905"/>
            <p:cNvSpPr/>
            <p:nvPr/>
          </p:nvSpPr>
          <p:spPr>
            <a:xfrm>
              <a:off x="3029070" y="230357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" name="pt906"/>
            <p:cNvSpPr/>
            <p:nvPr/>
          </p:nvSpPr>
          <p:spPr>
            <a:xfrm>
              <a:off x="3684998" y="307281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" name="pl907"/>
            <p:cNvSpPr/>
            <p:nvPr/>
          </p:nvSpPr>
          <p:spPr>
            <a:xfrm>
              <a:off x="3567657" y="25526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" name="pl908"/>
            <p:cNvSpPr/>
            <p:nvPr/>
          </p:nvSpPr>
          <p:spPr>
            <a:xfrm>
              <a:off x="3567657" y="25526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" name="pl909"/>
            <p:cNvSpPr/>
            <p:nvPr/>
          </p:nvSpPr>
          <p:spPr>
            <a:xfrm>
              <a:off x="3554567" y="258427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" name="pl910"/>
            <p:cNvSpPr/>
            <p:nvPr/>
          </p:nvSpPr>
          <p:spPr>
            <a:xfrm>
              <a:off x="3599258" y="2539584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" name="pt911"/>
            <p:cNvSpPr/>
            <p:nvPr/>
          </p:nvSpPr>
          <p:spPr>
            <a:xfrm>
              <a:off x="4989959" y="173442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" name="pt912"/>
            <p:cNvSpPr/>
            <p:nvPr/>
          </p:nvSpPr>
          <p:spPr>
            <a:xfrm>
              <a:off x="3526104" y="2472781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" name="pt913"/>
            <p:cNvSpPr/>
            <p:nvPr/>
          </p:nvSpPr>
          <p:spPr>
            <a:xfrm>
              <a:off x="4473173" y="1146153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l914"/>
            <p:cNvSpPr/>
            <p:nvPr/>
          </p:nvSpPr>
          <p:spPr>
            <a:xfrm>
              <a:off x="4473173" y="114615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l915"/>
            <p:cNvSpPr/>
            <p:nvPr/>
          </p:nvSpPr>
          <p:spPr>
            <a:xfrm>
              <a:off x="4473173" y="114615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" name="pt916"/>
            <p:cNvSpPr/>
            <p:nvPr/>
          </p:nvSpPr>
          <p:spPr>
            <a:xfrm>
              <a:off x="3483503" y="2486915"/>
              <a:ext cx="107308" cy="10730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" name="pl917"/>
            <p:cNvSpPr/>
            <p:nvPr/>
          </p:nvSpPr>
          <p:spPr>
            <a:xfrm>
              <a:off x="3777962" y="161666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" name="pl918"/>
            <p:cNvSpPr/>
            <p:nvPr/>
          </p:nvSpPr>
          <p:spPr>
            <a:xfrm>
              <a:off x="3777962" y="161666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" name="pl919"/>
            <p:cNvSpPr/>
            <p:nvPr/>
          </p:nvSpPr>
          <p:spPr>
            <a:xfrm>
              <a:off x="3764872" y="164827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" name="pl920"/>
            <p:cNvSpPr/>
            <p:nvPr/>
          </p:nvSpPr>
          <p:spPr>
            <a:xfrm>
              <a:off x="3809563" y="160357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" name="pg921"/>
            <p:cNvSpPr/>
            <p:nvPr/>
          </p:nvSpPr>
          <p:spPr>
            <a:xfrm>
              <a:off x="3618594" y="2844966"/>
              <a:ext cx="117221" cy="117221"/>
            </a:xfrm>
            <a:custGeom>
              <a:avLst/>
              <a:gdLst/>
              <a:ahLst/>
              <a:cxnLst/>
              <a:rect l="0" t="0" r="0" b="0"/>
              <a:pathLst>
                <a:path w="117221" h="117221">
                  <a:moveTo>
                    <a:pt x="0" y="117221"/>
                  </a:moveTo>
                  <a:lnTo>
                    <a:pt x="117221" y="117221"/>
                  </a:lnTo>
                  <a:lnTo>
                    <a:pt x="117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2" name="pg922"/>
            <p:cNvSpPr/>
            <p:nvPr/>
          </p:nvSpPr>
          <p:spPr>
            <a:xfrm>
              <a:off x="3750395" y="2431311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94390"/>
                  </a:lnTo>
                  <a:lnTo>
                    <a:pt x="943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3" name="pl923"/>
            <p:cNvSpPr/>
            <p:nvPr/>
          </p:nvSpPr>
          <p:spPr>
            <a:xfrm>
              <a:off x="3301767" y="2200254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107308"/>
                  </a:moveTo>
                  <a:lnTo>
                    <a:pt x="10730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" name="pl924"/>
            <p:cNvSpPr/>
            <p:nvPr/>
          </p:nvSpPr>
          <p:spPr>
            <a:xfrm>
              <a:off x="3301767" y="2200254"/>
              <a:ext cx="107308" cy="107308"/>
            </a:xfrm>
            <a:custGeom>
              <a:avLst/>
              <a:gdLst/>
              <a:ahLst/>
              <a:cxnLst/>
              <a:rect l="0" t="0" r="0" b="0"/>
              <a:pathLst>
                <a:path w="107308" h="107308">
                  <a:moveTo>
                    <a:pt x="0" y="0"/>
                  </a:moveTo>
                  <a:lnTo>
                    <a:pt x="107308" y="107308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" name="pt925"/>
            <p:cNvSpPr/>
            <p:nvPr/>
          </p:nvSpPr>
          <p:spPr>
            <a:xfrm>
              <a:off x="3435076" y="211935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6" name="pt926"/>
            <p:cNvSpPr/>
            <p:nvPr/>
          </p:nvSpPr>
          <p:spPr>
            <a:xfrm>
              <a:off x="3471953" y="212897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7" name="pt927"/>
            <p:cNvSpPr/>
            <p:nvPr/>
          </p:nvSpPr>
          <p:spPr>
            <a:xfrm>
              <a:off x="3584439" y="2852813"/>
              <a:ext cx="117221" cy="11722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8" name="pt928"/>
            <p:cNvSpPr/>
            <p:nvPr/>
          </p:nvSpPr>
          <p:spPr>
            <a:xfrm>
              <a:off x="3549197" y="291769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9" name="pt929"/>
            <p:cNvSpPr/>
            <p:nvPr/>
          </p:nvSpPr>
          <p:spPr>
            <a:xfrm>
              <a:off x="3542737" y="29326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0" name="pt930"/>
            <p:cNvSpPr/>
            <p:nvPr/>
          </p:nvSpPr>
          <p:spPr>
            <a:xfrm>
              <a:off x="3433040" y="2378258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1" name="pt931"/>
            <p:cNvSpPr/>
            <p:nvPr/>
          </p:nvSpPr>
          <p:spPr>
            <a:xfrm>
              <a:off x="5073097" y="212861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2" name="pl932"/>
            <p:cNvSpPr/>
            <p:nvPr/>
          </p:nvSpPr>
          <p:spPr>
            <a:xfrm>
              <a:off x="4599180" y="232203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" name="pl933"/>
            <p:cNvSpPr/>
            <p:nvPr/>
          </p:nvSpPr>
          <p:spPr>
            <a:xfrm>
              <a:off x="4599180" y="232203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" name="pl934"/>
            <p:cNvSpPr/>
            <p:nvPr/>
          </p:nvSpPr>
          <p:spPr>
            <a:xfrm>
              <a:off x="4586091" y="2353638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" name="pl935"/>
            <p:cNvSpPr/>
            <p:nvPr/>
          </p:nvSpPr>
          <p:spPr>
            <a:xfrm>
              <a:off x="4630781" y="2308947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" name="pt936"/>
            <p:cNvSpPr/>
            <p:nvPr/>
          </p:nvSpPr>
          <p:spPr>
            <a:xfrm>
              <a:off x="4110351" y="240418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7" name="pt937"/>
            <p:cNvSpPr/>
            <p:nvPr/>
          </p:nvSpPr>
          <p:spPr>
            <a:xfrm>
              <a:off x="4108327" y="241345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8" name="pt938"/>
            <p:cNvSpPr/>
            <p:nvPr/>
          </p:nvSpPr>
          <p:spPr>
            <a:xfrm>
              <a:off x="4359836" y="214789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9" name="pt939"/>
            <p:cNvSpPr/>
            <p:nvPr/>
          </p:nvSpPr>
          <p:spPr>
            <a:xfrm>
              <a:off x="4412440" y="214600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0" name="pt940"/>
            <p:cNvSpPr/>
            <p:nvPr/>
          </p:nvSpPr>
          <p:spPr>
            <a:xfrm>
              <a:off x="3144485" y="89116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1" name="pg941"/>
            <p:cNvSpPr/>
            <p:nvPr/>
          </p:nvSpPr>
          <p:spPr>
            <a:xfrm>
              <a:off x="3393948" y="275632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2" name="pt942"/>
            <p:cNvSpPr/>
            <p:nvPr/>
          </p:nvSpPr>
          <p:spPr>
            <a:xfrm>
              <a:off x="3468650" y="2618264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3" name="pt943"/>
            <p:cNvSpPr/>
            <p:nvPr/>
          </p:nvSpPr>
          <p:spPr>
            <a:xfrm>
              <a:off x="3435293" y="2468781"/>
              <a:ext cx="107308" cy="10730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4" name="pt944"/>
            <p:cNvSpPr/>
            <p:nvPr/>
          </p:nvSpPr>
          <p:spPr>
            <a:xfrm>
              <a:off x="3436224" y="239320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5" name="pt945"/>
            <p:cNvSpPr/>
            <p:nvPr/>
          </p:nvSpPr>
          <p:spPr>
            <a:xfrm>
              <a:off x="3389363" y="2324319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6" name="pt946"/>
            <p:cNvSpPr/>
            <p:nvPr/>
          </p:nvSpPr>
          <p:spPr>
            <a:xfrm>
              <a:off x="3539809" y="252226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7" name="pt947"/>
            <p:cNvSpPr/>
            <p:nvPr/>
          </p:nvSpPr>
          <p:spPr>
            <a:xfrm>
              <a:off x="3023566" y="230376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8" name="pt948"/>
            <p:cNvSpPr/>
            <p:nvPr/>
          </p:nvSpPr>
          <p:spPr>
            <a:xfrm>
              <a:off x="3374388" y="259920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9" name="pt949"/>
            <p:cNvSpPr/>
            <p:nvPr/>
          </p:nvSpPr>
          <p:spPr>
            <a:xfrm>
              <a:off x="3517713" y="2453759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0" name="pt950"/>
            <p:cNvSpPr/>
            <p:nvPr/>
          </p:nvSpPr>
          <p:spPr>
            <a:xfrm>
              <a:off x="3464256" y="2441498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1" name="pt951"/>
            <p:cNvSpPr/>
            <p:nvPr/>
          </p:nvSpPr>
          <p:spPr>
            <a:xfrm>
              <a:off x="3486142" y="243836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2" name="pg952"/>
            <p:cNvSpPr/>
            <p:nvPr/>
          </p:nvSpPr>
          <p:spPr>
            <a:xfrm>
              <a:off x="4976619" y="294139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3" name="pt953"/>
            <p:cNvSpPr/>
            <p:nvPr/>
          </p:nvSpPr>
          <p:spPr>
            <a:xfrm>
              <a:off x="2583616" y="1106634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4" name="pt954"/>
            <p:cNvSpPr/>
            <p:nvPr/>
          </p:nvSpPr>
          <p:spPr>
            <a:xfrm>
              <a:off x="3350634" y="374584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5" name="pt955"/>
            <p:cNvSpPr/>
            <p:nvPr/>
          </p:nvSpPr>
          <p:spPr>
            <a:xfrm>
              <a:off x="3338493" y="372586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6" name="pt956"/>
            <p:cNvSpPr/>
            <p:nvPr/>
          </p:nvSpPr>
          <p:spPr>
            <a:xfrm>
              <a:off x="3365939" y="373654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7" name="pt957"/>
            <p:cNvSpPr/>
            <p:nvPr/>
          </p:nvSpPr>
          <p:spPr>
            <a:xfrm>
              <a:off x="3416366" y="2369008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8" name="pt958"/>
            <p:cNvSpPr/>
            <p:nvPr/>
          </p:nvSpPr>
          <p:spPr>
            <a:xfrm>
              <a:off x="3377794" y="230936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9" name="pg959"/>
            <p:cNvSpPr/>
            <p:nvPr/>
          </p:nvSpPr>
          <p:spPr>
            <a:xfrm>
              <a:off x="3441093" y="2428072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0" name="pt960"/>
            <p:cNvSpPr/>
            <p:nvPr/>
          </p:nvSpPr>
          <p:spPr>
            <a:xfrm>
              <a:off x="3418382" y="2402264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1" name="pt961"/>
            <p:cNvSpPr/>
            <p:nvPr/>
          </p:nvSpPr>
          <p:spPr>
            <a:xfrm>
              <a:off x="3461952" y="2451114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2" name="pt962"/>
            <p:cNvSpPr/>
            <p:nvPr/>
          </p:nvSpPr>
          <p:spPr>
            <a:xfrm>
              <a:off x="3424516" y="2396308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3" name="pt963"/>
            <p:cNvSpPr/>
            <p:nvPr/>
          </p:nvSpPr>
          <p:spPr>
            <a:xfrm>
              <a:off x="4419124" y="366869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4" name="pt964"/>
            <p:cNvSpPr/>
            <p:nvPr/>
          </p:nvSpPr>
          <p:spPr>
            <a:xfrm>
              <a:off x="3788777" y="391562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5" name="pt965"/>
            <p:cNvSpPr/>
            <p:nvPr/>
          </p:nvSpPr>
          <p:spPr>
            <a:xfrm>
              <a:off x="3516687" y="250223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6" name="pt966"/>
            <p:cNvSpPr/>
            <p:nvPr/>
          </p:nvSpPr>
          <p:spPr>
            <a:xfrm>
              <a:off x="3345794" y="2466770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7" name="pt967"/>
            <p:cNvSpPr/>
            <p:nvPr/>
          </p:nvSpPr>
          <p:spPr>
            <a:xfrm>
              <a:off x="3626027" y="238463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8" name="pt968"/>
            <p:cNvSpPr/>
            <p:nvPr/>
          </p:nvSpPr>
          <p:spPr>
            <a:xfrm>
              <a:off x="3408148" y="258425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9" name="pt969"/>
            <p:cNvSpPr/>
            <p:nvPr/>
          </p:nvSpPr>
          <p:spPr>
            <a:xfrm>
              <a:off x="3416462" y="257780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0" name="pg970"/>
            <p:cNvSpPr/>
            <p:nvPr/>
          </p:nvSpPr>
          <p:spPr>
            <a:xfrm>
              <a:off x="3396077" y="2554355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1" name="pt971"/>
            <p:cNvSpPr/>
            <p:nvPr/>
          </p:nvSpPr>
          <p:spPr>
            <a:xfrm>
              <a:off x="3473495" y="2553254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2" name="pg972"/>
            <p:cNvSpPr/>
            <p:nvPr/>
          </p:nvSpPr>
          <p:spPr>
            <a:xfrm>
              <a:off x="3409484" y="2535787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3" name="pt973"/>
            <p:cNvSpPr/>
            <p:nvPr/>
          </p:nvSpPr>
          <p:spPr>
            <a:xfrm>
              <a:off x="3413077" y="258691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" name="pt974"/>
            <p:cNvSpPr/>
            <p:nvPr/>
          </p:nvSpPr>
          <p:spPr>
            <a:xfrm>
              <a:off x="3396658" y="259125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" name="pt975"/>
            <p:cNvSpPr/>
            <p:nvPr/>
          </p:nvSpPr>
          <p:spPr>
            <a:xfrm>
              <a:off x="3275682" y="394448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" name="pt976"/>
            <p:cNvSpPr/>
            <p:nvPr/>
          </p:nvSpPr>
          <p:spPr>
            <a:xfrm>
              <a:off x="3405491" y="2356724"/>
              <a:ext cx="94390" cy="94390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7" name="pt977"/>
            <p:cNvSpPr/>
            <p:nvPr/>
          </p:nvSpPr>
          <p:spPr>
            <a:xfrm>
              <a:off x="3427246" y="245909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8" name="pt978"/>
            <p:cNvSpPr/>
            <p:nvPr/>
          </p:nvSpPr>
          <p:spPr>
            <a:xfrm>
              <a:off x="3494323" y="2521247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9" name="pt979"/>
            <p:cNvSpPr/>
            <p:nvPr/>
          </p:nvSpPr>
          <p:spPr>
            <a:xfrm>
              <a:off x="3422020" y="247759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0" name="pt980"/>
            <p:cNvSpPr/>
            <p:nvPr/>
          </p:nvSpPr>
          <p:spPr>
            <a:xfrm>
              <a:off x="3451627" y="245340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1" name="pt981"/>
            <p:cNvSpPr/>
            <p:nvPr/>
          </p:nvSpPr>
          <p:spPr>
            <a:xfrm>
              <a:off x="3407774" y="2450878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2" name="pt982"/>
            <p:cNvSpPr/>
            <p:nvPr/>
          </p:nvSpPr>
          <p:spPr>
            <a:xfrm>
              <a:off x="3469184" y="247862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3" name="pt983"/>
            <p:cNvSpPr/>
            <p:nvPr/>
          </p:nvSpPr>
          <p:spPr>
            <a:xfrm>
              <a:off x="3440509" y="24608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4" name="pt984"/>
            <p:cNvSpPr/>
            <p:nvPr/>
          </p:nvSpPr>
          <p:spPr>
            <a:xfrm>
              <a:off x="3404275" y="247062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" name="pt985"/>
            <p:cNvSpPr/>
            <p:nvPr/>
          </p:nvSpPr>
          <p:spPr>
            <a:xfrm>
              <a:off x="3442223" y="247308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6" name="pt986"/>
            <p:cNvSpPr/>
            <p:nvPr/>
          </p:nvSpPr>
          <p:spPr>
            <a:xfrm>
              <a:off x="3433833" y="247270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7" name="pt987"/>
            <p:cNvSpPr/>
            <p:nvPr/>
          </p:nvSpPr>
          <p:spPr>
            <a:xfrm>
              <a:off x="3429671" y="248445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" name="pt988"/>
            <p:cNvSpPr/>
            <p:nvPr/>
          </p:nvSpPr>
          <p:spPr>
            <a:xfrm>
              <a:off x="3453399" y="24686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" name="pt989"/>
            <p:cNvSpPr/>
            <p:nvPr/>
          </p:nvSpPr>
          <p:spPr>
            <a:xfrm>
              <a:off x="3462774" y="245617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" name="pt990"/>
            <p:cNvSpPr/>
            <p:nvPr/>
          </p:nvSpPr>
          <p:spPr>
            <a:xfrm>
              <a:off x="3465234" y="258637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" name="pt991"/>
            <p:cNvSpPr/>
            <p:nvPr/>
          </p:nvSpPr>
          <p:spPr>
            <a:xfrm>
              <a:off x="3746255" y="1739872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" name="pt992"/>
            <p:cNvSpPr/>
            <p:nvPr/>
          </p:nvSpPr>
          <p:spPr>
            <a:xfrm>
              <a:off x="3736845" y="2540486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" name="pt993"/>
            <p:cNvSpPr/>
            <p:nvPr/>
          </p:nvSpPr>
          <p:spPr>
            <a:xfrm>
              <a:off x="3790100" y="255283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" name="pt994"/>
            <p:cNvSpPr/>
            <p:nvPr/>
          </p:nvSpPr>
          <p:spPr>
            <a:xfrm>
              <a:off x="4049035" y="3818633"/>
              <a:ext cx="107308" cy="10730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" name="pt995"/>
            <p:cNvSpPr/>
            <p:nvPr/>
          </p:nvSpPr>
          <p:spPr>
            <a:xfrm>
              <a:off x="3332721" y="252579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" name="pt996"/>
            <p:cNvSpPr/>
            <p:nvPr/>
          </p:nvSpPr>
          <p:spPr>
            <a:xfrm>
              <a:off x="3335865" y="254533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" name="pt997"/>
            <p:cNvSpPr/>
            <p:nvPr/>
          </p:nvSpPr>
          <p:spPr>
            <a:xfrm>
              <a:off x="3630708" y="183293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" name="pt998"/>
            <p:cNvSpPr/>
            <p:nvPr/>
          </p:nvSpPr>
          <p:spPr>
            <a:xfrm>
              <a:off x="3643465" y="181566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" name="pt999"/>
            <p:cNvSpPr/>
            <p:nvPr/>
          </p:nvSpPr>
          <p:spPr>
            <a:xfrm>
              <a:off x="3463443" y="259857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" name="pt1000"/>
            <p:cNvSpPr/>
            <p:nvPr/>
          </p:nvSpPr>
          <p:spPr>
            <a:xfrm>
              <a:off x="2738117" y="1161826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" name="pt1001"/>
            <p:cNvSpPr/>
            <p:nvPr/>
          </p:nvSpPr>
          <p:spPr>
            <a:xfrm>
              <a:off x="2681133" y="122786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" name="pg1002"/>
            <p:cNvSpPr/>
            <p:nvPr/>
          </p:nvSpPr>
          <p:spPr>
            <a:xfrm>
              <a:off x="3645542" y="168608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" name="pl1003"/>
            <p:cNvSpPr/>
            <p:nvPr/>
          </p:nvSpPr>
          <p:spPr>
            <a:xfrm>
              <a:off x="3645823" y="17146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" name="pl1004"/>
            <p:cNvSpPr/>
            <p:nvPr/>
          </p:nvSpPr>
          <p:spPr>
            <a:xfrm>
              <a:off x="3645823" y="17146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" name="pl1005"/>
            <p:cNvSpPr/>
            <p:nvPr/>
          </p:nvSpPr>
          <p:spPr>
            <a:xfrm>
              <a:off x="3632733" y="174620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" name="pl1006"/>
            <p:cNvSpPr/>
            <p:nvPr/>
          </p:nvSpPr>
          <p:spPr>
            <a:xfrm>
              <a:off x="3677424" y="170151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7" name="pt1007"/>
            <p:cNvSpPr/>
            <p:nvPr/>
          </p:nvSpPr>
          <p:spPr>
            <a:xfrm>
              <a:off x="3733486" y="84130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" name="pt1008"/>
            <p:cNvSpPr/>
            <p:nvPr/>
          </p:nvSpPr>
          <p:spPr>
            <a:xfrm>
              <a:off x="2288706" y="177148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" name="pt1009"/>
            <p:cNvSpPr/>
            <p:nvPr/>
          </p:nvSpPr>
          <p:spPr>
            <a:xfrm>
              <a:off x="2248606" y="177675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" name="pt1010"/>
            <p:cNvSpPr/>
            <p:nvPr/>
          </p:nvSpPr>
          <p:spPr>
            <a:xfrm>
              <a:off x="2249517" y="182392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" name="pt1011"/>
            <p:cNvSpPr/>
            <p:nvPr/>
          </p:nvSpPr>
          <p:spPr>
            <a:xfrm>
              <a:off x="3799475" y="206861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" name="pt1012"/>
            <p:cNvSpPr/>
            <p:nvPr/>
          </p:nvSpPr>
          <p:spPr>
            <a:xfrm>
              <a:off x="3784779" y="209620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" name="pt1013"/>
            <p:cNvSpPr/>
            <p:nvPr/>
          </p:nvSpPr>
          <p:spPr>
            <a:xfrm>
              <a:off x="3902994" y="140523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" name="pt1014"/>
            <p:cNvSpPr/>
            <p:nvPr/>
          </p:nvSpPr>
          <p:spPr>
            <a:xfrm>
              <a:off x="3304159" y="302934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" name="pt1015"/>
            <p:cNvSpPr/>
            <p:nvPr/>
          </p:nvSpPr>
          <p:spPr>
            <a:xfrm>
              <a:off x="3347217" y="298708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" name="pt1016"/>
            <p:cNvSpPr/>
            <p:nvPr/>
          </p:nvSpPr>
          <p:spPr>
            <a:xfrm>
              <a:off x="3288389" y="307744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" name="pt1017"/>
            <p:cNvSpPr/>
            <p:nvPr/>
          </p:nvSpPr>
          <p:spPr>
            <a:xfrm>
              <a:off x="3370371" y="294726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" name="pt1018"/>
            <p:cNvSpPr/>
            <p:nvPr/>
          </p:nvSpPr>
          <p:spPr>
            <a:xfrm>
              <a:off x="3333714" y="303994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" name="pt1019"/>
            <p:cNvSpPr/>
            <p:nvPr/>
          </p:nvSpPr>
          <p:spPr>
            <a:xfrm>
              <a:off x="3583588" y="256283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" name="pt1020"/>
            <p:cNvSpPr/>
            <p:nvPr/>
          </p:nvSpPr>
          <p:spPr>
            <a:xfrm>
              <a:off x="3194983" y="148423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" name="pt1021"/>
            <p:cNvSpPr/>
            <p:nvPr/>
          </p:nvSpPr>
          <p:spPr>
            <a:xfrm>
              <a:off x="3213640" y="152029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" name="pl1022"/>
            <p:cNvSpPr/>
            <p:nvPr/>
          </p:nvSpPr>
          <p:spPr>
            <a:xfrm>
              <a:off x="4298239" y="253670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" name="pl1023"/>
            <p:cNvSpPr/>
            <p:nvPr/>
          </p:nvSpPr>
          <p:spPr>
            <a:xfrm>
              <a:off x="4298239" y="253670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" name="pl1024"/>
            <p:cNvSpPr/>
            <p:nvPr/>
          </p:nvSpPr>
          <p:spPr>
            <a:xfrm>
              <a:off x="4285149" y="2568301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5" name="pl1025"/>
            <p:cNvSpPr/>
            <p:nvPr/>
          </p:nvSpPr>
          <p:spPr>
            <a:xfrm>
              <a:off x="4329840" y="252361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6" name="pt1026"/>
            <p:cNvSpPr/>
            <p:nvPr/>
          </p:nvSpPr>
          <p:spPr>
            <a:xfrm>
              <a:off x="4255363" y="251095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" name="pl1027"/>
            <p:cNvSpPr/>
            <p:nvPr/>
          </p:nvSpPr>
          <p:spPr>
            <a:xfrm>
              <a:off x="4304938" y="251002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8" name="pl1028"/>
            <p:cNvSpPr/>
            <p:nvPr/>
          </p:nvSpPr>
          <p:spPr>
            <a:xfrm>
              <a:off x="4304938" y="251002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" name="pl1029"/>
            <p:cNvSpPr/>
            <p:nvPr/>
          </p:nvSpPr>
          <p:spPr>
            <a:xfrm>
              <a:off x="4291848" y="254162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" name="pl1030"/>
            <p:cNvSpPr/>
            <p:nvPr/>
          </p:nvSpPr>
          <p:spPr>
            <a:xfrm>
              <a:off x="4336539" y="249693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1" name="pt1031"/>
            <p:cNvSpPr/>
            <p:nvPr/>
          </p:nvSpPr>
          <p:spPr>
            <a:xfrm>
              <a:off x="3651552" y="24442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" name="pt1032"/>
            <p:cNvSpPr/>
            <p:nvPr/>
          </p:nvSpPr>
          <p:spPr>
            <a:xfrm>
              <a:off x="3497245" y="278126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" name="pt1033"/>
            <p:cNvSpPr/>
            <p:nvPr/>
          </p:nvSpPr>
          <p:spPr>
            <a:xfrm>
              <a:off x="3495144" y="272821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" name="pt1034"/>
            <p:cNvSpPr/>
            <p:nvPr/>
          </p:nvSpPr>
          <p:spPr>
            <a:xfrm>
              <a:off x="4044461" y="88735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" name="pt1035"/>
            <p:cNvSpPr/>
            <p:nvPr/>
          </p:nvSpPr>
          <p:spPr>
            <a:xfrm>
              <a:off x="3351086" y="209384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" name="pl1036"/>
            <p:cNvSpPr/>
            <p:nvPr/>
          </p:nvSpPr>
          <p:spPr>
            <a:xfrm>
              <a:off x="2034775" y="252222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" name="pl1037"/>
            <p:cNvSpPr/>
            <p:nvPr/>
          </p:nvSpPr>
          <p:spPr>
            <a:xfrm>
              <a:off x="2034775" y="252222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" name="pl1038"/>
            <p:cNvSpPr/>
            <p:nvPr/>
          </p:nvSpPr>
          <p:spPr>
            <a:xfrm>
              <a:off x="2021686" y="255382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9" name="pl1039"/>
            <p:cNvSpPr/>
            <p:nvPr/>
          </p:nvSpPr>
          <p:spPr>
            <a:xfrm>
              <a:off x="2066377" y="250913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" name="pl1040"/>
            <p:cNvSpPr/>
            <p:nvPr/>
          </p:nvSpPr>
          <p:spPr>
            <a:xfrm>
              <a:off x="2045610" y="25524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" name="pl1041"/>
            <p:cNvSpPr/>
            <p:nvPr/>
          </p:nvSpPr>
          <p:spPr>
            <a:xfrm>
              <a:off x="2045610" y="25524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" name="pl1042"/>
            <p:cNvSpPr/>
            <p:nvPr/>
          </p:nvSpPr>
          <p:spPr>
            <a:xfrm>
              <a:off x="2032520" y="258407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" name="pl1043"/>
            <p:cNvSpPr/>
            <p:nvPr/>
          </p:nvSpPr>
          <p:spPr>
            <a:xfrm>
              <a:off x="2077211" y="2539384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" name="pt1044"/>
            <p:cNvSpPr/>
            <p:nvPr/>
          </p:nvSpPr>
          <p:spPr>
            <a:xfrm>
              <a:off x="3524252" y="2530600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5" name="pt1045"/>
            <p:cNvSpPr/>
            <p:nvPr/>
          </p:nvSpPr>
          <p:spPr>
            <a:xfrm>
              <a:off x="3863313" y="2666585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6" name="pt1046"/>
            <p:cNvSpPr/>
            <p:nvPr/>
          </p:nvSpPr>
          <p:spPr>
            <a:xfrm>
              <a:off x="3327545" y="2202145"/>
              <a:ext cx="63202" cy="63202"/>
            </a:xfrm>
            <a:prstGeom prst="ellipse">
              <a:avLst/>
            </a:pr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l1047"/>
            <p:cNvSpPr/>
            <p:nvPr/>
          </p:nvSpPr>
          <p:spPr>
            <a:xfrm>
              <a:off x="3327545" y="220214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l1048"/>
            <p:cNvSpPr/>
            <p:nvPr/>
          </p:nvSpPr>
          <p:spPr>
            <a:xfrm>
              <a:off x="3327545" y="220214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l1049"/>
            <p:cNvSpPr/>
            <p:nvPr/>
          </p:nvSpPr>
          <p:spPr>
            <a:xfrm>
              <a:off x="3327092" y="21998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l1050"/>
            <p:cNvSpPr/>
            <p:nvPr/>
          </p:nvSpPr>
          <p:spPr>
            <a:xfrm>
              <a:off x="3327092" y="21998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t1051"/>
            <p:cNvSpPr/>
            <p:nvPr/>
          </p:nvSpPr>
          <p:spPr>
            <a:xfrm>
              <a:off x="3419674" y="249581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2" name="pt1052"/>
            <p:cNvSpPr/>
            <p:nvPr/>
          </p:nvSpPr>
          <p:spPr>
            <a:xfrm>
              <a:off x="3407362" y="249485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3" name="pl1053"/>
            <p:cNvSpPr/>
            <p:nvPr/>
          </p:nvSpPr>
          <p:spPr>
            <a:xfrm>
              <a:off x="3443423" y="250071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" name="pl1054"/>
            <p:cNvSpPr/>
            <p:nvPr/>
          </p:nvSpPr>
          <p:spPr>
            <a:xfrm>
              <a:off x="3443423" y="250071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" name="pl1055"/>
            <p:cNvSpPr/>
            <p:nvPr/>
          </p:nvSpPr>
          <p:spPr>
            <a:xfrm>
              <a:off x="3430333" y="253231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" name="pl1056"/>
            <p:cNvSpPr/>
            <p:nvPr/>
          </p:nvSpPr>
          <p:spPr>
            <a:xfrm>
              <a:off x="3475024" y="248762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" name="pt1057"/>
            <p:cNvSpPr/>
            <p:nvPr/>
          </p:nvSpPr>
          <p:spPr>
            <a:xfrm>
              <a:off x="2070649" y="206186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8" name="pg1058"/>
            <p:cNvSpPr/>
            <p:nvPr/>
          </p:nvSpPr>
          <p:spPr>
            <a:xfrm>
              <a:off x="3707554" y="1742535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47195"/>
                  </a:moveTo>
                  <a:lnTo>
                    <a:pt x="47195" y="0"/>
                  </a:lnTo>
                  <a:lnTo>
                    <a:pt x="94390" y="47195"/>
                  </a:lnTo>
                  <a:lnTo>
                    <a:pt x="47195" y="9439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9" name="pt1059"/>
            <p:cNvSpPr/>
            <p:nvPr/>
          </p:nvSpPr>
          <p:spPr>
            <a:xfrm>
              <a:off x="3723377" y="1736270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0" name="pl1060"/>
            <p:cNvSpPr/>
            <p:nvPr/>
          </p:nvSpPr>
          <p:spPr>
            <a:xfrm>
              <a:off x="3457338" y="2403766"/>
              <a:ext cx="145717" cy="145717"/>
            </a:xfrm>
            <a:custGeom>
              <a:avLst/>
              <a:gdLst/>
              <a:ahLst/>
              <a:cxnLst/>
              <a:rect l="0" t="0" r="0" b="0"/>
              <a:pathLst>
                <a:path w="145717" h="145717">
                  <a:moveTo>
                    <a:pt x="0" y="145717"/>
                  </a:moveTo>
                  <a:lnTo>
                    <a:pt x="145717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" name="pl1061"/>
            <p:cNvSpPr/>
            <p:nvPr/>
          </p:nvSpPr>
          <p:spPr>
            <a:xfrm>
              <a:off x="3457338" y="2403766"/>
              <a:ext cx="145717" cy="145717"/>
            </a:xfrm>
            <a:custGeom>
              <a:avLst/>
              <a:gdLst/>
              <a:ahLst/>
              <a:cxnLst/>
              <a:rect l="0" t="0" r="0" b="0"/>
              <a:pathLst>
                <a:path w="145717" h="145717">
                  <a:moveTo>
                    <a:pt x="0" y="0"/>
                  </a:moveTo>
                  <a:lnTo>
                    <a:pt x="145717" y="145717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" name="pl1062"/>
            <p:cNvSpPr/>
            <p:nvPr/>
          </p:nvSpPr>
          <p:spPr>
            <a:xfrm>
              <a:off x="3427159" y="2476625"/>
              <a:ext cx="206076" cy="0"/>
            </a:xfrm>
            <a:custGeom>
              <a:avLst/>
              <a:gdLst/>
              <a:ahLst/>
              <a:cxnLst/>
              <a:rect l="0" t="0" r="0" b="0"/>
              <a:pathLst>
                <a:path w="206076">
                  <a:moveTo>
                    <a:pt x="0" y="0"/>
                  </a:moveTo>
                  <a:lnTo>
                    <a:pt x="206076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l1063"/>
            <p:cNvSpPr/>
            <p:nvPr/>
          </p:nvSpPr>
          <p:spPr>
            <a:xfrm>
              <a:off x="3530197" y="2373587"/>
              <a:ext cx="0" cy="206076"/>
            </a:xfrm>
            <a:custGeom>
              <a:avLst/>
              <a:gdLst/>
              <a:ahLst/>
              <a:cxnLst/>
              <a:rect l="0" t="0" r="0" b="0"/>
              <a:pathLst>
                <a:path h="206076">
                  <a:moveTo>
                    <a:pt x="0" y="206076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g1064"/>
            <p:cNvSpPr/>
            <p:nvPr/>
          </p:nvSpPr>
          <p:spPr>
            <a:xfrm>
              <a:off x="3509417" y="26018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5" name="pt1065"/>
            <p:cNvSpPr/>
            <p:nvPr/>
          </p:nvSpPr>
          <p:spPr>
            <a:xfrm>
              <a:off x="3505206" y="260871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6" name="pt1066"/>
            <p:cNvSpPr/>
            <p:nvPr/>
          </p:nvSpPr>
          <p:spPr>
            <a:xfrm>
              <a:off x="4695505" y="131266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7" name="pt1067"/>
            <p:cNvSpPr/>
            <p:nvPr/>
          </p:nvSpPr>
          <p:spPr>
            <a:xfrm>
              <a:off x="4847524" y="148220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8" name="pt1068"/>
            <p:cNvSpPr/>
            <p:nvPr/>
          </p:nvSpPr>
          <p:spPr>
            <a:xfrm>
              <a:off x="4178763" y="98312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9" name="pt1069"/>
            <p:cNvSpPr/>
            <p:nvPr/>
          </p:nvSpPr>
          <p:spPr>
            <a:xfrm>
              <a:off x="3238058" y="222143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0" name="pt1070"/>
            <p:cNvSpPr/>
            <p:nvPr/>
          </p:nvSpPr>
          <p:spPr>
            <a:xfrm>
              <a:off x="3253567" y="223958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1" name="pt1071"/>
            <p:cNvSpPr/>
            <p:nvPr/>
          </p:nvSpPr>
          <p:spPr>
            <a:xfrm>
              <a:off x="2666978" y="133503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2" name="pt1072"/>
            <p:cNvSpPr/>
            <p:nvPr/>
          </p:nvSpPr>
          <p:spPr>
            <a:xfrm>
              <a:off x="2687617" y="136459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3" name="pt1073"/>
            <p:cNvSpPr/>
            <p:nvPr/>
          </p:nvSpPr>
          <p:spPr>
            <a:xfrm>
              <a:off x="2721980" y="134425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4" name="pl1074"/>
            <p:cNvSpPr/>
            <p:nvPr/>
          </p:nvSpPr>
          <p:spPr>
            <a:xfrm>
              <a:off x="2195811" y="2981616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94390"/>
                  </a:moveTo>
                  <a:lnTo>
                    <a:pt x="9439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" name="pl1075"/>
            <p:cNvSpPr/>
            <p:nvPr/>
          </p:nvSpPr>
          <p:spPr>
            <a:xfrm>
              <a:off x="2195811" y="2981616"/>
              <a:ext cx="94390" cy="94390"/>
            </a:xfrm>
            <a:custGeom>
              <a:avLst/>
              <a:gdLst/>
              <a:ahLst/>
              <a:cxnLst/>
              <a:rect l="0" t="0" r="0" b="0"/>
              <a:pathLst>
                <a:path w="94390" h="94390">
                  <a:moveTo>
                    <a:pt x="0" y="0"/>
                  </a:moveTo>
                  <a:lnTo>
                    <a:pt x="94390" y="9439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" name="pl1076"/>
            <p:cNvSpPr/>
            <p:nvPr/>
          </p:nvSpPr>
          <p:spPr>
            <a:xfrm>
              <a:off x="2176262" y="3028812"/>
              <a:ext cx="133488" cy="0"/>
            </a:xfrm>
            <a:custGeom>
              <a:avLst/>
              <a:gdLst/>
              <a:ahLst/>
              <a:cxnLst/>
              <a:rect l="0" t="0" r="0" b="0"/>
              <a:pathLst>
                <a:path w="133488">
                  <a:moveTo>
                    <a:pt x="0" y="0"/>
                  </a:moveTo>
                  <a:lnTo>
                    <a:pt x="13348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l1077"/>
            <p:cNvSpPr/>
            <p:nvPr/>
          </p:nvSpPr>
          <p:spPr>
            <a:xfrm>
              <a:off x="2243006" y="2962067"/>
              <a:ext cx="0" cy="133488"/>
            </a:xfrm>
            <a:custGeom>
              <a:avLst/>
              <a:gdLst/>
              <a:ahLst/>
              <a:cxnLst/>
              <a:rect l="0" t="0" r="0" b="0"/>
              <a:pathLst>
                <a:path h="133488">
                  <a:moveTo>
                    <a:pt x="0" y="13348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t1078"/>
            <p:cNvSpPr/>
            <p:nvPr/>
          </p:nvSpPr>
          <p:spPr>
            <a:xfrm>
              <a:off x="2868177" y="378286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9" name="pt1079"/>
            <p:cNvSpPr/>
            <p:nvPr/>
          </p:nvSpPr>
          <p:spPr>
            <a:xfrm>
              <a:off x="3478349" y="399667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0" name="pt1080"/>
            <p:cNvSpPr/>
            <p:nvPr/>
          </p:nvSpPr>
          <p:spPr>
            <a:xfrm>
              <a:off x="4923211" y="309725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1" name="pt1081"/>
            <p:cNvSpPr/>
            <p:nvPr/>
          </p:nvSpPr>
          <p:spPr>
            <a:xfrm>
              <a:off x="3505299" y="243390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2" name="pt1082"/>
            <p:cNvSpPr/>
            <p:nvPr/>
          </p:nvSpPr>
          <p:spPr>
            <a:xfrm>
              <a:off x="3503728" y="268347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3" name="pt1083"/>
            <p:cNvSpPr/>
            <p:nvPr/>
          </p:nvSpPr>
          <p:spPr>
            <a:xfrm>
              <a:off x="4584196" y="352598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4" name="pt1084"/>
            <p:cNvSpPr/>
            <p:nvPr/>
          </p:nvSpPr>
          <p:spPr>
            <a:xfrm>
              <a:off x="4647330" y="350429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5" name="pt1085"/>
            <p:cNvSpPr/>
            <p:nvPr/>
          </p:nvSpPr>
          <p:spPr>
            <a:xfrm>
              <a:off x="3598750" y="3405439"/>
              <a:ext cx="63202" cy="63202"/>
            </a:xfrm>
            <a:prstGeom prst="ellipse">
              <a:avLst/>
            </a:pr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" name="pl1086"/>
            <p:cNvSpPr/>
            <p:nvPr/>
          </p:nvSpPr>
          <p:spPr>
            <a:xfrm>
              <a:off x="3598750" y="340543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" name="pl1087"/>
            <p:cNvSpPr/>
            <p:nvPr/>
          </p:nvSpPr>
          <p:spPr>
            <a:xfrm>
              <a:off x="3598750" y="340543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" name="pt1088"/>
            <p:cNvSpPr/>
            <p:nvPr/>
          </p:nvSpPr>
          <p:spPr>
            <a:xfrm>
              <a:off x="3597366" y="3396730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9" name="pl1089"/>
            <p:cNvSpPr/>
            <p:nvPr/>
          </p:nvSpPr>
          <p:spPr>
            <a:xfrm>
              <a:off x="3597366" y="339673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" name="pl1090"/>
            <p:cNvSpPr/>
            <p:nvPr/>
          </p:nvSpPr>
          <p:spPr>
            <a:xfrm>
              <a:off x="3597366" y="339673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" name="pt1091"/>
            <p:cNvSpPr/>
            <p:nvPr/>
          </p:nvSpPr>
          <p:spPr>
            <a:xfrm>
              <a:off x="3602459" y="2535123"/>
              <a:ext cx="107308" cy="10730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2" name="pt1092"/>
            <p:cNvSpPr/>
            <p:nvPr/>
          </p:nvSpPr>
          <p:spPr>
            <a:xfrm>
              <a:off x="3434443" y="242599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3" name="pt1093"/>
            <p:cNvSpPr/>
            <p:nvPr/>
          </p:nvSpPr>
          <p:spPr>
            <a:xfrm>
              <a:off x="3456707" y="243706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4" name="pt1094"/>
            <p:cNvSpPr/>
            <p:nvPr/>
          </p:nvSpPr>
          <p:spPr>
            <a:xfrm>
              <a:off x="3456272" y="243041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" name="pt1095"/>
            <p:cNvSpPr/>
            <p:nvPr/>
          </p:nvSpPr>
          <p:spPr>
            <a:xfrm>
              <a:off x="2967324" y="95989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6" name="pt1096"/>
            <p:cNvSpPr/>
            <p:nvPr/>
          </p:nvSpPr>
          <p:spPr>
            <a:xfrm>
              <a:off x="3463164" y="256393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7" name="pt1097"/>
            <p:cNvSpPr/>
            <p:nvPr/>
          </p:nvSpPr>
          <p:spPr>
            <a:xfrm>
              <a:off x="3662643" y="258160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8" name="pt1098"/>
            <p:cNvSpPr/>
            <p:nvPr/>
          </p:nvSpPr>
          <p:spPr>
            <a:xfrm>
              <a:off x="3545593" y="2554465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9" name="pt1099"/>
            <p:cNvSpPr/>
            <p:nvPr/>
          </p:nvSpPr>
          <p:spPr>
            <a:xfrm>
              <a:off x="3451051" y="210228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0" name="pt1100"/>
            <p:cNvSpPr/>
            <p:nvPr/>
          </p:nvSpPr>
          <p:spPr>
            <a:xfrm>
              <a:off x="4658808" y="183278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1" name="pt1101"/>
            <p:cNvSpPr/>
            <p:nvPr/>
          </p:nvSpPr>
          <p:spPr>
            <a:xfrm>
              <a:off x="4375586" y="1896986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" name="pt1102"/>
            <p:cNvSpPr/>
            <p:nvPr/>
          </p:nvSpPr>
          <p:spPr>
            <a:xfrm>
              <a:off x="4069256" y="224049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" name="pt1103"/>
            <p:cNvSpPr/>
            <p:nvPr/>
          </p:nvSpPr>
          <p:spPr>
            <a:xfrm>
              <a:off x="4073786" y="224188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4" name="pl1104"/>
            <p:cNvSpPr/>
            <p:nvPr/>
          </p:nvSpPr>
          <p:spPr>
            <a:xfrm>
              <a:off x="3382187" y="232321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5" name="pl1105"/>
            <p:cNvSpPr/>
            <p:nvPr/>
          </p:nvSpPr>
          <p:spPr>
            <a:xfrm>
              <a:off x="3426878" y="227851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" name="pt1106"/>
            <p:cNvSpPr/>
            <p:nvPr/>
          </p:nvSpPr>
          <p:spPr>
            <a:xfrm>
              <a:off x="3402056" y="2295874"/>
              <a:ext cx="63202" cy="63202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" name="pl1107"/>
            <p:cNvSpPr/>
            <p:nvPr/>
          </p:nvSpPr>
          <p:spPr>
            <a:xfrm>
              <a:off x="3401422" y="228872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8" name="pl1108"/>
            <p:cNvSpPr/>
            <p:nvPr/>
          </p:nvSpPr>
          <p:spPr>
            <a:xfrm>
              <a:off x="3401422" y="228872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" name="pl1109"/>
            <p:cNvSpPr/>
            <p:nvPr/>
          </p:nvSpPr>
          <p:spPr>
            <a:xfrm>
              <a:off x="3388332" y="232033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" name="pl1110"/>
            <p:cNvSpPr/>
            <p:nvPr/>
          </p:nvSpPr>
          <p:spPr>
            <a:xfrm>
              <a:off x="3433023" y="227563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1" name="pt1111"/>
            <p:cNvSpPr/>
            <p:nvPr/>
          </p:nvSpPr>
          <p:spPr>
            <a:xfrm>
              <a:off x="3397143" y="229358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" name="pl1112"/>
            <p:cNvSpPr/>
            <p:nvPr/>
          </p:nvSpPr>
          <p:spPr>
            <a:xfrm>
              <a:off x="3402614" y="228409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3" name="pl1113"/>
            <p:cNvSpPr/>
            <p:nvPr/>
          </p:nvSpPr>
          <p:spPr>
            <a:xfrm>
              <a:off x="3402614" y="228409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4" name="pl1114"/>
            <p:cNvSpPr/>
            <p:nvPr/>
          </p:nvSpPr>
          <p:spPr>
            <a:xfrm>
              <a:off x="3389524" y="2315698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" name="pl1115"/>
            <p:cNvSpPr/>
            <p:nvPr/>
          </p:nvSpPr>
          <p:spPr>
            <a:xfrm>
              <a:off x="3434215" y="2271008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" name="pt1116"/>
            <p:cNvSpPr/>
            <p:nvPr/>
          </p:nvSpPr>
          <p:spPr>
            <a:xfrm>
              <a:off x="3364114" y="230839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" name="pt1117"/>
            <p:cNvSpPr/>
            <p:nvPr/>
          </p:nvSpPr>
          <p:spPr>
            <a:xfrm>
              <a:off x="2306332" y="302322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" name="pt1118"/>
            <p:cNvSpPr/>
            <p:nvPr/>
          </p:nvSpPr>
          <p:spPr>
            <a:xfrm>
              <a:off x="3547241" y="241722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" name="pt1119"/>
            <p:cNvSpPr/>
            <p:nvPr/>
          </p:nvSpPr>
          <p:spPr>
            <a:xfrm>
              <a:off x="3552976" y="241479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" name="pt1120"/>
            <p:cNvSpPr/>
            <p:nvPr/>
          </p:nvSpPr>
          <p:spPr>
            <a:xfrm>
              <a:off x="3464585" y="257440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" name="pt1121"/>
            <p:cNvSpPr/>
            <p:nvPr/>
          </p:nvSpPr>
          <p:spPr>
            <a:xfrm>
              <a:off x="2546964" y="353676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" name="pt1122"/>
            <p:cNvSpPr/>
            <p:nvPr/>
          </p:nvSpPr>
          <p:spPr>
            <a:xfrm>
              <a:off x="3863139" y="21292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" name="pt1123"/>
            <p:cNvSpPr/>
            <p:nvPr/>
          </p:nvSpPr>
          <p:spPr>
            <a:xfrm>
              <a:off x="3882653" y="205688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4" name="pt1124"/>
            <p:cNvSpPr/>
            <p:nvPr/>
          </p:nvSpPr>
          <p:spPr>
            <a:xfrm>
              <a:off x="3888928" y="208993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" name="pt1125"/>
            <p:cNvSpPr/>
            <p:nvPr/>
          </p:nvSpPr>
          <p:spPr>
            <a:xfrm>
              <a:off x="3851657" y="210124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" name="pt1126"/>
            <p:cNvSpPr/>
            <p:nvPr/>
          </p:nvSpPr>
          <p:spPr>
            <a:xfrm>
              <a:off x="3859568" y="211341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" name="pt1127"/>
            <p:cNvSpPr/>
            <p:nvPr/>
          </p:nvSpPr>
          <p:spPr>
            <a:xfrm>
              <a:off x="3881264" y="210501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" name="pt1128"/>
            <p:cNvSpPr/>
            <p:nvPr/>
          </p:nvSpPr>
          <p:spPr>
            <a:xfrm>
              <a:off x="3393350" y="242699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" name="pt1129"/>
            <p:cNvSpPr/>
            <p:nvPr/>
          </p:nvSpPr>
          <p:spPr>
            <a:xfrm>
              <a:off x="3392357" y="241843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" name="pt1130"/>
            <p:cNvSpPr/>
            <p:nvPr/>
          </p:nvSpPr>
          <p:spPr>
            <a:xfrm>
              <a:off x="3374459" y="242754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" name="pt1131"/>
            <p:cNvSpPr/>
            <p:nvPr/>
          </p:nvSpPr>
          <p:spPr>
            <a:xfrm>
              <a:off x="3984669" y="198410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" name="pt1132"/>
            <p:cNvSpPr/>
            <p:nvPr/>
          </p:nvSpPr>
          <p:spPr>
            <a:xfrm>
              <a:off x="3302654" y="2601140"/>
              <a:ext cx="117221" cy="11722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" name="pt1133"/>
            <p:cNvSpPr/>
            <p:nvPr/>
          </p:nvSpPr>
          <p:spPr>
            <a:xfrm>
              <a:off x="3422486" y="263098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" name="pt1134"/>
            <p:cNvSpPr/>
            <p:nvPr/>
          </p:nvSpPr>
          <p:spPr>
            <a:xfrm>
              <a:off x="3411998" y="251643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" name="pt1135"/>
            <p:cNvSpPr/>
            <p:nvPr/>
          </p:nvSpPr>
          <p:spPr>
            <a:xfrm>
              <a:off x="3399454" y="252159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" name="pt1136"/>
            <p:cNvSpPr/>
            <p:nvPr/>
          </p:nvSpPr>
          <p:spPr>
            <a:xfrm>
              <a:off x="3788964" y="192197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" name="pt1137"/>
            <p:cNvSpPr/>
            <p:nvPr/>
          </p:nvSpPr>
          <p:spPr>
            <a:xfrm>
              <a:off x="2127873" y="277595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8" name="pt1138"/>
            <p:cNvSpPr/>
            <p:nvPr/>
          </p:nvSpPr>
          <p:spPr>
            <a:xfrm>
              <a:off x="2071654" y="277886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" name="pt1139"/>
            <p:cNvSpPr/>
            <p:nvPr/>
          </p:nvSpPr>
          <p:spPr>
            <a:xfrm>
              <a:off x="3155332" y="267231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0" name="pt1140"/>
            <p:cNvSpPr/>
            <p:nvPr/>
          </p:nvSpPr>
          <p:spPr>
            <a:xfrm>
              <a:off x="3565212" y="257760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" name="pt1141"/>
            <p:cNvSpPr/>
            <p:nvPr/>
          </p:nvSpPr>
          <p:spPr>
            <a:xfrm>
              <a:off x="3309490" y="207661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" name="pt1142"/>
            <p:cNvSpPr/>
            <p:nvPr/>
          </p:nvSpPr>
          <p:spPr>
            <a:xfrm>
              <a:off x="4017568" y="2335419"/>
              <a:ext cx="94390" cy="94390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" name="pt1143"/>
            <p:cNvSpPr/>
            <p:nvPr/>
          </p:nvSpPr>
          <p:spPr>
            <a:xfrm>
              <a:off x="4035387" y="243234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" name="pt1144"/>
            <p:cNvSpPr/>
            <p:nvPr/>
          </p:nvSpPr>
          <p:spPr>
            <a:xfrm>
              <a:off x="3524683" y="273425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" name="pt1145"/>
            <p:cNvSpPr/>
            <p:nvPr/>
          </p:nvSpPr>
          <p:spPr>
            <a:xfrm>
              <a:off x="3523669" y="270323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" name="pt1146"/>
            <p:cNvSpPr/>
            <p:nvPr/>
          </p:nvSpPr>
          <p:spPr>
            <a:xfrm>
              <a:off x="3259840" y="259064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7" name="pg1147"/>
            <p:cNvSpPr/>
            <p:nvPr/>
          </p:nvSpPr>
          <p:spPr>
            <a:xfrm>
              <a:off x="3776006" y="1542106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8" name="pt1148"/>
            <p:cNvSpPr/>
            <p:nvPr/>
          </p:nvSpPr>
          <p:spPr>
            <a:xfrm>
              <a:off x="3758673" y="161599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9" name="pt1149"/>
            <p:cNvSpPr/>
            <p:nvPr/>
          </p:nvSpPr>
          <p:spPr>
            <a:xfrm>
              <a:off x="3276319" y="263621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0" name="pt1150"/>
            <p:cNvSpPr/>
            <p:nvPr/>
          </p:nvSpPr>
          <p:spPr>
            <a:xfrm>
              <a:off x="3284808" y="264789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1" name="pg1151"/>
            <p:cNvSpPr/>
            <p:nvPr/>
          </p:nvSpPr>
          <p:spPr>
            <a:xfrm>
              <a:off x="3414998" y="203165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2" name="pt1152"/>
            <p:cNvSpPr/>
            <p:nvPr/>
          </p:nvSpPr>
          <p:spPr>
            <a:xfrm>
              <a:off x="3651653" y="304121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3" name="pt1153"/>
            <p:cNvSpPr/>
            <p:nvPr/>
          </p:nvSpPr>
          <p:spPr>
            <a:xfrm>
              <a:off x="3668567" y="304323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4" name="pt1154"/>
            <p:cNvSpPr/>
            <p:nvPr/>
          </p:nvSpPr>
          <p:spPr>
            <a:xfrm>
              <a:off x="3460182" y="255378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5" name="pt1155"/>
            <p:cNvSpPr/>
            <p:nvPr/>
          </p:nvSpPr>
          <p:spPr>
            <a:xfrm>
              <a:off x="4224438" y="176691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6" name="pt1156"/>
            <p:cNvSpPr/>
            <p:nvPr/>
          </p:nvSpPr>
          <p:spPr>
            <a:xfrm>
              <a:off x="4199903" y="178661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7" name="pt1157"/>
            <p:cNvSpPr/>
            <p:nvPr/>
          </p:nvSpPr>
          <p:spPr>
            <a:xfrm>
              <a:off x="3328740" y="110490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8" name="pt1158"/>
            <p:cNvSpPr/>
            <p:nvPr/>
          </p:nvSpPr>
          <p:spPr>
            <a:xfrm>
              <a:off x="4234497" y="245052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9" name="pl1159"/>
            <p:cNvSpPr/>
            <p:nvPr/>
          </p:nvSpPr>
          <p:spPr>
            <a:xfrm>
              <a:off x="3288939" y="227133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" name="pl1160"/>
            <p:cNvSpPr/>
            <p:nvPr/>
          </p:nvSpPr>
          <p:spPr>
            <a:xfrm>
              <a:off x="3288939" y="227133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" name="pl1161"/>
            <p:cNvSpPr/>
            <p:nvPr/>
          </p:nvSpPr>
          <p:spPr>
            <a:xfrm>
              <a:off x="3282710" y="227640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" name="pl1162"/>
            <p:cNvSpPr/>
            <p:nvPr/>
          </p:nvSpPr>
          <p:spPr>
            <a:xfrm>
              <a:off x="3282710" y="227640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" name="pt1163"/>
            <p:cNvSpPr/>
            <p:nvPr/>
          </p:nvSpPr>
          <p:spPr>
            <a:xfrm>
              <a:off x="4544468" y="3173332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l1164"/>
            <p:cNvSpPr/>
            <p:nvPr/>
          </p:nvSpPr>
          <p:spPr>
            <a:xfrm>
              <a:off x="4544468" y="317333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l1165"/>
            <p:cNvSpPr/>
            <p:nvPr/>
          </p:nvSpPr>
          <p:spPr>
            <a:xfrm>
              <a:off x="4544468" y="317333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t1166"/>
            <p:cNvSpPr/>
            <p:nvPr/>
          </p:nvSpPr>
          <p:spPr>
            <a:xfrm>
              <a:off x="4565343" y="320473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7" name="pt1167"/>
            <p:cNvSpPr/>
            <p:nvPr/>
          </p:nvSpPr>
          <p:spPr>
            <a:xfrm>
              <a:off x="4562835" y="318335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8" name="pt1168"/>
            <p:cNvSpPr/>
            <p:nvPr/>
          </p:nvSpPr>
          <p:spPr>
            <a:xfrm>
              <a:off x="3585929" y="168446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9" name="pt1169"/>
            <p:cNvSpPr/>
            <p:nvPr/>
          </p:nvSpPr>
          <p:spPr>
            <a:xfrm>
              <a:off x="3597946" y="172354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0" name="pt1170"/>
            <p:cNvSpPr/>
            <p:nvPr/>
          </p:nvSpPr>
          <p:spPr>
            <a:xfrm>
              <a:off x="3581448" y="165031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1" name="pt1171"/>
            <p:cNvSpPr/>
            <p:nvPr/>
          </p:nvSpPr>
          <p:spPr>
            <a:xfrm>
              <a:off x="2107086" y="186527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2" name="pt1172"/>
            <p:cNvSpPr/>
            <p:nvPr/>
          </p:nvSpPr>
          <p:spPr>
            <a:xfrm>
              <a:off x="3926000" y="177094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3" name="pt1173"/>
            <p:cNvSpPr/>
            <p:nvPr/>
          </p:nvSpPr>
          <p:spPr>
            <a:xfrm>
              <a:off x="3939261" y="175934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4" name="pt1174"/>
            <p:cNvSpPr/>
            <p:nvPr/>
          </p:nvSpPr>
          <p:spPr>
            <a:xfrm>
              <a:off x="3931324" y="176595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5" name="pt1175"/>
            <p:cNvSpPr/>
            <p:nvPr/>
          </p:nvSpPr>
          <p:spPr>
            <a:xfrm>
              <a:off x="3925274" y="175567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6" name="pt1176"/>
            <p:cNvSpPr/>
            <p:nvPr/>
          </p:nvSpPr>
          <p:spPr>
            <a:xfrm>
              <a:off x="3940742" y="174640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7" name="pg1177"/>
            <p:cNvSpPr/>
            <p:nvPr/>
          </p:nvSpPr>
          <p:spPr>
            <a:xfrm>
              <a:off x="3824496" y="2489447"/>
              <a:ext cx="127122" cy="110091"/>
            </a:xfrm>
            <a:custGeom>
              <a:avLst/>
              <a:gdLst/>
              <a:ahLst/>
              <a:cxnLst/>
              <a:rect l="0" t="0" r="0" b="0"/>
              <a:pathLst>
                <a:path w="127122" h="110091">
                  <a:moveTo>
                    <a:pt x="63561" y="0"/>
                  </a:moveTo>
                  <a:lnTo>
                    <a:pt x="127122" y="110091"/>
                  </a:lnTo>
                  <a:lnTo>
                    <a:pt x="0" y="1100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8" name="pt1178"/>
            <p:cNvSpPr/>
            <p:nvPr/>
          </p:nvSpPr>
          <p:spPr>
            <a:xfrm>
              <a:off x="2416546" y="123736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9" name="pt1179"/>
            <p:cNvSpPr/>
            <p:nvPr/>
          </p:nvSpPr>
          <p:spPr>
            <a:xfrm>
              <a:off x="2441182" y="125131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0" name="pt1180"/>
            <p:cNvSpPr/>
            <p:nvPr/>
          </p:nvSpPr>
          <p:spPr>
            <a:xfrm>
              <a:off x="4240986" y="227854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1" name="pt1181"/>
            <p:cNvSpPr/>
            <p:nvPr/>
          </p:nvSpPr>
          <p:spPr>
            <a:xfrm>
              <a:off x="3447403" y="246726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2" name="pt1182"/>
            <p:cNvSpPr/>
            <p:nvPr/>
          </p:nvSpPr>
          <p:spPr>
            <a:xfrm>
              <a:off x="3424147" y="245168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3" name="pt1183"/>
            <p:cNvSpPr/>
            <p:nvPr/>
          </p:nvSpPr>
          <p:spPr>
            <a:xfrm>
              <a:off x="3208058" y="377504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4" name="pt1184"/>
            <p:cNvSpPr/>
            <p:nvPr/>
          </p:nvSpPr>
          <p:spPr>
            <a:xfrm>
              <a:off x="3220163" y="379316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5" name="pt1185"/>
            <p:cNvSpPr/>
            <p:nvPr/>
          </p:nvSpPr>
          <p:spPr>
            <a:xfrm>
              <a:off x="3369264" y="86141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6" name="pt1186"/>
            <p:cNvSpPr/>
            <p:nvPr/>
          </p:nvSpPr>
          <p:spPr>
            <a:xfrm>
              <a:off x="3367607" y="247194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7" name="pt1187"/>
            <p:cNvSpPr/>
            <p:nvPr/>
          </p:nvSpPr>
          <p:spPr>
            <a:xfrm>
              <a:off x="3714487" y="239232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8" name="pt1188"/>
            <p:cNvSpPr/>
            <p:nvPr/>
          </p:nvSpPr>
          <p:spPr>
            <a:xfrm>
              <a:off x="3722343" y="238116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9" name="pt1189"/>
            <p:cNvSpPr/>
            <p:nvPr/>
          </p:nvSpPr>
          <p:spPr>
            <a:xfrm>
              <a:off x="3746327" y="236986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0" name="pt1190"/>
            <p:cNvSpPr/>
            <p:nvPr/>
          </p:nvSpPr>
          <p:spPr>
            <a:xfrm>
              <a:off x="3712727" y="238461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1" name="pl1191"/>
            <p:cNvSpPr/>
            <p:nvPr/>
          </p:nvSpPr>
          <p:spPr>
            <a:xfrm>
              <a:off x="3711179" y="23993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l1192"/>
            <p:cNvSpPr/>
            <p:nvPr/>
          </p:nvSpPr>
          <p:spPr>
            <a:xfrm>
              <a:off x="3711179" y="23993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l1193"/>
            <p:cNvSpPr/>
            <p:nvPr/>
          </p:nvSpPr>
          <p:spPr>
            <a:xfrm>
              <a:off x="3698089" y="243090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l1194"/>
            <p:cNvSpPr/>
            <p:nvPr/>
          </p:nvSpPr>
          <p:spPr>
            <a:xfrm>
              <a:off x="3742780" y="238621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t1195"/>
            <p:cNvSpPr/>
            <p:nvPr/>
          </p:nvSpPr>
          <p:spPr>
            <a:xfrm>
              <a:off x="3745604" y="238197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6" name="pt1196"/>
            <p:cNvSpPr/>
            <p:nvPr/>
          </p:nvSpPr>
          <p:spPr>
            <a:xfrm>
              <a:off x="3642635" y="269550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7" name="pt1197"/>
            <p:cNvSpPr/>
            <p:nvPr/>
          </p:nvSpPr>
          <p:spPr>
            <a:xfrm>
              <a:off x="3596697" y="264169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8" name="pt1198"/>
            <p:cNvSpPr/>
            <p:nvPr/>
          </p:nvSpPr>
          <p:spPr>
            <a:xfrm>
              <a:off x="3418136" y="309120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9" name="pt1199"/>
            <p:cNvSpPr/>
            <p:nvPr/>
          </p:nvSpPr>
          <p:spPr>
            <a:xfrm>
              <a:off x="3416530" y="311052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0" name="pt1200"/>
            <p:cNvSpPr/>
            <p:nvPr/>
          </p:nvSpPr>
          <p:spPr>
            <a:xfrm>
              <a:off x="3534114" y="257332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1" name="pt1201"/>
            <p:cNvSpPr/>
            <p:nvPr/>
          </p:nvSpPr>
          <p:spPr>
            <a:xfrm>
              <a:off x="3937001" y="90428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2" name="pt1202"/>
            <p:cNvSpPr/>
            <p:nvPr/>
          </p:nvSpPr>
          <p:spPr>
            <a:xfrm>
              <a:off x="2157685" y="295265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" name="pt1203"/>
            <p:cNvSpPr/>
            <p:nvPr/>
          </p:nvSpPr>
          <p:spPr>
            <a:xfrm>
              <a:off x="5113256" y="231774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" name="pt1204"/>
            <p:cNvSpPr/>
            <p:nvPr/>
          </p:nvSpPr>
          <p:spPr>
            <a:xfrm>
              <a:off x="5111124" y="238775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" name="pt1205"/>
            <p:cNvSpPr/>
            <p:nvPr/>
          </p:nvSpPr>
          <p:spPr>
            <a:xfrm>
              <a:off x="3519205" y="257933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6" name="pt1206"/>
            <p:cNvSpPr/>
            <p:nvPr/>
          </p:nvSpPr>
          <p:spPr>
            <a:xfrm>
              <a:off x="3532080" y="259582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7" name="pt1207"/>
            <p:cNvSpPr/>
            <p:nvPr/>
          </p:nvSpPr>
          <p:spPr>
            <a:xfrm>
              <a:off x="3520970" y="259023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8" name="pt1208"/>
            <p:cNvSpPr/>
            <p:nvPr/>
          </p:nvSpPr>
          <p:spPr>
            <a:xfrm>
              <a:off x="3482668" y="2571640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9" name="pt1209"/>
            <p:cNvSpPr/>
            <p:nvPr/>
          </p:nvSpPr>
          <p:spPr>
            <a:xfrm>
              <a:off x="3527316" y="258345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0" name="pt1210"/>
            <p:cNvSpPr/>
            <p:nvPr/>
          </p:nvSpPr>
          <p:spPr>
            <a:xfrm>
              <a:off x="3525581" y="257760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1" name="pt1211"/>
            <p:cNvSpPr/>
            <p:nvPr/>
          </p:nvSpPr>
          <p:spPr>
            <a:xfrm>
              <a:off x="3494315" y="2560491"/>
              <a:ext cx="94390" cy="94390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2" name="pt1212"/>
            <p:cNvSpPr/>
            <p:nvPr/>
          </p:nvSpPr>
          <p:spPr>
            <a:xfrm>
              <a:off x="3588982" y="258880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3" name="pt1213"/>
            <p:cNvSpPr/>
            <p:nvPr/>
          </p:nvSpPr>
          <p:spPr>
            <a:xfrm>
              <a:off x="4170400" y="198636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4" name="pt1214"/>
            <p:cNvSpPr/>
            <p:nvPr/>
          </p:nvSpPr>
          <p:spPr>
            <a:xfrm>
              <a:off x="4266533" y="189842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5" name="pt1215"/>
            <p:cNvSpPr/>
            <p:nvPr/>
          </p:nvSpPr>
          <p:spPr>
            <a:xfrm>
              <a:off x="4285179" y="193349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6" name="pt1216"/>
            <p:cNvSpPr/>
            <p:nvPr/>
          </p:nvSpPr>
          <p:spPr>
            <a:xfrm>
              <a:off x="4149074" y="198908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" name="pt1217"/>
            <p:cNvSpPr/>
            <p:nvPr/>
          </p:nvSpPr>
          <p:spPr>
            <a:xfrm>
              <a:off x="4155617" y="196805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" name="pt1218"/>
            <p:cNvSpPr/>
            <p:nvPr/>
          </p:nvSpPr>
          <p:spPr>
            <a:xfrm>
              <a:off x="4135593" y="196267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" name="pt1219"/>
            <p:cNvSpPr/>
            <p:nvPr/>
          </p:nvSpPr>
          <p:spPr>
            <a:xfrm>
              <a:off x="4162336" y="200545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" name="pt1220"/>
            <p:cNvSpPr/>
            <p:nvPr/>
          </p:nvSpPr>
          <p:spPr>
            <a:xfrm>
              <a:off x="2799881" y="132898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" name="pt1221"/>
            <p:cNvSpPr/>
            <p:nvPr/>
          </p:nvSpPr>
          <p:spPr>
            <a:xfrm>
              <a:off x="4849907" y="323942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" name="pt1222"/>
            <p:cNvSpPr/>
            <p:nvPr/>
          </p:nvSpPr>
          <p:spPr>
            <a:xfrm>
              <a:off x="4788896" y="333561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" name="pt1223"/>
            <p:cNvSpPr/>
            <p:nvPr/>
          </p:nvSpPr>
          <p:spPr>
            <a:xfrm>
              <a:off x="2346504" y="337799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" name="pt1224"/>
            <p:cNvSpPr/>
            <p:nvPr/>
          </p:nvSpPr>
          <p:spPr>
            <a:xfrm>
              <a:off x="2355224" y="330424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" name="pt1225"/>
            <p:cNvSpPr/>
            <p:nvPr/>
          </p:nvSpPr>
          <p:spPr>
            <a:xfrm>
              <a:off x="2423845" y="339041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" name="pt1226"/>
            <p:cNvSpPr/>
            <p:nvPr/>
          </p:nvSpPr>
          <p:spPr>
            <a:xfrm>
              <a:off x="3560095" y="83784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" name="pt1227"/>
            <p:cNvSpPr/>
            <p:nvPr/>
          </p:nvSpPr>
          <p:spPr>
            <a:xfrm>
              <a:off x="3447416" y="285266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" name="pt1228"/>
            <p:cNvSpPr/>
            <p:nvPr/>
          </p:nvSpPr>
          <p:spPr>
            <a:xfrm>
              <a:off x="3433978" y="289016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" name="pl1229"/>
            <p:cNvSpPr/>
            <p:nvPr/>
          </p:nvSpPr>
          <p:spPr>
            <a:xfrm>
              <a:off x="3534728" y="392210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0" name="pl1230"/>
            <p:cNvSpPr/>
            <p:nvPr/>
          </p:nvSpPr>
          <p:spPr>
            <a:xfrm>
              <a:off x="3534728" y="392210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" name="pl1231"/>
            <p:cNvSpPr/>
            <p:nvPr/>
          </p:nvSpPr>
          <p:spPr>
            <a:xfrm>
              <a:off x="3521638" y="3953711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l1232"/>
            <p:cNvSpPr/>
            <p:nvPr/>
          </p:nvSpPr>
          <p:spPr>
            <a:xfrm>
              <a:off x="3566329" y="390902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t1233"/>
            <p:cNvSpPr/>
            <p:nvPr/>
          </p:nvSpPr>
          <p:spPr>
            <a:xfrm>
              <a:off x="4151071" y="171213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4" name="pt1234"/>
            <p:cNvSpPr/>
            <p:nvPr/>
          </p:nvSpPr>
          <p:spPr>
            <a:xfrm>
              <a:off x="3980830" y="207329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5" name="pt1235"/>
            <p:cNvSpPr/>
            <p:nvPr/>
          </p:nvSpPr>
          <p:spPr>
            <a:xfrm>
              <a:off x="3939659" y="210147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" name="pt1236"/>
            <p:cNvSpPr/>
            <p:nvPr/>
          </p:nvSpPr>
          <p:spPr>
            <a:xfrm>
              <a:off x="4000923" y="204094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" name="pt1237"/>
            <p:cNvSpPr/>
            <p:nvPr/>
          </p:nvSpPr>
          <p:spPr>
            <a:xfrm>
              <a:off x="5053910" y="273839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" name="pt1238"/>
            <p:cNvSpPr/>
            <p:nvPr/>
          </p:nvSpPr>
          <p:spPr>
            <a:xfrm>
              <a:off x="2061800" y="225275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" name="pt1239"/>
            <p:cNvSpPr/>
            <p:nvPr/>
          </p:nvSpPr>
          <p:spPr>
            <a:xfrm>
              <a:off x="3571656" y="265594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" name="pt1240"/>
            <p:cNvSpPr/>
            <p:nvPr/>
          </p:nvSpPr>
          <p:spPr>
            <a:xfrm>
              <a:off x="3563166" y="265489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" name="pt1241"/>
            <p:cNvSpPr/>
            <p:nvPr/>
          </p:nvSpPr>
          <p:spPr>
            <a:xfrm>
              <a:off x="3570426" y="264567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" name="pt1242"/>
            <p:cNvSpPr/>
            <p:nvPr/>
          </p:nvSpPr>
          <p:spPr>
            <a:xfrm>
              <a:off x="4999281" y="172919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" name="pg1243"/>
            <p:cNvSpPr/>
            <p:nvPr/>
          </p:nvSpPr>
          <p:spPr>
            <a:xfrm>
              <a:off x="4487904" y="1113768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" name="pt1244"/>
            <p:cNvSpPr/>
            <p:nvPr/>
          </p:nvSpPr>
          <p:spPr>
            <a:xfrm>
              <a:off x="3546924" y="250362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" name="pt1245"/>
            <p:cNvSpPr/>
            <p:nvPr/>
          </p:nvSpPr>
          <p:spPr>
            <a:xfrm>
              <a:off x="3655591" y="2876884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6" name="pl1246"/>
            <p:cNvSpPr/>
            <p:nvPr/>
          </p:nvSpPr>
          <p:spPr>
            <a:xfrm>
              <a:off x="3655591" y="287688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7" name="pl1247"/>
            <p:cNvSpPr/>
            <p:nvPr/>
          </p:nvSpPr>
          <p:spPr>
            <a:xfrm>
              <a:off x="3655591" y="287688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8" name="pl1248"/>
            <p:cNvSpPr/>
            <p:nvPr/>
          </p:nvSpPr>
          <p:spPr>
            <a:xfrm>
              <a:off x="3646802" y="287367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l1249"/>
            <p:cNvSpPr/>
            <p:nvPr/>
          </p:nvSpPr>
          <p:spPr>
            <a:xfrm>
              <a:off x="3646802" y="287367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g1250"/>
            <p:cNvSpPr/>
            <p:nvPr/>
          </p:nvSpPr>
          <p:spPr>
            <a:xfrm>
              <a:off x="3764641" y="245208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" name="pg1251"/>
            <p:cNvSpPr/>
            <p:nvPr/>
          </p:nvSpPr>
          <p:spPr>
            <a:xfrm>
              <a:off x="3778185" y="244635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" name="tx1252"/>
            <p:cNvSpPr/>
            <p:nvPr/>
          </p:nvSpPr>
          <p:spPr>
            <a:xfrm>
              <a:off x="252469" y="556330"/>
              <a:ext cx="1508119" cy="11996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Nonstress network</a:t>
              </a:r>
            </a:p>
          </p:txBody>
        </p:sp>
        <p:sp>
          <p:nvSpPr>
            <p:cNvPr id="1253" name="tx1253"/>
            <p:cNvSpPr/>
            <p:nvPr/>
          </p:nvSpPr>
          <p:spPr>
            <a:xfrm>
              <a:off x="7241647" y="1066745"/>
              <a:ext cx="34408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Nodes</a:t>
              </a:r>
            </a:p>
          </p:txBody>
        </p:sp>
        <p:sp>
          <p:nvSpPr>
            <p:cNvPr id="1254" name="tx1254"/>
            <p:cNvSpPr/>
            <p:nvPr/>
          </p:nvSpPr>
          <p:spPr>
            <a:xfrm>
              <a:off x="7241647" y="1266671"/>
              <a:ext cx="337505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Edges</a:t>
              </a:r>
            </a:p>
          </p:txBody>
        </p:sp>
        <p:sp>
          <p:nvSpPr>
            <p:cNvPr id="1255" name="tx1255"/>
            <p:cNvSpPr/>
            <p:nvPr/>
          </p:nvSpPr>
          <p:spPr>
            <a:xfrm>
              <a:off x="7241647" y="1466597"/>
              <a:ext cx="39694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Density</a:t>
              </a:r>
            </a:p>
          </p:txBody>
        </p:sp>
        <p:sp>
          <p:nvSpPr>
            <p:cNvPr id="1256" name="tx1256"/>
            <p:cNvSpPr/>
            <p:nvPr/>
          </p:nvSpPr>
          <p:spPr>
            <a:xfrm>
              <a:off x="7241647" y="1666523"/>
              <a:ext cx="58878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Reciprocity</a:t>
              </a:r>
            </a:p>
          </p:txBody>
        </p:sp>
        <p:sp>
          <p:nvSpPr>
            <p:cNvPr id="1257" name="tx1257"/>
            <p:cNvSpPr/>
            <p:nvPr/>
          </p:nvSpPr>
          <p:spPr>
            <a:xfrm>
              <a:off x="7241647" y="1866449"/>
              <a:ext cx="103912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degree (total)</a:t>
              </a:r>
            </a:p>
          </p:txBody>
        </p:sp>
        <p:sp>
          <p:nvSpPr>
            <p:cNvPr id="1258" name="tx1258"/>
            <p:cNvSpPr/>
            <p:nvPr/>
          </p:nvSpPr>
          <p:spPr>
            <a:xfrm>
              <a:off x="7241647" y="2066375"/>
              <a:ext cx="112498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Degree centralization</a:t>
              </a:r>
            </a:p>
          </p:txBody>
        </p:sp>
        <p:sp>
          <p:nvSpPr>
            <p:cNvPr id="1259" name="tx1259"/>
            <p:cNvSpPr/>
            <p:nvPr/>
          </p:nvSpPr>
          <p:spPr>
            <a:xfrm>
              <a:off x="7241647" y="2266301"/>
              <a:ext cx="1032449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betweenness</a:t>
              </a:r>
            </a:p>
          </p:txBody>
        </p:sp>
        <p:sp>
          <p:nvSpPr>
            <p:cNvPr id="1260" name="tx1260"/>
            <p:cNvSpPr/>
            <p:nvPr/>
          </p:nvSpPr>
          <p:spPr>
            <a:xfrm>
              <a:off x="7241647" y="2466226"/>
              <a:ext cx="106536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Components (weak)</a:t>
              </a:r>
            </a:p>
          </p:txBody>
        </p:sp>
        <p:sp>
          <p:nvSpPr>
            <p:cNvPr id="1261" name="tx1261"/>
            <p:cNvSpPr/>
            <p:nvPr/>
          </p:nvSpPr>
          <p:spPr>
            <a:xfrm>
              <a:off x="7241647" y="2666152"/>
              <a:ext cx="101928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Largest component</a:t>
              </a:r>
            </a:p>
          </p:txBody>
        </p:sp>
        <p:sp>
          <p:nvSpPr>
            <p:cNvPr id="1262" name="tx1262"/>
            <p:cNvSpPr/>
            <p:nvPr/>
          </p:nvSpPr>
          <p:spPr>
            <a:xfrm>
              <a:off x="7241647" y="2866078"/>
              <a:ext cx="920069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path length</a:t>
              </a:r>
            </a:p>
          </p:txBody>
        </p:sp>
        <p:sp>
          <p:nvSpPr>
            <p:cNvPr id="1263" name="tx1263"/>
            <p:cNvSpPr/>
            <p:nvPr/>
          </p:nvSpPr>
          <p:spPr>
            <a:xfrm>
              <a:off x="7241647" y="3066004"/>
              <a:ext cx="99459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Transitivity (global)</a:t>
              </a:r>
            </a:p>
          </p:txBody>
        </p:sp>
        <p:sp>
          <p:nvSpPr>
            <p:cNvPr id="1264" name="tx1264"/>
            <p:cNvSpPr/>
            <p:nvPr/>
          </p:nvSpPr>
          <p:spPr>
            <a:xfrm>
              <a:off x="7241647" y="3265930"/>
              <a:ext cx="108511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Assortativity (region)</a:t>
              </a:r>
            </a:p>
          </p:txBody>
        </p:sp>
        <p:sp>
          <p:nvSpPr>
            <p:cNvPr id="1265" name="tx1265"/>
            <p:cNvSpPr/>
            <p:nvPr/>
          </p:nvSpPr>
          <p:spPr>
            <a:xfrm>
              <a:off x="7241647" y="3465856"/>
              <a:ext cx="979230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Assortativity (type)</a:t>
              </a:r>
            </a:p>
          </p:txBody>
        </p:sp>
        <p:sp>
          <p:nvSpPr>
            <p:cNvPr id="1266" name="tx1266"/>
            <p:cNvSpPr/>
            <p:nvPr/>
          </p:nvSpPr>
          <p:spPr>
            <a:xfrm>
              <a:off x="7241647" y="3665782"/>
              <a:ext cx="90653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Total volume (kg)</a:t>
              </a:r>
            </a:p>
          </p:txBody>
        </p:sp>
        <p:sp>
          <p:nvSpPr>
            <p:cNvPr id="1267" name="tx1267"/>
            <p:cNvSpPr/>
            <p:nvPr/>
          </p:nvSpPr>
          <p:spPr>
            <a:xfrm>
              <a:off x="7241647" y="3865708"/>
              <a:ext cx="12508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edge volume (kg)</a:t>
              </a:r>
            </a:p>
          </p:txBody>
        </p:sp>
        <p:sp>
          <p:nvSpPr>
            <p:cNvPr id="1268" name="tx1268"/>
            <p:cNvSpPr/>
            <p:nvPr/>
          </p:nvSpPr>
          <p:spPr>
            <a:xfrm>
              <a:off x="9825461" y="1066745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527</a:t>
              </a:r>
            </a:p>
          </p:txBody>
        </p:sp>
        <p:sp>
          <p:nvSpPr>
            <p:cNvPr id="1269" name="tx1269"/>
            <p:cNvSpPr/>
            <p:nvPr/>
          </p:nvSpPr>
          <p:spPr>
            <a:xfrm>
              <a:off x="9825461" y="1266671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567</a:t>
              </a:r>
            </a:p>
          </p:txBody>
        </p:sp>
        <p:sp>
          <p:nvSpPr>
            <p:cNvPr id="1270" name="tx1270"/>
            <p:cNvSpPr/>
            <p:nvPr/>
          </p:nvSpPr>
          <p:spPr>
            <a:xfrm>
              <a:off x="9726157" y="1466597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0.002</a:t>
              </a:r>
            </a:p>
          </p:txBody>
        </p:sp>
        <p:sp>
          <p:nvSpPr>
            <p:cNvPr id="1271" name="tx1271"/>
            <p:cNvSpPr/>
            <p:nvPr/>
          </p:nvSpPr>
          <p:spPr>
            <a:xfrm>
              <a:off x="9726157" y="1666523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0.014</a:t>
              </a:r>
            </a:p>
          </p:txBody>
        </p:sp>
        <p:sp>
          <p:nvSpPr>
            <p:cNvPr id="1272" name="tx1272"/>
            <p:cNvSpPr/>
            <p:nvPr/>
          </p:nvSpPr>
          <p:spPr>
            <a:xfrm>
              <a:off x="9792360" y="1866449"/>
              <a:ext cx="23170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2.15</a:t>
              </a:r>
            </a:p>
          </p:txBody>
        </p:sp>
        <p:sp>
          <p:nvSpPr>
            <p:cNvPr id="1273" name="tx1273"/>
            <p:cNvSpPr/>
            <p:nvPr/>
          </p:nvSpPr>
          <p:spPr>
            <a:xfrm>
              <a:off x="9726157" y="2066375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0.034</a:t>
              </a:r>
            </a:p>
          </p:txBody>
        </p:sp>
        <p:sp>
          <p:nvSpPr>
            <p:cNvPr id="1274" name="tx1274"/>
            <p:cNvSpPr/>
            <p:nvPr/>
          </p:nvSpPr>
          <p:spPr>
            <a:xfrm>
              <a:off x="9726157" y="2266301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0.000</a:t>
              </a:r>
            </a:p>
          </p:txBody>
        </p:sp>
        <p:sp>
          <p:nvSpPr>
            <p:cNvPr id="1275" name="tx1275"/>
            <p:cNvSpPr/>
            <p:nvPr/>
          </p:nvSpPr>
          <p:spPr>
            <a:xfrm>
              <a:off x="9891663" y="2466226"/>
              <a:ext cx="132405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46</a:t>
              </a:r>
            </a:p>
          </p:txBody>
        </p:sp>
        <p:sp>
          <p:nvSpPr>
            <p:cNvPr id="1276" name="tx1276"/>
            <p:cNvSpPr/>
            <p:nvPr/>
          </p:nvSpPr>
          <p:spPr>
            <a:xfrm>
              <a:off x="9825461" y="2666152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404</a:t>
              </a:r>
            </a:p>
          </p:txBody>
        </p:sp>
        <p:sp>
          <p:nvSpPr>
            <p:cNvPr id="1277" name="tx1277"/>
            <p:cNvSpPr/>
            <p:nvPr/>
          </p:nvSpPr>
          <p:spPr>
            <a:xfrm>
              <a:off x="9593752" y="2866078"/>
              <a:ext cx="43031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5631.34</a:t>
              </a:r>
            </a:p>
          </p:txBody>
        </p:sp>
        <p:sp>
          <p:nvSpPr>
            <p:cNvPr id="1278" name="tx1278"/>
            <p:cNvSpPr/>
            <p:nvPr/>
          </p:nvSpPr>
          <p:spPr>
            <a:xfrm>
              <a:off x="9726157" y="3066004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0.006</a:t>
              </a:r>
            </a:p>
          </p:txBody>
        </p:sp>
        <p:sp>
          <p:nvSpPr>
            <p:cNvPr id="1279" name="tx1279"/>
            <p:cNvSpPr/>
            <p:nvPr/>
          </p:nvSpPr>
          <p:spPr>
            <a:xfrm>
              <a:off x="9726157" y="3265930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0.643</a:t>
              </a:r>
            </a:p>
          </p:txBody>
        </p:sp>
        <p:sp>
          <p:nvSpPr>
            <p:cNvPr id="1280" name="tx1280"/>
            <p:cNvSpPr/>
            <p:nvPr/>
          </p:nvSpPr>
          <p:spPr>
            <a:xfrm>
              <a:off x="9686472" y="3465856"/>
              <a:ext cx="33759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-0.057</a:t>
              </a:r>
            </a:p>
          </p:txBody>
        </p:sp>
        <p:sp>
          <p:nvSpPr>
            <p:cNvPr id="1281" name="tx1281"/>
            <p:cNvSpPr/>
            <p:nvPr/>
          </p:nvSpPr>
          <p:spPr>
            <a:xfrm>
              <a:off x="9494448" y="3665782"/>
              <a:ext cx="529620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1,313,351</a:t>
              </a:r>
            </a:p>
          </p:txBody>
        </p:sp>
        <p:sp>
          <p:nvSpPr>
            <p:cNvPr id="1282" name="tx1282"/>
            <p:cNvSpPr/>
            <p:nvPr/>
          </p:nvSpPr>
          <p:spPr>
            <a:xfrm>
              <a:off x="9659954" y="3865708"/>
              <a:ext cx="36411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2316.3</a:t>
              </a:r>
            </a:p>
          </p:txBody>
        </p:sp>
        <p:sp>
          <p:nvSpPr>
            <p:cNvPr id="1283" name="tx1283"/>
            <p:cNvSpPr/>
            <p:nvPr/>
          </p:nvSpPr>
          <p:spPr>
            <a:xfrm>
              <a:off x="6956780" y="556330"/>
              <a:ext cx="2467416" cy="11996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Nonstress — summary metrics</a:t>
              </a:r>
            </a:p>
          </p:txBody>
        </p:sp>
        <p:sp>
          <p:nvSpPr>
            <p:cNvPr id="1284" name="pl1284"/>
            <p:cNvSpPr/>
            <p:nvPr/>
          </p:nvSpPr>
          <p:spPr>
            <a:xfrm>
              <a:off x="4561478" y="6446530"/>
              <a:ext cx="1684" cy="8034"/>
            </a:xfrm>
            <a:custGeom>
              <a:avLst/>
              <a:gdLst/>
              <a:ahLst/>
              <a:cxnLst/>
              <a:rect l="0" t="0" r="0" b="0"/>
              <a:pathLst>
                <a:path w="1684" h="8034">
                  <a:moveTo>
                    <a:pt x="0" y="8034"/>
                  </a:moveTo>
                  <a:lnTo>
                    <a:pt x="1684" y="0"/>
                  </a:lnTo>
                </a:path>
              </a:pathLst>
            </a:custGeom>
            <a:ln w="54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l1285"/>
            <p:cNvSpPr/>
            <p:nvPr/>
          </p:nvSpPr>
          <p:spPr>
            <a:xfrm>
              <a:off x="4736729" y="5229409"/>
              <a:ext cx="39623" cy="8283"/>
            </a:xfrm>
            <a:custGeom>
              <a:avLst/>
              <a:gdLst/>
              <a:ahLst/>
              <a:cxnLst/>
              <a:rect l="0" t="0" r="0" b="0"/>
              <a:pathLst>
                <a:path w="39623" h="8283">
                  <a:moveTo>
                    <a:pt x="39623" y="8283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l1286"/>
            <p:cNvSpPr/>
            <p:nvPr/>
          </p:nvSpPr>
          <p:spPr>
            <a:xfrm>
              <a:off x="4776352" y="5237693"/>
              <a:ext cx="35173" cy="8182"/>
            </a:xfrm>
            <a:custGeom>
              <a:avLst/>
              <a:gdLst/>
              <a:ahLst/>
              <a:cxnLst/>
              <a:rect l="0" t="0" r="0" b="0"/>
              <a:pathLst>
                <a:path w="35173" h="8182">
                  <a:moveTo>
                    <a:pt x="0" y="0"/>
                  </a:moveTo>
                  <a:lnTo>
                    <a:pt x="35173" y="818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l1287"/>
            <p:cNvSpPr/>
            <p:nvPr/>
          </p:nvSpPr>
          <p:spPr>
            <a:xfrm>
              <a:off x="3758365" y="6809930"/>
              <a:ext cx="6209" cy="133514"/>
            </a:xfrm>
            <a:custGeom>
              <a:avLst/>
              <a:gdLst/>
              <a:ahLst/>
              <a:cxnLst/>
              <a:rect l="0" t="0" r="0" b="0"/>
              <a:pathLst>
                <a:path w="6209" h="133514">
                  <a:moveTo>
                    <a:pt x="6209" y="0"/>
                  </a:moveTo>
                  <a:lnTo>
                    <a:pt x="0" y="13351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l1288"/>
            <p:cNvSpPr/>
            <p:nvPr/>
          </p:nvSpPr>
          <p:spPr>
            <a:xfrm>
              <a:off x="3764575" y="6661350"/>
              <a:ext cx="24521" cy="148580"/>
            </a:xfrm>
            <a:custGeom>
              <a:avLst/>
              <a:gdLst/>
              <a:ahLst/>
              <a:cxnLst/>
              <a:rect l="0" t="0" r="0" b="0"/>
              <a:pathLst>
                <a:path w="24521" h="148580">
                  <a:moveTo>
                    <a:pt x="0" y="148580"/>
                  </a:moveTo>
                  <a:lnTo>
                    <a:pt x="24521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l1289"/>
            <p:cNvSpPr/>
            <p:nvPr/>
          </p:nvSpPr>
          <p:spPr>
            <a:xfrm>
              <a:off x="3722869" y="5684230"/>
              <a:ext cx="21930" cy="3914"/>
            </a:xfrm>
            <a:custGeom>
              <a:avLst/>
              <a:gdLst/>
              <a:ahLst/>
              <a:cxnLst/>
              <a:rect l="0" t="0" r="0" b="0"/>
              <a:pathLst>
                <a:path w="21930" h="3914">
                  <a:moveTo>
                    <a:pt x="21930" y="0"/>
                  </a:moveTo>
                  <a:lnTo>
                    <a:pt x="0" y="3914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l1290"/>
            <p:cNvSpPr/>
            <p:nvPr/>
          </p:nvSpPr>
          <p:spPr>
            <a:xfrm>
              <a:off x="4516036" y="6374524"/>
              <a:ext cx="43611" cy="90098"/>
            </a:xfrm>
            <a:custGeom>
              <a:avLst/>
              <a:gdLst/>
              <a:ahLst/>
              <a:cxnLst/>
              <a:rect l="0" t="0" r="0" b="0"/>
              <a:pathLst>
                <a:path w="43611" h="90098">
                  <a:moveTo>
                    <a:pt x="43611" y="0"/>
                  </a:moveTo>
                  <a:lnTo>
                    <a:pt x="0" y="9009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l1291"/>
            <p:cNvSpPr/>
            <p:nvPr/>
          </p:nvSpPr>
          <p:spPr>
            <a:xfrm>
              <a:off x="3790396" y="7392278"/>
              <a:ext cx="23274" cy="45041"/>
            </a:xfrm>
            <a:custGeom>
              <a:avLst/>
              <a:gdLst/>
              <a:ahLst/>
              <a:cxnLst/>
              <a:rect l="0" t="0" r="0" b="0"/>
              <a:pathLst>
                <a:path w="23274" h="45041">
                  <a:moveTo>
                    <a:pt x="23274" y="45041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l1292"/>
            <p:cNvSpPr/>
            <p:nvPr/>
          </p:nvSpPr>
          <p:spPr>
            <a:xfrm>
              <a:off x="3319519" y="5871700"/>
              <a:ext cx="13690" cy="30973"/>
            </a:xfrm>
            <a:custGeom>
              <a:avLst/>
              <a:gdLst/>
              <a:ahLst/>
              <a:cxnLst/>
              <a:rect l="0" t="0" r="0" b="0"/>
              <a:pathLst>
                <a:path w="13690" h="30973">
                  <a:moveTo>
                    <a:pt x="0" y="30973"/>
                  </a:moveTo>
                  <a:lnTo>
                    <a:pt x="1369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l1293"/>
            <p:cNvSpPr/>
            <p:nvPr/>
          </p:nvSpPr>
          <p:spPr>
            <a:xfrm>
              <a:off x="3741107" y="6818487"/>
              <a:ext cx="2607" cy="5432"/>
            </a:xfrm>
            <a:custGeom>
              <a:avLst/>
              <a:gdLst/>
              <a:ahLst/>
              <a:cxnLst/>
              <a:rect l="0" t="0" r="0" b="0"/>
              <a:pathLst>
                <a:path w="2607" h="5432">
                  <a:moveTo>
                    <a:pt x="2607" y="5432"/>
                  </a:moveTo>
                  <a:lnTo>
                    <a:pt x="0" y="0"/>
                  </a:lnTo>
                </a:path>
              </a:pathLst>
            </a:custGeom>
            <a:ln w="653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l1294"/>
            <p:cNvSpPr/>
            <p:nvPr/>
          </p:nvSpPr>
          <p:spPr>
            <a:xfrm>
              <a:off x="3706120" y="6851339"/>
              <a:ext cx="26427" cy="57576"/>
            </a:xfrm>
            <a:custGeom>
              <a:avLst/>
              <a:gdLst/>
              <a:ahLst/>
              <a:cxnLst/>
              <a:rect l="0" t="0" r="0" b="0"/>
              <a:pathLst>
                <a:path w="26427" h="57576">
                  <a:moveTo>
                    <a:pt x="0" y="57576"/>
                  </a:moveTo>
                  <a:lnTo>
                    <a:pt x="26427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l1295"/>
            <p:cNvSpPr/>
            <p:nvPr/>
          </p:nvSpPr>
          <p:spPr>
            <a:xfrm>
              <a:off x="3534142" y="5717407"/>
              <a:ext cx="26682" cy="11332"/>
            </a:xfrm>
            <a:custGeom>
              <a:avLst/>
              <a:gdLst/>
              <a:ahLst/>
              <a:cxnLst/>
              <a:rect l="0" t="0" r="0" b="0"/>
              <a:pathLst>
                <a:path w="26682" h="11332">
                  <a:moveTo>
                    <a:pt x="26682" y="0"/>
                  </a:moveTo>
                  <a:lnTo>
                    <a:pt x="0" y="11332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l1296"/>
            <p:cNvSpPr/>
            <p:nvPr/>
          </p:nvSpPr>
          <p:spPr>
            <a:xfrm>
              <a:off x="3026247" y="7558543"/>
              <a:ext cx="8500" cy="12767"/>
            </a:xfrm>
            <a:custGeom>
              <a:avLst/>
              <a:gdLst/>
              <a:ahLst/>
              <a:cxnLst/>
              <a:rect l="0" t="0" r="0" b="0"/>
              <a:pathLst>
                <a:path w="8500" h="12767">
                  <a:moveTo>
                    <a:pt x="8500" y="0"/>
                  </a:moveTo>
                  <a:lnTo>
                    <a:pt x="0" y="12767"/>
                  </a:lnTo>
                </a:path>
              </a:pathLst>
            </a:custGeom>
            <a:ln w="54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l1297"/>
            <p:cNvSpPr/>
            <p:nvPr/>
          </p:nvSpPr>
          <p:spPr>
            <a:xfrm>
              <a:off x="3568319" y="5711186"/>
              <a:ext cx="55321" cy="14828"/>
            </a:xfrm>
            <a:custGeom>
              <a:avLst/>
              <a:gdLst/>
              <a:ahLst/>
              <a:cxnLst/>
              <a:rect l="0" t="0" r="0" b="0"/>
              <a:pathLst>
                <a:path w="55321" h="14828">
                  <a:moveTo>
                    <a:pt x="55321" y="0"/>
                  </a:moveTo>
                  <a:lnTo>
                    <a:pt x="0" y="14828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l1298"/>
            <p:cNvSpPr/>
            <p:nvPr/>
          </p:nvSpPr>
          <p:spPr>
            <a:xfrm>
              <a:off x="3623640" y="5688145"/>
              <a:ext cx="99229" cy="23041"/>
            </a:xfrm>
            <a:custGeom>
              <a:avLst/>
              <a:gdLst/>
              <a:ahLst/>
              <a:cxnLst/>
              <a:rect l="0" t="0" r="0" b="0"/>
              <a:pathLst>
                <a:path w="99229" h="23041">
                  <a:moveTo>
                    <a:pt x="0" y="23041"/>
                  </a:moveTo>
                  <a:lnTo>
                    <a:pt x="99229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l1299"/>
            <p:cNvSpPr/>
            <p:nvPr/>
          </p:nvSpPr>
          <p:spPr>
            <a:xfrm>
              <a:off x="3400230" y="5808921"/>
              <a:ext cx="12586" cy="9212"/>
            </a:xfrm>
            <a:custGeom>
              <a:avLst/>
              <a:gdLst/>
              <a:ahLst/>
              <a:cxnLst/>
              <a:rect l="0" t="0" r="0" b="0"/>
              <a:pathLst>
                <a:path w="12586" h="9212">
                  <a:moveTo>
                    <a:pt x="0" y="0"/>
                  </a:moveTo>
                  <a:lnTo>
                    <a:pt x="12586" y="9212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l1300"/>
            <p:cNvSpPr/>
            <p:nvPr/>
          </p:nvSpPr>
          <p:spPr>
            <a:xfrm>
              <a:off x="3399620" y="5766144"/>
              <a:ext cx="610" cy="42777"/>
            </a:xfrm>
            <a:custGeom>
              <a:avLst/>
              <a:gdLst/>
              <a:ahLst/>
              <a:cxnLst/>
              <a:rect l="0" t="0" r="0" b="0"/>
              <a:pathLst>
                <a:path w="610" h="42777">
                  <a:moveTo>
                    <a:pt x="610" y="42777"/>
                  </a:moveTo>
                  <a:lnTo>
                    <a:pt x="0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l1301"/>
            <p:cNvSpPr/>
            <p:nvPr/>
          </p:nvSpPr>
          <p:spPr>
            <a:xfrm>
              <a:off x="3377632" y="5808921"/>
              <a:ext cx="22597" cy="16482"/>
            </a:xfrm>
            <a:custGeom>
              <a:avLst/>
              <a:gdLst/>
              <a:ahLst/>
              <a:cxnLst/>
              <a:rect l="0" t="0" r="0" b="0"/>
              <a:pathLst>
                <a:path w="22597" h="16482">
                  <a:moveTo>
                    <a:pt x="22597" y="0"/>
                  </a:moveTo>
                  <a:lnTo>
                    <a:pt x="0" y="16482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l1302"/>
            <p:cNvSpPr/>
            <p:nvPr/>
          </p:nvSpPr>
          <p:spPr>
            <a:xfrm>
              <a:off x="3400230" y="5808144"/>
              <a:ext cx="10363" cy="777"/>
            </a:xfrm>
            <a:custGeom>
              <a:avLst/>
              <a:gdLst/>
              <a:ahLst/>
              <a:cxnLst/>
              <a:rect l="0" t="0" r="0" b="0"/>
              <a:pathLst>
                <a:path w="10363" h="777">
                  <a:moveTo>
                    <a:pt x="0" y="777"/>
                  </a:moveTo>
                  <a:lnTo>
                    <a:pt x="10363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l1303"/>
            <p:cNvSpPr/>
            <p:nvPr/>
          </p:nvSpPr>
          <p:spPr>
            <a:xfrm>
              <a:off x="3400230" y="5806192"/>
              <a:ext cx="14329" cy="2729"/>
            </a:xfrm>
            <a:custGeom>
              <a:avLst/>
              <a:gdLst/>
              <a:ahLst/>
              <a:cxnLst/>
              <a:rect l="0" t="0" r="0" b="0"/>
              <a:pathLst>
                <a:path w="14329" h="2729">
                  <a:moveTo>
                    <a:pt x="0" y="2729"/>
                  </a:moveTo>
                  <a:lnTo>
                    <a:pt x="14329" y="0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l1304"/>
            <p:cNvSpPr/>
            <p:nvPr/>
          </p:nvSpPr>
          <p:spPr>
            <a:xfrm>
              <a:off x="3887406" y="6146458"/>
              <a:ext cx="67891" cy="18406"/>
            </a:xfrm>
            <a:custGeom>
              <a:avLst/>
              <a:gdLst/>
              <a:ahLst/>
              <a:cxnLst/>
              <a:rect l="0" t="0" r="0" b="0"/>
              <a:pathLst>
                <a:path w="67891" h="18406">
                  <a:moveTo>
                    <a:pt x="0" y="18406"/>
                  </a:moveTo>
                  <a:lnTo>
                    <a:pt x="6789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l1305"/>
            <p:cNvSpPr/>
            <p:nvPr/>
          </p:nvSpPr>
          <p:spPr>
            <a:xfrm>
              <a:off x="3473112" y="5680023"/>
              <a:ext cx="45283" cy="40619"/>
            </a:xfrm>
            <a:custGeom>
              <a:avLst/>
              <a:gdLst/>
              <a:ahLst/>
              <a:cxnLst/>
              <a:rect l="0" t="0" r="0" b="0"/>
              <a:pathLst>
                <a:path w="45283" h="40619">
                  <a:moveTo>
                    <a:pt x="45283" y="0"/>
                  </a:moveTo>
                  <a:lnTo>
                    <a:pt x="0" y="40619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l1306"/>
            <p:cNvSpPr/>
            <p:nvPr/>
          </p:nvSpPr>
          <p:spPr>
            <a:xfrm>
              <a:off x="3381050" y="5743350"/>
              <a:ext cx="22696" cy="3400"/>
            </a:xfrm>
            <a:custGeom>
              <a:avLst/>
              <a:gdLst/>
              <a:ahLst/>
              <a:cxnLst/>
              <a:rect l="0" t="0" r="0" b="0"/>
              <a:pathLst>
                <a:path w="22696" h="3400">
                  <a:moveTo>
                    <a:pt x="22696" y="3400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l1307"/>
            <p:cNvSpPr/>
            <p:nvPr/>
          </p:nvSpPr>
          <p:spPr>
            <a:xfrm>
              <a:off x="3403746" y="5746750"/>
              <a:ext cx="38757" cy="45073"/>
            </a:xfrm>
            <a:custGeom>
              <a:avLst/>
              <a:gdLst/>
              <a:ahLst/>
              <a:cxnLst/>
              <a:rect l="0" t="0" r="0" b="0"/>
              <a:pathLst>
                <a:path w="38757" h="45073">
                  <a:moveTo>
                    <a:pt x="0" y="0"/>
                  </a:moveTo>
                  <a:lnTo>
                    <a:pt x="38757" y="45073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l1308"/>
            <p:cNvSpPr/>
            <p:nvPr/>
          </p:nvSpPr>
          <p:spPr>
            <a:xfrm>
              <a:off x="2848095" y="4794582"/>
              <a:ext cx="7835" cy="11918"/>
            </a:xfrm>
            <a:custGeom>
              <a:avLst/>
              <a:gdLst/>
              <a:ahLst/>
              <a:cxnLst/>
              <a:rect l="0" t="0" r="0" b="0"/>
              <a:pathLst>
                <a:path w="7835" h="11918">
                  <a:moveTo>
                    <a:pt x="7835" y="0"/>
                  </a:moveTo>
                  <a:lnTo>
                    <a:pt x="0" y="11918"/>
                  </a:lnTo>
                </a:path>
              </a:pathLst>
            </a:custGeom>
            <a:ln w="545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l1309"/>
            <p:cNvSpPr/>
            <p:nvPr/>
          </p:nvSpPr>
          <p:spPr>
            <a:xfrm>
              <a:off x="3431128" y="5809759"/>
              <a:ext cx="20574" cy="25807"/>
            </a:xfrm>
            <a:custGeom>
              <a:avLst/>
              <a:gdLst/>
              <a:ahLst/>
              <a:cxnLst/>
              <a:rect l="0" t="0" r="0" b="0"/>
              <a:pathLst>
                <a:path w="20574" h="25807">
                  <a:moveTo>
                    <a:pt x="0" y="0"/>
                  </a:moveTo>
                  <a:lnTo>
                    <a:pt x="20574" y="25807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l1310"/>
            <p:cNvSpPr/>
            <p:nvPr/>
          </p:nvSpPr>
          <p:spPr>
            <a:xfrm>
              <a:off x="3430370" y="5809759"/>
              <a:ext cx="758" cy="27088"/>
            </a:xfrm>
            <a:custGeom>
              <a:avLst/>
              <a:gdLst/>
              <a:ahLst/>
              <a:cxnLst/>
              <a:rect l="0" t="0" r="0" b="0"/>
              <a:pathLst>
                <a:path w="758" h="27088">
                  <a:moveTo>
                    <a:pt x="758" y="0"/>
                  </a:moveTo>
                  <a:lnTo>
                    <a:pt x="0" y="27088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l1311"/>
            <p:cNvSpPr/>
            <p:nvPr/>
          </p:nvSpPr>
          <p:spPr>
            <a:xfrm>
              <a:off x="3431128" y="5809759"/>
              <a:ext cx="9471" cy="27793"/>
            </a:xfrm>
            <a:custGeom>
              <a:avLst/>
              <a:gdLst/>
              <a:ahLst/>
              <a:cxnLst/>
              <a:rect l="0" t="0" r="0" b="0"/>
              <a:pathLst>
                <a:path w="9471" h="27793">
                  <a:moveTo>
                    <a:pt x="0" y="0"/>
                  </a:moveTo>
                  <a:lnTo>
                    <a:pt x="9471" y="27793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l1312"/>
            <p:cNvSpPr/>
            <p:nvPr/>
          </p:nvSpPr>
          <p:spPr>
            <a:xfrm>
              <a:off x="3431128" y="5809759"/>
              <a:ext cx="26109" cy="15193"/>
            </a:xfrm>
            <a:custGeom>
              <a:avLst/>
              <a:gdLst/>
              <a:ahLst/>
              <a:cxnLst/>
              <a:rect l="0" t="0" r="0" b="0"/>
              <a:pathLst>
                <a:path w="26109" h="15193">
                  <a:moveTo>
                    <a:pt x="0" y="0"/>
                  </a:moveTo>
                  <a:lnTo>
                    <a:pt x="26109" y="15193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l1313"/>
            <p:cNvSpPr/>
            <p:nvPr/>
          </p:nvSpPr>
          <p:spPr>
            <a:xfrm>
              <a:off x="3425914" y="5809759"/>
              <a:ext cx="5214" cy="28087"/>
            </a:xfrm>
            <a:custGeom>
              <a:avLst/>
              <a:gdLst/>
              <a:ahLst/>
              <a:cxnLst/>
              <a:rect l="0" t="0" r="0" b="0"/>
              <a:pathLst>
                <a:path w="5214" h="28087">
                  <a:moveTo>
                    <a:pt x="5214" y="0"/>
                  </a:moveTo>
                  <a:lnTo>
                    <a:pt x="0" y="28087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l1314"/>
            <p:cNvSpPr/>
            <p:nvPr/>
          </p:nvSpPr>
          <p:spPr>
            <a:xfrm>
              <a:off x="3431128" y="5809759"/>
              <a:ext cx="18824" cy="12878"/>
            </a:xfrm>
            <a:custGeom>
              <a:avLst/>
              <a:gdLst/>
              <a:ahLst/>
              <a:cxnLst/>
              <a:rect l="0" t="0" r="0" b="0"/>
              <a:pathLst>
                <a:path w="18824" h="12878">
                  <a:moveTo>
                    <a:pt x="0" y="0"/>
                  </a:moveTo>
                  <a:lnTo>
                    <a:pt x="18824" y="12878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l1315"/>
            <p:cNvSpPr/>
            <p:nvPr/>
          </p:nvSpPr>
          <p:spPr>
            <a:xfrm>
              <a:off x="3978668" y="6368220"/>
              <a:ext cx="16147" cy="81837"/>
            </a:xfrm>
            <a:custGeom>
              <a:avLst/>
              <a:gdLst/>
              <a:ahLst/>
              <a:cxnLst/>
              <a:rect l="0" t="0" r="0" b="0"/>
              <a:pathLst>
                <a:path w="16147" h="81837">
                  <a:moveTo>
                    <a:pt x="0" y="0"/>
                  </a:moveTo>
                  <a:lnTo>
                    <a:pt x="16147" y="81837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l1316"/>
            <p:cNvSpPr/>
            <p:nvPr/>
          </p:nvSpPr>
          <p:spPr>
            <a:xfrm>
              <a:off x="3978668" y="6213227"/>
              <a:ext cx="26110" cy="154992"/>
            </a:xfrm>
            <a:custGeom>
              <a:avLst/>
              <a:gdLst/>
              <a:ahLst/>
              <a:cxnLst/>
              <a:rect l="0" t="0" r="0" b="0"/>
              <a:pathLst>
                <a:path w="26110" h="154992">
                  <a:moveTo>
                    <a:pt x="0" y="154992"/>
                  </a:moveTo>
                  <a:lnTo>
                    <a:pt x="2611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l1317"/>
            <p:cNvSpPr/>
            <p:nvPr/>
          </p:nvSpPr>
          <p:spPr>
            <a:xfrm>
              <a:off x="2492294" y="5128478"/>
              <a:ext cx="13373" cy="88316"/>
            </a:xfrm>
            <a:custGeom>
              <a:avLst/>
              <a:gdLst/>
              <a:ahLst/>
              <a:cxnLst/>
              <a:rect l="0" t="0" r="0" b="0"/>
              <a:pathLst>
                <a:path w="13373" h="88316">
                  <a:moveTo>
                    <a:pt x="13373" y="88316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l1318"/>
            <p:cNvSpPr/>
            <p:nvPr/>
          </p:nvSpPr>
          <p:spPr>
            <a:xfrm>
              <a:off x="2492294" y="5086365"/>
              <a:ext cx="8657" cy="42113"/>
            </a:xfrm>
            <a:custGeom>
              <a:avLst/>
              <a:gdLst/>
              <a:ahLst/>
              <a:cxnLst/>
              <a:rect l="0" t="0" r="0" b="0"/>
              <a:pathLst>
                <a:path w="8657" h="42113">
                  <a:moveTo>
                    <a:pt x="8657" y="0"/>
                  </a:moveTo>
                  <a:lnTo>
                    <a:pt x="0" y="4211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l1319"/>
            <p:cNvSpPr/>
            <p:nvPr/>
          </p:nvSpPr>
          <p:spPr>
            <a:xfrm>
              <a:off x="3428495" y="5836847"/>
              <a:ext cx="1874" cy="23207"/>
            </a:xfrm>
            <a:custGeom>
              <a:avLst/>
              <a:gdLst/>
              <a:ahLst/>
              <a:cxnLst/>
              <a:rect l="0" t="0" r="0" b="0"/>
              <a:pathLst>
                <a:path w="1874" h="23207">
                  <a:moveTo>
                    <a:pt x="1874" y="0"/>
                  </a:moveTo>
                  <a:lnTo>
                    <a:pt x="0" y="23207"/>
                  </a:lnTo>
                </a:path>
              </a:pathLst>
            </a:custGeom>
            <a:ln w="550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l1320"/>
            <p:cNvSpPr/>
            <p:nvPr/>
          </p:nvSpPr>
          <p:spPr>
            <a:xfrm>
              <a:off x="4273617" y="4813524"/>
              <a:ext cx="10064" cy="17948"/>
            </a:xfrm>
            <a:custGeom>
              <a:avLst/>
              <a:gdLst/>
              <a:ahLst/>
              <a:cxnLst/>
              <a:rect l="0" t="0" r="0" b="0"/>
              <a:pathLst>
                <a:path w="10064" h="17948">
                  <a:moveTo>
                    <a:pt x="0" y="17948"/>
                  </a:moveTo>
                  <a:lnTo>
                    <a:pt x="10064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l1321"/>
            <p:cNvSpPr/>
            <p:nvPr/>
          </p:nvSpPr>
          <p:spPr>
            <a:xfrm>
              <a:off x="3224499" y="5836382"/>
              <a:ext cx="73772" cy="20817"/>
            </a:xfrm>
            <a:custGeom>
              <a:avLst/>
              <a:gdLst/>
              <a:ahLst/>
              <a:cxnLst/>
              <a:rect l="0" t="0" r="0" b="0"/>
              <a:pathLst>
                <a:path w="73772" h="20817">
                  <a:moveTo>
                    <a:pt x="0" y="20817"/>
                  </a:moveTo>
                  <a:lnTo>
                    <a:pt x="73772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l1322"/>
            <p:cNvSpPr/>
            <p:nvPr/>
          </p:nvSpPr>
          <p:spPr>
            <a:xfrm>
              <a:off x="3299819" y="5750376"/>
              <a:ext cx="29095" cy="5940"/>
            </a:xfrm>
            <a:custGeom>
              <a:avLst/>
              <a:gdLst/>
              <a:ahLst/>
              <a:cxnLst/>
              <a:rect l="0" t="0" r="0" b="0"/>
              <a:pathLst>
                <a:path w="29095" h="5940">
                  <a:moveTo>
                    <a:pt x="0" y="0"/>
                  </a:moveTo>
                  <a:lnTo>
                    <a:pt x="29095" y="5940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l1323"/>
            <p:cNvSpPr/>
            <p:nvPr/>
          </p:nvSpPr>
          <p:spPr>
            <a:xfrm>
              <a:off x="3273537" y="4711446"/>
              <a:ext cx="15999" cy="10243"/>
            </a:xfrm>
            <a:custGeom>
              <a:avLst/>
              <a:gdLst/>
              <a:ahLst/>
              <a:cxnLst/>
              <a:rect l="0" t="0" r="0" b="0"/>
              <a:pathLst>
                <a:path w="15999" h="10243">
                  <a:moveTo>
                    <a:pt x="0" y="0"/>
                  </a:moveTo>
                  <a:lnTo>
                    <a:pt x="15999" y="10243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l1324"/>
            <p:cNvSpPr/>
            <p:nvPr/>
          </p:nvSpPr>
          <p:spPr>
            <a:xfrm>
              <a:off x="2235044" y="5631834"/>
              <a:ext cx="11515" cy="22119"/>
            </a:xfrm>
            <a:custGeom>
              <a:avLst/>
              <a:gdLst/>
              <a:ahLst/>
              <a:cxnLst/>
              <a:rect l="0" t="0" r="0" b="0"/>
              <a:pathLst>
                <a:path w="11515" h="22119">
                  <a:moveTo>
                    <a:pt x="11515" y="22119"/>
                  </a:moveTo>
                  <a:lnTo>
                    <a:pt x="0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l1325"/>
            <p:cNvSpPr/>
            <p:nvPr/>
          </p:nvSpPr>
          <p:spPr>
            <a:xfrm>
              <a:off x="2246559" y="5653953"/>
              <a:ext cx="11505" cy="21250"/>
            </a:xfrm>
            <a:custGeom>
              <a:avLst/>
              <a:gdLst/>
              <a:ahLst/>
              <a:cxnLst/>
              <a:rect l="0" t="0" r="0" b="0"/>
              <a:pathLst>
                <a:path w="11505" h="21250">
                  <a:moveTo>
                    <a:pt x="0" y="0"/>
                  </a:moveTo>
                  <a:lnTo>
                    <a:pt x="11505" y="2125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l1326"/>
            <p:cNvSpPr/>
            <p:nvPr/>
          </p:nvSpPr>
          <p:spPr>
            <a:xfrm>
              <a:off x="2765935" y="6369773"/>
              <a:ext cx="11778" cy="5820"/>
            </a:xfrm>
            <a:custGeom>
              <a:avLst/>
              <a:gdLst/>
              <a:ahLst/>
              <a:cxnLst/>
              <a:rect l="0" t="0" r="0" b="0"/>
              <a:pathLst>
                <a:path w="11778" h="5820">
                  <a:moveTo>
                    <a:pt x="11778" y="5820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l1327"/>
            <p:cNvSpPr/>
            <p:nvPr/>
          </p:nvSpPr>
          <p:spPr>
            <a:xfrm>
              <a:off x="3946979" y="7680377"/>
              <a:ext cx="1507" cy="26623"/>
            </a:xfrm>
            <a:custGeom>
              <a:avLst/>
              <a:gdLst/>
              <a:ahLst/>
              <a:cxnLst/>
              <a:rect l="0" t="0" r="0" b="0"/>
              <a:pathLst>
                <a:path w="1507" h="26623">
                  <a:moveTo>
                    <a:pt x="1507" y="0"/>
                  </a:moveTo>
                  <a:lnTo>
                    <a:pt x="0" y="26623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l1328"/>
            <p:cNvSpPr/>
            <p:nvPr/>
          </p:nvSpPr>
          <p:spPr>
            <a:xfrm>
              <a:off x="3290109" y="5810231"/>
              <a:ext cx="31939" cy="67"/>
            </a:xfrm>
            <a:custGeom>
              <a:avLst/>
              <a:gdLst/>
              <a:ahLst/>
              <a:cxnLst/>
              <a:rect l="0" t="0" r="0" b="0"/>
              <a:pathLst>
                <a:path w="31939" h="67">
                  <a:moveTo>
                    <a:pt x="0" y="0"/>
                  </a:moveTo>
                  <a:lnTo>
                    <a:pt x="31939" y="67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l1329"/>
            <p:cNvSpPr/>
            <p:nvPr/>
          </p:nvSpPr>
          <p:spPr>
            <a:xfrm>
              <a:off x="3288888" y="5774084"/>
              <a:ext cx="37236" cy="3035"/>
            </a:xfrm>
            <a:custGeom>
              <a:avLst/>
              <a:gdLst/>
              <a:ahLst/>
              <a:cxnLst/>
              <a:rect l="0" t="0" r="0" b="0"/>
              <a:pathLst>
                <a:path w="37236" h="3035">
                  <a:moveTo>
                    <a:pt x="0" y="0"/>
                  </a:moveTo>
                  <a:lnTo>
                    <a:pt x="37236" y="3035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l1330"/>
            <p:cNvSpPr/>
            <p:nvPr/>
          </p:nvSpPr>
          <p:spPr>
            <a:xfrm>
              <a:off x="3728898" y="6555616"/>
              <a:ext cx="108090" cy="54832"/>
            </a:xfrm>
            <a:custGeom>
              <a:avLst/>
              <a:gdLst/>
              <a:ahLst/>
              <a:cxnLst/>
              <a:rect l="0" t="0" r="0" b="0"/>
              <a:pathLst>
                <a:path w="108090" h="54832">
                  <a:moveTo>
                    <a:pt x="0" y="54832"/>
                  </a:moveTo>
                  <a:lnTo>
                    <a:pt x="10809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l1331"/>
            <p:cNvSpPr/>
            <p:nvPr/>
          </p:nvSpPr>
          <p:spPr>
            <a:xfrm>
              <a:off x="3694415" y="6610449"/>
              <a:ext cx="34482" cy="20469"/>
            </a:xfrm>
            <a:custGeom>
              <a:avLst/>
              <a:gdLst/>
              <a:ahLst/>
              <a:cxnLst/>
              <a:rect l="0" t="0" r="0" b="0"/>
              <a:pathLst>
                <a:path w="34482" h="20469">
                  <a:moveTo>
                    <a:pt x="34482" y="0"/>
                  </a:moveTo>
                  <a:lnTo>
                    <a:pt x="0" y="20469"/>
                  </a:lnTo>
                </a:path>
              </a:pathLst>
            </a:custGeom>
            <a:ln w="548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l1332"/>
            <p:cNvSpPr/>
            <p:nvPr/>
          </p:nvSpPr>
          <p:spPr>
            <a:xfrm>
              <a:off x="3353763" y="5717715"/>
              <a:ext cx="6331" cy="45143"/>
            </a:xfrm>
            <a:custGeom>
              <a:avLst/>
              <a:gdLst/>
              <a:ahLst/>
              <a:cxnLst/>
              <a:rect l="0" t="0" r="0" b="0"/>
              <a:pathLst>
                <a:path w="6331" h="45143">
                  <a:moveTo>
                    <a:pt x="6331" y="0"/>
                  </a:moveTo>
                  <a:lnTo>
                    <a:pt x="0" y="45143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l1333"/>
            <p:cNvSpPr/>
            <p:nvPr/>
          </p:nvSpPr>
          <p:spPr>
            <a:xfrm>
              <a:off x="3328915" y="5717715"/>
              <a:ext cx="31180" cy="38600"/>
            </a:xfrm>
            <a:custGeom>
              <a:avLst/>
              <a:gdLst/>
              <a:ahLst/>
              <a:cxnLst/>
              <a:rect l="0" t="0" r="0" b="0"/>
              <a:pathLst>
                <a:path w="31180" h="38600">
                  <a:moveTo>
                    <a:pt x="31180" y="0"/>
                  </a:moveTo>
                  <a:lnTo>
                    <a:pt x="0" y="3860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l1334"/>
            <p:cNvSpPr/>
            <p:nvPr/>
          </p:nvSpPr>
          <p:spPr>
            <a:xfrm>
              <a:off x="3360095" y="5717715"/>
              <a:ext cx="68011" cy="3508"/>
            </a:xfrm>
            <a:custGeom>
              <a:avLst/>
              <a:gdLst/>
              <a:ahLst/>
              <a:cxnLst/>
              <a:rect l="0" t="0" r="0" b="0"/>
              <a:pathLst>
                <a:path w="68011" h="3508">
                  <a:moveTo>
                    <a:pt x="0" y="0"/>
                  </a:moveTo>
                  <a:lnTo>
                    <a:pt x="68011" y="3508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l1335"/>
            <p:cNvSpPr/>
            <p:nvPr/>
          </p:nvSpPr>
          <p:spPr>
            <a:xfrm>
              <a:off x="3342915" y="5691335"/>
              <a:ext cx="17180" cy="26380"/>
            </a:xfrm>
            <a:custGeom>
              <a:avLst/>
              <a:gdLst/>
              <a:ahLst/>
              <a:cxnLst/>
              <a:rect l="0" t="0" r="0" b="0"/>
              <a:pathLst>
                <a:path w="17180" h="26380">
                  <a:moveTo>
                    <a:pt x="17180" y="26380"/>
                  </a:moveTo>
                  <a:lnTo>
                    <a:pt x="0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l1336"/>
            <p:cNvSpPr/>
            <p:nvPr/>
          </p:nvSpPr>
          <p:spPr>
            <a:xfrm>
              <a:off x="3360095" y="5703819"/>
              <a:ext cx="30020" cy="13896"/>
            </a:xfrm>
            <a:custGeom>
              <a:avLst/>
              <a:gdLst/>
              <a:ahLst/>
              <a:cxnLst/>
              <a:rect l="0" t="0" r="0" b="0"/>
              <a:pathLst>
                <a:path w="30020" h="13896">
                  <a:moveTo>
                    <a:pt x="0" y="13896"/>
                  </a:moveTo>
                  <a:lnTo>
                    <a:pt x="3002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l1337"/>
            <p:cNvSpPr/>
            <p:nvPr/>
          </p:nvSpPr>
          <p:spPr>
            <a:xfrm>
              <a:off x="3340529" y="5717715"/>
              <a:ext cx="19566" cy="31900"/>
            </a:xfrm>
            <a:custGeom>
              <a:avLst/>
              <a:gdLst/>
              <a:ahLst/>
              <a:cxnLst/>
              <a:rect l="0" t="0" r="0" b="0"/>
              <a:pathLst>
                <a:path w="19566" h="31900">
                  <a:moveTo>
                    <a:pt x="19566" y="0"/>
                  </a:moveTo>
                  <a:lnTo>
                    <a:pt x="0" y="3190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l1338"/>
            <p:cNvSpPr/>
            <p:nvPr/>
          </p:nvSpPr>
          <p:spPr>
            <a:xfrm>
              <a:off x="3381050" y="5671724"/>
              <a:ext cx="23556" cy="71626"/>
            </a:xfrm>
            <a:custGeom>
              <a:avLst/>
              <a:gdLst/>
              <a:ahLst/>
              <a:cxnLst/>
              <a:rect l="0" t="0" r="0" b="0"/>
              <a:pathLst>
                <a:path w="23556" h="71626">
                  <a:moveTo>
                    <a:pt x="23556" y="0"/>
                  </a:moveTo>
                  <a:lnTo>
                    <a:pt x="0" y="71626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l1339"/>
            <p:cNvSpPr/>
            <p:nvPr/>
          </p:nvSpPr>
          <p:spPr>
            <a:xfrm>
              <a:off x="3389456" y="5608128"/>
              <a:ext cx="15149" cy="63595"/>
            </a:xfrm>
            <a:custGeom>
              <a:avLst/>
              <a:gdLst/>
              <a:ahLst/>
              <a:cxnLst/>
              <a:rect l="0" t="0" r="0" b="0"/>
              <a:pathLst>
                <a:path w="15149" h="63595">
                  <a:moveTo>
                    <a:pt x="15149" y="63595"/>
                  </a:moveTo>
                  <a:lnTo>
                    <a:pt x="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l1340"/>
            <p:cNvSpPr/>
            <p:nvPr/>
          </p:nvSpPr>
          <p:spPr>
            <a:xfrm>
              <a:off x="3975854" y="6469932"/>
              <a:ext cx="20674" cy="52869"/>
            </a:xfrm>
            <a:custGeom>
              <a:avLst/>
              <a:gdLst/>
              <a:ahLst/>
              <a:cxnLst/>
              <a:rect l="0" t="0" r="0" b="0"/>
              <a:pathLst>
                <a:path w="20674" h="52869">
                  <a:moveTo>
                    <a:pt x="20674" y="0"/>
                  </a:moveTo>
                  <a:lnTo>
                    <a:pt x="0" y="52869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l1341"/>
            <p:cNvSpPr/>
            <p:nvPr/>
          </p:nvSpPr>
          <p:spPr>
            <a:xfrm>
              <a:off x="3996528" y="6469932"/>
              <a:ext cx="9535" cy="21038"/>
            </a:xfrm>
            <a:custGeom>
              <a:avLst/>
              <a:gdLst/>
              <a:ahLst/>
              <a:cxnLst/>
              <a:rect l="0" t="0" r="0" b="0"/>
              <a:pathLst>
                <a:path w="9535" h="21038">
                  <a:moveTo>
                    <a:pt x="0" y="0"/>
                  </a:moveTo>
                  <a:lnTo>
                    <a:pt x="9535" y="21038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l1342"/>
            <p:cNvSpPr/>
            <p:nvPr/>
          </p:nvSpPr>
          <p:spPr>
            <a:xfrm>
              <a:off x="3996528" y="6469932"/>
              <a:ext cx="30873" cy="61190"/>
            </a:xfrm>
            <a:custGeom>
              <a:avLst/>
              <a:gdLst/>
              <a:ahLst/>
              <a:cxnLst/>
              <a:rect l="0" t="0" r="0" b="0"/>
              <a:pathLst>
                <a:path w="30873" h="61190">
                  <a:moveTo>
                    <a:pt x="0" y="0"/>
                  </a:moveTo>
                  <a:lnTo>
                    <a:pt x="30873" y="61190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l1343"/>
            <p:cNvSpPr/>
            <p:nvPr/>
          </p:nvSpPr>
          <p:spPr>
            <a:xfrm>
              <a:off x="3996528" y="6469932"/>
              <a:ext cx="1949" cy="115198"/>
            </a:xfrm>
            <a:custGeom>
              <a:avLst/>
              <a:gdLst/>
              <a:ahLst/>
              <a:cxnLst/>
              <a:rect l="0" t="0" r="0" b="0"/>
              <a:pathLst>
                <a:path w="1949" h="115198">
                  <a:moveTo>
                    <a:pt x="0" y="0"/>
                  </a:moveTo>
                  <a:lnTo>
                    <a:pt x="1949" y="11519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l1344"/>
            <p:cNvSpPr/>
            <p:nvPr/>
          </p:nvSpPr>
          <p:spPr>
            <a:xfrm>
              <a:off x="3996528" y="6469932"/>
              <a:ext cx="19464" cy="40266"/>
            </a:xfrm>
            <a:custGeom>
              <a:avLst/>
              <a:gdLst/>
              <a:ahLst/>
              <a:cxnLst/>
              <a:rect l="0" t="0" r="0" b="0"/>
              <a:pathLst>
                <a:path w="19464" h="40266">
                  <a:moveTo>
                    <a:pt x="0" y="0"/>
                  </a:moveTo>
                  <a:lnTo>
                    <a:pt x="19464" y="40266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l1345"/>
            <p:cNvSpPr/>
            <p:nvPr/>
          </p:nvSpPr>
          <p:spPr>
            <a:xfrm>
              <a:off x="3996528" y="6469932"/>
              <a:ext cx="33539" cy="107779"/>
            </a:xfrm>
            <a:custGeom>
              <a:avLst/>
              <a:gdLst/>
              <a:ahLst/>
              <a:cxnLst/>
              <a:rect l="0" t="0" r="0" b="0"/>
              <a:pathLst>
                <a:path w="33539" h="107779">
                  <a:moveTo>
                    <a:pt x="0" y="0"/>
                  </a:moveTo>
                  <a:lnTo>
                    <a:pt x="33539" y="107779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l1346"/>
            <p:cNvSpPr/>
            <p:nvPr/>
          </p:nvSpPr>
          <p:spPr>
            <a:xfrm>
              <a:off x="3836989" y="6469932"/>
              <a:ext cx="159539" cy="85684"/>
            </a:xfrm>
            <a:custGeom>
              <a:avLst/>
              <a:gdLst/>
              <a:ahLst/>
              <a:cxnLst/>
              <a:rect l="0" t="0" r="0" b="0"/>
              <a:pathLst>
                <a:path w="159539" h="85684">
                  <a:moveTo>
                    <a:pt x="159539" y="0"/>
                  </a:moveTo>
                  <a:lnTo>
                    <a:pt x="0" y="85684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l1347"/>
            <p:cNvSpPr/>
            <p:nvPr/>
          </p:nvSpPr>
          <p:spPr>
            <a:xfrm>
              <a:off x="3996528" y="6469932"/>
              <a:ext cx="49315" cy="51286"/>
            </a:xfrm>
            <a:custGeom>
              <a:avLst/>
              <a:gdLst/>
              <a:ahLst/>
              <a:cxnLst/>
              <a:rect l="0" t="0" r="0" b="0"/>
              <a:pathLst>
                <a:path w="49315" h="51286">
                  <a:moveTo>
                    <a:pt x="0" y="0"/>
                  </a:moveTo>
                  <a:lnTo>
                    <a:pt x="49315" y="51286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l1348"/>
            <p:cNvSpPr/>
            <p:nvPr/>
          </p:nvSpPr>
          <p:spPr>
            <a:xfrm>
              <a:off x="3996528" y="6445191"/>
              <a:ext cx="9917" cy="24741"/>
            </a:xfrm>
            <a:custGeom>
              <a:avLst/>
              <a:gdLst/>
              <a:ahLst/>
              <a:cxnLst/>
              <a:rect l="0" t="0" r="0" b="0"/>
              <a:pathLst>
                <a:path w="9917" h="24741">
                  <a:moveTo>
                    <a:pt x="0" y="24741"/>
                  </a:moveTo>
                  <a:lnTo>
                    <a:pt x="9917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l1349"/>
            <p:cNvSpPr/>
            <p:nvPr/>
          </p:nvSpPr>
          <p:spPr>
            <a:xfrm>
              <a:off x="3996528" y="6469932"/>
              <a:ext cx="50330" cy="13243"/>
            </a:xfrm>
            <a:custGeom>
              <a:avLst/>
              <a:gdLst/>
              <a:ahLst/>
              <a:cxnLst/>
              <a:rect l="0" t="0" r="0" b="0"/>
              <a:pathLst>
                <a:path w="50330" h="13243">
                  <a:moveTo>
                    <a:pt x="0" y="0"/>
                  </a:moveTo>
                  <a:lnTo>
                    <a:pt x="50330" y="13243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l1350"/>
            <p:cNvSpPr/>
            <p:nvPr/>
          </p:nvSpPr>
          <p:spPr>
            <a:xfrm>
              <a:off x="3996528" y="6469932"/>
              <a:ext cx="105060" cy="93311"/>
            </a:xfrm>
            <a:custGeom>
              <a:avLst/>
              <a:gdLst/>
              <a:ahLst/>
              <a:cxnLst/>
              <a:rect l="0" t="0" r="0" b="0"/>
              <a:pathLst>
                <a:path w="105060" h="93311">
                  <a:moveTo>
                    <a:pt x="0" y="0"/>
                  </a:moveTo>
                  <a:lnTo>
                    <a:pt x="105060" y="9331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l1351"/>
            <p:cNvSpPr/>
            <p:nvPr/>
          </p:nvSpPr>
          <p:spPr>
            <a:xfrm>
              <a:off x="3996528" y="6451341"/>
              <a:ext cx="42725" cy="18590"/>
            </a:xfrm>
            <a:custGeom>
              <a:avLst/>
              <a:gdLst/>
              <a:ahLst/>
              <a:cxnLst/>
              <a:rect l="0" t="0" r="0" b="0"/>
              <a:pathLst>
                <a:path w="42725" h="18590">
                  <a:moveTo>
                    <a:pt x="0" y="18590"/>
                  </a:moveTo>
                  <a:lnTo>
                    <a:pt x="42725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l1352"/>
            <p:cNvSpPr/>
            <p:nvPr/>
          </p:nvSpPr>
          <p:spPr>
            <a:xfrm>
              <a:off x="3988604" y="6469932"/>
              <a:ext cx="7924" cy="40434"/>
            </a:xfrm>
            <a:custGeom>
              <a:avLst/>
              <a:gdLst/>
              <a:ahLst/>
              <a:cxnLst/>
              <a:rect l="0" t="0" r="0" b="0"/>
              <a:pathLst>
                <a:path w="7924" h="40434">
                  <a:moveTo>
                    <a:pt x="7924" y="0"/>
                  </a:moveTo>
                  <a:lnTo>
                    <a:pt x="0" y="40434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l1353"/>
            <p:cNvSpPr/>
            <p:nvPr/>
          </p:nvSpPr>
          <p:spPr>
            <a:xfrm>
              <a:off x="3965510" y="6469932"/>
              <a:ext cx="31018" cy="26343"/>
            </a:xfrm>
            <a:custGeom>
              <a:avLst/>
              <a:gdLst/>
              <a:ahLst/>
              <a:cxnLst/>
              <a:rect l="0" t="0" r="0" b="0"/>
              <a:pathLst>
                <a:path w="31018" h="26343">
                  <a:moveTo>
                    <a:pt x="31018" y="0"/>
                  </a:moveTo>
                  <a:lnTo>
                    <a:pt x="0" y="26343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l1354"/>
            <p:cNvSpPr/>
            <p:nvPr/>
          </p:nvSpPr>
          <p:spPr>
            <a:xfrm>
              <a:off x="3996528" y="6469932"/>
              <a:ext cx="129409" cy="60276"/>
            </a:xfrm>
            <a:custGeom>
              <a:avLst/>
              <a:gdLst/>
              <a:ahLst/>
              <a:cxnLst/>
              <a:rect l="0" t="0" r="0" b="0"/>
              <a:pathLst>
                <a:path w="129409" h="60276">
                  <a:moveTo>
                    <a:pt x="0" y="0"/>
                  </a:moveTo>
                  <a:lnTo>
                    <a:pt x="129409" y="60276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l1355"/>
            <p:cNvSpPr/>
            <p:nvPr/>
          </p:nvSpPr>
          <p:spPr>
            <a:xfrm>
              <a:off x="3996528" y="6469932"/>
              <a:ext cx="101691" cy="24305"/>
            </a:xfrm>
            <a:custGeom>
              <a:avLst/>
              <a:gdLst/>
              <a:ahLst/>
              <a:cxnLst/>
              <a:rect l="0" t="0" r="0" b="0"/>
              <a:pathLst>
                <a:path w="101691" h="24305">
                  <a:moveTo>
                    <a:pt x="0" y="0"/>
                  </a:moveTo>
                  <a:lnTo>
                    <a:pt x="101691" y="2430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l1356"/>
            <p:cNvSpPr/>
            <p:nvPr/>
          </p:nvSpPr>
          <p:spPr>
            <a:xfrm>
              <a:off x="3996528" y="6469932"/>
              <a:ext cx="57418" cy="123555"/>
            </a:xfrm>
            <a:custGeom>
              <a:avLst/>
              <a:gdLst/>
              <a:ahLst/>
              <a:cxnLst/>
              <a:rect l="0" t="0" r="0" b="0"/>
              <a:pathLst>
                <a:path w="57418" h="123555">
                  <a:moveTo>
                    <a:pt x="0" y="0"/>
                  </a:moveTo>
                  <a:lnTo>
                    <a:pt x="57418" y="12355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l1357"/>
            <p:cNvSpPr/>
            <p:nvPr/>
          </p:nvSpPr>
          <p:spPr>
            <a:xfrm>
              <a:off x="3551041" y="5691497"/>
              <a:ext cx="25505" cy="14909"/>
            </a:xfrm>
            <a:custGeom>
              <a:avLst/>
              <a:gdLst/>
              <a:ahLst/>
              <a:cxnLst/>
              <a:rect l="0" t="0" r="0" b="0"/>
              <a:pathLst>
                <a:path w="25505" h="14909">
                  <a:moveTo>
                    <a:pt x="25505" y="0"/>
                  </a:moveTo>
                  <a:lnTo>
                    <a:pt x="0" y="14909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l1358"/>
            <p:cNvSpPr/>
            <p:nvPr/>
          </p:nvSpPr>
          <p:spPr>
            <a:xfrm>
              <a:off x="3446825" y="5600973"/>
              <a:ext cx="18640" cy="70627"/>
            </a:xfrm>
            <a:custGeom>
              <a:avLst/>
              <a:gdLst/>
              <a:ahLst/>
              <a:cxnLst/>
              <a:rect l="0" t="0" r="0" b="0"/>
              <a:pathLst>
                <a:path w="18640" h="70627">
                  <a:moveTo>
                    <a:pt x="0" y="70627"/>
                  </a:moveTo>
                  <a:lnTo>
                    <a:pt x="1864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l1359"/>
            <p:cNvSpPr/>
            <p:nvPr/>
          </p:nvSpPr>
          <p:spPr>
            <a:xfrm>
              <a:off x="3446825" y="5576401"/>
              <a:ext cx="62376" cy="95200"/>
            </a:xfrm>
            <a:custGeom>
              <a:avLst/>
              <a:gdLst/>
              <a:ahLst/>
              <a:cxnLst/>
              <a:rect l="0" t="0" r="0" b="0"/>
              <a:pathLst>
                <a:path w="62376" h="95200">
                  <a:moveTo>
                    <a:pt x="0" y="95200"/>
                  </a:moveTo>
                  <a:lnTo>
                    <a:pt x="62376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l1360"/>
            <p:cNvSpPr/>
            <p:nvPr/>
          </p:nvSpPr>
          <p:spPr>
            <a:xfrm>
              <a:off x="3428106" y="5671601"/>
              <a:ext cx="18718" cy="49622"/>
            </a:xfrm>
            <a:custGeom>
              <a:avLst/>
              <a:gdLst/>
              <a:ahLst/>
              <a:cxnLst/>
              <a:rect l="0" t="0" r="0" b="0"/>
              <a:pathLst>
                <a:path w="18718" h="49622">
                  <a:moveTo>
                    <a:pt x="18718" y="0"/>
                  </a:moveTo>
                  <a:lnTo>
                    <a:pt x="0" y="49622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l1361"/>
            <p:cNvSpPr/>
            <p:nvPr/>
          </p:nvSpPr>
          <p:spPr>
            <a:xfrm>
              <a:off x="3384401" y="5671601"/>
              <a:ext cx="62424" cy="83915"/>
            </a:xfrm>
            <a:custGeom>
              <a:avLst/>
              <a:gdLst/>
              <a:ahLst/>
              <a:cxnLst/>
              <a:rect l="0" t="0" r="0" b="0"/>
              <a:pathLst>
                <a:path w="62424" h="83915">
                  <a:moveTo>
                    <a:pt x="62424" y="0"/>
                  </a:moveTo>
                  <a:lnTo>
                    <a:pt x="0" y="83915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l1362"/>
            <p:cNvSpPr/>
            <p:nvPr/>
          </p:nvSpPr>
          <p:spPr>
            <a:xfrm>
              <a:off x="3446825" y="5640122"/>
              <a:ext cx="13955" cy="31479"/>
            </a:xfrm>
            <a:custGeom>
              <a:avLst/>
              <a:gdLst/>
              <a:ahLst/>
              <a:cxnLst/>
              <a:rect l="0" t="0" r="0" b="0"/>
              <a:pathLst>
                <a:path w="13955" h="31479">
                  <a:moveTo>
                    <a:pt x="0" y="31479"/>
                  </a:moveTo>
                  <a:lnTo>
                    <a:pt x="13955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l1363"/>
            <p:cNvSpPr/>
            <p:nvPr/>
          </p:nvSpPr>
          <p:spPr>
            <a:xfrm>
              <a:off x="3446825" y="5647418"/>
              <a:ext cx="9679" cy="24183"/>
            </a:xfrm>
            <a:custGeom>
              <a:avLst/>
              <a:gdLst/>
              <a:ahLst/>
              <a:cxnLst/>
              <a:rect l="0" t="0" r="0" b="0"/>
              <a:pathLst>
                <a:path w="9679" h="24183">
                  <a:moveTo>
                    <a:pt x="0" y="24183"/>
                  </a:moveTo>
                  <a:lnTo>
                    <a:pt x="9679" y="0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l1364"/>
            <p:cNvSpPr/>
            <p:nvPr/>
          </p:nvSpPr>
          <p:spPr>
            <a:xfrm>
              <a:off x="3446825" y="5592772"/>
              <a:ext cx="51363" cy="78828"/>
            </a:xfrm>
            <a:custGeom>
              <a:avLst/>
              <a:gdLst/>
              <a:ahLst/>
              <a:cxnLst/>
              <a:rect l="0" t="0" r="0" b="0"/>
              <a:pathLst>
                <a:path w="51363" h="78828">
                  <a:moveTo>
                    <a:pt x="0" y="78828"/>
                  </a:moveTo>
                  <a:lnTo>
                    <a:pt x="51363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l1365"/>
            <p:cNvSpPr/>
            <p:nvPr/>
          </p:nvSpPr>
          <p:spPr>
            <a:xfrm>
              <a:off x="3446825" y="5658533"/>
              <a:ext cx="3651" cy="13068"/>
            </a:xfrm>
            <a:custGeom>
              <a:avLst/>
              <a:gdLst/>
              <a:ahLst/>
              <a:cxnLst/>
              <a:rect l="0" t="0" r="0" b="0"/>
              <a:pathLst>
                <a:path w="3651" h="13068">
                  <a:moveTo>
                    <a:pt x="0" y="13068"/>
                  </a:moveTo>
                  <a:lnTo>
                    <a:pt x="3651" y="0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l1366"/>
            <p:cNvSpPr/>
            <p:nvPr/>
          </p:nvSpPr>
          <p:spPr>
            <a:xfrm>
              <a:off x="3399620" y="5671601"/>
              <a:ext cx="47204" cy="94542"/>
            </a:xfrm>
            <a:custGeom>
              <a:avLst/>
              <a:gdLst/>
              <a:ahLst/>
              <a:cxnLst/>
              <a:rect l="0" t="0" r="0" b="0"/>
              <a:pathLst>
                <a:path w="47204" h="94542">
                  <a:moveTo>
                    <a:pt x="47204" y="0"/>
                  </a:moveTo>
                  <a:lnTo>
                    <a:pt x="0" y="94542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l1367"/>
            <p:cNvSpPr/>
            <p:nvPr/>
          </p:nvSpPr>
          <p:spPr>
            <a:xfrm>
              <a:off x="3403160" y="5671601"/>
              <a:ext cx="43664" cy="60060"/>
            </a:xfrm>
            <a:custGeom>
              <a:avLst/>
              <a:gdLst/>
              <a:ahLst/>
              <a:cxnLst/>
              <a:rect l="0" t="0" r="0" b="0"/>
              <a:pathLst>
                <a:path w="43664" h="60060">
                  <a:moveTo>
                    <a:pt x="43664" y="0"/>
                  </a:moveTo>
                  <a:lnTo>
                    <a:pt x="0" y="6006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l1368"/>
            <p:cNvSpPr/>
            <p:nvPr/>
          </p:nvSpPr>
          <p:spPr>
            <a:xfrm>
              <a:off x="3446825" y="5671601"/>
              <a:ext cx="26287" cy="49040"/>
            </a:xfrm>
            <a:custGeom>
              <a:avLst/>
              <a:gdLst/>
              <a:ahLst/>
              <a:cxnLst/>
              <a:rect l="0" t="0" r="0" b="0"/>
              <a:pathLst>
                <a:path w="26287" h="49040">
                  <a:moveTo>
                    <a:pt x="0" y="0"/>
                  </a:moveTo>
                  <a:lnTo>
                    <a:pt x="26287" y="4904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l1369"/>
            <p:cNvSpPr/>
            <p:nvPr/>
          </p:nvSpPr>
          <p:spPr>
            <a:xfrm>
              <a:off x="3158655" y="5809719"/>
              <a:ext cx="163392" cy="579"/>
            </a:xfrm>
            <a:custGeom>
              <a:avLst/>
              <a:gdLst/>
              <a:ahLst/>
              <a:cxnLst/>
              <a:rect l="0" t="0" r="0" b="0"/>
              <a:pathLst>
                <a:path w="163392" h="579">
                  <a:moveTo>
                    <a:pt x="0" y="0"/>
                  </a:moveTo>
                  <a:lnTo>
                    <a:pt x="163392" y="579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l1370"/>
            <p:cNvSpPr/>
            <p:nvPr/>
          </p:nvSpPr>
          <p:spPr>
            <a:xfrm>
              <a:off x="3275926" y="5833420"/>
              <a:ext cx="67941" cy="85650"/>
            </a:xfrm>
            <a:custGeom>
              <a:avLst/>
              <a:gdLst/>
              <a:ahLst/>
              <a:cxnLst/>
              <a:rect l="0" t="0" r="0" b="0"/>
              <a:pathLst>
                <a:path w="67941" h="85650">
                  <a:moveTo>
                    <a:pt x="0" y="85650"/>
                  </a:moveTo>
                  <a:lnTo>
                    <a:pt x="67941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l1371"/>
            <p:cNvSpPr/>
            <p:nvPr/>
          </p:nvSpPr>
          <p:spPr>
            <a:xfrm>
              <a:off x="3516816" y="5732701"/>
              <a:ext cx="73780" cy="13871"/>
            </a:xfrm>
            <a:custGeom>
              <a:avLst/>
              <a:gdLst/>
              <a:ahLst/>
              <a:cxnLst/>
              <a:rect l="0" t="0" r="0" b="0"/>
              <a:pathLst>
                <a:path w="73780" h="13871">
                  <a:moveTo>
                    <a:pt x="73780" y="0"/>
                  </a:moveTo>
                  <a:lnTo>
                    <a:pt x="0" y="13871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l1372"/>
            <p:cNvSpPr/>
            <p:nvPr/>
          </p:nvSpPr>
          <p:spPr>
            <a:xfrm>
              <a:off x="2903445" y="5526199"/>
              <a:ext cx="438581" cy="235659"/>
            </a:xfrm>
            <a:custGeom>
              <a:avLst/>
              <a:gdLst/>
              <a:ahLst/>
              <a:cxnLst/>
              <a:rect l="0" t="0" r="0" b="0"/>
              <a:pathLst>
                <a:path w="438581" h="235659">
                  <a:moveTo>
                    <a:pt x="438581" y="235659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l1373"/>
            <p:cNvSpPr/>
            <p:nvPr/>
          </p:nvSpPr>
          <p:spPr>
            <a:xfrm>
              <a:off x="4427153" y="4905283"/>
              <a:ext cx="11533" cy="12531"/>
            </a:xfrm>
            <a:custGeom>
              <a:avLst/>
              <a:gdLst/>
              <a:ahLst/>
              <a:cxnLst/>
              <a:rect l="0" t="0" r="0" b="0"/>
              <a:pathLst>
                <a:path w="11533" h="12531">
                  <a:moveTo>
                    <a:pt x="0" y="12531"/>
                  </a:moveTo>
                  <a:lnTo>
                    <a:pt x="11533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l1374"/>
            <p:cNvSpPr/>
            <p:nvPr/>
          </p:nvSpPr>
          <p:spPr>
            <a:xfrm>
              <a:off x="2492294" y="5128478"/>
              <a:ext cx="68908" cy="17325"/>
            </a:xfrm>
            <a:custGeom>
              <a:avLst/>
              <a:gdLst/>
              <a:ahLst/>
              <a:cxnLst/>
              <a:rect l="0" t="0" r="0" b="0"/>
              <a:pathLst>
                <a:path w="68908" h="17325">
                  <a:moveTo>
                    <a:pt x="68908" y="17325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l1375"/>
            <p:cNvSpPr/>
            <p:nvPr/>
          </p:nvSpPr>
          <p:spPr>
            <a:xfrm>
              <a:off x="3828514" y="6435232"/>
              <a:ext cx="42594" cy="68149"/>
            </a:xfrm>
            <a:custGeom>
              <a:avLst/>
              <a:gdLst/>
              <a:ahLst/>
              <a:cxnLst/>
              <a:rect l="0" t="0" r="0" b="0"/>
              <a:pathLst>
                <a:path w="42594" h="68149">
                  <a:moveTo>
                    <a:pt x="42594" y="0"/>
                  </a:moveTo>
                  <a:lnTo>
                    <a:pt x="0" y="68149"/>
                  </a:lnTo>
                </a:path>
              </a:pathLst>
            </a:custGeom>
            <a:ln w="543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l1376"/>
            <p:cNvSpPr/>
            <p:nvPr/>
          </p:nvSpPr>
          <p:spPr>
            <a:xfrm>
              <a:off x="3871108" y="6146420"/>
              <a:ext cx="134104" cy="288811"/>
            </a:xfrm>
            <a:custGeom>
              <a:avLst/>
              <a:gdLst/>
              <a:ahLst/>
              <a:cxnLst/>
              <a:rect l="0" t="0" r="0" b="0"/>
              <a:pathLst>
                <a:path w="134104" h="288811">
                  <a:moveTo>
                    <a:pt x="0" y="288811"/>
                  </a:moveTo>
                  <a:lnTo>
                    <a:pt x="134104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l1377"/>
            <p:cNvSpPr/>
            <p:nvPr/>
          </p:nvSpPr>
          <p:spPr>
            <a:xfrm>
              <a:off x="3871108" y="6399797"/>
              <a:ext cx="58126" cy="35434"/>
            </a:xfrm>
            <a:custGeom>
              <a:avLst/>
              <a:gdLst/>
              <a:ahLst/>
              <a:cxnLst/>
              <a:rect l="0" t="0" r="0" b="0"/>
              <a:pathLst>
                <a:path w="58126" h="35434">
                  <a:moveTo>
                    <a:pt x="0" y="35434"/>
                  </a:moveTo>
                  <a:lnTo>
                    <a:pt x="58126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l1378"/>
            <p:cNvSpPr/>
            <p:nvPr/>
          </p:nvSpPr>
          <p:spPr>
            <a:xfrm>
              <a:off x="3752354" y="7356994"/>
              <a:ext cx="9187" cy="46623"/>
            </a:xfrm>
            <a:custGeom>
              <a:avLst/>
              <a:gdLst/>
              <a:ahLst/>
              <a:cxnLst/>
              <a:rect l="0" t="0" r="0" b="0"/>
              <a:pathLst>
                <a:path w="9187" h="46623">
                  <a:moveTo>
                    <a:pt x="9187" y="0"/>
                  </a:moveTo>
                  <a:lnTo>
                    <a:pt x="0" y="46623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l1379"/>
            <p:cNvSpPr/>
            <p:nvPr/>
          </p:nvSpPr>
          <p:spPr>
            <a:xfrm>
              <a:off x="3761541" y="7356994"/>
              <a:ext cx="28855" cy="35284"/>
            </a:xfrm>
            <a:custGeom>
              <a:avLst/>
              <a:gdLst/>
              <a:ahLst/>
              <a:cxnLst/>
              <a:rect l="0" t="0" r="0" b="0"/>
              <a:pathLst>
                <a:path w="28855" h="35284">
                  <a:moveTo>
                    <a:pt x="0" y="0"/>
                  </a:moveTo>
                  <a:lnTo>
                    <a:pt x="28855" y="35284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l1380"/>
            <p:cNvSpPr/>
            <p:nvPr/>
          </p:nvSpPr>
          <p:spPr>
            <a:xfrm>
              <a:off x="3760830" y="7277369"/>
              <a:ext cx="710" cy="79624"/>
            </a:xfrm>
            <a:custGeom>
              <a:avLst/>
              <a:gdLst/>
              <a:ahLst/>
              <a:cxnLst/>
              <a:rect l="0" t="0" r="0" b="0"/>
              <a:pathLst>
                <a:path w="710" h="79624">
                  <a:moveTo>
                    <a:pt x="710" y="79624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l1381"/>
            <p:cNvSpPr/>
            <p:nvPr/>
          </p:nvSpPr>
          <p:spPr>
            <a:xfrm>
              <a:off x="3756088" y="7356994"/>
              <a:ext cx="5452" cy="13806"/>
            </a:xfrm>
            <a:custGeom>
              <a:avLst/>
              <a:gdLst/>
              <a:ahLst/>
              <a:cxnLst/>
              <a:rect l="0" t="0" r="0" b="0"/>
              <a:pathLst>
                <a:path w="5452" h="13806">
                  <a:moveTo>
                    <a:pt x="5452" y="0"/>
                  </a:moveTo>
                  <a:lnTo>
                    <a:pt x="0" y="13806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l1382"/>
            <p:cNvSpPr/>
            <p:nvPr/>
          </p:nvSpPr>
          <p:spPr>
            <a:xfrm>
              <a:off x="3714952" y="7356994"/>
              <a:ext cx="46589" cy="25011"/>
            </a:xfrm>
            <a:custGeom>
              <a:avLst/>
              <a:gdLst/>
              <a:ahLst/>
              <a:cxnLst/>
              <a:rect l="0" t="0" r="0" b="0"/>
              <a:pathLst>
                <a:path w="46589" h="25011">
                  <a:moveTo>
                    <a:pt x="46589" y="0"/>
                  </a:moveTo>
                  <a:lnTo>
                    <a:pt x="0" y="2501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l1383"/>
            <p:cNvSpPr/>
            <p:nvPr/>
          </p:nvSpPr>
          <p:spPr>
            <a:xfrm>
              <a:off x="3761541" y="7343277"/>
              <a:ext cx="5723" cy="13717"/>
            </a:xfrm>
            <a:custGeom>
              <a:avLst/>
              <a:gdLst/>
              <a:ahLst/>
              <a:cxnLst/>
              <a:rect l="0" t="0" r="0" b="0"/>
              <a:pathLst>
                <a:path w="5723" h="13717">
                  <a:moveTo>
                    <a:pt x="0" y="13717"/>
                  </a:moveTo>
                  <a:lnTo>
                    <a:pt x="5723" y="0"/>
                  </a:lnTo>
                </a:path>
              </a:pathLst>
            </a:custGeom>
            <a:ln w="544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l1384"/>
            <p:cNvSpPr/>
            <p:nvPr/>
          </p:nvSpPr>
          <p:spPr>
            <a:xfrm>
              <a:off x="3473438" y="5552484"/>
              <a:ext cx="2874" cy="34997"/>
            </a:xfrm>
            <a:custGeom>
              <a:avLst/>
              <a:gdLst/>
              <a:ahLst/>
              <a:cxnLst/>
              <a:rect l="0" t="0" r="0" b="0"/>
              <a:pathLst>
                <a:path w="2874" h="34997">
                  <a:moveTo>
                    <a:pt x="2874" y="0"/>
                  </a:moveTo>
                  <a:lnTo>
                    <a:pt x="0" y="34997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l1385"/>
            <p:cNvSpPr/>
            <p:nvPr/>
          </p:nvSpPr>
          <p:spPr>
            <a:xfrm>
              <a:off x="2260220" y="6826210"/>
              <a:ext cx="25573" cy="28972"/>
            </a:xfrm>
            <a:custGeom>
              <a:avLst/>
              <a:gdLst/>
              <a:ahLst/>
              <a:cxnLst/>
              <a:rect l="0" t="0" r="0" b="0"/>
              <a:pathLst>
                <a:path w="25573" h="28972">
                  <a:moveTo>
                    <a:pt x="0" y="0"/>
                  </a:moveTo>
                  <a:lnTo>
                    <a:pt x="25573" y="2897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l1386"/>
            <p:cNvSpPr/>
            <p:nvPr/>
          </p:nvSpPr>
          <p:spPr>
            <a:xfrm>
              <a:off x="4024860" y="6041580"/>
              <a:ext cx="181731" cy="66881"/>
            </a:xfrm>
            <a:custGeom>
              <a:avLst/>
              <a:gdLst/>
              <a:ahLst/>
              <a:cxnLst/>
              <a:rect l="0" t="0" r="0" b="0"/>
              <a:pathLst>
                <a:path w="181731" h="66881">
                  <a:moveTo>
                    <a:pt x="0" y="66881"/>
                  </a:moveTo>
                  <a:lnTo>
                    <a:pt x="181731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l1387"/>
            <p:cNvSpPr/>
            <p:nvPr/>
          </p:nvSpPr>
          <p:spPr>
            <a:xfrm>
              <a:off x="4005213" y="6108461"/>
              <a:ext cx="19647" cy="37959"/>
            </a:xfrm>
            <a:custGeom>
              <a:avLst/>
              <a:gdLst/>
              <a:ahLst/>
              <a:cxnLst/>
              <a:rect l="0" t="0" r="0" b="0"/>
              <a:pathLst>
                <a:path w="19647" h="37959">
                  <a:moveTo>
                    <a:pt x="19647" y="0"/>
                  </a:moveTo>
                  <a:lnTo>
                    <a:pt x="0" y="37959"/>
                  </a:lnTo>
                </a:path>
              </a:pathLst>
            </a:custGeom>
            <a:ln w="546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l1388"/>
            <p:cNvSpPr/>
            <p:nvPr/>
          </p:nvSpPr>
          <p:spPr>
            <a:xfrm>
              <a:off x="3995512" y="6057012"/>
              <a:ext cx="29348" cy="51449"/>
            </a:xfrm>
            <a:custGeom>
              <a:avLst/>
              <a:gdLst/>
              <a:ahLst/>
              <a:cxnLst/>
              <a:rect l="0" t="0" r="0" b="0"/>
              <a:pathLst>
                <a:path w="29348" h="51449">
                  <a:moveTo>
                    <a:pt x="29348" y="51449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l1389"/>
            <p:cNvSpPr/>
            <p:nvPr/>
          </p:nvSpPr>
          <p:spPr>
            <a:xfrm>
              <a:off x="4005148" y="6076792"/>
              <a:ext cx="19711" cy="31669"/>
            </a:xfrm>
            <a:custGeom>
              <a:avLst/>
              <a:gdLst/>
              <a:ahLst/>
              <a:cxnLst/>
              <a:rect l="0" t="0" r="0" b="0"/>
              <a:pathLst>
                <a:path w="19711" h="31669">
                  <a:moveTo>
                    <a:pt x="19711" y="31669"/>
                  </a:moveTo>
                  <a:lnTo>
                    <a:pt x="0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l1390"/>
            <p:cNvSpPr/>
            <p:nvPr/>
          </p:nvSpPr>
          <p:spPr>
            <a:xfrm>
              <a:off x="4024860" y="6108461"/>
              <a:ext cx="50500" cy="9601"/>
            </a:xfrm>
            <a:custGeom>
              <a:avLst/>
              <a:gdLst/>
              <a:ahLst/>
              <a:cxnLst/>
              <a:rect l="0" t="0" r="0" b="0"/>
              <a:pathLst>
                <a:path w="50500" h="9601">
                  <a:moveTo>
                    <a:pt x="0" y="0"/>
                  </a:moveTo>
                  <a:lnTo>
                    <a:pt x="50500" y="9601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l1391"/>
            <p:cNvSpPr/>
            <p:nvPr/>
          </p:nvSpPr>
          <p:spPr>
            <a:xfrm>
              <a:off x="4014548" y="6082702"/>
              <a:ext cx="10312" cy="25759"/>
            </a:xfrm>
            <a:custGeom>
              <a:avLst/>
              <a:gdLst/>
              <a:ahLst/>
              <a:cxnLst/>
              <a:rect l="0" t="0" r="0" b="0"/>
              <a:pathLst>
                <a:path w="10312" h="25759">
                  <a:moveTo>
                    <a:pt x="10312" y="25759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l1392"/>
            <p:cNvSpPr/>
            <p:nvPr/>
          </p:nvSpPr>
          <p:spPr>
            <a:xfrm>
              <a:off x="4024860" y="6108461"/>
              <a:ext cx="125982" cy="28790"/>
            </a:xfrm>
            <a:custGeom>
              <a:avLst/>
              <a:gdLst/>
              <a:ahLst/>
              <a:cxnLst/>
              <a:rect l="0" t="0" r="0" b="0"/>
              <a:pathLst>
                <a:path w="125982" h="28790">
                  <a:moveTo>
                    <a:pt x="0" y="0"/>
                  </a:moveTo>
                  <a:lnTo>
                    <a:pt x="125982" y="2879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l1393"/>
            <p:cNvSpPr/>
            <p:nvPr/>
          </p:nvSpPr>
          <p:spPr>
            <a:xfrm>
              <a:off x="3991033" y="6108461"/>
              <a:ext cx="33827" cy="109260"/>
            </a:xfrm>
            <a:custGeom>
              <a:avLst/>
              <a:gdLst/>
              <a:ahLst/>
              <a:cxnLst/>
              <a:rect l="0" t="0" r="0" b="0"/>
              <a:pathLst>
                <a:path w="33827" h="109260">
                  <a:moveTo>
                    <a:pt x="33827" y="0"/>
                  </a:moveTo>
                  <a:lnTo>
                    <a:pt x="0" y="10926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l1394"/>
            <p:cNvSpPr/>
            <p:nvPr/>
          </p:nvSpPr>
          <p:spPr>
            <a:xfrm>
              <a:off x="4024860" y="6108461"/>
              <a:ext cx="52589" cy="29113"/>
            </a:xfrm>
            <a:custGeom>
              <a:avLst/>
              <a:gdLst/>
              <a:ahLst/>
              <a:cxnLst/>
              <a:rect l="0" t="0" r="0" b="0"/>
              <a:pathLst>
                <a:path w="52589" h="29113">
                  <a:moveTo>
                    <a:pt x="0" y="0"/>
                  </a:moveTo>
                  <a:lnTo>
                    <a:pt x="52589" y="29113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l1395"/>
            <p:cNvSpPr/>
            <p:nvPr/>
          </p:nvSpPr>
          <p:spPr>
            <a:xfrm>
              <a:off x="4003176" y="6100424"/>
              <a:ext cx="21684" cy="8037"/>
            </a:xfrm>
            <a:custGeom>
              <a:avLst/>
              <a:gdLst/>
              <a:ahLst/>
              <a:cxnLst/>
              <a:rect l="0" t="0" r="0" b="0"/>
              <a:pathLst>
                <a:path w="21684" h="8037">
                  <a:moveTo>
                    <a:pt x="21684" y="8037"/>
                  </a:moveTo>
                  <a:lnTo>
                    <a:pt x="0" y="0"/>
                  </a:lnTo>
                </a:path>
              </a:pathLst>
            </a:custGeom>
            <a:ln w="544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l1396"/>
            <p:cNvSpPr/>
            <p:nvPr/>
          </p:nvSpPr>
          <p:spPr>
            <a:xfrm>
              <a:off x="3994454" y="6108192"/>
              <a:ext cx="30405" cy="269"/>
            </a:xfrm>
            <a:custGeom>
              <a:avLst/>
              <a:gdLst/>
              <a:ahLst/>
              <a:cxnLst/>
              <a:rect l="0" t="0" r="0" b="0"/>
              <a:pathLst>
                <a:path w="30405" h="269">
                  <a:moveTo>
                    <a:pt x="30405" y="269"/>
                  </a:moveTo>
                  <a:lnTo>
                    <a:pt x="0" y="0"/>
                  </a:lnTo>
                </a:path>
              </a:pathLst>
            </a:custGeom>
            <a:ln w="54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l1397"/>
            <p:cNvSpPr/>
            <p:nvPr/>
          </p:nvSpPr>
          <p:spPr>
            <a:xfrm>
              <a:off x="4024860" y="6108461"/>
              <a:ext cx="123314" cy="4938"/>
            </a:xfrm>
            <a:custGeom>
              <a:avLst/>
              <a:gdLst/>
              <a:ahLst/>
              <a:cxnLst/>
              <a:rect l="0" t="0" r="0" b="0"/>
              <a:pathLst>
                <a:path w="123314" h="4938">
                  <a:moveTo>
                    <a:pt x="0" y="0"/>
                  </a:moveTo>
                  <a:lnTo>
                    <a:pt x="123314" y="493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l1398"/>
            <p:cNvSpPr/>
            <p:nvPr/>
          </p:nvSpPr>
          <p:spPr>
            <a:xfrm>
              <a:off x="4024860" y="6108461"/>
              <a:ext cx="88659" cy="45694"/>
            </a:xfrm>
            <a:custGeom>
              <a:avLst/>
              <a:gdLst/>
              <a:ahLst/>
              <a:cxnLst/>
              <a:rect l="0" t="0" r="0" b="0"/>
              <a:pathLst>
                <a:path w="88659" h="45694">
                  <a:moveTo>
                    <a:pt x="0" y="0"/>
                  </a:moveTo>
                  <a:lnTo>
                    <a:pt x="88659" y="45694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l1399"/>
            <p:cNvSpPr/>
            <p:nvPr/>
          </p:nvSpPr>
          <p:spPr>
            <a:xfrm>
              <a:off x="4024860" y="6084716"/>
              <a:ext cx="34881" cy="23745"/>
            </a:xfrm>
            <a:custGeom>
              <a:avLst/>
              <a:gdLst/>
              <a:ahLst/>
              <a:cxnLst/>
              <a:rect l="0" t="0" r="0" b="0"/>
              <a:pathLst>
                <a:path w="34881" h="23745">
                  <a:moveTo>
                    <a:pt x="0" y="23745"/>
                  </a:moveTo>
                  <a:lnTo>
                    <a:pt x="34881" y="0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l1400"/>
            <p:cNvSpPr/>
            <p:nvPr/>
          </p:nvSpPr>
          <p:spPr>
            <a:xfrm>
              <a:off x="4024860" y="6108461"/>
              <a:ext cx="26957" cy="12011"/>
            </a:xfrm>
            <a:custGeom>
              <a:avLst/>
              <a:gdLst/>
              <a:ahLst/>
              <a:cxnLst/>
              <a:rect l="0" t="0" r="0" b="0"/>
              <a:pathLst>
                <a:path w="26957" h="12011">
                  <a:moveTo>
                    <a:pt x="0" y="0"/>
                  </a:moveTo>
                  <a:lnTo>
                    <a:pt x="26957" y="12011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l1401"/>
            <p:cNvSpPr/>
            <p:nvPr/>
          </p:nvSpPr>
          <p:spPr>
            <a:xfrm>
              <a:off x="4024860" y="6102302"/>
              <a:ext cx="36299" cy="6158"/>
            </a:xfrm>
            <a:custGeom>
              <a:avLst/>
              <a:gdLst/>
              <a:ahLst/>
              <a:cxnLst/>
              <a:rect l="0" t="0" r="0" b="0"/>
              <a:pathLst>
                <a:path w="36299" h="6158">
                  <a:moveTo>
                    <a:pt x="0" y="6158"/>
                  </a:moveTo>
                  <a:lnTo>
                    <a:pt x="36299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l1402"/>
            <p:cNvSpPr/>
            <p:nvPr/>
          </p:nvSpPr>
          <p:spPr>
            <a:xfrm>
              <a:off x="4024860" y="6091096"/>
              <a:ext cx="131201" cy="17365"/>
            </a:xfrm>
            <a:custGeom>
              <a:avLst/>
              <a:gdLst/>
              <a:ahLst/>
              <a:cxnLst/>
              <a:rect l="0" t="0" r="0" b="0"/>
              <a:pathLst>
                <a:path w="131201" h="17365">
                  <a:moveTo>
                    <a:pt x="0" y="17365"/>
                  </a:moveTo>
                  <a:lnTo>
                    <a:pt x="13120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l1403"/>
            <p:cNvSpPr/>
            <p:nvPr/>
          </p:nvSpPr>
          <p:spPr>
            <a:xfrm>
              <a:off x="4024860" y="6108461"/>
              <a:ext cx="3116" cy="21882"/>
            </a:xfrm>
            <a:custGeom>
              <a:avLst/>
              <a:gdLst/>
              <a:ahLst/>
              <a:cxnLst/>
              <a:rect l="0" t="0" r="0" b="0"/>
              <a:pathLst>
                <a:path w="3116" h="21882">
                  <a:moveTo>
                    <a:pt x="0" y="0"/>
                  </a:moveTo>
                  <a:lnTo>
                    <a:pt x="3116" y="21882"/>
                  </a:lnTo>
                </a:path>
              </a:pathLst>
            </a:custGeom>
            <a:ln w="543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l1404"/>
            <p:cNvSpPr/>
            <p:nvPr/>
          </p:nvSpPr>
          <p:spPr>
            <a:xfrm>
              <a:off x="4024860" y="6087800"/>
              <a:ext cx="66152" cy="20660"/>
            </a:xfrm>
            <a:custGeom>
              <a:avLst/>
              <a:gdLst/>
              <a:ahLst/>
              <a:cxnLst/>
              <a:rect l="0" t="0" r="0" b="0"/>
              <a:pathLst>
                <a:path w="66152" h="20660">
                  <a:moveTo>
                    <a:pt x="0" y="20660"/>
                  </a:moveTo>
                  <a:lnTo>
                    <a:pt x="66152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l1405"/>
            <p:cNvSpPr/>
            <p:nvPr/>
          </p:nvSpPr>
          <p:spPr>
            <a:xfrm>
              <a:off x="3914973" y="6108461"/>
              <a:ext cx="109886" cy="177384"/>
            </a:xfrm>
            <a:custGeom>
              <a:avLst/>
              <a:gdLst/>
              <a:ahLst/>
              <a:cxnLst/>
              <a:rect l="0" t="0" r="0" b="0"/>
              <a:pathLst>
                <a:path w="109886" h="177384">
                  <a:moveTo>
                    <a:pt x="109886" y="0"/>
                  </a:moveTo>
                  <a:lnTo>
                    <a:pt x="0" y="17738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l1406"/>
            <p:cNvSpPr/>
            <p:nvPr/>
          </p:nvSpPr>
          <p:spPr>
            <a:xfrm>
              <a:off x="4001424" y="6108461"/>
              <a:ext cx="23436" cy="43371"/>
            </a:xfrm>
            <a:custGeom>
              <a:avLst/>
              <a:gdLst/>
              <a:ahLst/>
              <a:cxnLst/>
              <a:rect l="0" t="0" r="0" b="0"/>
              <a:pathLst>
                <a:path w="23436" h="43371">
                  <a:moveTo>
                    <a:pt x="23436" y="0"/>
                  </a:moveTo>
                  <a:lnTo>
                    <a:pt x="0" y="43371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l1407"/>
            <p:cNvSpPr/>
            <p:nvPr/>
          </p:nvSpPr>
          <p:spPr>
            <a:xfrm>
              <a:off x="4004778" y="6108461"/>
              <a:ext cx="20082" cy="104766"/>
            </a:xfrm>
            <a:custGeom>
              <a:avLst/>
              <a:gdLst/>
              <a:ahLst/>
              <a:cxnLst/>
              <a:rect l="0" t="0" r="0" b="0"/>
              <a:pathLst>
                <a:path w="20082" h="104766">
                  <a:moveTo>
                    <a:pt x="20082" y="0"/>
                  </a:moveTo>
                  <a:lnTo>
                    <a:pt x="0" y="104766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l1408"/>
            <p:cNvSpPr/>
            <p:nvPr/>
          </p:nvSpPr>
          <p:spPr>
            <a:xfrm>
              <a:off x="4024860" y="6007002"/>
              <a:ext cx="87057" cy="101459"/>
            </a:xfrm>
            <a:custGeom>
              <a:avLst/>
              <a:gdLst/>
              <a:ahLst/>
              <a:cxnLst/>
              <a:rect l="0" t="0" r="0" b="0"/>
              <a:pathLst>
                <a:path w="87057" h="101459">
                  <a:moveTo>
                    <a:pt x="0" y="101459"/>
                  </a:moveTo>
                  <a:lnTo>
                    <a:pt x="87057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l1409"/>
            <p:cNvSpPr/>
            <p:nvPr/>
          </p:nvSpPr>
          <p:spPr>
            <a:xfrm>
              <a:off x="4024860" y="6052049"/>
              <a:ext cx="123469" cy="56412"/>
            </a:xfrm>
            <a:custGeom>
              <a:avLst/>
              <a:gdLst/>
              <a:ahLst/>
              <a:cxnLst/>
              <a:rect l="0" t="0" r="0" b="0"/>
              <a:pathLst>
                <a:path w="123469" h="56412">
                  <a:moveTo>
                    <a:pt x="0" y="56412"/>
                  </a:moveTo>
                  <a:lnTo>
                    <a:pt x="123469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l1410"/>
            <p:cNvSpPr/>
            <p:nvPr/>
          </p:nvSpPr>
          <p:spPr>
            <a:xfrm>
              <a:off x="4024860" y="6070567"/>
              <a:ext cx="57082" cy="37893"/>
            </a:xfrm>
            <a:custGeom>
              <a:avLst/>
              <a:gdLst/>
              <a:ahLst/>
              <a:cxnLst/>
              <a:rect l="0" t="0" r="0" b="0"/>
              <a:pathLst>
                <a:path w="57082" h="37893">
                  <a:moveTo>
                    <a:pt x="0" y="37893"/>
                  </a:moveTo>
                  <a:lnTo>
                    <a:pt x="57082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l1411"/>
            <p:cNvSpPr/>
            <p:nvPr/>
          </p:nvSpPr>
          <p:spPr>
            <a:xfrm>
              <a:off x="3290363" y="5725003"/>
              <a:ext cx="69630" cy="42865"/>
            </a:xfrm>
            <a:custGeom>
              <a:avLst/>
              <a:gdLst/>
              <a:ahLst/>
              <a:cxnLst/>
              <a:rect l="0" t="0" r="0" b="0"/>
              <a:pathLst>
                <a:path w="69630" h="42865">
                  <a:moveTo>
                    <a:pt x="69630" y="42865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l1412"/>
            <p:cNvSpPr/>
            <p:nvPr/>
          </p:nvSpPr>
          <p:spPr>
            <a:xfrm>
              <a:off x="3968116" y="6078212"/>
              <a:ext cx="45599" cy="34648"/>
            </a:xfrm>
            <a:custGeom>
              <a:avLst/>
              <a:gdLst/>
              <a:ahLst/>
              <a:cxnLst/>
              <a:rect l="0" t="0" r="0" b="0"/>
              <a:pathLst>
                <a:path w="45599" h="34648">
                  <a:moveTo>
                    <a:pt x="0" y="0"/>
                  </a:moveTo>
                  <a:lnTo>
                    <a:pt x="45599" y="34648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l1413"/>
            <p:cNvSpPr/>
            <p:nvPr/>
          </p:nvSpPr>
          <p:spPr>
            <a:xfrm>
              <a:off x="3509201" y="5551099"/>
              <a:ext cx="17331" cy="25302"/>
            </a:xfrm>
            <a:custGeom>
              <a:avLst/>
              <a:gdLst/>
              <a:ahLst/>
              <a:cxnLst/>
              <a:rect l="0" t="0" r="0" b="0"/>
              <a:pathLst>
                <a:path w="17331" h="25302">
                  <a:moveTo>
                    <a:pt x="17331" y="0"/>
                  </a:moveTo>
                  <a:lnTo>
                    <a:pt x="0" y="25302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l1414"/>
            <p:cNvSpPr/>
            <p:nvPr/>
          </p:nvSpPr>
          <p:spPr>
            <a:xfrm>
              <a:off x="3498188" y="5551099"/>
              <a:ext cx="28343" cy="41673"/>
            </a:xfrm>
            <a:custGeom>
              <a:avLst/>
              <a:gdLst/>
              <a:ahLst/>
              <a:cxnLst/>
              <a:rect l="0" t="0" r="0" b="0"/>
              <a:pathLst>
                <a:path w="28343" h="41673">
                  <a:moveTo>
                    <a:pt x="28343" y="0"/>
                  </a:moveTo>
                  <a:lnTo>
                    <a:pt x="0" y="41673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l1415"/>
            <p:cNvSpPr/>
            <p:nvPr/>
          </p:nvSpPr>
          <p:spPr>
            <a:xfrm>
              <a:off x="3462762" y="5630201"/>
              <a:ext cx="14333" cy="26921"/>
            </a:xfrm>
            <a:custGeom>
              <a:avLst/>
              <a:gdLst/>
              <a:ahLst/>
              <a:cxnLst/>
              <a:rect l="0" t="0" r="0" b="0"/>
              <a:pathLst>
                <a:path w="14333" h="26921">
                  <a:moveTo>
                    <a:pt x="0" y="26921"/>
                  </a:moveTo>
                  <a:lnTo>
                    <a:pt x="14333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l1416"/>
            <p:cNvSpPr/>
            <p:nvPr/>
          </p:nvSpPr>
          <p:spPr>
            <a:xfrm>
              <a:off x="3462762" y="5637735"/>
              <a:ext cx="13699" cy="19387"/>
            </a:xfrm>
            <a:custGeom>
              <a:avLst/>
              <a:gdLst/>
              <a:ahLst/>
              <a:cxnLst/>
              <a:rect l="0" t="0" r="0" b="0"/>
              <a:pathLst>
                <a:path w="13699" h="19387">
                  <a:moveTo>
                    <a:pt x="0" y="19387"/>
                  </a:moveTo>
                  <a:lnTo>
                    <a:pt x="13699" y="0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l1417"/>
            <p:cNvSpPr/>
            <p:nvPr/>
          </p:nvSpPr>
          <p:spPr>
            <a:xfrm>
              <a:off x="3462762" y="5657122"/>
              <a:ext cx="11241" cy="28187"/>
            </a:xfrm>
            <a:custGeom>
              <a:avLst/>
              <a:gdLst/>
              <a:ahLst/>
              <a:cxnLst/>
              <a:rect l="0" t="0" r="0" b="0"/>
              <a:pathLst>
                <a:path w="11241" h="28187">
                  <a:moveTo>
                    <a:pt x="0" y="0"/>
                  </a:moveTo>
                  <a:lnTo>
                    <a:pt x="11241" y="28187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l1418"/>
            <p:cNvSpPr/>
            <p:nvPr/>
          </p:nvSpPr>
          <p:spPr>
            <a:xfrm>
              <a:off x="3460781" y="5640122"/>
              <a:ext cx="1981" cy="17000"/>
            </a:xfrm>
            <a:custGeom>
              <a:avLst/>
              <a:gdLst/>
              <a:ahLst/>
              <a:cxnLst/>
              <a:rect l="0" t="0" r="0" b="0"/>
              <a:pathLst>
                <a:path w="1981" h="17000">
                  <a:moveTo>
                    <a:pt x="1981" y="17000"/>
                  </a:moveTo>
                  <a:lnTo>
                    <a:pt x="0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l1419"/>
            <p:cNvSpPr/>
            <p:nvPr/>
          </p:nvSpPr>
          <p:spPr>
            <a:xfrm>
              <a:off x="3398366" y="5657122"/>
              <a:ext cx="64396" cy="71394"/>
            </a:xfrm>
            <a:custGeom>
              <a:avLst/>
              <a:gdLst/>
              <a:ahLst/>
              <a:cxnLst/>
              <a:rect l="0" t="0" r="0" b="0"/>
              <a:pathLst>
                <a:path w="64396" h="71394">
                  <a:moveTo>
                    <a:pt x="64396" y="0"/>
                  </a:moveTo>
                  <a:lnTo>
                    <a:pt x="0" y="71394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l1420"/>
            <p:cNvSpPr/>
            <p:nvPr/>
          </p:nvSpPr>
          <p:spPr>
            <a:xfrm>
              <a:off x="3456504" y="5647418"/>
              <a:ext cx="6258" cy="9704"/>
            </a:xfrm>
            <a:custGeom>
              <a:avLst/>
              <a:gdLst/>
              <a:ahLst/>
              <a:cxnLst/>
              <a:rect l="0" t="0" r="0" b="0"/>
              <a:pathLst>
                <a:path w="6258" h="9704">
                  <a:moveTo>
                    <a:pt x="6258" y="9704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l1421"/>
            <p:cNvSpPr/>
            <p:nvPr/>
          </p:nvSpPr>
          <p:spPr>
            <a:xfrm>
              <a:off x="3462762" y="5641352"/>
              <a:ext cx="21839" cy="15770"/>
            </a:xfrm>
            <a:custGeom>
              <a:avLst/>
              <a:gdLst/>
              <a:ahLst/>
              <a:cxnLst/>
              <a:rect l="0" t="0" r="0" b="0"/>
              <a:pathLst>
                <a:path w="21839" h="15770">
                  <a:moveTo>
                    <a:pt x="0" y="15770"/>
                  </a:moveTo>
                  <a:lnTo>
                    <a:pt x="21839" y="0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l1422"/>
            <p:cNvSpPr/>
            <p:nvPr/>
          </p:nvSpPr>
          <p:spPr>
            <a:xfrm>
              <a:off x="3462762" y="5587482"/>
              <a:ext cx="10675" cy="69640"/>
            </a:xfrm>
            <a:custGeom>
              <a:avLst/>
              <a:gdLst/>
              <a:ahLst/>
              <a:cxnLst/>
              <a:rect l="0" t="0" r="0" b="0"/>
              <a:pathLst>
                <a:path w="10675" h="69640">
                  <a:moveTo>
                    <a:pt x="0" y="69640"/>
                  </a:moveTo>
                  <a:lnTo>
                    <a:pt x="10675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l1423"/>
            <p:cNvSpPr/>
            <p:nvPr/>
          </p:nvSpPr>
          <p:spPr>
            <a:xfrm>
              <a:off x="3462762" y="5657122"/>
              <a:ext cx="2072" cy="26486"/>
            </a:xfrm>
            <a:custGeom>
              <a:avLst/>
              <a:gdLst/>
              <a:ahLst/>
              <a:cxnLst/>
              <a:rect l="0" t="0" r="0" b="0"/>
              <a:pathLst>
                <a:path w="2072" h="26486">
                  <a:moveTo>
                    <a:pt x="0" y="0"/>
                  </a:moveTo>
                  <a:lnTo>
                    <a:pt x="2072" y="26486"/>
                  </a:lnTo>
                </a:path>
              </a:pathLst>
            </a:custGeom>
            <a:ln w="54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l1424"/>
            <p:cNvSpPr/>
            <p:nvPr/>
          </p:nvSpPr>
          <p:spPr>
            <a:xfrm>
              <a:off x="3462762" y="5657122"/>
              <a:ext cx="9922" cy="22606"/>
            </a:xfrm>
            <a:custGeom>
              <a:avLst/>
              <a:gdLst/>
              <a:ahLst/>
              <a:cxnLst/>
              <a:rect l="0" t="0" r="0" b="0"/>
              <a:pathLst>
                <a:path w="9922" h="22606">
                  <a:moveTo>
                    <a:pt x="0" y="0"/>
                  </a:moveTo>
                  <a:lnTo>
                    <a:pt x="9922" y="22606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l1425"/>
            <p:cNvSpPr/>
            <p:nvPr/>
          </p:nvSpPr>
          <p:spPr>
            <a:xfrm>
              <a:off x="3462762" y="5632407"/>
              <a:ext cx="5056" cy="24715"/>
            </a:xfrm>
            <a:custGeom>
              <a:avLst/>
              <a:gdLst/>
              <a:ahLst/>
              <a:cxnLst/>
              <a:rect l="0" t="0" r="0" b="0"/>
              <a:pathLst>
                <a:path w="5056" h="24715">
                  <a:moveTo>
                    <a:pt x="0" y="24715"/>
                  </a:moveTo>
                  <a:lnTo>
                    <a:pt x="5056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l1426"/>
            <p:cNvSpPr/>
            <p:nvPr/>
          </p:nvSpPr>
          <p:spPr>
            <a:xfrm>
              <a:off x="3290501" y="5835115"/>
              <a:ext cx="37995" cy="34902"/>
            </a:xfrm>
            <a:custGeom>
              <a:avLst/>
              <a:gdLst/>
              <a:ahLst/>
              <a:cxnLst/>
              <a:rect l="0" t="0" r="0" b="0"/>
              <a:pathLst>
                <a:path w="37995" h="34902">
                  <a:moveTo>
                    <a:pt x="0" y="34902"/>
                  </a:moveTo>
                  <a:lnTo>
                    <a:pt x="37995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l1427"/>
            <p:cNvSpPr/>
            <p:nvPr/>
          </p:nvSpPr>
          <p:spPr>
            <a:xfrm>
              <a:off x="4316614" y="6630618"/>
              <a:ext cx="26277" cy="37671"/>
            </a:xfrm>
            <a:custGeom>
              <a:avLst/>
              <a:gdLst/>
              <a:ahLst/>
              <a:cxnLst/>
              <a:rect l="0" t="0" r="0" b="0"/>
              <a:pathLst>
                <a:path w="26277" h="37671">
                  <a:moveTo>
                    <a:pt x="26277" y="37671"/>
                  </a:moveTo>
                  <a:lnTo>
                    <a:pt x="0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l1428"/>
            <p:cNvSpPr/>
            <p:nvPr/>
          </p:nvSpPr>
          <p:spPr>
            <a:xfrm>
              <a:off x="2998364" y="7344840"/>
              <a:ext cx="15361" cy="5944"/>
            </a:xfrm>
            <a:custGeom>
              <a:avLst/>
              <a:gdLst/>
              <a:ahLst/>
              <a:cxnLst/>
              <a:rect l="0" t="0" r="0" b="0"/>
              <a:pathLst>
                <a:path w="15361" h="5944">
                  <a:moveTo>
                    <a:pt x="15361" y="5944"/>
                  </a:moveTo>
                  <a:lnTo>
                    <a:pt x="0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l1429"/>
            <p:cNvSpPr/>
            <p:nvPr/>
          </p:nvSpPr>
          <p:spPr>
            <a:xfrm>
              <a:off x="2986347" y="7344836"/>
              <a:ext cx="12016" cy="4"/>
            </a:xfrm>
            <a:custGeom>
              <a:avLst/>
              <a:gdLst/>
              <a:ahLst/>
              <a:cxnLst/>
              <a:rect l="0" t="0" r="0" b="0"/>
              <a:pathLst>
                <a:path w="12016" h="4">
                  <a:moveTo>
                    <a:pt x="0" y="0"/>
                  </a:moveTo>
                  <a:lnTo>
                    <a:pt x="12016" y="4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l1430"/>
            <p:cNvSpPr/>
            <p:nvPr/>
          </p:nvSpPr>
          <p:spPr>
            <a:xfrm>
              <a:off x="2492294" y="5061798"/>
              <a:ext cx="102092" cy="66680"/>
            </a:xfrm>
            <a:custGeom>
              <a:avLst/>
              <a:gdLst/>
              <a:ahLst/>
              <a:cxnLst/>
              <a:rect l="0" t="0" r="0" b="0"/>
              <a:pathLst>
                <a:path w="102092" h="66680">
                  <a:moveTo>
                    <a:pt x="102092" y="0"/>
                  </a:moveTo>
                  <a:lnTo>
                    <a:pt x="0" y="6668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l1431"/>
            <p:cNvSpPr/>
            <p:nvPr/>
          </p:nvSpPr>
          <p:spPr>
            <a:xfrm>
              <a:off x="3421908" y="5507925"/>
              <a:ext cx="3973" cy="67985"/>
            </a:xfrm>
            <a:custGeom>
              <a:avLst/>
              <a:gdLst/>
              <a:ahLst/>
              <a:cxnLst/>
              <a:rect l="0" t="0" r="0" b="0"/>
              <a:pathLst>
                <a:path w="3973" h="67985">
                  <a:moveTo>
                    <a:pt x="3973" y="67985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l1432"/>
            <p:cNvSpPr/>
            <p:nvPr/>
          </p:nvSpPr>
          <p:spPr>
            <a:xfrm>
              <a:off x="3353763" y="5762859"/>
              <a:ext cx="17039" cy="36756"/>
            </a:xfrm>
            <a:custGeom>
              <a:avLst/>
              <a:gdLst/>
              <a:ahLst/>
              <a:cxnLst/>
              <a:rect l="0" t="0" r="0" b="0"/>
              <a:pathLst>
                <a:path w="17039" h="36756">
                  <a:moveTo>
                    <a:pt x="17039" y="36756"/>
                  </a:moveTo>
                  <a:lnTo>
                    <a:pt x="0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l1433"/>
            <p:cNvSpPr/>
            <p:nvPr/>
          </p:nvSpPr>
          <p:spPr>
            <a:xfrm>
              <a:off x="3328915" y="5756316"/>
              <a:ext cx="41887" cy="43299"/>
            </a:xfrm>
            <a:custGeom>
              <a:avLst/>
              <a:gdLst/>
              <a:ahLst/>
              <a:cxnLst/>
              <a:rect l="0" t="0" r="0" b="0"/>
              <a:pathLst>
                <a:path w="41887" h="43299">
                  <a:moveTo>
                    <a:pt x="41887" y="43299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l1434"/>
            <p:cNvSpPr/>
            <p:nvPr/>
          </p:nvSpPr>
          <p:spPr>
            <a:xfrm>
              <a:off x="3333301" y="5799616"/>
              <a:ext cx="37501" cy="7149"/>
            </a:xfrm>
            <a:custGeom>
              <a:avLst/>
              <a:gdLst/>
              <a:ahLst/>
              <a:cxnLst/>
              <a:rect l="0" t="0" r="0" b="0"/>
              <a:pathLst>
                <a:path w="37501" h="7149">
                  <a:moveTo>
                    <a:pt x="37501" y="0"/>
                  </a:moveTo>
                  <a:lnTo>
                    <a:pt x="0" y="7149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l1435"/>
            <p:cNvSpPr/>
            <p:nvPr/>
          </p:nvSpPr>
          <p:spPr>
            <a:xfrm>
              <a:off x="3370803" y="5784166"/>
              <a:ext cx="37247" cy="15449"/>
            </a:xfrm>
            <a:custGeom>
              <a:avLst/>
              <a:gdLst/>
              <a:ahLst/>
              <a:cxnLst/>
              <a:rect l="0" t="0" r="0" b="0"/>
              <a:pathLst>
                <a:path w="37247" h="15449">
                  <a:moveTo>
                    <a:pt x="0" y="15449"/>
                  </a:moveTo>
                  <a:lnTo>
                    <a:pt x="37247" y="0"/>
                  </a:lnTo>
                </a:path>
              </a:pathLst>
            </a:custGeom>
            <a:ln w="54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l1436"/>
            <p:cNvSpPr/>
            <p:nvPr/>
          </p:nvSpPr>
          <p:spPr>
            <a:xfrm>
              <a:off x="3345621" y="5799616"/>
              <a:ext cx="25181" cy="43101"/>
            </a:xfrm>
            <a:custGeom>
              <a:avLst/>
              <a:gdLst/>
              <a:ahLst/>
              <a:cxnLst/>
              <a:rect l="0" t="0" r="0" b="0"/>
              <a:pathLst>
                <a:path w="25181" h="43101">
                  <a:moveTo>
                    <a:pt x="25181" y="0"/>
                  </a:moveTo>
                  <a:lnTo>
                    <a:pt x="0" y="43101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l1437"/>
            <p:cNvSpPr/>
            <p:nvPr/>
          </p:nvSpPr>
          <p:spPr>
            <a:xfrm>
              <a:off x="3370803" y="5776917"/>
              <a:ext cx="44876" cy="22699"/>
            </a:xfrm>
            <a:custGeom>
              <a:avLst/>
              <a:gdLst/>
              <a:ahLst/>
              <a:cxnLst/>
              <a:rect l="0" t="0" r="0" b="0"/>
              <a:pathLst>
                <a:path w="44876" h="22699">
                  <a:moveTo>
                    <a:pt x="0" y="22699"/>
                  </a:moveTo>
                  <a:lnTo>
                    <a:pt x="44876" y="0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l1438"/>
            <p:cNvSpPr/>
            <p:nvPr/>
          </p:nvSpPr>
          <p:spPr>
            <a:xfrm>
              <a:off x="3370803" y="5799616"/>
              <a:ext cx="28611" cy="670"/>
            </a:xfrm>
            <a:custGeom>
              <a:avLst/>
              <a:gdLst/>
              <a:ahLst/>
              <a:cxnLst/>
              <a:rect l="0" t="0" r="0" b="0"/>
              <a:pathLst>
                <a:path w="28611" h="670">
                  <a:moveTo>
                    <a:pt x="0" y="0"/>
                  </a:moveTo>
                  <a:lnTo>
                    <a:pt x="28611" y="67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l1439"/>
            <p:cNvSpPr/>
            <p:nvPr/>
          </p:nvSpPr>
          <p:spPr>
            <a:xfrm>
              <a:off x="3357378" y="5799616"/>
              <a:ext cx="13424" cy="15348"/>
            </a:xfrm>
            <a:custGeom>
              <a:avLst/>
              <a:gdLst/>
              <a:ahLst/>
              <a:cxnLst/>
              <a:rect l="0" t="0" r="0" b="0"/>
              <a:pathLst>
                <a:path w="13424" h="15348">
                  <a:moveTo>
                    <a:pt x="13424" y="0"/>
                  </a:moveTo>
                  <a:lnTo>
                    <a:pt x="0" y="15348"/>
                  </a:lnTo>
                </a:path>
              </a:pathLst>
            </a:custGeom>
            <a:ln w="550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l1440"/>
            <p:cNvSpPr/>
            <p:nvPr/>
          </p:nvSpPr>
          <p:spPr>
            <a:xfrm>
              <a:off x="3363193" y="5799616"/>
              <a:ext cx="7609" cy="18184"/>
            </a:xfrm>
            <a:custGeom>
              <a:avLst/>
              <a:gdLst/>
              <a:ahLst/>
              <a:cxnLst/>
              <a:rect l="0" t="0" r="0" b="0"/>
              <a:pathLst>
                <a:path w="7609" h="18184">
                  <a:moveTo>
                    <a:pt x="7609" y="0"/>
                  </a:moveTo>
                  <a:lnTo>
                    <a:pt x="0" y="18184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l1441"/>
            <p:cNvSpPr/>
            <p:nvPr/>
          </p:nvSpPr>
          <p:spPr>
            <a:xfrm>
              <a:off x="3370803" y="5770299"/>
              <a:ext cx="41276" cy="29316"/>
            </a:xfrm>
            <a:custGeom>
              <a:avLst/>
              <a:gdLst/>
              <a:ahLst/>
              <a:cxnLst/>
              <a:rect l="0" t="0" r="0" b="0"/>
              <a:pathLst>
                <a:path w="41276" h="29316">
                  <a:moveTo>
                    <a:pt x="0" y="29316"/>
                  </a:moveTo>
                  <a:lnTo>
                    <a:pt x="41276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l1442"/>
            <p:cNvSpPr/>
            <p:nvPr/>
          </p:nvSpPr>
          <p:spPr>
            <a:xfrm>
              <a:off x="3357773" y="5799616"/>
              <a:ext cx="13029" cy="49245"/>
            </a:xfrm>
            <a:custGeom>
              <a:avLst/>
              <a:gdLst/>
              <a:ahLst/>
              <a:cxnLst/>
              <a:rect l="0" t="0" r="0" b="0"/>
              <a:pathLst>
                <a:path w="13029" h="49245">
                  <a:moveTo>
                    <a:pt x="13029" y="0"/>
                  </a:moveTo>
                  <a:lnTo>
                    <a:pt x="0" y="49245"/>
                  </a:lnTo>
                </a:path>
              </a:pathLst>
            </a:custGeom>
            <a:ln w="54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l1443"/>
            <p:cNvSpPr/>
            <p:nvPr/>
          </p:nvSpPr>
          <p:spPr>
            <a:xfrm>
              <a:off x="3353423" y="5799616"/>
              <a:ext cx="17379" cy="12924"/>
            </a:xfrm>
            <a:custGeom>
              <a:avLst/>
              <a:gdLst/>
              <a:ahLst/>
              <a:cxnLst/>
              <a:rect l="0" t="0" r="0" b="0"/>
              <a:pathLst>
                <a:path w="17379" h="12924">
                  <a:moveTo>
                    <a:pt x="17379" y="0"/>
                  </a:moveTo>
                  <a:lnTo>
                    <a:pt x="0" y="12924"/>
                  </a:lnTo>
                </a:path>
              </a:pathLst>
            </a:custGeom>
            <a:ln w="558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l1444"/>
            <p:cNvSpPr/>
            <p:nvPr/>
          </p:nvSpPr>
          <p:spPr>
            <a:xfrm>
              <a:off x="3336872" y="5799616"/>
              <a:ext cx="33931" cy="35748"/>
            </a:xfrm>
            <a:custGeom>
              <a:avLst/>
              <a:gdLst/>
              <a:ahLst/>
              <a:cxnLst/>
              <a:rect l="0" t="0" r="0" b="0"/>
              <a:pathLst>
                <a:path w="33931" h="35748">
                  <a:moveTo>
                    <a:pt x="33931" y="0"/>
                  </a:moveTo>
                  <a:lnTo>
                    <a:pt x="0" y="35748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l1445"/>
            <p:cNvSpPr/>
            <p:nvPr/>
          </p:nvSpPr>
          <p:spPr>
            <a:xfrm>
              <a:off x="3370803" y="5743350"/>
              <a:ext cx="10246" cy="56265"/>
            </a:xfrm>
            <a:custGeom>
              <a:avLst/>
              <a:gdLst/>
              <a:ahLst/>
              <a:cxnLst/>
              <a:rect l="0" t="0" r="0" b="0"/>
              <a:pathLst>
                <a:path w="10246" h="56265">
                  <a:moveTo>
                    <a:pt x="0" y="56265"/>
                  </a:moveTo>
                  <a:lnTo>
                    <a:pt x="10246" y="0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l1446"/>
            <p:cNvSpPr/>
            <p:nvPr/>
          </p:nvSpPr>
          <p:spPr>
            <a:xfrm>
              <a:off x="3370803" y="5755516"/>
              <a:ext cx="13597" cy="44099"/>
            </a:xfrm>
            <a:custGeom>
              <a:avLst/>
              <a:gdLst/>
              <a:ahLst/>
              <a:cxnLst/>
              <a:rect l="0" t="0" r="0" b="0"/>
              <a:pathLst>
                <a:path w="13597" h="44099">
                  <a:moveTo>
                    <a:pt x="0" y="44099"/>
                  </a:moveTo>
                  <a:lnTo>
                    <a:pt x="13597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l1447"/>
            <p:cNvSpPr/>
            <p:nvPr/>
          </p:nvSpPr>
          <p:spPr>
            <a:xfrm>
              <a:off x="3370803" y="5765846"/>
              <a:ext cx="66783" cy="33769"/>
            </a:xfrm>
            <a:custGeom>
              <a:avLst/>
              <a:gdLst/>
              <a:ahLst/>
              <a:cxnLst/>
              <a:rect l="0" t="0" r="0" b="0"/>
              <a:pathLst>
                <a:path w="66783" h="33769">
                  <a:moveTo>
                    <a:pt x="0" y="33769"/>
                  </a:moveTo>
                  <a:lnTo>
                    <a:pt x="66783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l1448"/>
            <p:cNvSpPr/>
            <p:nvPr/>
          </p:nvSpPr>
          <p:spPr>
            <a:xfrm>
              <a:off x="3370803" y="5774347"/>
              <a:ext cx="48768" cy="25269"/>
            </a:xfrm>
            <a:custGeom>
              <a:avLst/>
              <a:gdLst/>
              <a:ahLst/>
              <a:cxnLst/>
              <a:rect l="0" t="0" r="0" b="0"/>
              <a:pathLst>
                <a:path w="48768" h="25269">
                  <a:moveTo>
                    <a:pt x="0" y="25269"/>
                  </a:moveTo>
                  <a:lnTo>
                    <a:pt x="48768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l1449"/>
            <p:cNvSpPr/>
            <p:nvPr/>
          </p:nvSpPr>
          <p:spPr>
            <a:xfrm>
              <a:off x="3360600" y="5799616"/>
              <a:ext cx="10202" cy="29939"/>
            </a:xfrm>
            <a:custGeom>
              <a:avLst/>
              <a:gdLst/>
              <a:ahLst/>
              <a:cxnLst/>
              <a:rect l="0" t="0" r="0" b="0"/>
              <a:pathLst>
                <a:path w="10202" h="29939">
                  <a:moveTo>
                    <a:pt x="10202" y="0"/>
                  </a:moveTo>
                  <a:lnTo>
                    <a:pt x="0" y="29939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l1450"/>
            <p:cNvSpPr/>
            <p:nvPr/>
          </p:nvSpPr>
          <p:spPr>
            <a:xfrm>
              <a:off x="3370803" y="5784173"/>
              <a:ext cx="54523" cy="15442"/>
            </a:xfrm>
            <a:custGeom>
              <a:avLst/>
              <a:gdLst/>
              <a:ahLst/>
              <a:cxnLst/>
              <a:rect l="0" t="0" r="0" b="0"/>
              <a:pathLst>
                <a:path w="54523" h="15442">
                  <a:moveTo>
                    <a:pt x="0" y="15442"/>
                  </a:moveTo>
                  <a:lnTo>
                    <a:pt x="54523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l1451"/>
            <p:cNvSpPr/>
            <p:nvPr/>
          </p:nvSpPr>
          <p:spPr>
            <a:xfrm>
              <a:off x="3370803" y="5728517"/>
              <a:ext cx="27562" cy="71099"/>
            </a:xfrm>
            <a:custGeom>
              <a:avLst/>
              <a:gdLst/>
              <a:ahLst/>
              <a:cxnLst/>
              <a:rect l="0" t="0" r="0" b="0"/>
              <a:pathLst>
                <a:path w="27562" h="71099">
                  <a:moveTo>
                    <a:pt x="0" y="71099"/>
                  </a:moveTo>
                  <a:lnTo>
                    <a:pt x="27562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l1452"/>
            <p:cNvSpPr/>
            <p:nvPr/>
          </p:nvSpPr>
          <p:spPr>
            <a:xfrm>
              <a:off x="3370803" y="5772389"/>
              <a:ext cx="28889" cy="27226"/>
            </a:xfrm>
            <a:custGeom>
              <a:avLst/>
              <a:gdLst/>
              <a:ahLst/>
              <a:cxnLst/>
              <a:rect l="0" t="0" r="0" b="0"/>
              <a:pathLst>
                <a:path w="28889" h="27226">
                  <a:moveTo>
                    <a:pt x="0" y="27226"/>
                  </a:moveTo>
                  <a:lnTo>
                    <a:pt x="28889" y="0"/>
                  </a:lnTo>
                </a:path>
              </a:pathLst>
            </a:custGeom>
            <a:ln w="544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l1453"/>
            <p:cNvSpPr/>
            <p:nvPr/>
          </p:nvSpPr>
          <p:spPr>
            <a:xfrm>
              <a:off x="3284409" y="5799616"/>
              <a:ext cx="86393" cy="31070"/>
            </a:xfrm>
            <a:custGeom>
              <a:avLst/>
              <a:gdLst/>
              <a:ahLst/>
              <a:cxnLst/>
              <a:rect l="0" t="0" r="0" b="0"/>
              <a:pathLst>
                <a:path w="86393" h="31070">
                  <a:moveTo>
                    <a:pt x="86393" y="0"/>
                  </a:moveTo>
                  <a:lnTo>
                    <a:pt x="0" y="3107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l1454"/>
            <p:cNvSpPr/>
            <p:nvPr/>
          </p:nvSpPr>
          <p:spPr>
            <a:xfrm>
              <a:off x="3298272" y="5799616"/>
              <a:ext cx="72531" cy="36766"/>
            </a:xfrm>
            <a:custGeom>
              <a:avLst/>
              <a:gdLst/>
              <a:ahLst/>
              <a:cxnLst/>
              <a:rect l="0" t="0" r="0" b="0"/>
              <a:pathLst>
                <a:path w="72531" h="36766">
                  <a:moveTo>
                    <a:pt x="72531" y="0"/>
                  </a:moveTo>
                  <a:lnTo>
                    <a:pt x="0" y="36766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l1455"/>
            <p:cNvSpPr/>
            <p:nvPr/>
          </p:nvSpPr>
          <p:spPr>
            <a:xfrm>
              <a:off x="3255244" y="5799616"/>
              <a:ext cx="115558" cy="75186"/>
            </a:xfrm>
            <a:custGeom>
              <a:avLst/>
              <a:gdLst/>
              <a:ahLst/>
              <a:cxnLst/>
              <a:rect l="0" t="0" r="0" b="0"/>
              <a:pathLst>
                <a:path w="115558" h="75186">
                  <a:moveTo>
                    <a:pt x="115558" y="0"/>
                  </a:moveTo>
                  <a:lnTo>
                    <a:pt x="0" y="75186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l1456"/>
            <p:cNvSpPr/>
            <p:nvPr/>
          </p:nvSpPr>
          <p:spPr>
            <a:xfrm>
              <a:off x="3338581" y="5799616"/>
              <a:ext cx="32221" cy="15415"/>
            </a:xfrm>
            <a:custGeom>
              <a:avLst/>
              <a:gdLst/>
              <a:ahLst/>
              <a:cxnLst/>
              <a:rect l="0" t="0" r="0" b="0"/>
              <a:pathLst>
                <a:path w="32221" h="15415">
                  <a:moveTo>
                    <a:pt x="32221" y="0"/>
                  </a:moveTo>
                  <a:lnTo>
                    <a:pt x="0" y="15415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l1457"/>
            <p:cNvSpPr/>
            <p:nvPr/>
          </p:nvSpPr>
          <p:spPr>
            <a:xfrm>
              <a:off x="3370803" y="5799616"/>
              <a:ext cx="42013" cy="18518"/>
            </a:xfrm>
            <a:custGeom>
              <a:avLst/>
              <a:gdLst/>
              <a:ahLst/>
              <a:cxnLst/>
              <a:rect l="0" t="0" r="0" b="0"/>
              <a:pathLst>
                <a:path w="42013" h="18518">
                  <a:moveTo>
                    <a:pt x="0" y="0"/>
                  </a:moveTo>
                  <a:lnTo>
                    <a:pt x="42013" y="18518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l1458"/>
            <p:cNvSpPr/>
            <p:nvPr/>
          </p:nvSpPr>
          <p:spPr>
            <a:xfrm>
              <a:off x="3326125" y="5777120"/>
              <a:ext cx="44678" cy="22495"/>
            </a:xfrm>
            <a:custGeom>
              <a:avLst/>
              <a:gdLst/>
              <a:ahLst/>
              <a:cxnLst/>
              <a:rect l="0" t="0" r="0" b="0"/>
              <a:pathLst>
                <a:path w="44678" h="22495">
                  <a:moveTo>
                    <a:pt x="44678" y="22495"/>
                  </a:moveTo>
                  <a:lnTo>
                    <a:pt x="0" y="0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l1459"/>
            <p:cNvSpPr/>
            <p:nvPr/>
          </p:nvSpPr>
          <p:spPr>
            <a:xfrm>
              <a:off x="3370803" y="5766144"/>
              <a:ext cx="28816" cy="33472"/>
            </a:xfrm>
            <a:custGeom>
              <a:avLst/>
              <a:gdLst/>
              <a:ahLst/>
              <a:cxnLst/>
              <a:rect l="0" t="0" r="0" b="0"/>
              <a:pathLst>
                <a:path w="28816" h="33472">
                  <a:moveTo>
                    <a:pt x="0" y="33472"/>
                  </a:moveTo>
                  <a:lnTo>
                    <a:pt x="28816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l1460"/>
            <p:cNvSpPr/>
            <p:nvPr/>
          </p:nvSpPr>
          <p:spPr>
            <a:xfrm>
              <a:off x="3370803" y="5799616"/>
              <a:ext cx="6829" cy="25787"/>
            </a:xfrm>
            <a:custGeom>
              <a:avLst/>
              <a:gdLst/>
              <a:ahLst/>
              <a:cxnLst/>
              <a:rect l="0" t="0" r="0" b="0"/>
              <a:pathLst>
                <a:path w="6829" h="25787">
                  <a:moveTo>
                    <a:pt x="0" y="0"/>
                  </a:moveTo>
                  <a:lnTo>
                    <a:pt x="6829" y="25787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l1461"/>
            <p:cNvSpPr/>
            <p:nvPr/>
          </p:nvSpPr>
          <p:spPr>
            <a:xfrm>
              <a:off x="3370803" y="5731662"/>
              <a:ext cx="32357" cy="67953"/>
            </a:xfrm>
            <a:custGeom>
              <a:avLst/>
              <a:gdLst/>
              <a:ahLst/>
              <a:cxnLst/>
              <a:rect l="0" t="0" r="0" b="0"/>
              <a:pathLst>
                <a:path w="32357" h="67953">
                  <a:moveTo>
                    <a:pt x="0" y="67953"/>
                  </a:moveTo>
                  <a:lnTo>
                    <a:pt x="32357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l1462"/>
            <p:cNvSpPr/>
            <p:nvPr/>
          </p:nvSpPr>
          <p:spPr>
            <a:xfrm>
              <a:off x="3370803" y="5795180"/>
              <a:ext cx="22964" cy="4435"/>
            </a:xfrm>
            <a:custGeom>
              <a:avLst/>
              <a:gdLst/>
              <a:ahLst/>
              <a:cxnLst/>
              <a:rect l="0" t="0" r="0" b="0"/>
              <a:pathLst>
                <a:path w="22964" h="4435">
                  <a:moveTo>
                    <a:pt x="0" y="4435"/>
                  </a:moveTo>
                  <a:lnTo>
                    <a:pt x="22964" y="0"/>
                  </a:lnTo>
                </a:path>
              </a:pathLst>
            </a:custGeom>
            <a:ln w="54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l1463"/>
            <p:cNvSpPr/>
            <p:nvPr/>
          </p:nvSpPr>
          <p:spPr>
            <a:xfrm>
              <a:off x="3343868" y="5799616"/>
              <a:ext cx="26934" cy="33804"/>
            </a:xfrm>
            <a:custGeom>
              <a:avLst/>
              <a:gdLst/>
              <a:ahLst/>
              <a:cxnLst/>
              <a:rect l="0" t="0" r="0" b="0"/>
              <a:pathLst>
                <a:path w="26934" h="33804">
                  <a:moveTo>
                    <a:pt x="26934" y="0"/>
                  </a:moveTo>
                  <a:lnTo>
                    <a:pt x="0" y="33804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l1464"/>
            <p:cNvSpPr/>
            <p:nvPr/>
          </p:nvSpPr>
          <p:spPr>
            <a:xfrm>
              <a:off x="3370803" y="5799616"/>
              <a:ext cx="69569" cy="2031"/>
            </a:xfrm>
            <a:custGeom>
              <a:avLst/>
              <a:gdLst/>
              <a:ahLst/>
              <a:cxnLst/>
              <a:rect l="0" t="0" r="0" b="0"/>
              <a:pathLst>
                <a:path w="69569" h="2031">
                  <a:moveTo>
                    <a:pt x="0" y="0"/>
                  </a:moveTo>
                  <a:lnTo>
                    <a:pt x="69569" y="2031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l1465"/>
            <p:cNvSpPr/>
            <p:nvPr/>
          </p:nvSpPr>
          <p:spPr>
            <a:xfrm>
              <a:off x="3357701" y="5799616"/>
              <a:ext cx="13102" cy="10098"/>
            </a:xfrm>
            <a:custGeom>
              <a:avLst/>
              <a:gdLst/>
              <a:ahLst/>
              <a:cxnLst/>
              <a:rect l="0" t="0" r="0" b="0"/>
              <a:pathLst>
                <a:path w="13102" h="10098">
                  <a:moveTo>
                    <a:pt x="13102" y="0"/>
                  </a:moveTo>
                  <a:lnTo>
                    <a:pt x="0" y="10098"/>
                  </a:lnTo>
                </a:path>
              </a:pathLst>
            </a:custGeom>
            <a:ln w="55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l1466"/>
            <p:cNvSpPr/>
            <p:nvPr/>
          </p:nvSpPr>
          <p:spPr>
            <a:xfrm>
              <a:off x="3365687" y="5799616"/>
              <a:ext cx="5115" cy="41035"/>
            </a:xfrm>
            <a:custGeom>
              <a:avLst/>
              <a:gdLst/>
              <a:ahLst/>
              <a:cxnLst/>
              <a:rect l="0" t="0" r="0" b="0"/>
              <a:pathLst>
                <a:path w="5115" h="41035">
                  <a:moveTo>
                    <a:pt x="5115" y="0"/>
                  </a:moveTo>
                  <a:lnTo>
                    <a:pt x="0" y="41035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l1467"/>
            <p:cNvSpPr/>
            <p:nvPr/>
          </p:nvSpPr>
          <p:spPr>
            <a:xfrm>
              <a:off x="3350002" y="5799616"/>
              <a:ext cx="20800" cy="61803"/>
            </a:xfrm>
            <a:custGeom>
              <a:avLst/>
              <a:gdLst/>
              <a:ahLst/>
              <a:cxnLst/>
              <a:rect l="0" t="0" r="0" b="0"/>
              <a:pathLst>
                <a:path w="20800" h="61803">
                  <a:moveTo>
                    <a:pt x="20800" y="0"/>
                  </a:moveTo>
                  <a:lnTo>
                    <a:pt x="0" y="61803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l1468"/>
            <p:cNvSpPr/>
            <p:nvPr/>
          </p:nvSpPr>
          <p:spPr>
            <a:xfrm>
              <a:off x="3328496" y="5799616"/>
              <a:ext cx="42306" cy="35499"/>
            </a:xfrm>
            <a:custGeom>
              <a:avLst/>
              <a:gdLst/>
              <a:ahLst/>
              <a:cxnLst/>
              <a:rect l="0" t="0" r="0" b="0"/>
              <a:pathLst>
                <a:path w="42306" h="35499">
                  <a:moveTo>
                    <a:pt x="42306" y="0"/>
                  </a:moveTo>
                  <a:lnTo>
                    <a:pt x="0" y="35499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l1469"/>
            <p:cNvSpPr/>
            <p:nvPr/>
          </p:nvSpPr>
          <p:spPr>
            <a:xfrm>
              <a:off x="3370803" y="5799616"/>
              <a:ext cx="39790" cy="8528"/>
            </a:xfrm>
            <a:custGeom>
              <a:avLst/>
              <a:gdLst/>
              <a:ahLst/>
              <a:cxnLst/>
              <a:rect l="0" t="0" r="0" b="0"/>
              <a:pathLst>
                <a:path w="39790" h="8528">
                  <a:moveTo>
                    <a:pt x="0" y="0"/>
                  </a:moveTo>
                  <a:lnTo>
                    <a:pt x="39790" y="8528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l1470"/>
            <p:cNvSpPr/>
            <p:nvPr/>
          </p:nvSpPr>
          <p:spPr>
            <a:xfrm>
              <a:off x="3354137" y="5799616"/>
              <a:ext cx="16665" cy="36008"/>
            </a:xfrm>
            <a:custGeom>
              <a:avLst/>
              <a:gdLst/>
              <a:ahLst/>
              <a:cxnLst/>
              <a:rect l="0" t="0" r="0" b="0"/>
              <a:pathLst>
                <a:path w="16665" h="36008">
                  <a:moveTo>
                    <a:pt x="16665" y="0"/>
                  </a:moveTo>
                  <a:lnTo>
                    <a:pt x="0" y="36008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l1471"/>
            <p:cNvSpPr/>
            <p:nvPr/>
          </p:nvSpPr>
          <p:spPr>
            <a:xfrm>
              <a:off x="3370803" y="5772702"/>
              <a:ext cx="55301" cy="26913"/>
            </a:xfrm>
            <a:custGeom>
              <a:avLst/>
              <a:gdLst/>
              <a:ahLst/>
              <a:cxnLst/>
              <a:rect l="0" t="0" r="0" b="0"/>
              <a:pathLst>
                <a:path w="55301" h="26913">
                  <a:moveTo>
                    <a:pt x="0" y="26913"/>
                  </a:moveTo>
                  <a:lnTo>
                    <a:pt x="55301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l1472"/>
            <p:cNvSpPr/>
            <p:nvPr/>
          </p:nvSpPr>
          <p:spPr>
            <a:xfrm>
              <a:off x="3370803" y="5799616"/>
              <a:ext cx="43755" cy="6576"/>
            </a:xfrm>
            <a:custGeom>
              <a:avLst/>
              <a:gdLst/>
              <a:ahLst/>
              <a:cxnLst/>
              <a:rect l="0" t="0" r="0" b="0"/>
              <a:pathLst>
                <a:path w="43755" h="6576">
                  <a:moveTo>
                    <a:pt x="0" y="0"/>
                  </a:moveTo>
                  <a:lnTo>
                    <a:pt x="43755" y="6576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l1473"/>
            <p:cNvSpPr/>
            <p:nvPr/>
          </p:nvSpPr>
          <p:spPr>
            <a:xfrm>
              <a:off x="3322048" y="5799616"/>
              <a:ext cx="48754" cy="10682"/>
            </a:xfrm>
            <a:custGeom>
              <a:avLst/>
              <a:gdLst/>
              <a:ahLst/>
              <a:cxnLst/>
              <a:rect l="0" t="0" r="0" b="0"/>
              <a:pathLst>
                <a:path w="48754" h="10682">
                  <a:moveTo>
                    <a:pt x="48754" y="0"/>
                  </a:moveTo>
                  <a:lnTo>
                    <a:pt x="0" y="10682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l1474"/>
            <p:cNvSpPr/>
            <p:nvPr/>
          </p:nvSpPr>
          <p:spPr>
            <a:xfrm>
              <a:off x="3315265" y="5799616"/>
              <a:ext cx="55537" cy="34120"/>
            </a:xfrm>
            <a:custGeom>
              <a:avLst/>
              <a:gdLst/>
              <a:ahLst/>
              <a:cxnLst/>
              <a:rect l="0" t="0" r="0" b="0"/>
              <a:pathLst>
                <a:path w="55537" h="34120">
                  <a:moveTo>
                    <a:pt x="55537" y="0"/>
                  </a:moveTo>
                  <a:lnTo>
                    <a:pt x="0" y="3412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l1475"/>
            <p:cNvSpPr/>
            <p:nvPr/>
          </p:nvSpPr>
          <p:spPr>
            <a:xfrm>
              <a:off x="3333209" y="5799616"/>
              <a:ext cx="37593" cy="72084"/>
            </a:xfrm>
            <a:custGeom>
              <a:avLst/>
              <a:gdLst/>
              <a:ahLst/>
              <a:cxnLst/>
              <a:rect l="0" t="0" r="0" b="0"/>
              <a:pathLst>
                <a:path w="37593" h="72084">
                  <a:moveTo>
                    <a:pt x="37593" y="0"/>
                  </a:moveTo>
                  <a:lnTo>
                    <a:pt x="0" y="72084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l1476"/>
            <p:cNvSpPr/>
            <p:nvPr/>
          </p:nvSpPr>
          <p:spPr>
            <a:xfrm>
              <a:off x="3340529" y="5749616"/>
              <a:ext cx="30273" cy="49999"/>
            </a:xfrm>
            <a:custGeom>
              <a:avLst/>
              <a:gdLst/>
              <a:ahLst/>
              <a:cxnLst/>
              <a:rect l="0" t="0" r="0" b="0"/>
              <a:pathLst>
                <a:path w="30273" h="49999">
                  <a:moveTo>
                    <a:pt x="30273" y="49999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l1477"/>
            <p:cNvSpPr/>
            <p:nvPr/>
          </p:nvSpPr>
          <p:spPr>
            <a:xfrm>
              <a:off x="4030068" y="6577712"/>
              <a:ext cx="49150" cy="74677"/>
            </a:xfrm>
            <a:custGeom>
              <a:avLst/>
              <a:gdLst/>
              <a:ahLst/>
              <a:cxnLst/>
              <a:rect l="0" t="0" r="0" b="0"/>
              <a:pathLst>
                <a:path w="49150" h="74677">
                  <a:moveTo>
                    <a:pt x="49150" y="74677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l1478"/>
            <p:cNvSpPr/>
            <p:nvPr/>
          </p:nvSpPr>
          <p:spPr>
            <a:xfrm>
              <a:off x="4079219" y="6563243"/>
              <a:ext cx="22370" cy="89145"/>
            </a:xfrm>
            <a:custGeom>
              <a:avLst/>
              <a:gdLst/>
              <a:ahLst/>
              <a:cxnLst/>
              <a:rect l="0" t="0" r="0" b="0"/>
              <a:pathLst>
                <a:path w="22370" h="89145">
                  <a:moveTo>
                    <a:pt x="0" y="89145"/>
                  </a:moveTo>
                  <a:lnTo>
                    <a:pt x="2237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l1479"/>
            <p:cNvSpPr/>
            <p:nvPr/>
          </p:nvSpPr>
          <p:spPr>
            <a:xfrm>
              <a:off x="4664259" y="7343884"/>
              <a:ext cx="20147" cy="4383"/>
            </a:xfrm>
            <a:custGeom>
              <a:avLst/>
              <a:gdLst/>
              <a:ahLst/>
              <a:cxnLst/>
              <a:rect l="0" t="0" r="0" b="0"/>
              <a:pathLst>
                <a:path w="20147" h="4383">
                  <a:moveTo>
                    <a:pt x="0" y="0"/>
                  </a:moveTo>
                  <a:lnTo>
                    <a:pt x="20147" y="4383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l1480"/>
            <p:cNvSpPr/>
            <p:nvPr/>
          </p:nvSpPr>
          <p:spPr>
            <a:xfrm>
              <a:off x="3366267" y="5722564"/>
              <a:ext cx="14782" cy="20786"/>
            </a:xfrm>
            <a:custGeom>
              <a:avLst/>
              <a:gdLst/>
              <a:ahLst/>
              <a:cxnLst/>
              <a:rect l="0" t="0" r="0" b="0"/>
              <a:pathLst>
                <a:path w="14782" h="20786">
                  <a:moveTo>
                    <a:pt x="0" y="0"/>
                  </a:moveTo>
                  <a:lnTo>
                    <a:pt x="14782" y="20786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l1481"/>
            <p:cNvSpPr/>
            <p:nvPr/>
          </p:nvSpPr>
          <p:spPr>
            <a:xfrm>
              <a:off x="2819689" y="6839977"/>
              <a:ext cx="18502" cy="28680"/>
            </a:xfrm>
            <a:custGeom>
              <a:avLst/>
              <a:gdLst/>
              <a:ahLst/>
              <a:cxnLst/>
              <a:rect l="0" t="0" r="0" b="0"/>
              <a:pathLst>
                <a:path w="18502" h="28680">
                  <a:moveTo>
                    <a:pt x="0" y="28680"/>
                  </a:moveTo>
                  <a:lnTo>
                    <a:pt x="18502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l1482"/>
            <p:cNvSpPr/>
            <p:nvPr/>
          </p:nvSpPr>
          <p:spPr>
            <a:xfrm>
              <a:off x="3276322" y="5782595"/>
              <a:ext cx="21054" cy="648"/>
            </a:xfrm>
            <a:custGeom>
              <a:avLst/>
              <a:gdLst/>
              <a:ahLst/>
              <a:cxnLst/>
              <a:rect l="0" t="0" r="0" b="0"/>
              <a:pathLst>
                <a:path w="21054" h="648">
                  <a:moveTo>
                    <a:pt x="21054" y="0"/>
                  </a:moveTo>
                  <a:lnTo>
                    <a:pt x="0" y="648"/>
                  </a:lnTo>
                </a:path>
              </a:pathLst>
            </a:custGeom>
            <a:ln w="549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l1483"/>
            <p:cNvSpPr/>
            <p:nvPr/>
          </p:nvSpPr>
          <p:spPr>
            <a:xfrm>
              <a:off x="3297376" y="5777120"/>
              <a:ext cx="28748" cy="5474"/>
            </a:xfrm>
            <a:custGeom>
              <a:avLst/>
              <a:gdLst/>
              <a:ahLst/>
              <a:cxnLst/>
              <a:rect l="0" t="0" r="0" b="0"/>
              <a:pathLst>
                <a:path w="28748" h="5474">
                  <a:moveTo>
                    <a:pt x="0" y="5474"/>
                  </a:moveTo>
                  <a:lnTo>
                    <a:pt x="28748" y="0"/>
                  </a:lnTo>
                </a:path>
              </a:pathLst>
            </a:custGeom>
            <a:ln w="54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l1484"/>
            <p:cNvSpPr/>
            <p:nvPr/>
          </p:nvSpPr>
          <p:spPr>
            <a:xfrm>
              <a:off x="3708437" y="7403617"/>
              <a:ext cx="43917" cy="62652"/>
            </a:xfrm>
            <a:custGeom>
              <a:avLst/>
              <a:gdLst/>
              <a:ahLst/>
              <a:cxnLst/>
              <a:rect l="0" t="0" r="0" b="0"/>
              <a:pathLst>
                <a:path w="43917" h="62652">
                  <a:moveTo>
                    <a:pt x="43917" y="0"/>
                  </a:moveTo>
                  <a:lnTo>
                    <a:pt x="0" y="6265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l1485"/>
            <p:cNvSpPr/>
            <p:nvPr/>
          </p:nvSpPr>
          <p:spPr>
            <a:xfrm>
              <a:off x="3747170" y="7403617"/>
              <a:ext cx="5184" cy="56825"/>
            </a:xfrm>
            <a:custGeom>
              <a:avLst/>
              <a:gdLst/>
              <a:ahLst/>
              <a:cxnLst/>
              <a:rect l="0" t="0" r="0" b="0"/>
              <a:pathLst>
                <a:path w="5184" h="56825">
                  <a:moveTo>
                    <a:pt x="5184" y="0"/>
                  </a:moveTo>
                  <a:lnTo>
                    <a:pt x="0" y="5682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l1486"/>
            <p:cNvSpPr/>
            <p:nvPr/>
          </p:nvSpPr>
          <p:spPr>
            <a:xfrm>
              <a:off x="4446195" y="7246864"/>
              <a:ext cx="6538" cy="10427"/>
            </a:xfrm>
            <a:custGeom>
              <a:avLst/>
              <a:gdLst/>
              <a:ahLst/>
              <a:cxnLst/>
              <a:rect l="0" t="0" r="0" b="0"/>
              <a:pathLst>
                <a:path w="6538" h="10427">
                  <a:moveTo>
                    <a:pt x="0" y="10427"/>
                  </a:moveTo>
                  <a:lnTo>
                    <a:pt x="6538" y="0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l1487"/>
            <p:cNvSpPr/>
            <p:nvPr/>
          </p:nvSpPr>
          <p:spPr>
            <a:xfrm>
              <a:off x="5063959" y="5646212"/>
              <a:ext cx="475" cy="39167"/>
            </a:xfrm>
            <a:custGeom>
              <a:avLst/>
              <a:gdLst/>
              <a:ahLst/>
              <a:cxnLst/>
              <a:rect l="0" t="0" r="0" b="0"/>
              <a:pathLst>
                <a:path w="475" h="39167">
                  <a:moveTo>
                    <a:pt x="0" y="0"/>
                  </a:moveTo>
                  <a:lnTo>
                    <a:pt x="475" y="39167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l1488"/>
            <p:cNvSpPr/>
            <p:nvPr/>
          </p:nvSpPr>
          <p:spPr>
            <a:xfrm>
              <a:off x="3730395" y="6822123"/>
              <a:ext cx="2256" cy="6895"/>
            </a:xfrm>
            <a:custGeom>
              <a:avLst/>
              <a:gdLst/>
              <a:ahLst/>
              <a:cxnLst/>
              <a:rect l="0" t="0" r="0" b="0"/>
              <a:pathLst>
                <a:path w="2256" h="6895">
                  <a:moveTo>
                    <a:pt x="2256" y="0"/>
                  </a:moveTo>
                  <a:lnTo>
                    <a:pt x="0" y="6895"/>
                  </a:lnTo>
                </a:path>
              </a:pathLst>
            </a:custGeom>
            <a:ln w="56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l1489"/>
            <p:cNvSpPr/>
            <p:nvPr/>
          </p:nvSpPr>
          <p:spPr>
            <a:xfrm>
              <a:off x="3732651" y="6818487"/>
              <a:ext cx="8456" cy="3636"/>
            </a:xfrm>
            <a:custGeom>
              <a:avLst/>
              <a:gdLst/>
              <a:ahLst/>
              <a:cxnLst/>
              <a:rect l="0" t="0" r="0" b="0"/>
              <a:pathLst>
                <a:path w="8456" h="3636">
                  <a:moveTo>
                    <a:pt x="0" y="3636"/>
                  </a:moveTo>
                  <a:lnTo>
                    <a:pt x="8456" y="0"/>
                  </a:lnTo>
                </a:path>
              </a:pathLst>
            </a:custGeom>
            <a:ln w="925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l1490"/>
            <p:cNvSpPr/>
            <p:nvPr/>
          </p:nvSpPr>
          <p:spPr>
            <a:xfrm>
              <a:off x="3729125" y="6822123"/>
              <a:ext cx="3526" cy="876"/>
            </a:xfrm>
            <a:custGeom>
              <a:avLst/>
              <a:gdLst/>
              <a:ahLst/>
              <a:cxnLst/>
              <a:rect l="0" t="0" r="0" b="0"/>
              <a:pathLst>
                <a:path w="3526" h="876">
                  <a:moveTo>
                    <a:pt x="3526" y="0"/>
                  </a:moveTo>
                  <a:lnTo>
                    <a:pt x="0" y="876"/>
                  </a:lnTo>
                </a:path>
              </a:pathLst>
            </a:custGeom>
            <a:ln w="925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l1491"/>
            <p:cNvSpPr/>
            <p:nvPr/>
          </p:nvSpPr>
          <p:spPr>
            <a:xfrm>
              <a:off x="2631677" y="7279761"/>
              <a:ext cx="19985" cy="26964"/>
            </a:xfrm>
            <a:custGeom>
              <a:avLst/>
              <a:gdLst/>
              <a:ahLst/>
              <a:cxnLst/>
              <a:rect l="0" t="0" r="0" b="0"/>
              <a:pathLst>
                <a:path w="19985" h="26964">
                  <a:moveTo>
                    <a:pt x="19985" y="0"/>
                  </a:moveTo>
                  <a:lnTo>
                    <a:pt x="0" y="2696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l1492"/>
            <p:cNvSpPr/>
            <p:nvPr/>
          </p:nvSpPr>
          <p:spPr>
            <a:xfrm>
              <a:off x="3619923" y="6631655"/>
              <a:ext cx="66971" cy="57707"/>
            </a:xfrm>
            <a:custGeom>
              <a:avLst/>
              <a:gdLst/>
              <a:ahLst/>
              <a:cxnLst/>
              <a:rect l="0" t="0" r="0" b="0"/>
              <a:pathLst>
                <a:path w="66971" h="57707">
                  <a:moveTo>
                    <a:pt x="66971" y="0"/>
                  </a:moveTo>
                  <a:lnTo>
                    <a:pt x="0" y="57707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l1493"/>
            <p:cNvSpPr/>
            <p:nvPr/>
          </p:nvSpPr>
          <p:spPr>
            <a:xfrm>
              <a:off x="4027402" y="6531123"/>
              <a:ext cx="115185" cy="147546"/>
            </a:xfrm>
            <a:custGeom>
              <a:avLst/>
              <a:gdLst/>
              <a:ahLst/>
              <a:cxnLst/>
              <a:rect l="0" t="0" r="0" b="0"/>
              <a:pathLst>
                <a:path w="115185" h="147546">
                  <a:moveTo>
                    <a:pt x="0" y="0"/>
                  </a:moveTo>
                  <a:lnTo>
                    <a:pt x="115185" y="147546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l1494"/>
            <p:cNvSpPr/>
            <p:nvPr/>
          </p:nvSpPr>
          <p:spPr>
            <a:xfrm>
              <a:off x="4027402" y="6531123"/>
              <a:ext cx="51816" cy="121265"/>
            </a:xfrm>
            <a:custGeom>
              <a:avLst/>
              <a:gdLst/>
              <a:ahLst/>
              <a:cxnLst/>
              <a:rect l="0" t="0" r="0" b="0"/>
              <a:pathLst>
                <a:path w="51816" h="121265">
                  <a:moveTo>
                    <a:pt x="0" y="0"/>
                  </a:moveTo>
                  <a:lnTo>
                    <a:pt x="51816" y="121265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l1495"/>
            <p:cNvSpPr/>
            <p:nvPr/>
          </p:nvSpPr>
          <p:spPr>
            <a:xfrm>
              <a:off x="4027402" y="6531123"/>
              <a:ext cx="61420" cy="84686"/>
            </a:xfrm>
            <a:custGeom>
              <a:avLst/>
              <a:gdLst/>
              <a:ahLst/>
              <a:cxnLst/>
              <a:rect l="0" t="0" r="0" b="0"/>
              <a:pathLst>
                <a:path w="61420" h="84686">
                  <a:moveTo>
                    <a:pt x="0" y="0"/>
                  </a:moveTo>
                  <a:lnTo>
                    <a:pt x="61420" y="84686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l1496"/>
            <p:cNvSpPr/>
            <p:nvPr/>
          </p:nvSpPr>
          <p:spPr>
            <a:xfrm>
              <a:off x="3748547" y="4667026"/>
              <a:ext cx="19682" cy="16626"/>
            </a:xfrm>
            <a:custGeom>
              <a:avLst/>
              <a:gdLst/>
              <a:ahLst/>
              <a:cxnLst/>
              <a:rect l="0" t="0" r="0" b="0"/>
              <a:pathLst>
                <a:path w="19682" h="16626">
                  <a:moveTo>
                    <a:pt x="0" y="16626"/>
                  </a:moveTo>
                  <a:lnTo>
                    <a:pt x="19682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l1497"/>
            <p:cNvSpPr/>
            <p:nvPr/>
          </p:nvSpPr>
          <p:spPr>
            <a:xfrm>
              <a:off x="3988908" y="6151833"/>
              <a:ext cx="12516" cy="19770"/>
            </a:xfrm>
            <a:custGeom>
              <a:avLst/>
              <a:gdLst/>
              <a:ahLst/>
              <a:cxnLst/>
              <a:rect l="0" t="0" r="0" b="0"/>
              <a:pathLst>
                <a:path w="12516" h="19770">
                  <a:moveTo>
                    <a:pt x="0" y="19770"/>
                  </a:moveTo>
                  <a:lnTo>
                    <a:pt x="12516" y="0"/>
                  </a:lnTo>
                </a:path>
              </a:pathLst>
            </a:custGeom>
            <a:ln w="543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l1498"/>
            <p:cNvSpPr/>
            <p:nvPr/>
          </p:nvSpPr>
          <p:spPr>
            <a:xfrm>
              <a:off x="3360572" y="5653889"/>
              <a:ext cx="10333" cy="21024"/>
            </a:xfrm>
            <a:custGeom>
              <a:avLst/>
              <a:gdLst/>
              <a:ahLst/>
              <a:cxnLst/>
              <a:rect l="0" t="0" r="0" b="0"/>
              <a:pathLst>
                <a:path w="10333" h="21024">
                  <a:moveTo>
                    <a:pt x="0" y="0"/>
                  </a:moveTo>
                  <a:lnTo>
                    <a:pt x="10333" y="21024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l1499"/>
            <p:cNvSpPr/>
            <p:nvPr/>
          </p:nvSpPr>
          <p:spPr>
            <a:xfrm>
              <a:off x="3431128" y="5781423"/>
              <a:ext cx="5499" cy="28336"/>
            </a:xfrm>
            <a:custGeom>
              <a:avLst/>
              <a:gdLst/>
              <a:ahLst/>
              <a:cxnLst/>
              <a:rect l="0" t="0" r="0" b="0"/>
              <a:pathLst>
                <a:path w="5499" h="28336">
                  <a:moveTo>
                    <a:pt x="5499" y="0"/>
                  </a:moveTo>
                  <a:lnTo>
                    <a:pt x="0" y="28336"/>
                  </a:lnTo>
                </a:path>
              </a:pathLst>
            </a:custGeom>
            <a:ln w="54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l1500"/>
            <p:cNvSpPr/>
            <p:nvPr/>
          </p:nvSpPr>
          <p:spPr>
            <a:xfrm>
              <a:off x="3359994" y="5767869"/>
              <a:ext cx="76633" cy="13554"/>
            </a:xfrm>
            <a:custGeom>
              <a:avLst/>
              <a:gdLst/>
              <a:ahLst/>
              <a:cxnLst/>
              <a:rect l="0" t="0" r="0" b="0"/>
              <a:pathLst>
                <a:path w="76633" h="13554">
                  <a:moveTo>
                    <a:pt x="76633" y="13554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l1501"/>
            <p:cNvSpPr/>
            <p:nvPr/>
          </p:nvSpPr>
          <p:spPr>
            <a:xfrm>
              <a:off x="2788538" y="6696696"/>
              <a:ext cx="13486" cy="8679"/>
            </a:xfrm>
            <a:custGeom>
              <a:avLst/>
              <a:gdLst/>
              <a:ahLst/>
              <a:cxnLst/>
              <a:rect l="0" t="0" r="0" b="0"/>
              <a:pathLst>
                <a:path w="13486" h="8679">
                  <a:moveTo>
                    <a:pt x="13486" y="8679"/>
                  </a:moveTo>
                  <a:lnTo>
                    <a:pt x="0" y="0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l1502"/>
            <p:cNvSpPr/>
            <p:nvPr/>
          </p:nvSpPr>
          <p:spPr>
            <a:xfrm>
              <a:off x="2802024" y="6694738"/>
              <a:ext cx="1540" cy="10637"/>
            </a:xfrm>
            <a:custGeom>
              <a:avLst/>
              <a:gdLst/>
              <a:ahLst/>
              <a:cxnLst/>
              <a:rect l="0" t="0" r="0" b="0"/>
              <a:pathLst>
                <a:path w="1540" h="10637">
                  <a:moveTo>
                    <a:pt x="0" y="10637"/>
                  </a:moveTo>
                  <a:lnTo>
                    <a:pt x="1540" y="0"/>
                  </a:lnTo>
                </a:path>
              </a:pathLst>
            </a:custGeom>
            <a:ln w="55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l1503"/>
            <p:cNvSpPr/>
            <p:nvPr/>
          </p:nvSpPr>
          <p:spPr>
            <a:xfrm>
              <a:off x="3431128" y="5792807"/>
              <a:ext cx="15926" cy="16952"/>
            </a:xfrm>
            <a:custGeom>
              <a:avLst/>
              <a:gdLst/>
              <a:ahLst/>
              <a:cxnLst/>
              <a:rect l="0" t="0" r="0" b="0"/>
              <a:pathLst>
                <a:path w="15926" h="16952">
                  <a:moveTo>
                    <a:pt x="15926" y="0"/>
                  </a:moveTo>
                  <a:lnTo>
                    <a:pt x="0" y="16952"/>
                  </a:lnTo>
                </a:path>
              </a:pathLst>
            </a:custGeom>
            <a:ln w="58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l1504"/>
            <p:cNvSpPr/>
            <p:nvPr/>
          </p:nvSpPr>
          <p:spPr>
            <a:xfrm>
              <a:off x="4117671" y="4734755"/>
              <a:ext cx="14312" cy="26986"/>
            </a:xfrm>
            <a:custGeom>
              <a:avLst/>
              <a:gdLst/>
              <a:ahLst/>
              <a:cxnLst/>
              <a:rect l="0" t="0" r="0" b="0"/>
              <a:pathLst>
                <a:path w="14312" h="26986">
                  <a:moveTo>
                    <a:pt x="0" y="26986"/>
                  </a:moveTo>
                  <a:lnTo>
                    <a:pt x="14312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l1505"/>
            <p:cNvSpPr/>
            <p:nvPr/>
          </p:nvSpPr>
          <p:spPr>
            <a:xfrm>
              <a:off x="3685940" y="6631655"/>
              <a:ext cx="954" cy="948"/>
            </a:xfrm>
            <a:custGeom>
              <a:avLst/>
              <a:gdLst/>
              <a:ahLst/>
              <a:cxnLst/>
              <a:rect l="0" t="0" r="0" b="0"/>
              <a:pathLst>
                <a:path w="954" h="948">
                  <a:moveTo>
                    <a:pt x="0" y="948"/>
                  </a:moveTo>
                  <a:lnTo>
                    <a:pt x="954" y="0"/>
                  </a:lnTo>
                </a:path>
              </a:pathLst>
            </a:custGeom>
            <a:ln w="5420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l1506"/>
            <p:cNvSpPr/>
            <p:nvPr/>
          </p:nvSpPr>
          <p:spPr>
            <a:xfrm>
              <a:off x="3676643" y="6632603"/>
              <a:ext cx="9296" cy="18906"/>
            </a:xfrm>
            <a:custGeom>
              <a:avLst/>
              <a:gdLst/>
              <a:ahLst/>
              <a:cxnLst/>
              <a:rect l="0" t="0" r="0" b="0"/>
              <a:pathLst>
                <a:path w="9296" h="18906">
                  <a:moveTo>
                    <a:pt x="9296" y="0"/>
                  </a:moveTo>
                  <a:lnTo>
                    <a:pt x="0" y="18906"/>
                  </a:lnTo>
                </a:path>
              </a:pathLst>
            </a:custGeom>
            <a:ln w="544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l1507"/>
            <p:cNvSpPr/>
            <p:nvPr/>
          </p:nvSpPr>
          <p:spPr>
            <a:xfrm>
              <a:off x="3673348" y="6632603"/>
              <a:ext cx="12591" cy="4329"/>
            </a:xfrm>
            <a:custGeom>
              <a:avLst/>
              <a:gdLst/>
              <a:ahLst/>
              <a:cxnLst/>
              <a:rect l="0" t="0" r="0" b="0"/>
              <a:pathLst>
                <a:path w="12591" h="4329">
                  <a:moveTo>
                    <a:pt x="12591" y="0"/>
                  </a:moveTo>
                  <a:lnTo>
                    <a:pt x="0" y="4329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l1508"/>
            <p:cNvSpPr/>
            <p:nvPr/>
          </p:nvSpPr>
          <p:spPr>
            <a:xfrm>
              <a:off x="3514181" y="5706867"/>
              <a:ext cx="12649" cy="7057"/>
            </a:xfrm>
            <a:custGeom>
              <a:avLst/>
              <a:gdLst/>
              <a:ahLst/>
              <a:cxnLst/>
              <a:rect l="0" t="0" r="0" b="0"/>
              <a:pathLst>
                <a:path w="12649" h="7057">
                  <a:moveTo>
                    <a:pt x="12649" y="0"/>
                  </a:moveTo>
                  <a:lnTo>
                    <a:pt x="0" y="7057"/>
                  </a:lnTo>
                </a:path>
              </a:pathLst>
            </a:custGeom>
            <a:ln w="549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l1509"/>
            <p:cNvSpPr/>
            <p:nvPr/>
          </p:nvSpPr>
          <p:spPr>
            <a:xfrm>
              <a:off x="3265072" y="4721690"/>
              <a:ext cx="24465" cy="16308"/>
            </a:xfrm>
            <a:custGeom>
              <a:avLst/>
              <a:gdLst/>
              <a:ahLst/>
              <a:cxnLst/>
              <a:rect l="0" t="0" r="0" b="0"/>
              <a:pathLst>
                <a:path w="24465" h="16308">
                  <a:moveTo>
                    <a:pt x="24465" y="0"/>
                  </a:moveTo>
                  <a:lnTo>
                    <a:pt x="0" y="16308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l1510"/>
            <p:cNvSpPr/>
            <p:nvPr/>
          </p:nvSpPr>
          <p:spPr>
            <a:xfrm>
              <a:off x="3190813" y="5874802"/>
              <a:ext cx="64430" cy="36221"/>
            </a:xfrm>
            <a:custGeom>
              <a:avLst/>
              <a:gdLst/>
              <a:ahLst/>
              <a:cxnLst/>
              <a:rect l="0" t="0" r="0" b="0"/>
              <a:pathLst>
                <a:path w="64430" h="36221">
                  <a:moveTo>
                    <a:pt x="0" y="36221"/>
                  </a:moveTo>
                  <a:lnTo>
                    <a:pt x="6443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l1511"/>
            <p:cNvSpPr/>
            <p:nvPr/>
          </p:nvSpPr>
          <p:spPr>
            <a:xfrm>
              <a:off x="4206591" y="6008086"/>
              <a:ext cx="81870" cy="33493"/>
            </a:xfrm>
            <a:custGeom>
              <a:avLst/>
              <a:gdLst/>
              <a:ahLst/>
              <a:cxnLst/>
              <a:rect l="0" t="0" r="0" b="0"/>
              <a:pathLst>
                <a:path w="81870" h="33493">
                  <a:moveTo>
                    <a:pt x="81870" y="0"/>
                  </a:moveTo>
                  <a:lnTo>
                    <a:pt x="0" y="3349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l1512"/>
            <p:cNvSpPr/>
            <p:nvPr/>
          </p:nvSpPr>
          <p:spPr>
            <a:xfrm>
              <a:off x="3824675" y="6396580"/>
              <a:ext cx="28531" cy="9134"/>
            </a:xfrm>
            <a:custGeom>
              <a:avLst/>
              <a:gdLst/>
              <a:ahLst/>
              <a:cxnLst/>
              <a:rect l="0" t="0" r="0" b="0"/>
              <a:pathLst>
                <a:path w="28531" h="9134">
                  <a:moveTo>
                    <a:pt x="28531" y="0"/>
                  </a:moveTo>
                  <a:lnTo>
                    <a:pt x="0" y="9134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l1513"/>
            <p:cNvSpPr/>
            <p:nvPr/>
          </p:nvSpPr>
          <p:spPr>
            <a:xfrm>
              <a:off x="3978668" y="6368220"/>
              <a:ext cx="16147" cy="81837"/>
            </a:xfrm>
            <a:custGeom>
              <a:avLst/>
              <a:gdLst/>
              <a:ahLst/>
              <a:cxnLst/>
              <a:rect l="0" t="0" r="0" b="0"/>
              <a:pathLst>
                <a:path w="16147" h="81837">
                  <a:moveTo>
                    <a:pt x="16147" y="81837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l1514"/>
            <p:cNvSpPr/>
            <p:nvPr/>
          </p:nvSpPr>
          <p:spPr>
            <a:xfrm>
              <a:off x="3994816" y="6450057"/>
              <a:ext cx="84403" cy="202331"/>
            </a:xfrm>
            <a:custGeom>
              <a:avLst/>
              <a:gdLst/>
              <a:ahLst/>
              <a:cxnLst/>
              <a:rect l="0" t="0" r="0" b="0"/>
              <a:pathLst>
                <a:path w="84403" h="202331">
                  <a:moveTo>
                    <a:pt x="0" y="0"/>
                  </a:moveTo>
                  <a:lnTo>
                    <a:pt x="84403" y="20233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l1515"/>
            <p:cNvSpPr/>
            <p:nvPr/>
          </p:nvSpPr>
          <p:spPr>
            <a:xfrm>
              <a:off x="3996528" y="6224588"/>
              <a:ext cx="25064" cy="245344"/>
            </a:xfrm>
            <a:custGeom>
              <a:avLst/>
              <a:gdLst/>
              <a:ahLst/>
              <a:cxnLst/>
              <a:rect l="0" t="0" r="0" b="0"/>
              <a:pathLst>
                <a:path w="25064" h="245344">
                  <a:moveTo>
                    <a:pt x="25064" y="0"/>
                  </a:moveTo>
                  <a:lnTo>
                    <a:pt x="0" y="24534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l1516"/>
            <p:cNvSpPr/>
            <p:nvPr/>
          </p:nvSpPr>
          <p:spPr>
            <a:xfrm>
              <a:off x="2424788" y="5154147"/>
              <a:ext cx="13125" cy="32151"/>
            </a:xfrm>
            <a:custGeom>
              <a:avLst/>
              <a:gdLst/>
              <a:ahLst/>
              <a:cxnLst/>
              <a:rect l="0" t="0" r="0" b="0"/>
              <a:pathLst>
                <a:path w="13125" h="32151">
                  <a:moveTo>
                    <a:pt x="13125" y="0"/>
                  </a:moveTo>
                  <a:lnTo>
                    <a:pt x="0" y="3215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l1517"/>
            <p:cNvSpPr/>
            <p:nvPr/>
          </p:nvSpPr>
          <p:spPr>
            <a:xfrm>
              <a:off x="3755278" y="6943445"/>
              <a:ext cx="3086" cy="199684"/>
            </a:xfrm>
            <a:custGeom>
              <a:avLst/>
              <a:gdLst/>
              <a:ahLst/>
              <a:cxnLst/>
              <a:rect l="0" t="0" r="0" b="0"/>
              <a:pathLst>
                <a:path w="3086" h="199684">
                  <a:moveTo>
                    <a:pt x="3086" y="0"/>
                  </a:moveTo>
                  <a:lnTo>
                    <a:pt x="0" y="19968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l1518"/>
            <p:cNvSpPr/>
            <p:nvPr/>
          </p:nvSpPr>
          <p:spPr>
            <a:xfrm>
              <a:off x="3747942" y="6943445"/>
              <a:ext cx="10422" cy="46522"/>
            </a:xfrm>
            <a:custGeom>
              <a:avLst/>
              <a:gdLst/>
              <a:ahLst/>
              <a:cxnLst/>
              <a:rect l="0" t="0" r="0" b="0"/>
              <a:pathLst>
                <a:path w="10422" h="46522">
                  <a:moveTo>
                    <a:pt x="10422" y="0"/>
                  </a:moveTo>
                  <a:lnTo>
                    <a:pt x="0" y="46522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l1519"/>
            <p:cNvSpPr/>
            <p:nvPr/>
          </p:nvSpPr>
          <p:spPr>
            <a:xfrm>
              <a:off x="2745876" y="6367956"/>
              <a:ext cx="20059" cy="1816"/>
            </a:xfrm>
            <a:custGeom>
              <a:avLst/>
              <a:gdLst/>
              <a:ahLst/>
              <a:cxnLst/>
              <a:rect l="0" t="0" r="0" b="0"/>
              <a:pathLst>
                <a:path w="20059" h="1816">
                  <a:moveTo>
                    <a:pt x="0" y="0"/>
                  </a:moveTo>
                  <a:lnTo>
                    <a:pt x="20059" y="1816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l1520"/>
            <p:cNvSpPr/>
            <p:nvPr/>
          </p:nvSpPr>
          <p:spPr>
            <a:xfrm>
              <a:off x="3505494" y="5770905"/>
              <a:ext cx="66409" cy="22028"/>
            </a:xfrm>
            <a:custGeom>
              <a:avLst/>
              <a:gdLst/>
              <a:ahLst/>
              <a:cxnLst/>
              <a:rect l="0" t="0" r="0" b="0"/>
              <a:pathLst>
                <a:path w="66409" h="22028">
                  <a:moveTo>
                    <a:pt x="66409" y="22028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l1521"/>
            <p:cNvSpPr/>
            <p:nvPr/>
          </p:nvSpPr>
          <p:spPr>
            <a:xfrm>
              <a:off x="3514181" y="5693690"/>
              <a:ext cx="9680" cy="20234"/>
            </a:xfrm>
            <a:custGeom>
              <a:avLst/>
              <a:gdLst/>
              <a:ahLst/>
              <a:cxnLst/>
              <a:rect l="0" t="0" r="0" b="0"/>
              <a:pathLst>
                <a:path w="9680" h="20234">
                  <a:moveTo>
                    <a:pt x="9680" y="0"/>
                  </a:moveTo>
                  <a:lnTo>
                    <a:pt x="0" y="20234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l1522"/>
            <p:cNvSpPr/>
            <p:nvPr/>
          </p:nvSpPr>
          <p:spPr>
            <a:xfrm>
              <a:off x="3368360" y="5632164"/>
              <a:ext cx="21755" cy="71654"/>
            </a:xfrm>
            <a:custGeom>
              <a:avLst/>
              <a:gdLst/>
              <a:ahLst/>
              <a:cxnLst/>
              <a:rect l="0" t="0" r="0" b="0"/>
              <a:pathLst>
                <a:path w="21755" h="71654">
                  <a:moveTo>
                    <a:pt x="0" y="0"/>
                  </a:moveTo>
                  <a:lnTo>
                    <a:pt x="21755" y="71654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l1523"/>
            <p:cNvSpPr/>
            <p:nvPr/>
          </p:nvSpPr>
          <p:spPr>
            <a:xfrm>
              <a:off x="4026394" y="6026071"/>
              <a:ext cx="37377" cy="68011"/>
            </a:xfrm>
            <a:custGeom>
              <a:avLst/>
              <a:gdLst/>
              <a:ahLst/>
              <a:cxnLst/>
              <a:rect l="0" t="0" r="0" b="0"/>
              <a:pathLst>
                <a:path w="37377" h="68011">
                  <a:moveTo>
                    <a:pt x="0" y="68011"/>
                  </a:moveTo>
                  <a:lnTo>
                    <a:pt x="37377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l1524"/>
            <p:cNvSpPr/>
            <p:nvPr/>
          </p:nvSpPr>
          <p:spPr>
            <a:xfrm>
              <a:off x="4021593" y="6094083"/>
              <a:ext cx="4800" cy="130505"/>
            </a:xfrm>
            <a:custGeom>
              <a:avLst/>
              <a:gdLst/>
              <a:ahLst/>
              <a:cxnLst/>
              <a:rect l="0" t="0" r="0" b="0"/>
              <a:pathLst>
                <a:path w="4800" h="130505">
                  <a:moveTo>
                    <a:pt x="4800" y="0"/>
                  </a:moveTo>
                  <a:lnTo>
                    <a:pt x="0" y="130505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l1525"/>
            <p:cNvSpPr/>
            <p:nvPr/>
          </p:nvSpPr>
          <p:spPr>
            <a:xfrm>
              <a:off x="4012439" y="6094083"/>
              <a:ext cx="13955" cy="117728"/>
            </a:xfrm>
            <a:custGeom>
              <a:avLst/>
              <a:gdLst/>
              <a:ahLst/>
              <a:cxnLst/>
              <a:rect l="0" t="0" r="0" b="0"/>
              <a:pathLst>
                <a:path w="13955" h="117728">
                  <a:moveTo>
                    <a:pt x="13955" y="0"/>
                  </a:moveTo>
                  <a:lnTo>
                    <a:pt x="0" y="117728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l1526"/>
            <p:cNvSpPr/>
            <p:nvPr/>
          </p:nvSpPr>
          <p:spPr>
            <a:xfrm>
              <a:off x="4023334" y="6094083"/>
              <a:ext cx="3059" cy="92868"/>
            </a:xfrm>
            <a:custGeom>
              <a:avLst/>
              <a:gdLst/>
              <a:ahLst/>
              <a:cxnLst/>
              <a:rect l="0" t="0" r="0" b="0"/>
              <a:pathLst>
                <a:path w="3059" h="92868">
                  <a:moveTo>
                    <a:pt x="3059" y="0"/>
                  </a:moveTo>
                  <a:lnTo>
                    <a:pt x="0" y="92868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l1527"/>
            <p:cNvSpPr/>
            <p:nvPr/>
          </p:nvSpPr>
          <p:spPr>
            <a:xfrm>
              <a:off x="5071391" y="5839588"/>
              <a:ext cx="41018" cy="6807"/>
            </a:xfrm>
            <a:custGeom>
              <a:avLst/>
              <a:gdLst/>
              <a:ahLst/>
              <a:cxnLst/>
              <a:rect l="0" t="0" r="0" b="0"/>
              <a:pathLst>
                <a:path w="41018" h="6807">
                  <a:moveTo>
                    <a:pt x="0" y="0"/>
                  </a:moveTo>
                  <a:lnTo>
                    <a:pt x="41018" y="6807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l1528"/>
            <p:cNvSpPr/>
            <p:nvPr/>
          </p:nvSpPr>
          <p:spPr>
            <a:xfrm>
              <a:off x="2147146" y="6193057"/>
              <a:ext cx="21604" cy="15608"/>
            </a:xfrm>
            <a:custGeom>
              <a:avLst/>
              <a:gdLst/>
              <a:ahLst/>
              <a:cxnLst/>
              <a:rect l="0" t="0" r="0" b="0"/>
              <a:pathLst>
                <a:path w="21604" h="15608">
                  <a:moveTo>
                    <a:pt x="0" y="15608"/>
                  </a:moveTo>
                  <a:lnTo>
                    <a:pt x="21604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l1529"/>
            <p:cNvSpPr/>
            <p:nvPr/>
          </p:nvSpPr>
          <p:spPr>
            <a:xfrm>
              <a:off x="2105363" y="6208665"/>
              <a:ext cx="41782" cy="32946"/>
            </a:xfrm>
            <a:custGeom>
              <a:avLst/>
              <a:gdLst/>
              <a:ahLst/>
              <a:cxnLst/>
              <a:rect l="0" t="0" r="0" b="0"/>
              <a:pathLst>
                <a:path w="41782" h="32946">
                  <a:moveTo>
                    <a:pt x="41782" y="0"/>
                  </a:moveTo>
                  <a:lnTo>
                    <a:pt x="0" y="32946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l1530"/>
            <p:cNvSpPr/>
            <p:nvPr/>
          </p:nvSpPr>
          <p:spPr>
            <a:xfrm>
              <a:off x="4516036" y="6464622"/>
              <a:ext cx="89341" cy="29328"/>
            </a:xfrm>
            <a:custGeom>
              <a:avLst/>
              <a:gdLst/>
              <a:ahLst/>
              <a:cxnLst/>
              <a:rect l="0" t="0" r="0" b="0"/>
              <a:pathLst>
                <a:path w="89341" h="29328">
                  <a:moveTo>
                    <a:pt x="89341" y="29328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l1531"/>
            <p:cNvSpPr/>
            <p:nvPr/>
          </p:nvSpPr>
          <p:spPr>
            <a:xfrm>
              <a:off x="3755278" y="7143130"/>
              <a:ext cx="5552" cy="134239"/>
            </a:xfrm>
            <a:custGeom>
              <a:avLst/>
              <a:gdLst/>
              <a:ahLst/>
              <a:cxnLst/>
              <a:rect l="0" t="0" r="0" b="0"/>
              <a:pathLst>
                <a:path w="5552" h="134239">
                  <a:moveTo>
                    <a:pt x="5552" y="134239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l1532"/>
            <p:cNvSpPr/>
            <p:nvPr/>
          </p:nvSpPr>
          <p:spPr>
            <a:xfrm>
              <a:off x="2248249" y="6688703"/>
              <a:ext cx="22993" cy="672"/>
            </a:xfrm>
            <a:custGeom>
              <a:avLst/>
              <a:gdLst/>
              <a:ahLst/>
              <a:cxnLst/>
              <a:rect l="0" t="0" r="0" b="0"/>
              <a:pathLst>
                <a:path w="22993" h="672">
                  <a:moveTo>
                    <a:pt x="0" y="0"/>
                  </a:moveTo>
                  <a:lnTo>
                    <a:pt x="22993" y="67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l1533"/>
            <p:cNvSpPr/>
            <p:nvPr/>
          </p:nvSpPr>
          <p:spPr>
            <a:xfrm>
              <a:off x="2778401" y="6734862"/>
              <a:ext cx="36364" cy="4077"/>
            </a:xfrm>
            <a:custGeom>
              <a:avLst/>
              <a:gdLst/>
              <a:ahLst/>
              <a:cxnLst/>
              <a:rect l="0" t="0" r="0" b="0"/>
              <a:pathLst>
                <a:path w="36364" h="4077">
                  <a:moveTo>
                    <a:pt x="36364" y="0"/>
                  </a:moveTo>
                  <a:lnTo>
                    <a:pt x="0" y="4077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l1534"/>
            <p:cNvSpPr/>
            <p:nvPr/>
          </p:nvSpPr>
          <p:spPr>
            <a:xfrm>
              <a:off x="2802024" y="6705376"/>
              <a:ext cx="12740" cy="29486"/>
            </a:xfrm>
            <a:custGeom>
              <a:avLst/>
              <a:gdLst/>
              <a:ahLst/>
              <a:cxnLst/>
              <a:rect l="0" t="0" r="0" b="0"/>
              <a:pathLst>
                <a:path w="12740" h="29486">
                  <a:moveTo>
                    <a:pt x="12740" y="29486"/>
                  </a:moveTo>
                  <a:lnTo>
                    <a:pt x="0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l1535"/>
            <p:cNvSpPr/>
            <p:nvPr/>
          </p:nvSpPr>
          <p:spPr>
            <a:xfrm>
              <a:off x="2796461" y="6734862"/>
              <a:ext cx="18303" cy="22285"/>
            </a:xfrm>
            <a:custGeom>
              <a:avLst/>
              <a:gdLst/>
              <a:ahLst/>
              <a:cxnLst/>
              <a:rect l="0" t="0" r="0" b="0"/>
              <a:pathLst>
                <a:path w="18303" h="22285">
                  <a:moveTo>
                    <a:pt x="18303" y="0"/>
                  </a:moveTo>
                  <a:lnTo>
                    <a:pt x="0" y="22285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l1536"/>
            <p:cNvSpPr/>
            <p:nvPr/>
          </p:nvSpPr>
          <p:spPr>
            <a:xfrm>
              <a:off x="2814765" y="6734862"/>
              <a:ext cx="21029" cy="38698"/>
            </a:xfrm>
            <a:custGeom>
              <a:avLst/>
              <a:gdLst/>
              <a:ahLst/>
              <a:cxnLst/>
              <a:rect l="0" t="0" r="0" b="0"/>
              <a:pathLst>
                <a:path w="21029" h="38698">
                  <a:moveTo>
                    <a:pt x="0" y="0"/>
                  </a:moveTo>
                  <a:lnTo>
                    <a:pt x="21029" y="38698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l1537"/>
            <p:cNvSpPr/>
            <p:nvPr/>
          </p:nvSpPr>
          <p:spPr>
            <a:xfrm>
              <a:off x="4677308" y="5088586"/>
              <a:ext cx="11318" cy="3769"/>
            </a:xfrm>
            <a:custGeom>
              <a:avLst/>
              <a:gdLst/>
              <a:ahLst/>
              <a:cxnLst/>
              <a:rect l="0" t="0" r="0" b="0"/>
              <a:pathLst>
                <a:path w="11318" h="3769">
                  <a:moveTo>
                    <a:pt x="11318" y="3769"/>
                  </a:moveTo>
                  <a:lnTo>
                    <a:pt x="0" y="0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l1538"/>
            <p:cNvSpPr/>
            <p:nvPr/>
          </p:nvSpPr>
          <p:spPr>
            <a:xfrm>
              <a:off x="3431128" y="5809759"/>
              <a:ext cx="4547" cy="8942"/>
            </a:xfrm>
            <a:custGeom>
              <a:avLst/>
              <a:gdLst/>
              <a:ahLst/>
              <a:cxnLst/>
              <a:rect l="0" t="0" r="0" b="0"/>
              <a:pathLst>
                <a:path w="4547" h="8942">
                  <a:moveTo>
                    <a:pt x="4547" y="8942"/>
                  </a:moveTo>
                  <a:lnTo>
                    <a:pt x="0" y="0"/>
                  </a:lnTo>
                </a:path>
              </a:pathLst>
            </a:custGeom>
            <a:ln w="55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l1539"/>
            <p:cNvSpPr/>
            <p:nvPr/>
          </p:nvSpPr>
          <p:spPr>
            <a:xfrm>
              <a:off x="3333971" y="5654413"/>
              <a:ext cx="26123" cy="63302"/>
            </a:xfrm>
            <a:custGeom>
              <a:avLst/>
              <a:gdLst/>
              <a:ahLst/>
              <a:cxnLst/>
              <a:rect l="0" t="0" r="0" b="0"/>
              <a:pathLst>
                <a:path w="26123" h="63302">
                  <a:moveTo>
                    <a:pt x="0" y="0"/>
                  </a:moveTo>
                  <a:lnTo>
                    <a:pt x="26123" y="63302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l1540"/>
            <p:cNvSpPr/>
            <p:nvPr/>
          </p:nvSpPr>
          <p:spPr>
            <a:xfrm>
              <a:off x="3308998" y="5629653"/>
              <a:ext cx="24972" cy="24760"/>
            </a:xfrm>
            <a:custGeom>
              <a:avLst/>
              <a:gdLst/>
              <a:ahLst/>
              <a:cxnLst/>
              <a:rect l="0" t="0" r="0" b="0"/>
              <a:pathLst>
                <a:path w="24972" h="24760">
                  <a:moveTo>
                    <a:pt x="24972" y="24760"/>
                  </a:moveTo>
                  <a:lnTo>
                    <a:pt x="0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l1541"/>
            <p:cNvSpPr/>
            <p:nvPr/>
          </p:nvSpPr>
          <p:spPr>
            <a:xfrm>
              <a:off x="3329812" y="5629370"/>
              <a:ext cx="4159" cy="25043"/>
            </a:xfrm>
            <a:custGeom>
              <a:avLst/>
              <a:gdLst/>
              <a:ahLst/>
              <a:cxnLst/>
              <a:rect l="0" t="0" r="0" b="0"/>
              <a:pathLst>
                <a:path w="4159" h="25043">
                  <a:moveTo>
                    <a:pt x="4159" y="25043"/>
                  </a:moveTo>
                  <a:lnTo>
                    <a:pt x="0" y="0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l1542"/>
            <p:cNvSpPr/>
            <p:nvPr/>
          </p:nvSpPr>
          <p:spPr>
            <a:xfrm>
              <a:off x="3322140" y="5625183"/>
              <a:ext cx="11831" cy="29230"/>
            </a:xfrm>
            <a:custGeom>
              <a:avLst/>
              <a:gdLst/>
              <a:ahLst/>
              <a:cxnLst/>
              <a:rect l="0" t="0" r="0" b="0"/>
              <a:pathLst>
                <a:path w="11831" h="29230">
                  <a:moveTo>
                    <a:pt x="11831" y="29230"/>
                  </a:moveTo>
                  <a:lnTo>
                    <a:pt x="0" y="0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l1543"/>
            <p:cNvSpPr/>
            <p:nvPr/>
          </p:nvSpPr>
          <p:spPr>
            <a:xfrm>
              <a:off x="3314584" y="5633397"/>
              <a:ext cx="19387" cy="21016"/>
            </a:xfrm>
            <a:custGeom>
              <a:avLst/>
              <a:gdLst/>
              <a:ahLst/>
              <a:cxnLst/>
              <a:rect l="0" t="0" r="0" b="0"/>
              <a:pathLst>
                <a:path w="19387" h="21016">
                  <a:moveTo>
                    <a:pt x="19387" y="21016"/>
                  </a:moveTo>
                  <a:lnTo>
                    <a:pt x="0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l1544"/>
            <p:cNvSpPr/>
            <p:nvPr/>
          </p:nvSpPr>
          <p:spPr>
            <a:xfrm>
              <a:off x="4452734" y="7246864"/>
              <a:ext cx="19228" cy="11801"/>
            </a:xfrm>
            <a:custGeom>
              <a:avLst/>
              <a:gdLst/>
              <a:ahLst/>
              <a:cxnLst/>
              <a:rect l="0" t="0" r="0" b="0"/>
              <a:pathLst>
                <a:path w="19228" h="11801">
                  <a:moveTo>
                    <a:pt x="19228" y="11801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l1545"/>
            <p:cNvSpPr/>
            <p:nvPr/>
          </p:nvSpPr>
          <p:spPr>
            <a:xfrm>
              <a:off x="4806294" y="6318331"/>
              <a:ext cx="1524" cy="14285"/>
            </a:xfrm>
            <a:custGeom>
              <a:avLst/>
              <a:gdLst/>
              <a:ahLst/>
              <a:cxnLst/>
              <a:rect l="0" t="0" r="0" b="0"/>
              <a:pathLst>
                <a:path w="1524" h="14285">
                  <a:moveTo>
                    <a:pt x="1524" y="0"/>
                  </a:moveTo>
                  <a:lnTo>
                    <a:pt x="0" y="14285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l1546"/>
            <p:cNvSpPr/>
            <p:nvPr/>
          </p:nvSpPr>
          <p:spPr>
            <a:xfrm>
              <a:off x="3978668" y="6211811"/>
              <a:ext cx="33770" cy="156409"/>
            </a:xfrm>
            <a:custGeom>
              <a:avLst/>
              <a:gdLst/>
              <a:ahLst/>
              <a:cxnLst/>
              <a:rect l="0" t="0" r="0" b="0"/>
              <a:pathLst>
                <a:path w="33770" h="156409">
                  <a:moveTo>
                    <a:pt x="33770" y="0"/>
                  </a:moveTo>
                  <a:lnTo>
                    <a:pt x="0" y="156409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l1547"/>
            <p:cNvSpPr/>
            <p:nvPr/>
          </p:nvSpPr>
          <p:spPr>
            <a:xfrm>
              <a:off x="5112068" y="6619426"/>
              <a:ext cx="7121" cy="1795"/>
            </a:xfrm>
            <a:custGeom>
              <a:avLst/>
              <a:gdLst/>
              <a:ahLst/>
              <a:cxnLst/>
              <a:rect l="0" t="0" r="0" b="0"/>
              <a:pathLst>
                <a:path w="7121" h="1795">
                  <a:moveTo>
                    <a:pt x="0" y="0"/>
                  </a:moveTo>
                  <a:lnTo>
                    <a:pt x="7121" y="1795"/>
                  </a:lnTo>
                </a:path>
              </a:pathLst>
            </a:custGeom>
            <a:ln w="54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l1548"/>
            <p:cNvSpPr/>
            <p:nvPr/>
          </p:nvSpPr>
          <p:spPr>
            <a:xfrm>
              <a:off x="3189392" y="5717929"/>
              <a:ext cx="75567" cy="23317"/>
            </a:xfrm>
            <a:custGeom>
              <a:avLst/>
              <a:gdLst/>
              <a:ahLst/>
              <a:cxnLst/>
              <a:rect l="0" t="0" r="0" b="0"/>
              <a:pathLst>
                <a:path w="75567" h="23317">
                  <a:moveTo>
                    <a:pt x="0" y="0"/>
                  </a:moveTo>
                  <a:lnTo>
                    <a:pt x="75567" y="23317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l1549"/>
            <p:cNvSpPr/>
            <p:nvPr/>
          </p:nvSpPr>
          <p:spPr>
            <a:xfrm>
              <a:off x="3211146" y="5727192"/>
              <a:ext cx="53814" cy="14054"/>
            </a:xfrm>
            <a:custGeom>
              <a:avLst/>
              <a:gdLst/>
              <a:ahLst/>
              <a:cxnLst/>
              <a:rect l="0" t="0" r="0" b="0"/>
              <a:pathLst>
                <a:path w="53814" h="14054">
                  <a:moveTo>
                    <a:pt x="0" y="0"/>
                  </a:moveTo>
                  <a:lnTo>
                    <a:pt x="53814" y="14054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l1550"/>
            <p:cNvSpPr/>
            <p:nvPr/>
          </p:nvSpPr>
          <p:spPr>
            <a:xfrm>
              <a:off x="3685940" y="6552783"/>
              <a:ext cx="43544" cy="79820"/>
            </a:xfrm>
            <a:custGeom>
              <a:avLst/>
              <a:gdLst/>
              <a:ahLst/>
              <a:cxnLst/>
              <a:rect l="0" t="0" r="0" b="0"/>
              <a:pathLst>
                <a:path w="43544" h="79820">
                  <a:moveTo>
                    <a:pt x="43544" y="0"/>
                  </a:moveTo>
                  <a:lnTo>
                    <a:pt x="0" y="7982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l1551"/>
            <p:cNvSpPr/>
            <p:nvPr/>
          </p:nvSpPr>
          <p:spPr>
            <a:xfrm>
              <a:off x="3729484" y="6552783"/>
              <a:ext cx="4660" cy="5255"/>
            </a:xfrm>
            <a:custGeom>
              <a:avLst/>
              <a:gdLst/>
              <a:ahLst/>
              <a:cxnLst/>
              <a:rect l="0" t="0" r="0" b="0"/>
              <a:pathLst>
                <a:path w="4660" h="5255">
                  <a:moveTo>
                    <a:pt x="0" y="0"/>
                  </a:moveTo>
                  <a:lnTo>
                    <a:pt x="4660" y="5255"/>
                  </a:lnTo>
                </a:path>
              </a:pathLst>
            </a:custGeom>
            <a:ln w="838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l1552"/>
            <p:cNvSpPr/>
            <p:nvPr/>
          </p:nvSpPr>
          <p:spPr>
            <a:xfrm>
              <a:off x="3764575" y="6809930"/>
              <a:ext cx="12508" cy="48186"/>
            </a:xfrm>
            <a:custGeom>
              <a:avLst/>
              <a:gdLst/>
              <a:ahLst/>
              <a:cxnLst/>
              <a:rect l="0" t="0" r="0" b="0"/>
              <a:pathLst>
                <a:path w="12508" h="48186">
                  <a:moveTo>
                    <a:pt x="12508" y="48186"/>
                  </a:moveTo>
                  <a:lnTo>
                    <a:pt x="0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l1553"/>
            <p:cNvSpPr/>
            <p:nvPr/>
          </p:nvSpPr>
          <p:spPr>
            <a:xfrm>
              <a:off x="3182127" y="7638879"/>
              <a:ext cx="5473" cy="20240"/>
            </a:xfrm>
            <a:custGeom>
              <a:avLst/>
              <a:gdLst/>
              <a:ahLst/>
              <a:cxnLst/>
              <a:rect l="0" t="0" r="0" b="0"/>
              <a:pathLst>
                <a:path w="5473" h="20240">
                  <a:moveTo>
                    <a:pt x="5473" y="20240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l1554"/>
            <p:cNvSpPr/>
            <p:nvPr/>
          </p:nvSpPr>
          <p:spPr>
            <a:xfrm>
              <a:off x="4079219" y="6630618"/>
              <a:ext cx="237395" cy="21771"/>
            </a:xfrm>
            <a:custGeom>
              <a:avLst/>
              <a:gdLst/>
              <a:ahLst/>
              <a:cxnLst/>
              <a:rect l="0" t="0" r="0" b="0"/>
              <a:pathLst>
                <a:path w="237395" h="21771">
                  <a:moveTo>
                    <a:pt x="237395" y="0"/>
                  </a:moveTo>
                  <a:lnTo>
                    <a:pt x="0" y="2177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l1555"/>
            <p:cNvSpPr/>
            <p:nvPr/>
          </p:nvSpPr>
          <p:spPr>
            <a:xfrm>
              <a:off x="3370906" y="5674914"/>
              <a:ext cx="27460" cy="53602"/>
            </a:xfrm>
            <a:custGeom>
              <a:avLst/>
              <a:gdLst/>
              <a:ahLst/>
              <a:cxnLst/>
              <a:rect l="0" t="0" r="0" b="0"/>
              <a:pathLst>
                <a:path w="27460" h="53602">
                  <a:moveTo>
                    <a:pt x="27460" y="53602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l1556"/>
            <p:cNvSpPr/>
            <p:nvPr/>
          </p:nvSpPr>
          <p:spPr>
            <a:xfrm>
              <a:off x="2856110" y="7485191"/>
              <a:ext cx="3708" cy="19790"/>
            </a:xfrm>
            <a:custGeom>
              <a:avLst/>
              <a:gdLst/>
              <a:ahLst/>
              <a:cxnLst/>
              <a:rect l="0" t="0" r="0" b="0"/>
              <a:pathLst>
                <a:path w="3708" h="19790">
                  <a:moveTo>
                    <a:pt x="3708" y="0"/>
                  </a:moveTo>
                  <a:lnTo>
                    <a:pt x="0" y="1979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l1557"/>
            <p:cNvSpPr/>
            <p:nvPr/>
          </p:nvSpPr>
          <p:spPr>
            <a:xfrm>
              <a:off x="4683717" y="7176249"/>
              <a:ext cx="2671" cy="13162"/>
            </a:xfrm>
            <a:custGeom>
              <a:avLst/>
              <a:gdLst/>
              <a:ahLst/>
              <a:cxnLst/>
              <a:rect l="0" t="0" r="0" b="0"/>
              <a:pathLst>
                <a:path w="2671" h="13162">
                  <a:moveTo>
                    <a:pt x="0" y="13162"/>
                  </a:moveTo>
                  <a:lnTo>
                    <a:pt x="2671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l1558"/>
            <p:cNvSpPr/>
            <p:nvPr/>
          </p:nvSpPr>
          <p:spPr>
            <a:xfrm>
              <a:off x="4113555" y="7372370"/>
              <a:ext cx="9409" cy="17893"/>
            </a:xfrm>
            <a:custGeom>
              <a:avLst/>
              <a:gdLst/>
              <a:ahLst/>
              <a:cxnLst/>
              <a:rect l="0" t="0" r="0" b="0"/>
              <a:pathLst>
                <a:path w="9409" h="17893">
                  <a:moveTo>
                    <a:pt x="9409" y="0"/>
                  </a:moveTo>
                  <a:lnTo>
                    <a:pt x="0" y="17893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l1559"/>
            <p:cNvSpPr/>
            <p:nvPr/>
          </p:nvSpPr>
          <p:spPr>
            <a:xfrm>
              <a:off x="3264960" y="5741247"/>
              <a:ext cx="95033" cy="26622"/>
            </a:xfrm>
            <a:custGeom>
              <a:avLst/>
              <a:gdLst/>
              <a:ahLst/>
              <a:cxnLst/>
              <a:rect l="0" t="0" r="0" b="0"/>
              <a:pathLst>
                <a:path w="95033" h="26622">
                  <a:moveTo>
                    <a:pt x="0" y="0"/>
                  </a:moveTo>
                  <a:lnTo>
                    <a:pt x="95033" y="26622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l1560"/>
            <p:cNvSpPr/>
            <p:nvPr/>
          </p:nvSpPr>
          <p:spPr>
            <a:xfrm>
              <a:off x="3996528" y="6469932"/>
              <a:ext cx="34717" cy="4754"/>
            </a:xfrm>
            <a:custGeom>
              <a:avLst/>
              <a:gdLst/>
              <a:ahLst/>
              <a:cxnLst/>
              <a:rect l="0" t="0" r="0" b="0"/>
              <a:pathLst>
                <a:path w="34717" h="4754">
                  <a:moveTo>
                    <a:pt x="34717" y="4754"/>
                  </a:moveTo>
                  <a:lnTo>
                    <a:pt x="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l1561"/>
            <p:cNvSpPr/>
            <p:nvPr/>
          </p:nvSpPr>
          <p:spPr>
            <a:xfrm>
              <a:off x="2117181" y="6570689"/>
              <a:ext cx="21478" cy="7102"/>
            </a:xfrm>
            <a:custGeom>
              <a:avLst/>
              <a:gdLst/>
              <a:ahLst/>
              <a:cxnLst/>
              <a:rect l="0" t="0" r="0" b="0"/>
              <a:pathLst>
                <a:path w="21478" h="7102">
                  <a:moveTo>
                    <a:pt x="0" y="0"/>
                  </a:moveTo>
                  <a:lnTo>
                    <a:pt x="21478" y="7102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l1562"/>
            <p:cNvSpPr/>
            <p:nvPr/>
          </p:nvSpPr>
          <p:spPr>
            <a:xfrm>
              <a:off x="4516036" y="6363629"/>
              <a:ext cx="49814" cy="100993"/>
            </a:xfrm>
            <a:custGeom>
              <a:avLst/>
              <a:gdLst/>
              <a:ahLst/>
              <a:cxnLst/>
              <a:rect l="0" t="0" r="0" b="0"/>
              <a:pathLst>
                <a:path w="49814" h="100993">
                  <a:moveTo>
                    <a:pt x="49814" y="0"/>
                  </a:moveTo>
                  <a:lnTo>
                    <a:pt x="0" y="10099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l1563"/>
            <p:cNvSpPr/>
            <p:nvPr/>
          </p:nvSpPr>
          <p:spPr>
            <a:xfrm>
              <a:off x="4559648" y="6363629"/>
              <a:ext cx="6202" cy="10894"/>
            </a:xfrm>
            <a:custGeom>
              <a:avLst/>
              <a:gdLst/>
              <a:ahLst/>
              <a:cxnLst/>
              <a:rect l="0" t="0" r="0" b="0"/>
              <a:pathLst>
                <a:path w="6202" h="10894">
                  <a:moveTo>
                    <a:pt x="6202" y="0"/>
                  </a:moveTo>
                  <a:lnTo>
                    <a:pt x="0" y="10894"/>
                  </a:lnTo>
                </a:path>
              </a:pathLst>
            </a:custGeom>
            <a:ln w="548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l1564"/>
            <p:cNvSpPr/>
            <p:nvPr/>
          </p:nvSpPr>
          <p:spPr>
            <a:xfrm>
              <a:off x="4565851" y="6354516"/>
              <a:ext cx="2174" cy="9113"/>
            </a:xfrm>
            <a:custGeom>
              <a:avLst/>
              <a:gdLst/>
              <a:ahLst/>
              <a:cxnLst/>
              <a:rect l="0" t="0" r="0" b="0"/>
              <a:pathLst>
                <a:path w="2174" h="9113">
                  <a:moveTo>
                    <a:pt x="0" y="9113"/>
                  </a:moveTo>
                  <a:lnTo>
                    <a:pt x="2174" y="0"/>
                  </a:lnTo>
                </a:path>
              </a:pathLst>
            </a:custGeom>
            <a:ln w="555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l1565"/>
            <p:cNvSpPr/>
            <p:nvPr/>
          </p:nvSpPr>
          <p:spPr>
            <a:xfrm>
              <a:off x="3673348" y="6630918"/>
              <a:ext cx="21066" cy="6014"/>
            </a:xfrm>
            <a:custGeom>
              <a:avLst/>
              <a:gdLst/>
              <a:ahLst/>
              <a:cxnLst/>
              <a:rect l="0" t="0" r="0" b="0"/>
              <a:pathLst>
                <a:path w="21066" h="6014">
                  <a:moveTo>
                    <a:pt x="21066" y="0"/>
                  </a:moveTo>
                  <a:lnTo>
                    <a:pt x="0" y="6014"/>
                  </a:lnTo>
                </a:path>
              </a:pathLst>
            </a:custGeom>
            <a:ln w="543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l1566"/>
            <p:cNvSpPr/>
            <p:nvPr/>
          </p:nvSpPr>
          <p:spPr>
            <a:xfrm>
              <a:off x="3685940" y="6630918"/>
              <a:ext cx="8475" cy="1685"/>
            </a:xfrm>
            <a:custGeom>
              <a:avLst/>
              <a:gdLst/>
              <a:ahLst/>
              <a:cxnLst/>
              <a:rect l="0" t="0" r="0" b="0"/>
              <a:pathLst>
                <a:path w="8475" h="1685">
                  <a:moveTo>
                    <a:pt x="8475" y="0"/>
                  </a:moveTo>
                  <a:lnTo>
                    <a:pt x="0" y="1685"/>
                  </a:lnTo>
                </a:path>
              </a:pathLst>
            </a:custGeom>
            <a:ln w="90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l1567"/>
            <p:cNvSpPr/>
            <p:nvPr/>
          </p:nvSpPr>
          <p:spPr>
            <a:xfrm>
              <a:off x="3733521" y="6557322"/>
              <a:ext cx="623" cy="716"/>
            </a:xfrm>
            <a:custGeom>
              <a:avLst/>
              <a:gdLst/>
              <a:ahLst/>
              <a:cxnLst/>
              <a:rect l="0" t="0" r="0" b="0"/>
              <a:pathLst>
                <a:path w="623" h="716">
                  <a:moveTo>
                    <a:pt x="623" y="716"/>
                  </a:moveTo>
                  <a:lnTo>
                    <a:pt x="0" y="0"/>
                  </a:lnTo>
                </a:path>
              </a:pathLst>
            </a:custGeom>
            <a:ln w="730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l1568"/>
            <p:cNvSpPr/>
            <p:nvPr/>
          </p:nvSpPr>
          <p:spPr>
            <a:xfrm>
              <a:off x="3317641" y="5736656"/>
              <a:ext cx="24386" cy="25202"/>
            </a:xfrm>
            <a:custGeom>
              <a:avLst/>
              <a:gdLst/>
              <a:ahLst/>
              <a:cxnLst/>
              <a:rect l="0" t="0" r="0" b="0"/>
              <a:pathLst>
                <a:path w="24386" h="25202">
                  <a:moveTo>
                    <a:pt x="0" y="0"/>
                  </a:moveTo>
                  <a:lnTo>
                    <a:pt x="24386" y="25202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l1569"/>
            <p:cNvSpPr/>
            <p:nvPr/>
          </p:nvSpPr>
          <p:spPr>
            <a:xfrm>
              <a:off x="2651663" y="7278862"/>
              <a:ext cx="21865" cy="899"/>
            </a:xfrm>
            <a:custGeom>
              <a:avLst/>
              <a:gdLst/>
              <a:ahLst/>
              <a:cxnLst/>
              <a:rect l="0" t="0" r="0" b="0"/>
              <a:pathLst>
                <a:path w="21865" h="899">
                  <a:moveTo>
                    <a:pt x="21865" y="0"/>
                  </a:moveTo>
                  <a:lnTo>
                    <a:pt x="0" y="899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l1570"/>
            <p:cNvSpPr/>
            <p:nvPr/>
          </p:nvSpPr>
          <p:spPr>
            <a:xfrm>
              <a:off x="3991383" y="6112861"/>
              <a:ext cx="22331" cy="10389"/>
            </a:xfrm>
            <a:custGeom>
              <a:avLst/>
              <a:gdLst/>
              <a:ahLst/>
              <a:cxnLst/>
              <a:rect l="0" t="0" r="0" b="0"/>
              <a:pathLst>
                <a:path w="22331" h="10389">
                  <a:moveTo>
                    <a:pt x="0" y="10389"/>
                  </a:moveTo>
                  <a:lnTo>
                    <a:pt x="22331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l1571"/>
            <p:cNvSpPr/>
            <p:nvPr/>
          </p:nvSpPr>
          <p:spPr>
            <a:xfrm>
              <a:off x="4206992" y="7631449"/>
              <a:ext cx="12291" cy="15921"/>
            </a:xfrm>
            <a:custGeom>
              <a:avLst/>
              <a:gdLst/>
              <a:ahLst/>
              <a:cxnLst/>
              <a:rect l="0" t="0" r="0" b="0"/>
              <a:pathLst>
                <a:path w="12291" h="15921">
                  <a:moveTo>
                    <a:pt x="12291" y="0"/>
                  </a:moveTo>
                  <a:lnTo>
                    <a:pt x="0" y="15921"/>
                  </a:lnTo>
                </a:path>
              </a:pathLst>
            </a:custGeom>
            <a:ln w="54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l1572"/>
            <p:cNvSpPr/>
            <p:nvPr/>
          </p:nvSpPr>
          <p:spPr>
            <a:xfrm>
              <a:off x="2333545" y="6982415"/>
              <a:ext cx="32" cy="7159"/>
            </a:xfrm>
            <a:custGeom>
              <a:avLst/>
              <a:gdLst/>
              <a:ahLst/>
              <a:cxnLst/>
              <a:rect l="0" t="0" r="0" b="0"/>
              <a:pathLst>
                <a:path w="32" h="7159">
                  <a:moveTo>
                    <a:pt x="0" y="7159"/>
                  </a:moveTo>
                  <a:lnTo>
                    <a:pt x="32" y="0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l1573"/>
            <p:cNvSpPr/>
            <p:nvPr/>
          </p:nvSpPr>
          <p:spPr>
            <a:xfrm>
              <a:off x="3224060" y="5874802"/>
              <a:ext cx="31184" cy="20629"/>
            </a:xfrm>
            <a:custGeom>
              <a:avLst/>
              <a:gdLst/>
              <a:ahLst/>
              <a:cxnLst/>
              <a:rect l="0" t="0" r="0" b="0"/>
              <a:pathLst>
                <a:path w="31184" h="20629">
                  <a:moveTo>
                    <a:pt x="0" y="20629"/>
                  </a:moveTo>
                  <a:lnTo>
                    <a:pt x="31184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l1574"/>
            <p:cNvSpPr/>
            <p:nvPr/>
          </p:nvSpPr>
          <p:spPr>
            <a:xfrm>
              <a:off x="3347569" y="5717715"/>
              <a:ext cx="12526" cy="24426"/>
            </a:xfrm>
            <a:custGeom>
              <a:avLst/>
              <a:gdLst/>
              <a:ahLst/>
              <a:cxnLst/>
              <a:rect l="0" t="0" r="0" b="0"/>
              <a:pathLst>
                <a:path w="12526" h="24426">
                  <a:moveTo>
                    <a:pt x="0" y="24426"/>
                  </a:moveTo>
                  <a:lnTo>
                    <a:pt x="12526" y="0"/>
                  </a:lnTo>
                </a:path>
              </a:pathLst>
            </a:custGeom>
            <a:ln w="55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l1575"/>
            <p:cNvSpPr/>
            <p:nvPr/>
          </p:nvSpPr>
          <p:spPr>
            <a:xfrm>
              <a:off x="3342027" y="5742142"/>
              <a:ext cx="5542" cy="19716"/>
            </a:xfrm>
            <a:custGeom>
              <a:avLst/>
              <a:gdLst/>
              <a:ahLst/>
              <a:cxnLst/>
              <a:rect l="0" t="0" r="0" b="0"/>
              <a:pathLst>
                <a:path w="5542" h="19716">
                  <a:moveTo>
                    <a:pt x="5542" y="0"/>
                  </a:moveTo>
                  <a:lnTo>
                    <a:pt x="0" y="19716"/>
                  </a:lnTo>
                </a:path>
              </a:pathLst>
            </a:custGeom>
            <a:ln w="55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l1576"/>
            <p:cNvSpPr/>
            <p:nvPr/>
          </p:nvSpPr>
          <p:spPr>
            <a:xfrm>
              <a:off x="3399692" y="5730430"/>
              <a:ext cx="8316" cy="41959"/>
            </a:xfrm>
            <a:custGeom>
              <a:avLst/>
              <a:gdLst/>
              <a:ahLst/>
              <a:cxnLst/>
              <a:rect l="0" t="0" r="0" b="0"/>
              <a:pathLst>
                <a:path w="8316" h="41959">
                  <a:moveTo>
                    <a:pt x="0" y="41959"/>
                  </a:moveTo>
                  <a:lnTo>
                    <a:pt x="8316" y="0"/>
                  </a:lnTo>
                </a:path>
              </a:pathLst>
            </a:custGeom>
            <a:ln w="54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l1577"/>
            <p:cNvSpPr/>
            <p:nvPr/>
          </p:nvSpPr>
          <p:spPr>
            <a:xfrm>
              <a:off x="3387790" y="5772389"/>
              <a:ext cx="11902" cy="1046"/>
            </a:xfrm>
            <a:custGeom>
              <a:avLst/>
              <a:gdLst/>
              <a:ahLst/>
              <a:cxnLst/>
              <a:rect l="0" t="0" r="0" b="0"/>
              <a:pathLst>
                <a:path w="11902" h="1046">
                  <a:moveTo>
                    <a:pt x="11902" y="0"/>
                  </a:moveTo>
                  <a:lnTo>
                    <a:pt x="0" y="1046"/>
                  </a:lnTo>
                </a:path>
              </a:pathLst>
            </a:custGeom>
            <a:ln w="550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l1578"/>
            <p:cNvSpPr/>
            <p:nvPr/>
          </p:nvSpPr>
          <p:spPr>
            <a:xfrm>
              <a:off x="2786436" y="6757147"/>
              <a:ext cx="10025" cy="8563"/>
            </a:xfrm>
            <a:custGeom>
              <a:avLst/>
              <a:gdLst/>
              <a:ahLst/>
              <a:cxnLst/>
              <a:rect l="0" t="0" r="0" b="0"/>
              <a:pathLst>
                <a:path w="10025" h="8563">
                  <a:moveTo>
                    <a:pt x="10025" y="0"/>
                  </a:moveTo>
                  <a:lnTo>
                    <a:pt x="0" y="8563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l1579"/>
            <p:cNvSpPr/>
            <p:nvPr/>
          </p:nvSpPr>
          <p:spPr>
            <a:xfrm>
              <a:off x="3560728" y="6689362"/>
              <a:ext cx="59194" cy="46899"/>
            </a:xfrm>
            <a:custGeom>
              <a:avLst/>
              <a:gdLst/>
              <a:ahLst/>
              <a:cxnLst/>
              <a:rect l="0" t="0" r="0" b="0"/>
              <a:pathLst>
                <a:path w="59194" h="46899">
                  <a:moveTo>
                    <a:pt x="0" y="46899"/>
                  </a:moveTo>
                  <a:lnTo>
                    <a:pt x="59194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l1580"/>
            <p:cNvSpPr/>
            <p:nvPr/>
          </p:nvSpPr>
          <p:spPr>
            <a:xfrm>
              <a:off x="2808258" y="6839977"/>
              <a:ext cx="29933" cy="16744"/>
            </a:xfrm>
            <a:custGeom>
              <a:avLst/>
              <a:gdLst/>
              <a:ahLst/>
              <a:cxnLst/>
              <a:rect l="0" t="0" r="0" b="0"/>
              <a:pathLst>
                <a:path w="29933" h="16744">
                  <a:moveTo>
                    <a:pt x="0" y="16744"/>
                  </a:moveTo>
                  <a:lnTo>
                    <a:pt x="29933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l1581"/>
            <p:cNvSpPr/>
            <p:nvPr/>
          </p:nvSpPr>
          <p:spPr>
            <a:xfrm>
              <a:off x="4047747" y="6755029"/>
              <a:ext cx="34032" cy="109332"/>
            </a:xfrm>
            <a:custGeom>
              <a:avLst/>
              <a:gdLst/>
              <a:ahLst/>
              <a:cxnLst/>
              <a:rect l="0" t="0" r="0" b="0"/>
              <a:pathLst>
                <a:path w="34032" h="109332">
                  <a:moveTo>
                    <a:pt x="0" y="0"/>
                  </a:moveTo>
                  <a:lnTo>
                    <a:pt x="34032" y="109332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l1582"/>
            <p:cNvSpPr/>
            <p:nvPr/>
          </p:nvSpPr>
          <p:spPr>
            <a:xfrm>
              <a:off x="4047747" y="6755029"/>
              <a:ext cx="22929" cy="157151"/>
            </a:xfrm>
            <a:custGeom>
              <a:avLst/>
              <a:gdLst/>
              <a:ahLst/>
              <a:cxnLst/>
              <a:rect l="0" t="0" r="0" b="0"/>
              <a:pathLst>
                <a:path w="22929" h="157151">
                  <a:moveTo>
                    <a:pt x="0" y="0"/>
                  </a:moveTo>
                  <a:lnTo>
                    <a:pt x="22929" y="157151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l1583"/>
            <p:cNvSpPr/>
            <p:nvPr/>
          </p:nvSpPr>
          <p:spPr>
            <a:xfrm>
              <a:off x="4047747" y="6755029"/>
              <a:ext cx="52489" cy="91144"/>
            </a:xfrm>
            <a:custGeom>
              <a:avLst/>
              <a:gdLst/>
              <a:ahLst/>
              <a:cxnLst/>
              <a:rect l="0" t="0" r="0" b="0"/>
              <a:pathLst>
                <a:path w="52489" h="91144">
                  <a:moveTo>
                    <a:pt x="0" y="0"/>
                  </a:moveTo>
                  <a:lnTo>
                    <a:pt x="52489" y="9114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l1584"/>
            <p:cNvSpPr/>
            <p:nvPr/>
          </p:nvSpPr>
          <p:spPr>
            <a:xfrm>
              <a:off x="4047747" y="6755029"/>
              <a:ext cx="2667" cy="116405"/>
            </a:xfrm>
            <a:custGeom>
              <a:avLst/>
              <a:gdLst/>
              <a:ahLst/>
              <a:cxnLst/>
              <a:rect l="0" t="0" r="0" b="0"/>
              <a:pathLst>
                <a:path w="2667" h="116405">
                  <a:moveTo>
                    <a:pt x="0" y="0"/>
                  </a:moveTo>
                  <a:lnTo>
                    <a:pt x="2667" y="116405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l1585"/>
            <p:cNvSpPr/>
            <p:nvPr/>
          </p:nvSpPr>
          <p:spPr>
            <a:xfrm>
              <a:off x="3978668" y="6368220"/>
              <a:ext cx="69079" cy="386808"/>
            </a:xfrm>
            <a:custGeom>
              <a:avLst/>
              <a:gdLst/>
              <a:ahLst/>
              <a:cxnLst/>
              <a:rect l="0" t="0" r="0" b="0"/>
              <a:pathLst>
                <a:path w="69079" h="386808">
                  <a:moveTo>
                    <a:pt x="69079" y="386808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l1586"/>
            <p:cNvSpPr/>
            <p:nvPr/>
          </p:nvSpPr>
          <p:spPr>
            <a:xfrm>
              <a:off x="4047747" y="6652389"/>
              <a:ext cx="31471" cy="102639"/>
            </a:xfrm>
            <a:custGeom>
              <a:avLst/>
              <a:gdLst/>
              <a:ahLst/>
              <a:cxnLst/>
              <a:rect l="0" t="0" r="0" b="0"/>
              <a:pathLst>
                <a:path w="31471" h="102639">
                  <a:moveTo>
                    <a:pt x="0" y="102639"/>
                  </a:moveTo>
                  <a:lnTo>
                    <a:pt x="31471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l1587"/>
            <p:cNvSpPr/>
            <p:nvPr/>
          </p:nvSpPr>
          <p:spPr>
            <a:xfrm>
              <a:off x="3998478" y="6585130"/>
              <a:ext cx="49269" cy="169898"/>
            </a:xfrm>
            <a:custGeom>
              <a:avLst/>
              <a:gdLst/>
              <a:ahLst/>
              <a:cxnLst/>
              <a:rect l="0" t="0" r="0" b="0"/>
              <a:pathLst>
                <a:path w="49269" h="169898">
                  <a:moveTo>
                    <a:pt x="49269" y="169898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l1588"/>
            <p:cNvSpPr/>
            <p:nvPr/>
          </p:nvSpPr>
          <p:spPr>
            <a:xfrm>
              <a:off x="4041807" y="6755029"/>
              <a:ext cx="5939" cy="38807"/>
            </a:xfrm>
            <a:custGeom>
              <a:avLst/>
              <a:gdLst/>
              <a:ahLst/>
              <a:cxnLst/>
              <a:rect l="0" t="0" r="0" b="0"/>
              <a:pathLst>
                <a:path w="5939" h="38807">
                  <a:moveTo>
                    <a:pt x="5939" y="0"/>
                  </a:moveTo>
                  <a:lnTo>
                    <a:pt x="0" y="38807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l1589"/>
            <p:cNvSpPr/>
            <p:nvPr/>
          </p:nvSpPr>
          <p:spPr>
            <a:xfrm>
              <a:off x="4047747" y="6755029"/>
              <a:ext cx="3491" cy="88068"/>
            </a:xfrm>
            <a:custGeom>
              <a:avLst/>
              <a:gdLst/>
              <a:ahLst/>
              <a:cxnLst/>
              <a:rect l="0" t="0" r="0" b="0"/>
              <a:pathLst>
                <a:path w="3491" h="88068">
                  <a:moveTo>
                    <a:pt x="0" y="0"/>
                  </a:moveTo>
                  <a:lnTo>
                    <a:pt x="3491" y="8806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l1590"/>
            <p:cNvSpPr/>
            <p:nvPr/>
          </p:nvSpPr>
          <p:spPr>
            <a:xfrm>
              <a:off x="4020447" y="6755029"/>
              <a:ext cx="27299" cy="108324"/>
            </a:xfrm>
            <a:custGeom>
              <a:avLst/>
              <a:gdLst/>
              <a:ahLst/>
              <a:cxnLst/>
              <a:rect l="0" t="0" r="0" b="0"/>
              <a:pathLst>
                <a:path w="27299" h="108324">
                  <a:moveTo>
                    <a:pt x="27299" y="0"/>
                  </a:moveTo>
                  <a:lnTo>
                    <a:pt x="0" y="108324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l1591"/>
            <p:cNvSpPr/>
            <p:nvPr/>
          </p:nvSpPr>
          <p:spPr>
            <a:xfrm>
              <a:off x="3431128" y="5809759"/>
              <a:ext cx="11486" cy="20835"/>
            </a:xfrm>
            <a:custGeom>
              <a:avLst/>
              <a:gdLst/>
              <a:ahLst/>
              <a:cxnLst/>
              <a:rect l="0" t="0" r="0" b="0"/>
              <a:pathLst>
                <a:path w="11486" h="20835">
                  <a:moveTo>
                    <a:pt x="11486" y="20835"/>
                  </a:moveTo>
                  <a:lnTo>
                    <a:pt x="0" y="0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l1592"/>
            <p:cNvSpPr/>
            <p:nvPr/>
          </p:nvSpPr>
          <p:spPr>
            <a:xfrm>
              <a:off x="2437914" y="5128478"/>
              <a:ext cx="54379" cy="25669"/>
            </a:xfrm>
            <a:custGeom>
              <a:avLst/>
              <a:gdLst/>
              <a:ahLst/>
              <a:cxnLst/>
              <a:rect l="0" t="0" r="0" b="0"/>
              <a:pathLst>
                <a:path w="54379" h="25669">
                  <a:moveTo>
                    <a:pt x="54379" y="0"/>
                  </a:moveTo>
                  <a:lnTo>
                    <a:pt x="0" y="25669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l1593"/>
            <p:cNvSpPr/>
            <p:nvPr/>
          </p:nvSpPr>
          <p:spPr>
            <a:xfrm>
              <a:off x="4053947" y="6593488"/>
              <a:ext cx="34692" cy="60005"/>
            </a:xfrm>
            <a:custGeom>
              <a:avLst/>
              <a:gdLst/>
              <a:ahLst/>
              <a:cxnLst/>
              <a:rect l="0" t="0" r="0" b="0"/>
              <a:pathLst>
                <a:path w="34692" h="60005">
                  <a:moveTo>
                    <a:pt x="34692" y="60005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l1594"/>
            <p:cNvSpPr/>
            <p:nvPr/>
          </p:nvSpPr>
          <p:spPr>
            <a:xfrm>
              <a:off x="5159598" y="6253364"/>
              <a:ext cx="5578" cy="20797"/>
            </a:xfrm>
            <a:custGeom>
              <a:avLst/>
              <a:gdLst/>
              <a:ahLst/>
              <a:cxnLst/>
              <a:rect l="0" t="0" r="0" b="0"/>
              <a:pathLst>
                <a:path w="5578" h="20797">
                  <a:moveTo>
                    <a:pt x="5578" y="0"/>
                  </a:moveTo>
                  <a:lnTo>
                    <a:pt x="0" y="20797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l1595"/>
            <p:cNvSpPr/>
            <p:nvPr/>
          </p:nvSpPr>
          <p:spPr>
            <a:xfrm>
              <a:off x="4500534" y="6661642"/>
              <a:ext cx="36889" cy="40307"/>
            </a:xfrm>
            <a:custGeom>
              <a:avLst/>
              <a:gdLst/>
              <a:ahLst/>
              <a:cxnLst/>
              <a:rect l="0" t="0" r="0" b="0"/>
              <a:pathLst>
                <a:path w="36889" h="40307">
                  <a:moveTo>
                    <a:pt x="0" y="0"/>
                  </a:moveTo>
                  <a:lnTo>
                    <a:pt x="36889" y="40307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l1596"/>
            <p:cNvSpPr/>
            <p:nvPr/>
          </p:nvSpPr>
          <p:spPr>
            <a:xfrm>
              <a:off x="4464954" y="6627435"/>
              <a:ext cx="35580" cy="34207"/>
            </a:xfrm>
            <a:custGeom>
              <a:avLst/>
              <a:gdLst/>
              <a:ahLst/>
              <a:cxnLst/>
              <a:rect l="0" t="0" r="0" b="0"/>
              <a:pathLst>
                <a:path w="35580" h="34207">
                  <a:moveTo>
                    <a:pt x="35580" y="34207"/>
                  </a:moveTo>
                  <a:lnTo>
                    <a:pt x="0" y="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l1597"/>
            <p:cNvSpPr/>
            <p:nvPr/>
          </p:nvSpPr>
          <p:spPr>
            <a:xfrm>
              <a:off x="2406979" y="5328820"/>
              <a:ext cx="12418" cy="804"/>
            </a:xfrm>
            <a:custGeom>
              <a:avLst/>
              <a:gdLst/>
              <a:ahLst/>
              <a:cxnLst/>
              <a:rect l="0" t="0" r="0" b="0"/>
              <a:pathLst>
                <a:path w="12418" h="804">
                  <a:moveTo>
                    <a:pt x="12418" y="0"/>
                  </a:moveTo>
                  <a:lnTo>
                    <a:pt x="0" y="804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l1598"/>
            <p:cNvSpPr/>
            <p:nvPr/>
          </p:nvSpPr>
          <p:spPr>
            <a:xfrm>
              <a:off x="4113519" y="6154156"/>
              <a:ext cx="69189" cy="29844"/>
            </a:xfrm>
            <a:custGeom>
              <a:avLst/>
              <a:gdLst/>
              <a:ahLst/>
              <a:cxnLst/>
              <a:rect l="0" t="0" r="0" b="0"/>
              <a:pathLst>
                <a:path w="69189" h="29844">
                  <a:moveTo>
                    <a:pt x="0" y="0"/>
                  </a:moveTo>
                  <a:lnTo>
                    <a:pt x="69189" y="2984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l1599"/>
            <p:cNvSpPr/>
            <p:nvPr/>
          </p:nvSpPr>
          <p:spPr>
            <a:xfrm>
              <a:off x="4113519" y="6154156"/>
              <a:ext cx="52532" cy="21874"/>
            </a:xfrm>
            <a:custGeom>
              <a:avLst/>
              <a:gdLst/>
              <a:ahLst/>
              <a:cxnLst/>
              <a:rect l="0" t="0" r="0" b="0"/>
              <a:pathLst>
                <a:path w="52532" h="21874">
                  <a:moveTo>
                    <a:pt x="0" y="0"/>
                  </a:moveTo>
                  <a:lnTo>
                    <a:pt x="52532" y="21874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l1600"/>
            <p:cNvSpPr/>
            <p:nvPr/>
          </p:nvSpPr>
          <p:spPr>
            <a:xfrm>
              <a:off x="2838191" y="6839977"/>
              <a:ext cx="18608" cy="21046"/>
            </a:xfrm>
            <a:custGeom>
              <a:avLst/>
              <a:gdLst/>
              <a:ahLst/>
              <a:cxnLst/>
              <a:rect l="0" t="0" r="0" b="0"/>
              <a:pathLst>
                <a:path w="18608" h="21046">
                  <a:moveTo>
                    <a:pt x="18608" y="21046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l1601"/>
            <p:cNvSpPr/>
            <p:nvPr/>
          </p:nvSpPr>
          <p:spPr>
            <a:xfrm>
              <a:off x="3346883" y="5717715"/>
              <a:ext cx="13212" cy="4745"/>
            </a:xfrm>
            <a:custGeom>
              <a:avLst/>
              <a:gdLst/>
              <a:ahLst/>
              <a:cxnLst/>
              <a:rect l="0" t="0" r="0" b="0"/>
              <a:pathLst>
                <a:path w="13212" h="4745">
                  <a:moveTo>
                    <a:pt x="0" y="4745"/>
                  </a:moveTo>
                  <a:lnTo>
                    <a:pt x="13212" y="0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l1602"/>
            <p:cNvSpPr/>
            <p:nvPr/>
          </p:nvSpPr>
          <p:spPr>
            <a:xfrm>
              <a:off x="3346883" y="5722461"/>
              <a:ext cx="13110" cy="45407"/>
            </a:xfrm>
            <a:custGeom>
              <a:avLst/>
              <a:gdLst/>
              <a:ahLst/>
              <a:cxnLst/>
              <a:rect l="0" t="0" r="0" b="0"/>
              <a:pathLst>
                <a:path w="13110" h="45407">
                  <a:moveTo>
                    <a:pt x="0" y="0"/>
                  </a:moveTo>
                  <a:lnTo>
                    <a:pt x="13110" y="45407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l1603"/>
            <p:cNvSpPr/>
            <p:nvPr/>
          </p:nvSpPr>
          <p:spPr>
            <a:xfrm>
              <a:off x="4648382" y="7343884"/>
              <a:ext cx="15877" cy="12457"/>
            </a:xfrm>
            <a:custGeom>
              <a:avLst/>
              <a:gdLst/>
              <a:ahLst/>
              <a:cxnLst/>
              <a:rect l="0" t="0" r="0" b="0"/>
              <a:pathLst>
                <a:path w="15877" h="12457">
                  <a:moveTo>
                    <a:pt x="0" y="12457"/>
                  </a:moveTo>
                  <a:lnTo>
                    <a:pt x="15877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l1604"/>
            <p:cNvSpPr/>
            <p:nvPr/>
          </p:nvSpPr>
          <p:spPr>
            <a:xfrm>
              <a:off x="4045843" y="6521218"/>
              <a:ext cx="165787" cy="193237"/>
            </a:xfrm>
            <a:custGeom>
              <a:avLst/>
              <a:gdLst/>
              <a:ahLst/>
              <a:cxnLst/>
              <a:rect l="0" t="0" r="0" b="0"/>
              <a:pathLst>
                <a:path w="165787" h="193237">
                  <a:moveTo>
                    <a:pt x="0" y="0"/>
                  </a:moveTo>
                  <a:lnTo>
                    <a:pt x="165787" y="193237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l1605"/>
            <p:cNvSpPr/>
            <p:nvPr/>
          </p:nvSpPr>
          <p:spPr>
            <a:xfrm>
              <a:off x="4262598" y="5966859"/>
              <a:ext cx="114283" cy="62428"/>
            </a:xfrm>
            <a:custGeom>
              <a:avLst/>
              <a:gdLst/>
              <a:ahLst/>
              <a:cxnLst/>
              <a:rect l="0" t="0" r="0" b="0"/>
              <a:pathLst>
                <a:path w="114283" h="62428">
                  <a:moveTo>
                    <a:pt x="0" y="62428"/>
                  </a:moveTo>
                  <a:lnTo>
                    <a:pt x="114283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l1606"/>
            <p:cNvSpPr/>
            <p:nvPr/>
          </p:nvSpPr>
          <p:spPr>
            <a:xfrm>
              <a:off x="4262598" y="5999020"/>
              <a:ext cx="129017" cy="30267"/>
            </a:xfrm>
            <a:custGeom>
              <a:avLst/>
              <a:gdLst/>
              <a:ahLst/>
              <a:cxnLst/>
              <a:rect l="0" t="0" r="0" b="0"/>
              <a:pathLst>
                <a:path w="129017" h="30267">
                  <a:moveTo>
                    <a:pt x="0" y="30267"/>
                  </a:moveTo>
                  <a:lnTo>
                    <a:pt x="129017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l1607"/>
            <p:cNvSpPr/>
            <p:nvPr/>
          </p:nvSpPr>
          <p:spPr>
            <a:xfrm>
              <a:off x="4422025" y="6464622"/>
              <a:ext cx="94010" cy="123331"/>
            </a:xfrm>
            <a:custGeom>
              <a:avLst/>
              <a:gdLst/>
              <a:ahLst/>
              <a:cxnLst/>
              <a:rect l="0" t="0" r="0" b="0"/>
              <a:pathLst>
                <a:path w="94010" h="123331">
                  <a:moveTo>
                    <a:pt x="0" y="123331"/>
                  </a:moveTo>
                  <a:lnTo>
                    <a:pt x="9401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l1608"/>
            <p:cNvSpPr/>
            <p:nvPr/>
          </p:nvSpPr>
          <p:spPr>
            <a:xfrm>
              <a:off x="4422025" y="6587954"/>
              <a:ext cx="73507" cy="36379"/>
            </a:xfrm>
            <a:custGeom>
              <a:avLst/>
              <a:gdLst/>
              <a:ahLst/>
              <a:cxnLst/>
              <a:rect l="0" t="0" r="0" b="0"/>
              <a:pathLst>
                <a:path w="73507" h="36379">
                  <a:moveTo>
                    <a:pt x="0" y="0"/>
                  </a:moveTo>
                  <a:lnTo>
                    <a:pt x="73507" y="36379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l1609"/>
            <p:cNvSpPr/>
            <p:nvPr/>
          </p:nvSpPr>
          <p:spPr>
            <a:xfrm>
              <a:off x="4316614" y="6587954"/>
              <a:ext cx="105411" cy="42663"/>
            </a:xfrm>
            <a:custGeom>
              <a:avLst/>
              <a:gdLst/>
              <a:ahLst/>
              <a:cxnLst/>
              <a:rect l="0" t="0" r="0" b="0"/>
              <a:pathLst>
                <a:path w="105411" h="42663">
                  <a:moveTo>
                    <a:pt x="105411" y="0"/>
                  </a:moveTo>
                  <a:lnTo>
                    <a:pt x="0" y="42663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l1610"/>
            <p:cNvSpPr/>
            <p:nvPr/>
          </p:nvSpPr>
          <p:spPr>
            <a:xfrm>
              <a:off x="4422025" y="6587954"/>
              <a:ext cx="42928" cy="39480"/>
            </a:xfrm>
            <a:custGeom>
              <a:avLst/>
              <a:gdLst/>
              <a:ahLst/>
              <a:cxnLst/>
              <a:rect l="0" t="0" r="0" b="0"/>
              <a:pathLst>
                <a:path w="42928" h="39480">
                  <a:moveTo>
                    <a:pt x="0" y="0"/>
                  </a:moveTo>
                  <a:lnTo>
                    <a:pt x="42928" y="39480"/>
                  </a:lnTo>
                </a:path>
              </a:pathLst>
            </a:custGeom>
            <a:ln w="542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l1611"/>
            <p:cNvSpPr/>
            <p:nvPr/>
          </p:nvSpPr>
          <p:spPr>
            <a:xfrm>
              <a:off x="2388862" y="5329625"/>
              <a:ext cx="18117" cy="684"/>
            </a:xfrm>
            <a:custGeom>
              <a:avLst/>
              <a:gdLst/>
              <a:ahLst/>
              <a:cxnLst/>
              <a:rect l="0" t="0" r="0" b="0"/>
              <a:pathLst>
                <a:path w="18117" h="684">
                  <a:moveTo>
                    <a:pt x="0" y="684"/>
                  </a:moveTo>
                  <a:lnTo>
                    <a:pt x="18117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l1612"/>
            <p:cNvSpPr/>
            <p:nvPr/>
          </p:nvSpPr>
          <p:spPr>
            <a:xfrm>
              <a:off x="3412816" y="5809759"/>
              <a:ext cx="18311" cy="8374"/>
            </a:xfrm>
            <a:custGeom>
              <a:avLst/>
              <a:gdLst/>
              <a:ahLst/>
              <a:cxnLst/>
              <a:rect l="0" t="0" r="0" b="0"/>
              <a:pathLst>
                <a:path w="18311" h="8374">
                  <a:moveTo>
                    <a:pt x="0" y="8374"/>
                  </a:moveTo>
                  <a:lnTo>
                    <a:pt x="18311" y="0"/>
                  </a:lnTo>
                </a:path>
              </a:pathLst>
            </a:custGeom>
            <a:ln w="549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l1613"/>
            <p:cNvSpPr/>
            <p:nvPr/>
          </p:nvSpPr>
          <p:spPr>
            <a:xfrm>
              <a:off x="3741107" y="6809930"/>
              <a:ext cx="23467" cy="8556"/>
            </a:xfrm>
            <a:custGeom>
              <a:avLst/>
              <a:gdLst/>
              <a:ahLst/>
              <a:cxnLst/>
              <a:rect l="0" t="0" r="0" b="0"/>
              <a:pathLst>
                <a:path w="23467" h="8556">
                  <a:moveTo>
                    <a:pt x="0" y="8556"/>
                  </a:moveTo>
                  <a:lnTo>
                    <a:pt x="23467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l1614"/>
            <p:cNvSpPr/>
            <p:nvPr/>
          </p:nvSpPr>
          <p:spPr>
            <a:xfrm>
              <a:off x="3732548" y="6818487"/>
              <a:ext cx="8559" cy="32852"/>
            </a:xfrm>
            <a:custGeom>
              <a:avLst/>
              <a:gdLst/>
              <a:ahLst/>
              <a:cxnLst/>
              <a:rect l="0" t="0" r="0" b="0"/>
              <a:pathLst>
                <a:path w="8559" h="32852">
                  <a:moveTo>
                    <a:pt x="8559" y="0"/>
                  </a:moveTo>
                  <a:lnTo>
                    <a:pt x="0" y="32852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l1615"/>
            <p:cNvSpPr/>
            <p:nvPr/>
          </p:nvSpPr>
          <p:spPr>
            <a:xfrm>
              <a:off x="3741107" y="6726637"/>
              <a:ext cx="20682" cy="91850"/>
            </a:xfrm>
            <a:custGeom>
              <a:avLst/>
              <a:gdLst/>
              <a:ahLst/>
              <a:cxnLst/>
              <a:rect l="0" t="0" r="0" b="0"/>
              <a:pathLst>
                <a:path w="20682" h="91850">
                  <a:moveTo>
                    <a:pt x="0" y="91850"/>
                  </a:moveTo>
                  <a:lnTo>
                    <a:pt x="20682" y="0"/>
                  </a:lnTo>
                </a:path>
              </a:pathLst>
            </a:custGeom>
            <a:ln w="543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l1616"/>
            <p:cNvSpPr/>
            <p:nvPr/>
          </p:nvSpPr>
          <p:spPr>
            <a:xfrm>
              <a:off x="3326125" y="5761859"/>
              <a:ext cx="15902" cy="15261"/>
            </a:xfrm>
            <a:custGeom>
              <a:avLst/>
              <a:gdLst/>
              <a:ahLst/>
              <a:cxnLst/>
              <a:rect l="0" t="0" r="0" b="0"/>
              <a:pathLst>
                <a:path w="15902" h="15261">
                  <a:moveTo>
                    <a:pt x="0" y="15261"/>
                  </a:moveTo>
                  <a:lnTo>
                    <a:pt x="15902" y="0"/>
                  </a:lnTo>
                </a:path>
              </a:pathLst>
            </a:custGeom>
            <a:ln w="561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l1617"/>
            <p:cNvSpPr/>
            <p:nvPr/>
          </p:nvSpPr>
          <p:spPr>
            <a:xfrm>
              <a:off x="3919853" y="6146458"/>
              <a:ext cx="35444" cy="22470"/>
            </a:xfrm>
            <a:custGeom>
              <a:avLst/>
              <a:gdLst/>
              <a:ahLst/>
              <a:cxnLst/>
              <a:rect l="0" t="0" r="0" b="0"/>
              <a:pathLst>
                <a:path w="35444" h="22470">
                  <a:moveTo>
                    <a:pt x="35444" y="0"/>
                  </a:moveTo>
                  <a:lnTo>
                    <a:pt x="0" y="2247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l1618"/>
            <p:cNvSpPr/>
            <p:nvPr/>
          </p:nvSpPr>
          <p:spPr>
            <a:xfrm>
              <a:off x="3955297" y="6108461"/>
              <a:ext cx="69562" cy="37997"/>
            </a:xfrm>
            <a:custGeom>
              <a:avLst/>
              <a:gdLst/>
              <a:ahLst/>
              <a:cxnLst/>
              <a:rect l="0" t="0" r="0" b="0"/>
              <a:pathLst>
                <a:path w="69562" h="37997">
                  <a:moveTo>
                    <a:pt x="0" y="37997"/>
                  </a:moveTo>
                  <a:lnTo>
                    <a:pt x="69562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l1619"/>
            <p:cNvSpPr/>
            <p:nvPr/>
          </p:nvSpPr>
          <p:spPr>
            <a:xfrm>
              <a:off x="3938397" y="6146458"/>
              <a:ext cx="16900" cy="12901"/>
            </a:xfrm>
            <a:custGeom>
              <a:avLst/>
              <a:gdLst/>
              <a:ahLst/>
              <a:cxnLst/>
              <a:rect l="0" t="0" r="0" b="0"/>
              <a:pathLst>
                <a:path w="16900" h="12901">
                  <a:moveTo>
                    <a:pt x="16900" y="0"/>
                  </a:moveTo>
                  <a:lnTo>
                    <a:pt x="0" y="12901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l1620"/>
            <p:cNvSpPr/>
            <p:nvPr/>
          </p:nvSpPr>
          <p:spPr>
            <a:xfrm>
              <a:off x="3324974" y="5748061"/>
              <a:ext cx="17052" cy="13797"/>
            </a:xfrm>
            <a:custGeom>
              <a:avLst/>
              <a:gdLst/>
              <a:ahLst/>
              <a:cxnLst/>
              <a:rect l="0" t="0" r="0" b="0"/>
              <a:pathLst>
                <a:path w="17052" h="13797">
                  <a:moveTo>
                    <a:pt x="0" y="0"/>
                  </a:moveTo>
                  <a:lnTo>
                    <a:pt x="17052" y="13797"/>
                  </a:lnTo>
                </a:path>
              </a:pathLst>
            </a:custGeom>
            <a:ln w="54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l1621"/>
            <p:cNvSpPr/>
            <p:nvPr/>
          </p:nvSpPr>
          <p:spPr>
            <a:xfrm>
              <a:off x="3215487" y="7497187"/>
              <a:ext cx="866" cy="26436"/>
            </a:xfrm>
            <a:custGeom>
              <a:avLst/>
              <a:gdLst/>
              <a:ahLst/>
              <a:cxnLst/>
              <a:rect l="0" t="0" r="0" b="0"/>
              <a:pathLst>
                <a:path w="866" h="26436">
                  <a:moveTo>
                    <a:pt x="0" y="26436"/>
                  </a:moveTo>
                  <a:lnTo>
                    <a:pt x="866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l1622"/>
            <p:cNvSpPr/>
            <p:nvPr/>
          </p:nvSpPr>
          <p:spPr>
            <a:xfrm>
              <a:off x="4024860" y="6084804"/>
              <a:ext cx="2619" cy="23657"/>
            </a:xfrm>
            <a:custGeom>
              <a:avLst/>
              <a:gdLst/>
              <a:ahLst/>
              <a:cxnLst/>
              <a:rect l="0" t="0" r="0" b="0"/>
              <a:pathLst>
                <a:path w="2619" h="23657">
                  <a:moveTo>
                    <a:pt x="2619" y="0"/>
                  </a:moveTo>
                  <a:lnTo>
                    <a:pt x="0" y="23657"/>
                  </a:lnTo>
                </a:path>
              </a:pathLst>
            </a:custGeom>
            <a:ln w="57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l1623"/>
            <p:cNvSpPr/>
            <p:nvPr/>
          </p:nvSpPr>
          <p:spPr>
            <a:xfrm>
              <a:off x="4027479" y="6054186"/>
              <a:ext cx="17346" cy="30617"/>
            </a:xfrm>
            <a:custGeom>
              <a:avLst/>
              <a:gdLst/>
              <a:ahLst/>
              <a:cxnLst/>
              <a:rect l="0" t="0" r="0" b="0"/>
              <a:pathLst>
                <a:path w="17346" h="30617">
                  <a:moveTo>
                    <a:pt x="0" y="30617"/>
                  </a:moveTo>
                  <a:lnTo>
                    <a:pt x="17346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l1624"/>
            <p:cNvSpPr/>
            <p:nvPr/>
          </p:nvSpPr>
          <p:spPr>
            <a:xfrm>
              <a:off x="4026394" y="6084804"/>
              <a:ext cx="1085" cy="9278"/>
            </a:xfrm>
            <a:custGeom>
              <a:avLst/>
              <a:gdLst/>
              <a:ahLst/>
              <a:cxnLst/>
              <a:rect l="0" t="0" r="0" b="0"/>
              <a:pathLst>
                <a:path w="1085" h="9278">
                  <a:moveTo>
                    <a:pt x="1085" y="0"/>
                  </a:moveTo>
                  <a:lnTo>
                    <a:pt x="0" y="9278"/>
                  </a:lnTo>
                </a:path>
              </a:pathLst>
            </a:custGeom>
            <a:ln w="730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l1625"/>
            <p:cNvSpPr/>
            <p:nvPr/>
          </p:nvSpPr>
          <p:spPr>
            <a:xfrm>
              <a:off x="4026784" y="6074161"/>
              <a:ext cx="695" cy="10642"/>
            </a:xfrm>
            <a:custGeom>
              <a:avLst/>
              <a:gdLst/>
              <a:ahLst/>
              <a:cxnLst/>
              <a:rect l="0" t="0" r="0" b="0"/>
              <a:pathLst>
                <a:path w="695" h="10642">
                  <a:moveTo>
                    <a:pt x="695" y="10642"/>
                  </a:moveTo>
                  <a:lnTo>
                    <a:pt x="0" y="0"/>
                  </a:lnTo>
                </a:path>
              </a:pathLst>
            </a:custGeom>
            <a:ln w="57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l1626"/>
            <p:cNvSpPr/>
            <p:nvPr/>
          </p:nvSpPr>
          <p:spPr>
            <a:xfrm>
              <a:off x="4027479" y="6084152"/>
              <a:ext cx="4439" cy="651"/>
            </a:xfrm>
            <a:custGeom>
              <a:avLst/>
              <a:gdLst/>
              <a:ahLst/>
              <a:cxnLst/>
              <a:rect l="0" t="0" r="0" b="0"/>
              <a:pathLst>
                <a:path w="4439" h="651">
                  <a:moveTo>
                    <a:pt x="0" y="651"/>
                  </a:moveTo>
                  <a:lnTo>
                    <a:pt x="4439" y="0"/>
                  </a:lnTo>
                </a:path>
              </a:pathLst>
            </a:custGeom>
            <a:ln w="681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l1627"/>
            <p:cNvSpPr/>
            <p:nvPr/>
          </p:nvSpPr>
          <p:spPr>
            <a:xfrm>
              <a:off x="3869032" y="4568920"/>
              <a:ext cx="2130" cy="10309"/>
            </a:xfrm>
            <a:custGeom>
              <a:avLst/>
              <a:gdLst/>
              <a:ahLst/>
              <a:cxnLst/>
              <a:rect l="0" t="0" r="0" b="0"/>
              <a:pathLst>
                <a:path w="2130" h="10309">
                  <a:moveTo>
                    <a:pt x="0" y="0"/>
                  </a:moveTo>
                  <a:lnTo>
                    <a:pt x="2130" y="10309"/>
                  </a:lnTo>
                </a:path>
              </a:pathLst>
            </a:custGeom>
            <a:ln w="55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l1628"/>
            <p:cNvSpPr/>
            <p:nvPr/>
          </p:nvSpPr>
          <p:spPr>
            <a:xfrm>
              <a:off x="2856110" y="7502909"/>
              <a:ext cx="15432" cy="2071"/>
            </a:xfrm>
            <a:custGeom>
              <a:avLst/>
              <a:gdLst/>
              <a:ahLst/>
              <a:cxnLst/>
              <a:rect l="0" t="0" r="0" b="0"/>
              <a:pathLst>
                <a:path w="15432" h="2071">
                  <a:moveTo>
                    <a:pt x="15432" y="0"/>
                  </a:moveTo>
                  <a:lnTo>
                    <a:pt x="0" y="2071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l1629"/>
            <p:cNvSpPr/>
            <p:nvPr/>
          </p:nvSpPr>
          <p:spPr>
            <a:xfrm>
              <a:off x="3289537" y="4703425"/>
              <a:ext cx="28304" cy="18264"/>
            </a:xfrm>
            <a:custGeom>
              <a:avLst/>
              <a:gdLst/>
              <a:ahLst/>
              <a:cxnLst/>
              <a:rect l="0" t="0" r="0" b="0"/>
              <a:pathLst>
                <a:path w="28304" h="18264">
                  <a:moveTo>
                    <a:pt x="28304" y="0"/>
                  </a:moveTo>
                  <a:lnTo>
                    <a:pt x="0" y="18264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l1630"/>
            <p:cNvSpPr/>
            <p:nvPr/>
          </p:nvSpPr>
          <p:spPr>
            <a:xfrm>
              <a:off x="4148175" y="6113400"/>
              <a:ext cx="118404" cy="6821"/>
            </a:xfrm>
            <a:custGeom>
              <a:avLst/>
              <a:gdLst/>
              <a:ahLst/>
              <a:cxnLst/>
              <a:rect l="0" t="0" r="0" b="0"/>
              <a:pathLst>
                <a:path w="118404" h="6821">
                  <a:moveTo>
                    <a:pt x="118404" y="6821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l1631"/>
            <p:cNvSpPr/>
            <p:nvPr/>
          </p:nvSpPr>
          <p:spPr>
            <a:xfrm>
              <a:off x="2066489" y="6271882"/>
              <a:ext cx="6655" cy="20247"/>
            </a:xfrm>
            <a:custGeom>
              <a:avLst/>
              <a:gdLst/>
              <a:ahLst/>
              <a:cxnLst/>
              <a:rect l="0" t="0" r="0" b="0"/>
              <a:pathLst>
                <a:path w="6655" h="20247">
                  <a:moveTo>
                    <a:pt x="0" y="0"/>
                  </a:moveTo>
                  <a:lnTo>
                    <a:pt x="6655" y="20247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l1632"/>
            <p:cNvSpPr/>
            <p:nvPr/>
          </p:nvSpPr>
          <p:spPr>
            <a:xfrm>
              <a:off x="2044073" y="6271882"/>
              <a:ext cx="22416" cy="7385"/>
            </a:xfrm>
            <a:custGeom>
              <a:avLst/>
              <a:gdLst/>
              <a:ahLst/>
              <a:cxnLst/>
              <a:rect l="0" t="0" r="0" b="0"/>
              <a:pathLst>
                <a:path w="22416" h="7385">
                  <a:moveTo>
                    <a:pt x="22416" y="0"/>
                  </a:moveTo>
                  <a:lnTo>
                    <a:pt x="0" y="7385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l1633"/>
            <p:cNvSpPr/>
            <p:nvPr/>
          </p:nvSpPr>
          <p:spPr>
            <a:xfrm>
              <a:off x="2066489" y="6241612"/>
              <a:ext cx="38874" cy="30270"/>
            </a:xfrm>
            <a:custGeom>
              <a:avLst/>
              <a:gdLst/>
              <a:ahLst/>
              <a:cxnLst/>
              <a:rect l="0" t="0" r="0" b="0"/>
              <a:pathLst>
                <a:path w="38874" h="30270">
                  <a:moveTo>
                    <a:pt x="0" y="30270"/>
                  </a:moveTo>
                  <a:lnTo>
                    <a:pt x="38874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l1634"/>
            <p:cNvSpPr/>
            <p:nvPr/>
          </p:nvSpPr>
          <p:spPr>
            <a:xfrm>
              <a:off x="2388370" y="5154147"/>
              <a:ext cx="49544" cy="3456"/>
            </a:xfrm>
            <a:custGeom>
              <a:avLst/>
              <a:gdLst/>
              <a:ahLst/>
              <a:cxnLst/>
              <a:rect l="0" t="0" r="0" b="0"/>
              <a:pathLst>
                <a:path w="49544" h="3456">
                  <a:moveTo>
                    <a:pt x="0" y="3456"/>
                  </a:moveTo>
                  <a:lnTo>
                    <a:pt x="49544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l1635"/>
            <p:cNvSpPr/>
            <p:nvPr/>
          </p:nvSpPr>
          <p:spPr>
            <a:xfrm>
              <a:off x="2122088" y="5857499"/>
              <a:ext cx="14851" cy="10554"/>
            </a:xfrm>
            <a:custGeom>
              <a:avLst/>
              <a:gdLst/>
              <a:ahLst/>
              <a:cxnLst/>
              <a:rect l="0" t="0" r="0" b="0"/>
              <a:pathLst>
                <a:path w="14851" h="10554">
                  <a:moveTo>
                    <a:pt x="0" y="10554"/>
                  </a:moveTo>
                  <a:lnTo>
                    <a:pt x="14851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l1636"/>
            <p:cNvSpPr/>
            <p:nvPr/>
          </p:nvSpPr>
          <p:spPr>
            <a:xfrm>
              <a:off x="2510881" y="6472065"/>
              <a:ext cx="6251" cy="12918"/>
            </a:xfrm>
            <a:custGeom>
              <a:avLst/>
              <a:gdLst/>
              <a:ahLst/>
              <a:cxnLst/>
              <a:rect l="0" t="0" r="0" b="0"/>
              <a:pathLst>
                <a:path w="6251" h="12918">
                  <a:moveTo>
                    <a:pt x="6251" y="12918"/>
                  </a:moveTo>
                  <a:lnTo>
                    <a:pt x="0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l1637"/>
            <p:cNvSpPr/>
            <p:nvPr/>
          </p:nvSpPr>
          <p:spPr>
            <a:xfrm>
              <a:off x="2517132" y="6477733"/>
              <a:ext cx="2989" cy="7249"/>
            </a:xfrm>
            <a:custGeom>
              <a:avLst/>
              <a:gdLst/>
              <a:ahLst/>
              <a:cxnLst/>
              <a:rect l="0" t="0" r="0" b="0"/>
              <a:pathLst>
                <a:path w="2989" h="7249">
                  <a:moveTo>
                    <a:pt x="0" y="7249"/>
                  </a:moveTo>
                  <a:lnTo>
                    <a:pt x="2989" y="0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l1638"/>
            <p:cNvSpPr/>
            <p:nvPr/>
          </p:nvSpPr>
          <p:spPr>
            <a:xfrm>
              <a:off x="2105363" y="6241612"/>
              <a:ext cx="14075" cy="14632"/>
            </a:xfrm>
            <a:custGeom>
              <a:avLst/>
              <a:gdLst/>
              <a:ahLst/>
              <a:cxnLst/>
              <a:rect l="0" t="0" r="0" b="0"/>
              <a:pathLst>
                <a:path w="14075" h="14632">
                  <a:moveTo>
                    <a:pt x="14075" y="14632"/>
                  </a:moveTo>
                  <a:lnTo>
                    <a:pt x="0" y="0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l1639"/>
            <p:cNvSpPr/>
            <p:nvPr/>
          </p:nvSpPr>
          <p:spPr>
            <a:xfrm>
              <a:off x="2871464" y="6783486"/>
              <a:ext cx="7926" cy="21013"/>
            </a:xfrm>
            <a:custGeom>
              <a:avLst/>
              <a:gdLst/>
              <a:ahLst/>
              <a:cxnLst/>
              <a:rect l="0" t="0" r="0" b="0"/>
              <a:pathLst>
                <a:path w="7926" h="21013">
                  <a:moveTo>
                    <a:pt x="0" y="0"/>
                  </a:moveTo>
                  <a:lnTo>
                    <a:pt x="7926" y="21013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l1640"/>
            <p:cNvSpPr/>
            <p:nvPr/>
          </p:nvSpPr>
          <p:spPr>
            <a:xfrm>
              <a:off x="2871464" y="6773904"/>
              <a:ext cx="11289" cy="9582"/>
            </a:xfrm>
            <a:custGeom>
              <a:avLst/>
              <a:gdLst/>
              <a:ahLst/>
              <a:cxnLst/>
              <a:rect l="0" t="0" r="0" b="0"/>
              <a:pathLst>
                <a:path w="11289" h="9582">
                  <a:moveTo>
                    <a:pt x="0" y="9582"/>
                  </a:moveTo>
                  <a:lnTo>
                    <a:pt x="11289" y="0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l1641"/>
            <p:cNvSpPr/>
            <p:nvPr/>
          </p:nvSpPr>
          <p:spPr>
            <a:xfrm>
              <a:off x="2835795" y="6773560"/>
              <a:ext cx="35669" cy="9925"/>
            </a:xfrm>
            <a:custGeom>
              <a:avLst/>
              <a:gdLst/>
              <a:ahLst/>
              <a:cxnLst/>
              <a:rect l="0" t="0" r="0" b="0"/>
              <a:pathLst>
                <a:path w="35669" h="9925">
                  <a:moveTo>
                    <a:pt x="35669" y="9925"/>
                  </a:moveTo>
                  <a:lnTo>
                    <a:pt x="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l1642"/>
            <p:cNvSpPr/>
            <p:nvPr/>
          </p:nvSpPr>
          <p:spPr>
            <a:xfrm>
              <a:off x="4051238" y="6843097"/>
              <a:ext cx="19437" cy="69083"/>
            </a:xfrm>
            <a:custGeom>
              <a:avLst/>
              <a:gdLst/>
              <a:ahLst/>
              <a:cxnLst/>
              <a:rect l="0" t="0" r="0" b="0"/>
              <a:pathLst>
                <a:path w="19437" h="69083">
                  <a:moveTo>
                    <a:pt x="0" y="0"/>
                  </a:moveTo>
                  <a:lnTo>
                    <a:pt x="19437" y="6908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l1643"/>
            <p:cNvSpPr/>
            <p:nvPr/>
          </p:nvSpPr>
          <p:spPr>
            <a:xfrm>
              <a:off x="3724489" y="6851339"/>
              <a:ext cx="8059" cy="23077"/>
            </a:xfrm>
            <a:custGeom>
              <a:avLst/>
              <a:gdLst/>
              <a:ahLst/>
              <a:cxnLst/>
              <a:rect l="0" t="0" r="0" b="0"/>
              <a:pathLst>
                <a:path w="8059" h="23077">
                  <a:moveTo>
                    <a:pt x="0" y="23077"/>
                  </a:moveTo>
                  <a:lnTo>
                    <a:pt x="8059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l1644"/>
            <p:cNvSpPr/>
            <p:nvPr/>
          </p:nvSpPr>
          <p:spPr>
            <a:xfrm>
              <a:off x="5011714" y="6693786"/>
              <a:ext cx="4131" cy="7516"/>
            </a:xfrm>
            <a:custGeom>
              <a:avLst/>
              <a:gdLst/>
              <a:ahLst/>
              <a:cxnLst/>
              <a:rect l="0" t="0" r="0" b="0"/>
              <a:pathLst>
                <a:path w="4131" h="7516">
                  <a:moveTo>
                    <a:pt x="0" y="7516"/>
                  </a:moveTo>
                  <a:lnTo>
                    <a:pt x="4131" y="0"/>
                  </a:lnTo>
                </a:path>
              </a:pathLst>
            </a:custGeom>
            <a:ln w="548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l1645"/>
            <p:cNvSpPr/>
            <p:nvPr/>
          </p:nvSpPr>
          <p:spPr>
            <a:xfrm>
              <a:off x="3431128" y="5780745"/>
              <a:ext cx="28821" cy="29013"/>
            </a:xfrm>
            <a:custGeom>
              <a:avLst/>
              <a:gdLst/>
              <a:ahLst/>
              <a:cxnLst/>
              <a:rect l="0" t="0" r="0" b="0"/>
              <a:pathLst>
                <a:path w="28821" h="29013">
                  <a:moveTo>
                    <a:pt x="28821" y="0"/>
                  </a:moveTo>
                  <a:lnTo>
                    <a:pt x="0" y="29013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l1646"/>
            <p:cNvSpPr/>
            <p:nvPr/>
          </p:nvSpPr>
          <p:spPr>
            <a:xfrm>
              <a:off x="3440372" y="5801647"/>
              <a:ext cx="55960" cy="1685"/>
            </a:xfrm>
            <a:custGeom>
              <a:avLst/>
              <a:gdLst/>
              <a:ahLst/>
              <a:cxnLst/>
              <a:rect l="0" t="0" r="0" b="0"/>
              <a:pathLst>
                <a:path w="55960" h="1685">
                  <a:moveTo>
                    <a:pt x="0" y="0"/>
                  </a:moveTo>
                  <a:lnTo>
                    <a:pt x="55960" y="1685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l1647"/>
            <p:cNvSpPr/>
            <p:nvPr/>
          </p:nvSpPr>
          <p:spPr>
            <a:xfrm>
              <a:off x="2835795" y="6773560"/>
              <a:ext cx="2396" cy="66416"/>
            </a:xfrm>
            <a:custGeom>
              <a:avLst/>
              <a:gdLst/>
              <a:ahLst/>
              <a:cxnLst/>
              <a:rect l="0" t="0" r="0" b="0"/>
              <a:pathLst>
                <a:path w="2396" h="66416">
                  <a:moveTo>
                    <a:pt x="0" y="0"/>
                  </a:moveTo>
                  <a:lnTo>
                    <a:pt x="2396" y="66416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l1648"/>
            <p:cNvSpPr/>
            <p:nvPr/>
          </p:nvSpPr>
          <p:spPr>
            <a:xfrm>
              <a:off x="3929234" y="6368220"/>
              <a:ext cx="49433" cy="31577"/>
            </a:xfrm>
            <a:custGeom>
              <a:avLst/>
              <a:gdLst/>
              <a:ahLst/>
              <a:cxnLst/>
              <a:rect l="0" t="0" r="0" b="0"/>
              <a:pathLst>
                <a:path w="49433" h="31577">
                  <a:moveTo>
                    <a:pt x="0" y="31577"/>
                  </a:moveTo>
                  <a:lnTo>
                    <a:pt x="49433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l1649"/>
            <p:cNvSpPr/>
            <p:nvPr/>
          </p:nvSpPr>
          <p:spPr>
            <a:xfrm>
              <a:off x="3386198" y="7684011"/>
              <a:ext cx="13578" cy="2524"/>
            </a:xfrm>
            <a:custGeom>
              <a:avLst/>
              <a:gdLst/>
              <a:ahLst/>
              <a:cxnLst/>
              <a:rect l="0" t="0" r="0" b="0"/>
              <a:pathLst>
                <a:path w="13578" h="2524">
                  <a:moveTo>
                    <a:pt x="0" y="2524"/>
                  </a:moveTo>
                  <a:lnTo>
                    <a:pt x="13578" y="0"/>
                  </a:lnTo>
                </a:path>
              </a:pathLst>
            </a:custGeom>
            <a:ln w="547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l1650"/>
            <p:cNvSpPr/>
            <p:nvPr/>
          </p:nvSpPr>
          <p:spPr>
            <a:xfrm>
              <a:off x="4101589" y="6563243"/>
              <a:ext cx="79224" cy="58393"/>
            </a:xfrm>
            <a:custGeom>
              <a:avLst/>
              <a:gdLst/>
              <a:ahLst/>
              <a:cxnLst/>
              <a:rect l="0" t="0" r="0" b="0"/>
              <a:pathLst>
                <a:path w="79224" h="58393">
                  <a:moveTo>
                    <a:pt x="0" y="0"/>
                  </a:moveTo>
                  <a:lnTo>
                    <a:pt x="79224" y="58393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l1651"/>
            <p:cNvSpPr/>
            <p:nvPr/>
          </p:nvSpPr>
          <p:spPr>
            <a:xfrm>
              <a:off x="3431128" y="5791824"/>
              <a:ext cx="11375" cy="17935"/>
            </a:xfrm>
            <a:custGeom>
              <a:avLst/>
              <a:gdLst/>
              <a:ahLst/>
              <a:cxnLst/>
              <a:rect l="0" t="0" r="0" b="0"/>
              <a:pathLst>
                <a:path w="11375" h="17935">
                  <a:moveTo>
                    <a:pt x="11375" y="0"/>
                  </a:moveTo>
                  <a:lnTo>
                    <a:pt x="0" y="17935"/>
                  </a:lnTo>
                </a:path>
              </a:pathLst>
            </a:custGeom>
            <a:ln w="567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l1652"/>
            <p:cNvSpPr/>
            <p:nvPr/>
          </p:nvSpPr>
          <p:spPr>
            <a:xfrm>
              <a:off x="2459560" y="7057598"/>
              <a:ext cx="7830" cy="18310"/>
            </a:xfrm>
            <a:custGeom>
              <a:avLst/>
              <a:gdLst/>
              <a:ahLst/>
              <a:cxnLst/>
              <a:rect l="0" t="0" r="0" b="0"/>
              <a:pathLst>
                <a:path w="7830" h="18310">
                  <a:moveTo>
                    <a:pt x="0" y="18310"/>
                  </a:moveTo>
                  <a:lnTo>
                    <a:pt x="7830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l1653"/>
            <p:cNvSpPr/>
            <p:nvPr/>
          </p:nvSpPr>
          <p:spPr>
            <a:xfrm>
              <a:off x="4862246" y="5570341"/>
              <a:ext cx="7429" cy="20988"/>
            </a:xfrm>
            <a:custGeom>
              <a:avLst/>
              <a:gdLst/>
              <a:ahLst/>
              <a:cxnLst/>
              <a:rect l="0" t="0" r="0" b="0"/>
              <a:pathLst>
                <a:path w="7429" h="20988">
                  <a:moveTo>
                    <a:pt x="0" y="0"/>
                  </a:moveTo>
                  <a:lnTo>
                    <a:pt x="7429" y="20988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l1654"/>
            <p:cNvSpPr/>
            <p:nvPr/>
          </p:nvSpPr>
          <p:spPr>
            <a:xfrm>
              <a:off x="4845912" y="5553815"/>
              <a:ext cx="16333" cy="16526"/>
            </a:xfrm>
            <a:custGeom>
              <a:avLst/>
              <a:gdLst/>
              <a:ahLst/>
              <a:cxnLst/>
              <a:rect l="0" t="0" r="0" b="0"/>
              <a:pathLst>
                <a:path w="16333" h="16526">
                  <a:moveTo>
                    <a:pt x="16333" y="16526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l1655"/>
            <p:cNvSpPr/>
            <p:nvPr/>
          </p:nvSpPr>
          <p:spPr>
            <a:xfrm>
              <a:off x="4862246" y="5527064"/>
              <a:ext cx="22774" cy="43277"/>
            </a:xfrm>
            <a:custGeom>
              <a:avLst/>
              <a:gdLst/>
              <a:ahLst/>
              <a:cxnLst/>
              <a:rect l="0" t="0" r="0" b="0"/>
              <a:pathLst>
                <a:path w="22774" h="43277">
                  <a:moveTo>
                    <a:pt x="0" y="43277"/>
                  </a:moveTo>
                  <a:lnTo>
                    <a:pt x="22774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l1656"/>
            <p:cNvSpPr/>
            <p:nvPr/>
          </p:nvSpPr>
          <p:spPr>
            <a:xfrm>
              <a:off x="4113555" y="7390263"/>
              <a:ext cx="3846" cy="22017"/>
            </a:xfrm>
            <a:custGeom>
              <a:avLst/>
              <a:gdLst/>
              <a:ahLst/>
              <a:cxnLst/>
              <a:rect l="0" t="0" r="0" b="0"/>
              <a:pathLst>
                <a:path w="3846" h="22017">
                  <a:moveTo>
                    <a:pt x="3846" y="22017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l1657"/>
            <p:cNvSpPr/>
            <p:nvPr/>
          </p:nvSpPr>
          <p:spPr>
            <a:xfrm>
              <a:off x="3465465" y="5567030"/>
              <a:ext cx="12294" cy="33942"/>
            </a:xfrm>
            <a:custGeom>
              <a:avLst/>
              <a:gdLst/>
              <a:ahLst/>
              <a:cxnLst/>
              <a:rect l="0" t="0" r="0" b="0"/>
              <a:pathLst>
                <a:path w="12294" h="33942">
                  <a:moveTo>
                    <a:pt x="12294" y="0"/>
                  </a:moveTo>
                  <a:lnTo>
                    <a:pt x="0" y="33942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l1658"/>
            <p:cNvSpPr/>
            <p:nvPr/>
          </p:nvSpPr>
          <p:spPr>
            <a:xfrm>
              <a:off x="4806294" y="6332617"/>
              <a:ext cx="9379" cy="8711"/>
            </a:xfrm>
            <a:custGeom>
              <a:avLst/>
              <a:gdLst/>
              <a:ahLst/>
              <a:cxnLst/>
              <a:rect l="0" t="0" r="0" b="0"/>
              <a:pathLst>
                <a:path w="9379" h="8711">
                  <a:moveTo>
                    <a:pt x="9379" y="8711"/>
                  </a:moveTo>
                  <a:lnTo>
                    <a:pt x="0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l1659"/>
            <p:cNvSpPr/>
            <p:nvPr/>
          </p:nvSpPr>
          <p:spPr>
            <a:xfrm>
              <a:off x="3387692" y="5789033"/>
              <a:ext cx="43435" cy="20726"/>
            </a:xfrm>
            <a:custGeom>
              <a:avLst/>
              <a:gdLst/>
              <a:ahLst/>
              <a:cxnLst/>
              <a:rect l="0" t="0" r="0" b="0"/>
              <a:pathLst>
                <a:path w="43435" h="20726">
                  <a:moveTo>
                    <a:pt x="0" y="0"/>
                  </a:moveTo>
                  <a:lnTo>
                    <a:pt x="43435" y="20726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l1660"/>
            <p:cNvSpPr/>
            <p:nvPr/>
          </p:nvSpPr>
          <p:spPr>
            <a:xfrm>
              <a:off x="3342027" y="5761859"/>
              <a:ext cx="45665" cy="27174"/>
            </a:xfrm>
            <a:custGeom>
              <a:avLst/>
              <a:gdLst/>
              <a:ahLst/>
              <a:cxnLst/>
              <a:rect l="0" t="0" r="0" b="0"/>
              <a:pathLst>
                <a:path w="45665" h="27174">
                  <a:moveTo>
                    <a:pt x="45665" y="27174"/>
                  </a:moveTo>
                  <a:lnTo>
                    <a:pt x="0" y="0"/>
                  </a:lnTo>
                </a:path>
              </a:pathLst>
            </a:custGeom>
            <a:ln w="546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l1661"/>
            <p:cNvSpPr/>
            <p:nvPr/>
          </p:nvSpPr>
          <p:spPr>
            <a:xfrm>
              <a:off x="3359994" y="5767869"/>
              <a:ext cx="27698" cy="21164"/>
            </a:xfrm>
            <a:custGeom>
              <a:avLst/>
              <a:gdLst/>
              <a:ahLst/>
              <a:cxnLst/>
              <a:rect l="0" t="0" r="0" b="0"/>
              <a:pathLst>
                <a:path w="27698" h="21164">
                  <a:moveTo>
                    <a:pt x="27698" y="21164"/>
                  </a:moveTo>
                  <a:lnTo>
                    <a:pt x="0" y="0"/>
                  </a:lnTo>
                </a:path>
              </a:pathLst>
            </a:custGeom>
            <a:ln w="549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l1662"/>
            <p:cNvSpPr/>
            <p:nvPr/>
          </p:nvSpPr>
          <p:spPr>
            <a:xfrm>
              <a:off x="3532274" y="5763109"/>
              <a:ext cx="32427" cy="3316"/>
            </a:xfrm>
            <a:custGeom>
              <a:avLst/>
              <a:gdLst/>
              <a:ahLst/>
              <a:cxnLst/>
              <a:rect l="0" t="0" r="0" b="0"/>
              <a:pathLst>
                <a:path w="32427" h="3316">
                  <a:moveTo>
                    <a:pt x="32427" y="3316"/>
                  </a:moveTo>
                  <a:lnTo>
                    <a:pt x="0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l1663"/>
            <p:cNvSpPr/>
            <p:nvPr/>
          </p:nvSpPr>
          <p:spPr>
            <a:xfrm>
              <a:off x="2099702" y="6214759"/>
              <a:ext cx="5661" cy="26853"/>
            </a:xfrm>
            <a:custGeom>
              <a:avLst/>
              <a:gdLst/>
              <a:ahLst/>
              <a:cxnLst/>
              <a:rect l="0" t="0" r="0" b="0"/>
              <a:pathLst>
                <a:path w="5661" h="26853">
                  <a:moveTo>
                    <a:pt x="5661" y="26853"/>
                  </a:moveTo>
                  <a:lnTo>
                    <a:pt x="0" y="0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l1664"/>
            <p:cNvSpPr/>
            <p:nvPr/>
          </p:nvSpPr>
          <p:spPr>
            <a:xfrm>
              <a:off x="4556853" y="5015786"/>
              <a:ext cx="10227" cy="1177"/>
            </a:xfrm>
            <a:custGeom>
              <a:avLst/>
              <a:gdLst/>
              <a:ahLst/>
              <a:cxnLst/>
              <a:rect l="0" t="0" r="0" b="0"/>
              <a:pathLst>
                <a:path w="10227" h="1177">
                  <a:moveTo>
                    <a:pt x="0" y="0"/>
                  </a:moveTo>
                  <a:lnTo>
                    <a:pt x="10227" y="1177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l1665"/>
            <p:cNvSpPr/>
            <p:nvPr/>
          </p:nvSpPr>
          <p:spPr>
            <a:xfrm>
              <a:off x="3461832" y="5755917"/>
              <a:ext cx="34711" cy="3716"/>
            </a:xfrm>
            <a:custGeom>
              <a:avLst/>
              <a:gdLst/>
              <a:ahLst/>
              <a:cxnLst/>
              <a:rect l="0" t="0" r="0" b="0"/>
              <a:pathLst>
                <a:path w="34711" h="3716">
                  <a:moveTo>
                    <a:pt x="0" y="0"/>
                  </a:moveTo>
                  <a:lnTo>
                    <a:pt x="34711" y="3716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l1666"/>
            <p:cNvSpPr/>
            <p:nvPr/>
          </p:nvSpPr>
          <p:spPr>
            <a:xfrm>
              <a:off x="3408051" y="5755917"/>
              <a:ext cx="53781" cy="28249"/>
            </a:xfrm>
            <a:custGeom>
              <a:avLst/>
              <a:gdLst/>
              <a:ahLst/>
              <a:cxnLst/>
              <a:rect l="0" t="0" r="0" b="0"/>
              <a:pathLst>
                <a:path w="53781" h="28249">
                  <a:moveTo>
                    <a:pt x="53781" y="0"/>
                  </a:moveTo>
                  <a:lnTo>
                    <a:pt x="0" y="28249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l1667"/>
            <p:cNvSpPr/>
            <p:nvPr/>
          </p:nvSpPr>
          <p:spPr>
            <a:xfrm>
              <a:off x="3415679" y="5755917"/>
              <a:ext cx="46152" cy="21000"/>
            </a:xfrm>
            <a:custGeom>
              <a:avLst/>
              <a:gdLst/>
              <a:ahLst/>
              <a:cxnLst/>
              <a:rect l="0" t="0" r="0" b="0"/>
              <a:pathLst>
                <a:path w="46152" h="21000">
                  <a:moveTo>
                    <a:pt x="46152" y="0"/>
                  </a:moveTo>
                  <a:lnTo>
                    <a:pt x="0" y="21000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l1668"/>
            <p:cNvSpPr/>
            <p:nvPr/>
          </p:nvSpPr>
          <p:spPr>
            <a:xfrm>
              <a:off x="3461832" y="5726015"/>
              <a:ext cx="106486" cy="29901"/>
            </a:xfrm>
            <a:custGeom>
              <a:avLst/>
              <a:gdLst/>
              <a:ahLst/>
              <a:cxnLst/>
              <a:rect l="0" t="0" r="0" b="0"/>
              <a:pathLst>
                <a:path w="106486" h="29901">
                  <a:moveTo>
                    <a:pt x="0" y="29901"/>
                  </a:moveTo>
                  <a:lnTo>
                    <a:pt x="106486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l1669"/>
            <p:cNvSpPr/>
            <p:nvPr/>
          </p:nvSpPr>
          <p:spPr>
            <a:xfrm>
              <a:off x="3461832" y="5728739"/>
              <a:ext cx="72309" cy="27177"/>
            </a:xfrm>
            <a:custGeom>
              <a:avLst/>
              <a:gdLst/>
              <a:ahLst/>
              <a:cxnLst/>
              <a:rect l="0" t="0" r="0" b="0"/>
              <a:pathLst>
                <a:path w="72309" h="27177">
                  <a:moveTo>
                    <a:pt x="0" y="27177"/>
                  </a:moveTo>
                  <a:lnTo>
                    <a:pt x="72309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l1670"/>
            <p:cNvSpPr/>
            <p:nvPr/>
          </p:nvSpPr>
          <p:spPr>
            <a:xfrm>
              <a:off x="3399414" y="5755917"/>
              <a:ext cx="62417" cy="44369"/>
            </a:xfrm>
            <a:custGeom>
              <a:avLst/>
              <a:gdLst/>
              <a:ahLst/>
              <a:cxnLst/>
              <a:rect l="0" t="0" r="0" b="0"/>
              <a:pathLst>
                <a:path w="62417" h="44369">
                  <a:moveTo>
                    <a:pt x="62417" y="0"/>
                  </a:moveTo>
                  <a:lnTo>
                    <a:pt x="0" y="44369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l1671"/>
            <p:cNvSpPr/>
            <p:nvPr/>
          </p:nvSpPr>
          <p:spPr>
            <a:xfrm>
              <a:off x="3428106" y="5721224"/>
              <a:ext cx="33725" cy="34693"/>
            </a:xfrm>
            <a:custGeom>
              <a:avLst/>
              <a:gdLst/>
              <a:ahLst/>
              <a:cxnLst/>
              <a:rect l="0" t="0" r="0" b="0"/>
              <a:pathLst>
                <a:path w="33725" h="34693">
                  <a:moveTo>
                    <a:pt x="33725" y="34693"/>
                  </a:moveTo>
                  <a:lnTo>
                    <a:pt x="0" y="0"/>
                  </a:lnTo>
                </a:path>
              </a:pathLst>
            </a:custGeom>
            <a:ln w="547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l1672"/>
            <p:cNvSpPr/>
            <p:nvPr/>
          </p:nvSpPr>
          <p:spPr>
            <a:xfrm>
              <a:off x="3436628" y="5755917"/>
              <a:ext cx="25204" cy="25506"/>
            </a:xfrm>
            <a:custGeom>
              <a:avLst/>
              <a:gdLst/>
              <a:ahLst/>
              <a:cxnLst/>
              <a:rect l="0" t="0" r="0" b="0"/>
              <a:pathLst>
                <a:path w="25204" h="25506">
                  <a:moveTo>
                    <a:pt x="25204" y="0"/>
                  </a:moveTo>
                  <a:lnTo>
                    <a:pt x="0" y="25506"/>
                  </a:lnTo>
                </a:path>
              </a:pathLst>
            </a:custGeom>
            <a:ln w="545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l1673"/>
            <p:cNvSpPr/>
            <p:nvPr/>
          </p:nvSpPr>
          <p:spPr>
            <a:xfrm>
              <a:off x="3447054" y="5755917"/>
              <a:ext cx="14777" cy="36890"/>
            </a:xfrm>
            <a:custGeom>
              <a:avLst/>
              <a:gdLst/>
              <a:ahLst/>
              <a:cxnLst/>
              <a:rect l="0" t="0" r="0" b="0"/>
              <a:pathLst>
                <a:path w="14777" h="36890">
                  <a:moveTo>
                    <a:pt x="14777" y="0"/>
                  </a:moveTo>
                  <a:lnTo>
                    <a:pt x="0" y="36890"/>
                  </a:lnTo>
                </a:path>
              </a:pathLst>
            </a:custGeom>
            <a:ln w="551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l1674"/>
            <p:cNvSpPr/>
            <p:nvPr/>
          </p:nvSpPr>
          <p:spPr>
            <a:xfrm>
              <a:off x="3412080" y="5755917"/>
              <a:ext cx="49752" cy="14382"/>
            </a:xfrm>
            <a:custGeom>
              <a:avLst/>
              <a:gdLst/>
              <a:ahLst/>
              <a:cxnLst/>
              <a:rect l="0" t="0" r="0" b="0"/>
              <a:pathLst>
                <a:path w="49752" h="14382">
                  <a:moveTo>
                    <a:pt x="49752" y="0"/>
                  </a:moveTo>
                  <a:lnTo>
                    <a:pt x="0" y="14382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l1675"/>
            <p:cNvSpPr/>
            <p:nvPr/>
          </p:nvSpPr>
          <p:spPr>
            <a:xfrm>
              <a:off x="3437586" y="5755917"/>
              <a:ext cx="24246" cy="9929"/>
            </a:xfrm>
            <a:custGeom>
              <a:avLst/>
              <a:gdLst/>
              <a:ahLst/>
              <a:cxnLst/>
              <a:rect l="0" t="0" r="0" b="0"/>
              <a:pathLst>
                <a:path w="24246" h="9929">
                  <a:moveTo>
                    <a:pt x="24246" y="0"/>
                  </a:moveTo>
                  <a:lnTo>
                    <a:pt x="0" y="9929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l1676"/>
            <p:cNvSpPr/>
            <p:nvPr/>
          </p:nvSpPr>
          <p:spPr>
            <a:xfrm>
              <a:off x="3461832" y="5685310"/>
              <a:ext cx="12172" cy="70606"/>
            </a:xfrm>
            <a:custGeom>
              <a:avLst/>
              <a:gdLst/>
              <a:ahLst/>
              <a:cxnLst/>
              <a:rect l="0" t="0" r="0" b="0"/>
              <a:pathLst>
                <a:path w="12172" h="70606">
                  <a:moveTo>
                    <a:pt x="0" y="70606"/>
                  </a:moveTo>
                  <a:lnTo>
                    <a:pt x="12172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l1677"/>
            <p:cNvSpPr/>
            <p:nvPr/>
          </p:nvSpPr>
          <p:spPr>
            <a:xfrm>
              <a:off x="3461832" y="5755917"/>
              <a:ext cx="29014" cy="10327"/>
            </a:xfrm>
            <a:custGeom>
              <a:avLst/>
              <a:gdLst/>
              <a:ahLst/>
              <a:cxnLst/>
              <a:rect l="0" t="0" r="0" b="0"/>
              <a:pathLst>
                <a:path w="29014" h="10327">
                  <a:moveTo>
                    <a:pt x="0" y="0"/>
                  </a:moveTo>
                  <a:lnTo>
                    <a:pt x="29014" y="10327"/>
                  </a:lnTo>
                </a:path>
              </a:pathLst>
            </a:custGeom>
            <a:ln w="544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l1678"/>
            <p:cNvSpPr/>
            <p:nvPr/>
          </p:nvSpPr>
          <p:spPr>
            <a:xfrm>
              <a:off x="3419571" y="5755917"/>
              <a:ext cx="42260" cy="18429"/>
            </a:xfrm>
            <a:custGeom>
              <a:avLst/>
              <a:gdLst/>
              <a:ahLst/>
              <a:cxnLst/>
              <a:rect l="0" t="0" r="0" b="0"/>
              <a:pathLst>
                <a:path w="42260" h="18429">
                  <a:moveTo>
                    <a:pt x="42260" y="0"/>
                  </a:moveTo>
                  <a:lnTo>
                    <a:pt x="0" y="18429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l1679"/>
            <p:cNvSpPr/>
            <p:nvPr/>
          </p:nvSpPr>
          <p:spPr>
            <a:xfrm>
              <a:off x="3461832" y="5746573"/>
              <a:ext cx="54984" cy="9343"/>
            </a:xfrm>
            <a:custGeom>
              <a:avLst/>
              <a:gdLst/>
              <a:ahLst/>
              <a:cxnLst/>
              <a:rect l="0" t="0" r="0" b="0"/>
              <a:pathLst>
                <a:path w="54984" h="9343">
                  <a:moveTo>
                    <a:pt x="0" y="9343"/>
                  </a:moveTo>
                  <a:lnTo>
                    <a:pt x="54984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l1680"/>
            <p:cNvSpPr/>
            <p:nvPr/>
          </p:nvSpPr>
          <p:spPr>
            <a:xfrm>
              <a:off x="3425326" y="5755917"/>
              <a:ext cx="36506" cy="28256"/>
            </a:xfrm>
            <a:custGeom>
              <a:avLst/>
              <a:gdLst/>
              <a:ahLst/>
              <a:cxnLst/>
              <a:rect l="0" t="0" r="0" b="0"/>
              <a:pathLst>
                <a:path w="36506" h="28256">
                  <a:moveTo>
                    <a:pt x="36506" y="0"/>
                  </a:moveTo>
                  <a:lnTo>
                    <a:pt x="0" y="28256"/>
                  </a:lnTo>
                </a:path>
              </a:pathLst>
            </a:custGeom>
            <a:ln w="543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l1681"/>
            <p:cNvSpPr/>
            <p:nvPr/>
          </p:nvSpPr>
          <p:spPr>
            <a:xfrm>
              <a:off x="3390116" y="5703819"/>
              <a:ext cx="71716" cy="52098"/>
            </a:xfrm>
            <a:custGeom>
              <a:avLst/>
              <a:gdLst/>
              <a:ahLst/>
              <a:cxnLst/>
              <a:rect l="0" t="0" r="0" b="0"/>
              <a:pathLst>
                <a:path w="71716" h="52098">
                  <a:moveTo>
                    <a:pt x="71716" y="52098"/>
                  </a:moveTo>
                  <a:lnTo>
                    <a:pt x="0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l1682"/>
            <p:cNvSpPr/>
            <p:nvPr/>
          </p:nvSpPr>
          <p:spPr>
            <a:xfrm>
              <a:off x="3461832" y="5755917"/>
              <a:ext cx="70442" cy="7191"/>
            </a:xfrm>
            <a:custGeom>
              <a:avLst/>
              <a:gdLst/>
              <a:ahLst/>
              <a:cxnLst/>
              <a:rect l="0" t="0" r="0" b="0"/>
              <a:pathLst>
                <a:path w="70442" h="7191">
                  <a:moveTo>
                    <a:pt x="0" y="0"/>
                  </a:moveTo>
                  <a:lnTo>
                    <a:pt x="70442" y="7191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l1683"/>
            <p:cNvSpPr/>
            <p:nvPr/>
          </p:nvSpPr>
          <p:spPr>
            <a:xfrm>
              <a:off x="3399692" y="5755917"/>
              <a:ext cx="62139" cy="16472"/>
            </a:xfrm>
            <a:custGeom>
              <a:avLst/>
              <a:gdLst/>
              <a:ahLst/>
              <a:cxnLst/>
              <a:rect l="0" t="0" r="0" b="0"/>
              <a:pathLst>
                <a:path w="62139" h="16472">
                  <a:moveTo>
                    <a:pt x="62139" y="0"/>
                  </a:moveTo>
                  <a:lnTo>
                    <a:pt x="0" y="16472"/>
                  </a:lnTo>
                </a:path>
              </a:pathLst>
            </a:custGeom>
            <a:ln w="543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l1684"/>
            <p:cNvSpPr/>
            <p:nvPr/>
          </p:nvSpPr>
          <p:spPr>
            <a:xfrm>
              <a:off x="3461832" y="5741758"/>
              <a:ext cx="15071" cy="14159"/>
            </a:xfrm>
            <a:custGeom>
              <a:avLst/>
              <a:gdLst/>
              <a:ahLst/>
              <a:cxnLst/>
              <a:rect l="0" t="0" r="0" b="0"/>
              <a:pathLst>
                <a:path w="15071" h="14159">
                  <a:moveTo>
                    <a:pt x="0" y="14159"/>
                  </a:moveTo>
                  <a:lnTo>
                    <a:pt x="15071" y="0"/>
                  </a:lnTo>
                </a:path>
              </a:pathLst>
            </a:custGeom>
            <a:ln w="548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l1685"/>
            <p:cNvSpPr/>
            <p:nvPr/>
          </p:nvSpPr>
          <p:spPr>
            <a:xfrm>
              <a:off x="3461832" y="5735544"/>
              <a:ext cx="20432" cy="20372"/>
            </a:xfrm>
            <a:custGeom>
              <a:avLst/>
              <a:gdLst/>
              <a:ahLst/>
              <a:cxnLst/>
              <a:rect l="0" t="0" r="0" b="0"/>
              <a:pathLst>
                <a:path w="20432" h="20372">
                  <a:moveTo>
                    <a:pt x="0" y="20372"/>
                  </a:moveTo>
                  <a:lnTo>
                    <a:pt x="20432" y="0"/>
                  </a:lnTo>
                </a:path>
              </a:pathLst>
            </a:custGeom>
            <a:ln w="545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l1686"/>
            <p:cNvSpPr/>
            <p:nvPr/>
          </p:nvSpPr>
          <p:spPr>
            <a:xfrm>
              <a:off x="3461832" y="5683609"/>
              <a:ext cx="3002" cy="72308"/>
            </a:xfrm>
            <a:custGeom>
              <a:avLst/>
              <a:gdLst/>
              <a:ahLst/>
              <a:cxnLst/>
              <a:rect l="0" t="0" r="0" b="0"/>
              <a:pathLst>
                <a:path w="3002" h="72308">
                  <a:moveTo>
                    <a:pt x="0" y="72308"/>
                  </a:moveTo>
                  <a:lnTo>
                    <a:pt x="3002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l1687"/>
            <p:cNvSpPr/>
            <p:nvPr/>
          </p:nvSpPr>
          <p:spPr>
            <a:xfrm>
              <a:off x="3461832" y="5713924"/>
              <a:ext cx="52349" cy="41992"/>
            </a:xfrm>
            <a:custGeom>
              <a:avLst/>
              <a:gdLst/>
              <a:ahLst/>
              <a:cxnLst/>
              <a:rect l="0" t="0" r="0" b="0"/>
              <a:pathLst>
                <a:path w="52349" h="41992">
                  <a:moveTo>
                    <a:pt x="0" y="41992"/>
                  </a:moveTo>
                  <a:lnTo>
                    <a:pt x="52349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l1688"/>
            <p:cNvSpPr/>
            <p:nvPr/>
          </p:nvSpPr>
          <p:spPr>
            <a:xfrm>
              <a:off x="3461832" y="5748617"/>
              <a:ext cx="22355" cy="7300"/>
            </a:xfrm>
            <a:custGeom>
              <a:avLst/>
              <a:gdLst/>
              <a:ahLst/>
              <a:cxnLst/>
              <a:rect l="0" t="0" r="0" b="0"/>
              <a:pathLst>
                <a:path w="22355" h="7300">
                  <a:moveTo>
                    <a:pt x="0" y="7300"/>
                  </a:moveTo>
                  <a:lnTo>
                    <a:pt x="22355" y="0"/>
                  </a:lnTo>
                </a:path>
              </a:pathLst>
            </a:custGeom>
            <a:ln w="547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l1689"/>
            <p:cNvSpPr/>
            <p:nvPr/>
          </p:nvSpPr>
          <p:spPr>
            <a:xfrm>
              <a:off x="3461832" y="5755917"/>
              <a:ext cx="43662" cy="14988"/>
            </a:xfrm>
            <a:custGeom>
              <a:avLst/>
              <a:gdLst/>
              <a:ahLst/>
              <a:cxnLst/>
              <a:rect l="0" t="0" r="0" b="0"/>
              <a:pathLst>
                <a:path w="43662" h="14988">
                  <a:moveTo>
                    <a:pt x="0" y="0"/>
                  </a:moveTo>
                  <a:lnTo>
                    <a:pt x="43662" y="14988"/>
                  </a:lnTo>
                </a:path>
              </a:pathLst>
            </a:custGeom>
            <a:ln w="544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l1690"/>
            <p:cNvSpPr/>
            <p:nvPr/>
          </p:nvSpPr>
          <p:spPr>
            <a:xfrm>
              <a:off x="3461832" y="5750015"/>
              <a:ext cx="38649" cy="5901"/>
            </a:xfrm>
            <a:custGeom>
              <a:avLst/>
              <a:gdLst/>
              <a:ahLst/>
              <a:cxnLst/>
              <a:rect l="0" t="0" r="0" b="0"/>
              <a:pathLst>
                <a:path w="38649" h="5901">
                  <a:moveTo>
                    <a:pt x="0" y="5901"/>
                  </a:moveTo>
                  <a:lnTo>
                    <a:pt x="38649" y="0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l1691"/>
            <p:cNvSpPr/>
            <p:nvPr/>
          </p:nvSpPr>
          <p:spPr>
            <a:xfrm>
              <a:off x="3393767" y="5755917"/>
              <a:ext cx="68064" cy="39263"/>
            </a:xfrm>
            <a:custGeom>
              <a:avLst/>
              <a:gdLst/>
              <a:ahLst/>
              <a:cxnLst/>
              <a:rect l="0" t="0" r="0" b="0"/>
              <a:pathLst>
                <a:path w="68064" h="39263">
                  <a:moveTo>
                    <a:pt x="68064" y="0"/>
                  </a:moveTo>
                  <a:lnTo>
                    <a:pt x="0" y="39263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l1692"/>
            <p:cNvSpPr/>
            <p:nvPr/>
          </p:nvSpPr>
          <p:spPr>
            <a:xfrm>
              <a:off x="3461832" y="5755917"/>
              <a:ext cx="34500" cy="47416"/>
            </a:xfrm>
            <a:custGeom>
              <a:avLst/>
              <a:gdLst/>
              <a:ahLst/>
              <a:cxnLst/>
              <a:rect l="0" t="0" r="0" b="0"/>
              <a:pathLst>
                <a:path w="34500" h="47416">
                  <a:moveTo>
                    <a:pt x="0" y="0"/>
                  </a:moveTo>
                  <a:lnTo>
                    <a:pt x="34500" y="47416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l1693"/>
            <p:cNvSpPr/>
            <p:nvPr/>
          </p:nvSpPr>
          <p:spPr>
            <a:xfrm>
              <a:off x="3461832" y="5706407"/>
              <a:ext cx="89209" cy="49509"/>
            </a:xfrm>
            <a:custGeom>
              <a:avLst/>
              <a:gdLst/>
              <a:ahLst/>
              <a:cxnLst/>
              <a:rect l="0" t="0" r="0" b="0"/>
              <a:pathLst>
                <a:path w="89209" h="49509">
                  <a:moveTo>
                    <a:pt x="0" y="49509"/>
                  </a:moveTo>
                  <a:lnTo>
                    <a:pt x="89209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l1694"/>
            <p:cNvSpPr/>
            <p:nvPr/>
          </p:nvSpPr>
          <p:spPr>
            <a:xfrm>
              <a:off x="3459950" y="5755917"/>
              <a:ext cx="1882" cy="24828"/>
            </a:xfrm>
            <a:custGeom>
              <a:avLst/>
              <a:gdLst/>
              <a:ahLst/>
              <a:cxnLst/>
              <a:rect l="0" t="0" r="0" b="0"/>
              <a:pathLst>
                <a:path w="1882" h="24828">
                  <a:moveTo>
                    <a:pt x="1882" y="0"/>
                  </a:moveTo>
                  <a:lnTo>
                    <a:pt x="0" y="24828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l1695"/>
            <p:cNvSpPr/>
            <p:nvPr/>
          </p:nvSpPr>
          <p:spPr>
            <a:xfrm>
              <a:off x="3440372" y="5755917"/>
              <a:ext cx="21459" cy="45730"/>
            </a:xfrm>
            <a:custGeom>
              <a:avLst/>
              <a:gdLst/>
              <a:ahLst/>
              <a:cxnLst/>
              <a:rect l="0" t="0" r="0" b="0"/>
              <a:pathLst>
                <a:path w="21459" h="45730">
                  <a:moveTo>
                    <a:pt x="21459" y="0"/>
                  </a:moveTo>
                  <a:lnTo>
                    <a:pt x="0" y="4573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l1696"/>
            <p:cNvSpPr/>
            <p:nvPr/>
          </p:nvSpPr>
          <p:spPr>
            <a:xfrm>
              <a:off x="3461832" y="5679729"/>
              <a:ext cx="10853" cy="76187"/>
            </a:xfrm>
            <a:custGeom>
              <a:avLst/>
              <a:gdLst/>
              <a:ahLst/>
              <a:cxnLst/>
              <a:rect l="0" t="0" r="0" b="0"/>
              <a:pathLst>
                <a:path w="10853" h="76187">
                  <a:moveTo>
                    <a:pt x="0" y="76187"/>
                  </a:moveTo>
                  <a:lnTo>
                    <a:pt x="10853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l1697"/>
            <p:cNvSpPr/>
            <p:nvPr/>
          </p:nvSpPr>
          <p:spPr>
            <a:xfrm>
              <a:off x="3461832" y="5720642"/>
              <a:ext cx="11280" cy="35274"/>
            </a:xfrm>
            <a:custGeom>
              <a:avLst/>
              <a:gdLst/>
              <a:ahLst/>
              <a:cxnLst/>
              <a:rect l="0" t="0" r="0" b="0"/>
              <a:pathLst>
                <a:path w="11280" h="35274">
                  <a:moveTo>
                    <a:pt x="0" y="35274"/>
                  </a:moveTo>
                  <a:lnTo>
                    <a:pt x="11280" y="0"/>
                  </a:lnTo>
                </a:path>
              </a:pathLst>
            </a:custGeom>
            <a:ln w="550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l1698"/>
            <p:cNvSpPr/>
            <p:nvPr/>
          </p:nvSpPr>
          <p:spPr>
            <a:xfrm>
              <a:off x="3442504" y="5755917"/>
              <a:ext cx="19328" cy="35907"/>
            </a:xfrm>
            <a:custGeom>
              <a:avLst/>
              <a:gdLst/>
              <a:ahLst/>
              <a:cxnLst/>
              <a:rect l="0" t="0" r="0" b="0"/>
              <a:pathLst>
                <a:path w="19328" h="35907">
                  <a:moveTo>
                    <a:pt x="19328" y="0"/>
                  </a:moveTo>
                  <a:lnTo>
                    <a:pt x="0" y="35907"/>
                  </a:lnTo>
                </a:path>
              </a:pathLst>
            </a:custGeom>
            <a:ln w="546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l1699"/>
            <p:cNvSpPr/>
            <p:nvPr/>
          </p:nvSpPr>
          <p:spPr>
            <a:xfrm>
              <a:off x="3426104" y="5755917"/>
              <a:ext cx="35728" cy="16785"/>
            </a:xfrm>
            <a:custGeom>
              <a:avLst/>
              <a:gdLst/>
              <a:ahLst/>
              <a:cxnLst/>
              <a:rect l="0" t="0" r="0" b="0"/>
              <a:pathLst>
                <a:path w="35728" h="16785">
                  <a:moveTo>
                    <a:pt x="35728" y="0"/>
                  </a:moveTo>
                  <a:lnTo>
                    <a:pt x="0" y="16785"/>
                  </a:lnTo>
                </a:path>
              </a:pathLst>
            </a:custGeom>
            <a:ln w="548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l1700"/>
            <p:cNvSpPr/>
            <p:nvPr/>
          </p:nvSpPr>
          <p:spPr>
            <a:xfrm>
              <a:off x="3461832" y="5740221"/>
              <a:ext cx="31138" cy="15696"/>
            </a:xfrm>
            <a:custGeom>
              <a:avLst/>
              <a:gdLst/>
              <a:ahLst/>
              <a:cxnLst/>
              <a:rect l="0" t="0" r="0" b="0"/>
              <a:pathLst>
                <a:path w="31138" h="15696">
                  <a:moveTo>
                    <a:pt x="0" y="15696"/>
                  </a:moveTo>
                  <a:lnTo>
                    <a:pt x="31138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l1701"/>
            <p:cNvSpPr/>
            <p:nvPr/>
          </p:nvSpPr>
          <p:spPr>
            <a:xfrm>
              <a:off x="3500482" y="5747643"/>
              <a:ext cx="50893" cy="2371"/>
            </a:xfrm>
            <a:custGeom>
              <a:avLst/>
              <a:gdLst/>
              <a:ahLst/>
              <a:cxnLst/>
              <a:rect l="0" t="0" r="0" b="0"/>
              <a:pathLst>
                <a:path w="50893" h="2371">
                  <a:moveTo>
                    <a:pt x="50893" y="0"/>
                  </a:moveTo>
                  <a:lnTo>
                    <a:pt x="0" y="2371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l1702"/>
            <p:cNvSpPr/>
            <p:nvPr/>
          </p:nvSpPr>
          <p:spPr>
            <a:xfrm>
              <a:off x="4113555" y="7390263"/>
              <a:ext cx="10157" cy="6691"/>
            </a:xfrm>
            <a:custGeom>
              <a:avLst/>
              <a:gdLst/>
              <a:ahLst/>
              <a:cxnLst/>
              <a:rect l="0" t="0" r="0" b="0"/>
              <a:pathLst>
                <a:path w="10157" h="6691">
                  <a:moveTo>
                    <a:pt x="10157" y="6691"/>
                  </a:moveTo>
                  <a:lnTo>
                    <a:pt x="0" y="0"/>
                  </a:lnTo>
                </a:path>
              </a:pathLst>
            </a:custGeom>
            <a:ln w="543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" name="pl1703"/>
            <p:cNvSpPr/>
            <p:nvPr/>
          </p:nvSpPr>
          <p:spPr>
            <a:xfrm>
              <a:off x="3267765" y="5836382"/>
              <a:ext cx="30506" cy="19313"/>
            </a:xfrm>
            <a:custGeom>
              <a:avLst/>
              <a:gdLst/>
              <a:ahLst/>
              <a:cxnLst/>
              <a:rect l="0" t="0" r="0" b="0"/>
              <a:pathLst>
                <a:path w="30506" h="19313">
                  <a:moveTo>
                    <a:pt x="0" y="19313"/>
                  </a:moveTo>
                  <a:lnTo>
                    <a:pt x="30506" y="0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4" name="pl1704"/>
            <p:cNvSpPr/>
            <p:nvPr/>
          </p:nvSpPr>
          <p:spPr>
            <a:xfrm>
              <a:off x="4193836" y="7647371"/>
              <a:ext cx="13156" cy="6834"/>
            </a:xfrm>
            <a:custGeom>
              <a:avLst/>
              <a:gdLst/>
              <a:ahLst/>
              <a:cxnLst/>
              <a:rect l="0" t="0" r="0" b="0"/>
              <a:pathLst>
                <a:path w="13156" h="6834">
                  <a:moveTo>
                    <a:pt x="0" y="6834"/>
                  </a:moveTo>
                  <a:lnTo>
                    <a:pt x="13156" y="0"/>
                  </a:lnTo>
                </a:path>
              </a:pathLst>
            </a:custGeom>
            <a:ln w="5427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5" name="pl1705"/>
            <p:cNvSpPr/>
            <p:nvPr/>
          </p:nvSpPr>
          <p:spPr>
            <a:xfrm>
              <a:off x="4091013" y="6029288"/>
              <a:ext cx="171584" cy="58511"/>
            </a:xfrm>
            <a:custGeom>
              <a:avLst/>
              <a:gdLst/>
              <a:ahLst/>
              <a:cxnLst/>
              <a:rect l="0" t="0" r="0" b="0"/>
              <a:pathLst>
                <a:path w="171584" h="58511">
                  <a:moveTo>
                    <a:pt x="0" y="58511"/>
                  </a:moveTo>
                  <a:lnTo>
                    <a:pt x="171584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6" name="pl1706"/>
            <p:cNvSpPr/>
            <p:nvPr/>
          </p:nvSpPr>
          <p:spPr>
            <a:xfrm>
              <a:off x="4020315" y="6046011"/>
              <a:ext cx="4544" cy="62449"/>
            </a:xfrm>
            <a:custGeom>
              <a:avLst/>
              <a:gdLst/>
              <a:ahLst/>
              <a:cxnLst/>
              <a:rect l="0" t="0" r="0" b="0"/>
              <a:pathLst>
                <a:path w="4544" h="62449">
                  <a:moveTo>
                    <a:pt x="0" y="0"/>
                  </a:moveTo>
                  <a:lnTo>
                    <a:pt x="4544" y="62449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7" name="pl1707"/>
            <p:cNvSpPr/>
            <p:nvPr/>
          </p:nvSpPr>
          <p:spPr>
            <a:xfrm>
              <a:off x="4495533" y="6624334"/>
              <a:ext cx="103413" cy="61726"/>
            </a:xfrm>
            <a:custGeom>
              <a:avLst/>
              <a:gdLst/>
              <a:ahLst/>
              <a:cxnLst/>
              <a:rect l="0" t="0" r="0" b="0"/>
              <a:pathLst>
                <a:path w="103413" h="61726">
                  <a:moveTo>
                    <a:pt x="103413" y="61726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8" name="pl1708"/>
            <p:cNvSpPr/>
            <p:nvPr/>
          </p:nvSpPr>
          <p:spPr>
            <a:xfrm>
              <a:off x="2609921" y="4943685"/>
              <a:ext cx="2339" cy="1677"/>
            </a:xfrm>
            <a:custGeom>
              <a:avLst/>
              <a:gdLst/>
              <a:ahLst/>
              <a:cxnLst/>
              <a:rect l="0" t="0" r="0" b="0"/>
              <a:pathLst>
                <a:path w="2339" h="1677">
                  <a:moveTo>
                    <a:pt x="2339" y="0"/>
                  </a:moveTo>
                  <a:lnTo>
                    <a:pt x="0" y="1677"/>
                  </a:lnTo>
                </a:path>
              </a:pathLst>
            </a:custGeom>
            <a:ln w="558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" name="pl1709"/>
            <p:cNvSpPr/>
            <p:nvPr/>
          </p:nvSpPr>
          <p:spPr>
            <a:xfrm>
              <a:off x="3410594" y="5808144"/>
              <a:ext cx="20534" cy="1615"/>
            </a:xfrm>
            <a:custGeom>
              <a:avLst/>
              <a:gdLst/>
              <a:ahLst/>
              <a:cxnLst/>
              <a:rect l="0" t="0" r="0" b="0"/>
              <a:pathLst>
                <a:path w="20534" h="1615">
                  <a:moveTo>
                    <a:pt x="0" y="0"/>
                  </a:moveTo>
                  <a:lnTo>
                    <a:pt x="20534" y="1615"/>
                  </a:lnTo>
                </a:path>
              </a:pathLst>
            </a:custGeom>
            <a:ln w="56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l1710"/>
            <p:cNvSpPr/>
            <p:nvPr/>
          </p:nvSpPr>
          <p:spPr>
            <a:xfrm>
              <a:off x="4921018" y="6970339"/>
              <a:ext cx="23410" cy="33853"/>
            </a:xfrm>
            <a:custGeom>
              <a:avLst/>
              <a:gdLst/>
              <a:ahLst/>
              <a:cxnLst/>
              <a:rect l="0" t="0" r="0" b="0"/>
              <a:pathLst>
                <a:path w="23410" h="33853">
                  <a:moveTo>
                    <a:pt x="0" y="33853"/>
                  </a:moveTo>
                  <a:lnTo>
                    <a:pt x="2341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l1711"/>
            <p:cNvSpPr/>
            <p:nvPr/>
          </p:nvSpPr>
          <p:spPr>
            <a:xfrm>
              <a:off x="4900912" y="7004193"/>
              <a:ext cx="20106" cy="32977"/>
            </a:xfrm>
            <a:custGeom>
              <a:avLst/>
              <a:gdLst/>
              <a:ahLst/>
              <a:cxnLst/>
              <a:rect l="0" t="0" r="0" b="0"/>
              <a:pathLst>
                <a:path w="20106" h="32977">
                  <a:moveTo>
                    <a:pt x="20106" y="0"/>
                  </a:moveTo>
                  <a:lnTo>
                    <a:pt x="0" y="32977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l1712"/>
            <p:cNvSpPr/>
            <p:nvPr/>
          </p:nvSpPr>
          <p:spPr>
            <a:xfrm>
              <a:off x="3933719" y="7707000"/>
              <a:ext cx="13260" cy="20749"/>
            </a:xfrm>
            <a:custGeom>
              <a:avLst/>
              <a:gdLst/>
              <a:ahLst/>
              <a:cxnLst/>
              <a:rect l="0" t="0" r="0" b="0"/>
              <a:pathLst>
                <a:path w="13260" h="20749">
                  <a:moveTo>
                    <a:pt x="0" y="20749"/>
                  </a:moveTo>
                  <a:lnTo>
                    <a:pt x="13260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l1713"/>
            <p:cNvSpPr/>
            <p:nvPr/>
          </p:nvSpPr>
          <p:spPr>
            <a:xfrm>
              <a:off x="3853207" y="6285846"/>
              <a:ext cx="61766" cy="110734"/>
            </a:xfrm>
            <a:custGeom>
              <a:avLst/>
              <a:gdLst/>
              <a:ahLst/>
              <a:cxnLst/>
              <a:rect l="0" t="0" r="0" b="0"/>
              <a:pathLst>
                <a:path w="61766" h="110734">
                  <a:moveTo>
                    <a:pt x="61766" y="0"/>
                  </a:moveTo>
                  <a:lnTo>
                    <a:pt x="0" y="110734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4" name="pl1714"/>
            <p:cNvSpPr/>
            <p:nvPr/>
          </p:nvSpPr>
          <p:spPr>
            <a:xfrm>
              <a:off x="4959116" y="5387765"/>
              <a:ext cx="21663" cy="25332"/>
            </a:xfrm>
            <a:custGeom>
              <a:avLst/>
              <a:gdLst/>
              <a:ahLst/>
              <a:cxnLst/>
              <a:rect l="0" t="0" r="0" b="0"/>
              <a:pathLst>
                <a:path w="21663" h="25332">
                  <a:moveTo>
                    <a:pt x="21663" y="25332"/>
                  </a:moveTo>
                  <a:lnTo>
                    <a:pt x="0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5" name="pl1715"/>
            <p:cNvSpPr/>
            <p:nvPr/>
          </p:nvSpPr>
          <p:spPr>
            <a:xfrm>
              <a:off x="3996528" y="6186951"/>
              <a:ext cx="26806" cy="282981"/>
            </a:xfrm>
            <a:custGeom>
              <a:avLst/>
              <a:gdLst/>
              <a:ahLst/>
              <a:cxnLst/>
              <a:rect l="0" t="0" r="0" b="0"/>
              <a:pathLst>
                <a:path w="26806" h="282981">
                  <a:moveTo>
                    <a:pt x="26806" y="0"/>
                  </a:moveTo>
                  <a:lnTo>
                    <a:pt x="0" y="282981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6" name="pl1716"/>
            <p:cNvSpPr/>
            <p:nvPr/>
          </p:nvSpPr>
          <p:spPr>
            <a:xfrm>
              <a:off x="4125937" y="6530208"/>
              <a:ext cx="122384" cy="58699"/>
            </a:xfrm>
            <a:custGeom>
              <a:avLst/>
              <a:gdLst/>
              <a:ahLst/>
              <a:cxnLst/>
              <a:rect l="0" t="0" r="0" b="0"/>
              <a:pathLst>
                <a:path w="122384" h="58699">
                  <a:moveTo>
                    <a:pt x="122384" y="58699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" name="pl1717"/>
            <p:cNvSpPr/>
            <p:nvPr/>
          </p:nvSpPr>
          <p:spPr>
            <a:xfrm>
              <a:off x="4013715" y="6108461"/>
              <a:ext cx="11145" cy="4399"/>
            </a:xfrm>
            <a:custGeom>
              <a:avLst/>
              <a:gdLst/>
              <a:ahLst/>
              <a:cxnLst/>
              <a:rect l="0" t="0" r="0" b="0"/>
              <a:pathLst>
                <a:path w="11145" h="4399">
                  <a:moveTo>
                    <a:pt x="0" y="4399"/>
                  </a:moveTo>
                  <a:lnTo>
                    <a:pt x="11145" y="0"/>
                  </a:lnTo>
                </a:path>
              </a:pathLst>
            </a:custGeom>
            <a:ln w="5733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8" name="pl1718"/>
            <p:cNvSpPr/>
            <p:nvPr/>
          </p:nvSpPr>
          <p:spPr>
            <a:xfrm>
              <a:off x="4081942" y="6039078"/>
              <a:ext cx="43841" cy="31489"/>
            </a:xfrm>
            <a:custGeom>
              <a:avLst/>
              <a:gdLst/>
              <a:ahLst/>
              <a:cxnLst/>
              <a:rect l="0" t="0" r="0" b="0"/>
              <a:pathLst>
                <a:path w="43841" h="31489">
                  <a:moveTo>
                    <a:pt x="0" y="31489"/>
                  </a:moveTo>
                  <a:lnTo>
                    <a:pt x="43841" y="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9" name="pl1719"/>
            <p:cNvSpPr/>
            <p:nvPr/>
          </p:nvSpPr>
          <p:spPr>
            <a:xfrm>
              <a:off x="4081942" y="6001955"/>
              <a:ext cx="105081" cy="68612"/>
            </a:xfrm>
            <a:custGeom>
              <a:avLst/>
              <a:gdLst/>
              <a:ahLst/>
              <a:cxnLst/>
              <a:rect l="0" t="0" r="0" b="0"/>
              <a:pathLst>
                <a:path w="105081" h="68612">
                  <a:moveTo>
                    <a:pt x="0" y="68612"/>
                  </a:moveTo>
                  <a:lnTo>
                    <a:pt x="105081" y="0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" name="pl1720"/>
            <p:cNvSpPr/>
            <p:nvPr/>
          </p:nvSpPr>
          <p:spPr>
            <a:xfrm>
              <a:off x="5135678" y="6034764"/>
              <a:ext cx="19915" cy="4189"/>
            </a:xfrm>
            <a:custGeom>
              <a:avLst/>
              <a:gdLst/>
              <a:ahLst/>
              <a:cxnLst/>
              <a:rect l="0" t="0" r="0" b="0"/>
              <a:pathLst>
                <a:path w="19915" h="4189">
                  <a:moveTo>
                    <a:pt x="0" y="0"/>
                  </a:moveTo>
                  <a:lnTo>
                    <a:pt x="19915" y="4189"/>
                  </a:lnTo>
                </a:path>
              </a:pathLst>
            </a:custGeom>
            <a:ln w="542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" name="pl1721"/>
            <p:cNvSpPr/>
            <p:nvPr/>
          </p:nvSpPr>
          <p:spPr>
            <a:xfrm>
              <a:off x="2479876" y="7202761"/>
              <a:ext cx="38884" cy="28960"/>
            </a:xfrm>
            <a:custGeom>
              <a:avLst/>
              <a:gdLst/>
              <a:ahLst/>
              <a:cxnLst/>
              <a:rect l="0" t="0" r="0" b="0"/>
              <a:pathLst>
                <a:path w="38884" h="28960">
                  <a:moveTo>
                    <a:pt x="38884" y="28960"/>
                  </a:moveTo>
                  <a:lnTo>
                    <a:pt x="0" y="0"/>
                  </a:lnTo>
                </a:path>
              </a:pathLst>
            </a:custGeom>
            <a:ln w="542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" name="pl1722"/>
            <p:cNvSpPr/>
            <p:nvPr/>
          </p:nvSpPr>
          <p:spPr>
            <a:xfrm>
              <a:off x="3431128" y="5809759"/>
              <a:ext cx="25240" cy="56573"/>
            </a:xfrm>
            <a:custGeom>
              <a:avLst/>
              <a:gdLst/>
              <a:ahLst/>
              <a:cxnLst/>
              <a:rect l="0" t="0" r="0" b="0"/>
              <a:pathLst>
                <a:path w="25240" h="56573">
                  <a:moveTo>
                    <a:pt x="25240" y="56573"/>
                  </a:moveTo>
                  <a:lnTo>
                    <a:pt x="0" y="0"/>
                  </a:lnTo>
                </a:path>
              </a:pathLst>
            </a:custGeom>
            <a:ln w="5429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" name="pl1723"/>
            <p:cNvSpPr/>
            <p:nvPr/>
          </p:nvSpPr>
          <p:spPr>
            <a:xfrm>
              <a:off x="3414559" y="5806192"/>
              <a:ext cx="16569" cy="3567"/>
            </a:xfrm>
            <a:custGeom>
              <a:avLst/>
              <a:gdLst/>
              <a:ahLst/>
              <a:cxnLst/>
              <a:rect l="0" t="0" r="0" b="0"/>
              <a:pathLst>
                <a:path w="16569" h="3567">
                  <a:moveTo>
                    <a:pt x="0" y="0"/>
                  </a:moveTo>
                  <a:lnTo>
                    <a:pt x="16569" y="3567"/>
                  </a:lnTo>
                </a:path>
              </a:pathLst>
            </a:custGeom>
            <a:ln w="595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" name="pl1724"/>
            <p:cNvSpPr/>
            <p:nvPr/>
          </p:nvSpPr>
          <p:spPr>
            <a:xfrm>
              <a:off x="2838105" y="6839977"/>
              <a:ext cx="86" cy="40569"/>
            </a:xfrm>
            <a:custGeom>
              <a:avLst/>
              <a:gdLst/>
              <a:ahLst/>
              <a:cxnLst/>
              <a:rect l="0" t="0" r="0" b="0"/>
              <a:pathLst>
                <a:path w="86" h="40569">
                  <a:moveTo>
                    <a:pt x="0" y="40569"/>
                  </a:moveTo>
                  <a:lnTo>
                    <a:pt x="86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" name="pl1725"/>
            <p:cNvSpPr/>
            <p:nvPr/>
          </p:nvSpPr>
          <p:spPr>
            <a:xfrm>
              <a:off x="3289654" y="5810299"/>
              <a:ext cx="32394" cy="10879"/>
            </a:xfrm>
            <a:custGeom>
              <a:avLst/>
              <a:gdLst/>
              <a:ahLst/>
              <a:cxnLst/>
              <a:rect l="0" t="0" r="0" b="0"/>
              <a:pathLst>
                <a:path w="32394" h="10879">
                  <a:moveTo>
                    <a:pt x="32394" y="0"/>
                  </a:moveTo>
                  <a:lnTo>
                    <a:pt x="0" y="10879"/>
                  </a:lnTo>
                </a:path>
              </a:pathLst>
            </a:custGeom>
            <a:ln w="544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" name="pl1726"/>
            <p:cNvSpPr/>
            <p:nvPr/>
          </p:nvSpPr>
          <p:spPr>
            <a:xfrm>
              <a:off x="3440372" y="5801647"/>
              <a:ext cx="58423" cy="52898"/>
            </a:xfrm>
            <a:custGeom>
              <a:avLst/>
              <a:gdLst/>
              <a:ahLst/>
              <a:cxnLst/>
              <a:rect l="0" t="0" r="0" b="0"/>
              <a:pathLst>
                <a:path w="58423" h="52898">
                  <a:moveTo>
                    <a:pt x="58423" y="52898"/>
                  </a:moveTo>
                  <a:lnTo>
                    <a:pt x="0" y="0"/>
                  </a:lnTo>
                </a:path>
              </a:pathLst>
            </a:custGeom>
            <a:ln w="542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" name="pl1727"/>
            <p:cNvSpPr/>
            <p:nvPr/>
          </p:nvSpPr>
          <p:spPr>
            <a:xfrm>
              <a:off x="3989941" y="6217721"/>
              <a:ext cx="1091" cy="34603"/>
            </a:xfrm>
            <a:custGeom>
              <a:avLst/>
              <a:gdLst/>
              <a:ahLst/>
              <a:cxnLst/>
              <a:rect l="0" t="0" r="0" b="0"/>
              <a:pathLst>
                <a:path w="1091" h="34603">
                  <a:moveTo>
                    <a:pt x="0" y="34603"/>
                  </a:moveTo>
                  <a:lnTo>
                    <a:pt x="1091" y="0"/>
                  </a:lnTo>
                </a:path>
              </a:pathLst>
            </a:custGeom>
            <a:ln w="5436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" name="pl1728"/>
            <p:cNvSpPr/>
            <p:nvPr/>
          </p:nvSpPr>
          <p:spPr>
            <a:xfrm>
              <a:off x="3982294" y="6252325"/>
              <a:ext cx="7647" cy="35255"/>
            </a:xfrm>
            <a:custGeom>
              <a:avLst/>
              <a:gdLst/>
              <a:ahLst/>
              <a:cxnLst/>
              <a:rect l="0" t="0" r="0" b="0"/>
              <a:pathLst>
                <a:path w="7647" h="35255">
                  <a:moveTo>
                    <a:pt x="7647" y="0"/>
                  </a:moveTo>
                  <a:lnTo>
                    <a:pt x="0" y="35255"/>
                  </a:lnTo>
                </a:path>
              </a:pathLst>
            </a:custGeom>
            <a:ln w="5428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" name="pl1729"/>
            <p:cNvSpPr/>
            <p:nvPr/>
          </p:nvSpPr>
          <p:spPr>
            <a:xfrm>
              <a:off x="3812940" y="6503381"/>
              <a:ext cx="15573" cy="37447"/>
            </a:xfrm>
            <a:custGeom>
              <a:avLst/>
              <a:gdLst/>
              <a:ahLst/>
              <a:cxnLst/>
              <a:rect l="0" t="0" r="0" b="0"/>
              <a:pathLst>
                <a:path w="15573" h="37447">
                  <a:moveTo>
                    <a:pt x="0" y="37447"/>
                  </a:moveTo>
                  <a:lnTo>
                    <a:pt x="15573" y="0"/>
                  </a:lnTo>
                </a:path>
              </a:pathLst>
            </a:custGeom>
            <a:ln w="5510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" name="pl1730"/>
            <p:cNvSpPr/>
            <p:nvPr/>
          </p:nvSpPr>
          <p:spPr>
            <a:xfrm>
              <a:off x="3812940" y="6396580"/>
              <a:ext cx="40266" cy="144249"/>
            </a:xfrm>
            <a:custGeom>
              <a:avLst/>
              <a:gdLst/>
              <a:ahLst/>
              <a:cxnLst/>
              <a:rect l="0" t="0" r="0" b="0"/>
              <a:pathLst>
                <a:path w="40266" h="144249">
                  <a:moveTo>
                    <a:pt x="0" y="144249"/>
                  </a:moveTo>
                  <a:lnTo>
                    <a:pt x="40266" y="0"/>
                  </a:lnTo>
                </a:path>
              </a:pathLst>
            </a:custGeom>
            <a:ln w="542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" name="pl1731"/>
            <p:cNvSpPr/>
            <p:nvPr/>
          </p:nvSpPr>
          <p:spPr>
            <a:xfrm>
              <a:off x="3761790" y="6540829"/>
              <a:ext cx="51149" cy="185807"/>
            </a:xfrm>
            <a:custGeom>
              <a:avLst/>
              <a:gdLst/>
              <a:ahLst/>
              <a:cxnLst/>
              <a:rect l="0" t="0" r="0" b="0"/>
              <a:pathLst>
                <a:path w="51149" h="185807">
                  <a:moveTo>
                    <a:pt x="51149" y="0"/>
                  </a:moveTo>
                  <a:lnTo>
                    <a:pt x="0" y="185807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" name="pl1732"/>
            <p:cNvSpPr/>
            <p:nvPr/>
          </p:nvSpPr>
          <p:spPr>
            <a:xfrm>
              <a:off x="3789096" y="6540829"/>
              <a:ext cx="23843" cy="120520"/>
            </a:xfrm>
            <a:custGeom>
              <a:avLst/>
              <a:gdLst/>
              <a:ahLst/>
              <a:cxnLst/>
              <a:rect l="0" t="0" r="0" b="0"/>
              <a:pathLst>
                <a:path w="23843" h="120520">
                  <a:moveTo>
                    <a:pt x="23843" y="0"/>
                  </a:moveTo>
                  <a:lnTo>
                    <a:pt x="0" y="120520"/>
                  </a:lnTo>
                </a:path>
              </a:pathLst>
            </a:custGeom>
            <a:ln w="5424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" name="pl1733"/>
            <p:cNvSpPr/>
            <p:nvPr/>
          </p:nvSpPr>
          <p:spPr>
            <a:xfrm>
              <a:off x="3804149" y="6540829"/>
              <a:ext cx="8791" cy="75458"/>
            </a:xfrm>
            <a:custGeom>
              <a:avLst/>
              <a:gdLst/>
              <a:ahLst/>
              <a:cxnLst/>
              <a:rect l="0" t="0" r="0" b="0"/>
              <a:pathLst>
                <a:path w="8791" h="75458">
                  <a:moveTo>
                    <a:pt x="8791" y="0"/>
                  </a:moveTo>
                  <a:lnTo>
                    <a:pt x="0" y="75458"/>
                  </a:lnTo>
                </a:path>
              </a:pathLst>
            </a:custGeom>
            <a:ln w="542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l1734"/>
            <p:cNvSpPr/>
            <p:nvPr/>
          </p:nvSpPr>
          <p:spPr>
            <a:xfrm>
              <a:off x="3421243" y="5611224"/>
              <a:ext cx="6062" cy="32745"/>
            </a:xfrm>
            <a:custGeom>
              <a:avLst/>
              <a:gdLst/>
              <a:ahLst/>
              <a:cxnLst/>
              <a:rect l="0" t="0" r="0" b="0"/>
              <a:pathLst>
                <a:path w="6062" h="32745">
                  <a:moveTo>
                    <a:pt x="6062" y="32745"/>
                  </a:moveTo>
                  <a:lnTo>
                    <a:pt x="0" y="0"/>
                  </a:lnTo>
                </a:path>
              </a:pathLst>
            </a:custGeom>
            <a:ln w="5442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l1735"/>
            <p:cNvSpPr/>
            <p:nvPr/>
          </p:nvSpPr>
          <p:spPr>
            <a:xfrm>
              <a:off x="3404606" y="5643970"/>
              <a:ext cx="22700" cy="27754"/>
            </a:xfrm>
            <a:custGeom>
              <a:avLst/>
              <a:gdLst/>
              <a:ahLst/>
              <a:cxnLst/>
              <a:rect l="0" t="0" r="0" b="0"/>
              <a:pathLst>
                <a:path w="22700" h="27754">
                  <a:moveTo>
                    <a:pt x="22700" y="0"/>
                  </a:moveTo>
                  <a:lnTo>
                    <a:pt x="0" y="27754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l1736"/>
            <p:cNvSpPr/>
            <p:nvPr/>
          </p:nvSpPr>
          <p:spPr>
            <a:xfrm>
              <a:off x="3427306" y="5643970"/>
              <a:ext cx="19518" cy="27631"/>
            </a:xfrm>
            <a:custGeom>
              <a:avLst/>
              <a:gdLst/>
              <a:ahLst/>
              <a:cxnLst/>
              <a:rect l="0" t="0" r="0" b="0"/>
              <a:pathLst>
                <a:path w="19518" h="27631">
                  <a:moveTo>
                    <a:pt x="0" y="0"/>
                  </a:moveTo>
                  <a:lnTo>
                    <a:pt x="19518" y="27631"/>
                  </a:lnTo>
                </a:path>
              </a:pathLst>
            </a:custGeom>
            <a:ln w="5475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l1737"/>
            <p:cNvSpPr/>
            <p:nvPr/>
          </p:nvSpPr>
          <p:spPr>
            <a:xfrm>
              <a:off x="3425881" y="5575911"/>
              <a:ext cx="1424" cy="68058"/>
            </a:xfrm>
            <a:custGeom>
              <a:avLst/>
              <a:gdLst/>
              <a:ahLst/>
              <a:cxnLst/>
              <a:rect l="0" t="0" r="0" b="0"/>
              <a:pathLst>
                <a:path w="1424" h="68058">
                  <a:moveTo>
                    <a:pt x="1424" y="68058"/>
                  </a:moveTo>
                  <a:lnTo>
                    <a:pt x="0" y="0"/>
                  </a:lnTo>
                </a:path>
              </a:pathLst>
            </a:custGeom>
            <a:ln w="5431" cap="rnd">
              <a:solidFill>
                <a:srgbClr val="8C8C8C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" name="pt1738"/>
            <p:cNvSpPr/>
            <p:nvPr/>
          </p:nvSpPr>
          <p:spPr>
            <a:xfrm>
              <a:off x="4529877" y="642296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9" name="pt1739"/>
            <p:cNvSpPr/>
            <p:nvPr/>
          </p:nvSpPr>
          <p:spPr>
            <a:xfrm>
              <a:off x="4730451" y="5191792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0" name="pg1740"/>
            <p:cNvSpPr/>
            <p:nvPr/>
          </p:nvSpPr>
          <p:spPr>
            <a:xfrm>
              <a:off x="3708205" y="6753561"/>
              <a:ext cx="112738" cy="112738"/>
            </a:xfrm>
            <a:custGeom>
              <a:avLst/>
              <a:gdLst/>
              <a:ahLst/>
              <a:cxnLst/>
              <a:rect l="0" t="0" r="0" b="0"/>
              <a:pathLst>
                <a:path w="112738" h="112738">
                  <a:moveTo>
                    <a:pt x="0" y="112738"/>
                  </a:moveTo>
                  <a:lnTo>
                    <a:pt x="112738" y="112738"/>
                  </a:lnTo>
                  <a:lnTo>
                    <a:pt x="112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1" name="pl1741"/>
            <p:cNvSpPr/>
            <p:nvPr/>
          </p:nvSpPr>
          <p:spPr>
            <a:xfrm>
              <a:off x="3713198" y="56526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l1742"/>
            <p:cNvSpPr/>
            <p:nvPr/>
          </p:nvSpPr>
          <p:spPr>
            <a:xfrm>
              <a:off x="3713198" y="56526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l1743"/>
            <p:cNvSpPr/>
            <p:nvPr/>
          </p:nvSpPr>
          <p:spPr>
            <a:xfrm>
              <a:off x="3700108" y="568423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l1744"/>
            <p:cNvSpPr/>
            <p:nvPr/>
          </p:nvSpPr>
          <p:spPr>
            <a:xfrm>
              <a:off x="3744799" y="563953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" name="pt1745"/>
            <p:cNvSpPr/>
            <p:nvPr/>
          </p:nvSpPr>
          <p:spPr>
            <a:xfrm>
              <a:off x="4513747" y="6328623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6" name="pt1746"/>
            <p:cNvSpPr/>
            <p:nvPr/>
          </p:nvSpPr>
          <p:spPr>
            <a:xfrm>
              <a:off x="3782069" y="740571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7" name="pt1747"/>
            <p:cNvSpPr/>
            <p:nvPr/>
          </p:nvSpPr>
          <p:spPr>
            <a:xfrm>
              <a:off x="3287918" y="587107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8" name="pg1748"/>
            <p:cNvSpPr/>
            <p:nvPr/>
          </p:nvSpPr>
          <p:spPr>
            <a:xfrm>
              <a:off x="3712114" y="679231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63202"/>
                  </a:lnTo>
                  <a:lnTo>
                    <a:pt x="63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9" name="pt1749"/>
            <p:cNvSpPr/>
            <p:nvPr/>
          </p:nvSpPr>
          <p:spPr>
            <a:xfrm>
              <a:off x="3674519" y="687731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50" name="pt1750"/>
            <p:cNvSpPr/>
            <p:nvPr/>
          </p:nvSpPr>
          <p:spPr>
            <a:xfrm>
              <a:off x="3529223" y="568580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51" name="pl1751"/>
            <p:cNvSpPr/>
            <p:nvPr/>
          </p:nvSpPr>
          <p:spPr>
            <a:xfrm>
              <a:off x="3003146" y="752694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l1752"/>
            <p:cNvSpPr/>
            <p:nvPr/>
          </p:nvSpPr>
          <p:spPr>
            <a:xfrm>
              <a:off x="3003146" y="752694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l1753"/>
            <p:cNvSpPr/>
            <p:nvPr/>
          </p:nvSpPr>
          <p:spPr>
            <a:xfrm>
              <a:off x="2990056" y="755854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l1754"/>
            <p:cNvSpPr/>
            <p:nvPr/>
          </p:nvSpPr>
          <p:spPr>
            <a:xfrm>
              <a:off x="3034747" y="751385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" name="pg1755"/>
            <p:cNvSpPr/>
            <p:nvPr/>
          </p:nvSpPr>
          <p:spPr>
            <a:xfrm>
              <a:off x="3577738" y="5665285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45901"/>
                  </a:moveTo>
                  <a:lnTo>
                    <a:pt x="45901" y="0"/>
                  </a:lnTo>
                  <a:lnTo>
                    <a:pt x="91802" y="45901"/>
                  </a:lnTo>
                  <a:lnTo>
                    <a:pt x="45901" y="91802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56" name="pl1756"/>
            <p:cNvSpPr/>
            <p:nvPr/>
          </p:nvSpPr>
          <p:spPr>
            <a:xfrm>
              <a:off x="3340029" y="5748720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l1757"/>
            <p:cNvSpPr/>
            <p:nvPr/>
          </p:nvSpPr>
          <p:spPr>
            <a:xfrm>
              <a:off x="3340029" y="5748720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0"/>
                  </a:moveTo>
                  <a:lnTo>
                    <a:pt x="120401" y="120401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l1758"/>
            <p:cNvSpPr/>
            <p:nvPr/>
          </p:nvSpPr>
          <p:spPr>
            <a:xfrm>
              <a:off x="3315093" y="5808921"/>
              <a:ext cx="170273" cy="0"/>
            </a:xfrm>
            <a:custGeom>
              <a:avLst/>
              <a:gdLst/>
              <a:ahLst/>
              <a:cxnLst/>
              <a:rect l="0" t="0" r="0" b="0"/>
              <a:pathLst>
                <a:path w="170273">
                  <a:moveTo>
                    <a:pt x="0" y="0"/>
                  </a:moveTo>
                  <a:lnTo>
                    <a:pt x="170273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l1759"/>
            <p:cNvSpPr/>
            <p:nvPr/>
          </p:nvSpPr>
          <p:spPr>
            <a:xfrm>
              <a:off x="3400230" y="5723784"/>
              <a:ext cx="0" cy="170273"/>
            </a:xfrm>
            <a:custGeom>
              <a:avLst/>
              <a:gdLst/>
              <a:ahLst/>
              <a:cxnLst/>
              <a:rect l="0" t="0" r="0" b="0"/>
              <a:pathLst>
                <a:path h="170273">
                  <a:moveTo>
                    <a:pt x="0" y="170273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t1760"/>
            <p:cNvSpPr/>
            <p:nvPr/>
          </p:nvSpPr>
          <p:spPr>
            <a:xfrm>
              <a:off x="3855805" y="613326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61" name="pl1761"/>
            <p:cNvSpPr/>
            <p:nvPr/>
          </p:nvSpPr>
          <p:spPr>
            <a:xfrm>
              <a:off x="3486795" y="564842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l1762"/>
            <p:cNvSpPr/>
            <p:nvPr/>
          </p:nvSpPr>
          <p:spPr>
            <a:xfrm>
              <a:off x="3486795" y="564842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l1763"/>
            <p:cNvSpPr/>
            <p:nvPr/>
          </p:nvSpPr>
          <p:spPr>
            <a:xfrm>
              <a:off x="3473705" y="568002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l1764"/>
            <p:cNvSpPr/>
            <p:nvPr/>
          </p:nvSpPr>
          <p:spPr>
            <a:xfrm>
              <a:off x="3518396" y="563533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t1765"/>
            <p:cNvSpPr/>
            <p:nvPr/>
          </p:nvSpPr>
          <p:spPr>
            <a:xfrm>
              <a:off x="3357845" y="5700849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66" name="pl1766"/>
            <p:cNvSpPr/>
            <p:nvPr/>
          </p:nvSpPr>
          <p:spPr>
            <a:xfrm>
              <a:off x="2824328" y="476298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l1767"/>
            <p:cNvSpPr/>
            <p:nvPr/>
          </p:nvSpPr>
          <p:spPr>
            <a:xfrm>
              <a:off x="2824328" y="476298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l1768"/>
            <p:cNvSpPr/>
            <p:nvPr/>
          </p:nvSpPr>
          <p:spPr>
            <a:xfrm>
              <a:off x="2811239" y="4794582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" name="pl1769"/>
            <p:cNvSpPr/>
            <p:nvPr/>
          </p:nvSpPr>
          <p:spPr>
            <a:xfrm>
              <a:off x="2855930" y="4749891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l1770"/>
            <p:cNvSpPr/>
            <p:nvPr/>
          </p:nvSpPr>
          <p:spPr>
            <a:xfrm>
              <a:off x="3342327" y="5720959"/>
              <a:ext cx="177601" cy="177601"/>
            </a:xfrm>
            <a:custGeom>
              <a:avLst/>
              <a:gdLst/>
              <a:ahLst/>
              <a:cxnLst/>
              <a:rect l="0" t="0" r="0" b="0"/>
              <a:pathLst>
                <a:path w="177601" h="177601">
                  <a:moveTo>
                    <a:pt x="0" y="177601"/>
                  </a:moveTo>
                  <a:lnTo>
                    <a:pt x="17760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l1771"/>
            <p:cNvSpPr/>
            <p:nvPr/>
          </p:nvSpPr>
          <p:spPr>
            <a:xfrm>
              <a:off x="3342327" y="5720959"/>
              <a:ext cx="177601" cy="177601"/>
            </a:xfrm>
            <a:custGeom>
              <a:avLst/>
              <a:gdLst/>
              <a:ahLst/>
              <a:cxnLst/>
              <a:rect l="0" t="0" r="0" b="0"/>
              <a:pathLst>
                <a:path w="177601" h="177601">
                  <a:moveTo>
                    <a:pt x="0" y="0"/>
                  </a:moveTo>
                  <a:lnTo>
                    <a:pt x="177601" y="177601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l1772"/>
            <p:cNvSpPr/>
            <p:nvPr/>
          </p:nvSpPr>
          <p:spPr>
            <a:xfrm>
              <a:off x="3305545" y="5809759"/>
              <a:ext cx="251165" cy="0"/>
            </a:xfrm>
            <a:custGeom>
              <a:avLst/>
              <a:gdLst/>
              <a:ahLst/>
              <a:cxnLst/>
              <a:rect l="0" t="0" r="0" b="0"/>
              <a:pathLst>
                <a:path w="251165">
                  <a:moveTo>
                    <a:pt x="0" y="0"/>
                  </a:moveTo>
                  <a:lnTo>
                    <a:pt x="251165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l1773"/>
            <p:cNvSpPr/>
            <p:nvPr/>
          </p:nvSpPr>
          <p:spPr>
            <a:xfrm>
              <a:off x="3431128" y="5684176"/>
              <a:ext cx="0" cy="251165"/>
            </a:xfrm>
            <a:custGeom>
              <a:avLst/>
              <a:gdLst/>
              <a:ahLst/>
              <a:cxnLst/>
              <a:rect l="0" t="0" r="0" b="0"/>
              <a:pathLst>
                <a:path h="251165">
                  <a:moveTo>
                    <a:pt x="0" y="251165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" name="pl1774"/>
            <p:cNvSpPr/>
            <p:nvPr/>
          </p:nvSpPr>
          <p:spPr>
            <a:xfrm>
              <a:off x="3915091" y="6304644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127153"/>
                  </a:moveTo>
                  <a:lnTo>
                    <a:pt x="127153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l1775"/>
            <p:cNvSpPr/>
            <p:nvPr/>
          </p:nvSpPr>
          <p:spPr>
            <a:xfrm>
              <a:off x="3915091" y="6304644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0"/>
                  </a:moveTo>
                  <a:lnTo>
                    <a:pt x="127153" y="127153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l1776"/>
            <p:cNvSpPr/>
            <p:nvPr/>
          </p:nvSpPr>
          <p:spPr>
            <a:xfrm>
              <a:off x="3888757" y="6368220"/>
              <a:ext cx="179821" cy="0"/>
            </a:xfrm>
            <a:custGeom>
              <a:avLst/>
              <a:gdLst/>
              <a:ahLst/>
              <a:cxnLst/>
              <a:rect l="0" t="0" r="0" b="0"/>
              <a:pathLst>
                <a:path w="179821">
                  <a:moveTo>
                    <a:pt x="0" y="0"/>
                  </a:moveTo>
                  <a:lnTo>
                    <a:pt x="17982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l1777"/>
            <p:cNvSpPr/>
            <p:nvPr/>
          </p:nvSpPr>
          <p:spPr>
            <a:xfrm>
              <a:off x="3978668" y="6278309"/>
              <a:ext cx="0" cy="179821"/>
            </a:xfrm>
            <a:custGeom>
              <a:avLst/>
              <a:gdLst/>
              <a:ahLst/>
              <a:cxnLst/>
              <a:rect l="0" t="0" r="0" b="0"/>
              <a:pathLst>
                <a:path h="179821">
                  <a:moveTo>
                    <a:pt x="0" y="17982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t1778"/>
            <p:cNvSpPr/>
            <p:nvPr/>
          </p:nvSpPr>
          <p:spPr>
            <a:xfrm>
              <a:off x="2474065" y="518519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9" name="pl1779"/>
            <p:cNvSpPr/>
            <p:nvPr/>
          </p:nvSpPr>
          <p:spPr>
            <a:xfrm>
              <a:off x="2469350" y="505476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l1780"/>
            <p:cNvSpPr/>
            <p:nvPr/>
          </p:nvSpPr>
          <p:spPr>
            <a:xfrm>
              <a:off x="2469350" y="505476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l1781"/>
            <p:cNvSpPr/>
            <p:nvPr/>
          </p:nvSpPr>
          <p:spPr>
            <a:xfrm>
              <a:off x="2456260" y="508636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l1782"/>
            <p:cNvSpPr/>
            <p:nvPr/>
          </p:nvSpPr>
          <p:spPr>
            <a:xfrm>
              <a:off x="2500951" y="5041674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" name="pt1783"/>
            <p:cNvSpPr/>
            <p:nvPr/>
          </p:nvSpPr>
          <p:spPr>
            <a:xfrm>
              <a:off x="3384469" y="5790946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4" name="pl1784"/>
            <p:cNvSpPr/>
            <p:nvPr/>
          </p:nvSpPr>
          <p:spPr>
            <a:xfrm>
              <a:off x="4242016" y="479987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" name="pl1785"/>
            <p:cNvSpPr/>
            <p:nvPr/>
          </p:nvSpPr>
          <p:spPr>
            <a:xfrm>
              <a:off x="4242016" y="479987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" name="pl1786"/>
            <p:cNvSpPr/>
            <p:nvPr/>
          </p:nvSpPr>
          <p:spPr>
            <a:xfrm>
              <a:off x="4228926" y="483147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" name="pl1787"/>
            <p:cNvSpPr/>
            <p:nvPr/>
          </p:nvSpPr>
          <p:spPr>
            <a:xfrm>
              <a:off x="4273617" y="478678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" name="pt1788"/>
            <p:cNvSpPr/>
            <p:nvPr/>
          </p:nvSpPr>
          <p:spPr>
            <a:xfrm>
              <a:off x="3192898" y="582559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9" name="pt1789"/>
            <p:cNvSpPr/>
            <p:nvPr/>
          </p:nvSpPr>
          <p:spPr>
            <a:xfrm>
              <a:off x="3268218" y="5718775"/>
              <a:ext cx="63202" cy="63202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" name="pt1790"/>
            <p:cNvSpPr/>
            <p:nvPr/>
          </p:nvSpPr>
          <p:spPr>
            <a:xfrm>
              <a:off x="3241936" y="467984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1" name="pt1791"/>
            <p:cNvSpPr/>
            <p:nvPr/>
          </p:nvSpPr>
          <p:spPr>
            <a:xfrm>
              <a:off x="2200658" y="5608052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" name="pt1792"/>
            <p:cNvSpPr/>
            <p:nvPr/>
          </p:nvSpPr>
          <p:spPr>
            <a:xfrm>
              <a:off x="2746112" y="634399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" name="pl1793"/>
            <p:cNvSpPr/>
            <p:nvPr/>
          </p:nvSpPr>
          <p:spPr>
            <a:xfrm>
              <a:off x="3916886" y="764877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" name="pl1794"/>
            <p:cNvSpPr/>
            <p:nvPr/>
          </p:nvSpPr>
          <p:spPr>
            <a:xfrm>
              <a:off x="3916886" y="764877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l1795"/>
            <p:cNvSpPr/>
            <p:nvPr/>
          </p:nvSpPr>
          <p:spPr>
            <a:xfrm>
              <a:off x="3903796" y="7680377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l1796"/>
            <p:cNvSpPr/>
            <p:nvPr/>
          </p:nvSpPr>
          <p:spPr>
            <a:xfrm>
              <a:off x="3948487" y="7635686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g1797"/>
            <p:cNvSpPr/>
            <p:nvPr/>
          </p:nvSpPr>
          <p:spPr>
            <a:xfrm>
              <a:off x="3247549" y="5761087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" name="pl1798"/>
            <p:cNvSpPr/>
            <p:nvPr/>
          </p:nvSpPr>
          <p:spPr>
            <a:xfrm>
              <a:off x="3257287" y="57424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9" name="pl1799"/>
            <p:cNvSpPr/>
            <p:nvPr/>
          </p:nvSpPr>
          <p:spPr>
            <a:xfrm>
              <a:off x="3257287" y="57424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" name="pl1800"/>
            <p:cNvSpPr/>
            <p:nvPr/>
          </p:nvSpPr>
          <p:spPr>
            <a:xfrm>
              <a:off x="3244197" y="577408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l1801"/>
            <p:cNvSpPr/>
            <p:nvPr/>
          </p:nvSpPr>
          <p:spPr>
            <a:xfrm>
              <a:off x="3288888" y="572939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g1802"/>
            <p:cNvSpPr/>
            <p:nvPr/>
          </p:nvSpPr>
          <p:spPr>
            <a:xfrm>
              <a:off x="3682997" y="6564548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45901"/>
                  </a:moveTo>
                  <a:lnTo>
                    <a:pt x="45901" y="0"/>
                  </a:lnTo>
                  <a:lnTo>
                    <a:pt x="91802" y="45901"/>
                  </a:lnTo>
                  <a:lnTo>
                    <a:pt x="45901" y="91802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3" name="pl1803"/>
            <p:cNvSpPr/>
            <p:nvPr/>
          </p:nvSpPr>
          <p:spPr>
            <a:xfrm>
              <a:off x="3288048" y="5645668"/>
              <a:ext cx="144094" cy="144094"/>
            </a:xfrm>
            <a:custGeom>
              <a:avLst/>
              <a:gdLst/>
              <a:ahLst/>
              <a:cxnLst/>
              <a:rect l="0" t="0" r="0" b="0"/>
              <a:pathLst>
                <a:path w="144094" h="144094">
                  <a:moveTo>
                    <a:pt x="0" y="144094"/>
                  </a:moveTo>
                  <a:lnTo>
                    <a:pt x="144094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l1804"/>
            <p:cNvSpPr/>
            <p:nvPr/>
          </p:nvSpPr>
          <p:spPr>
            <a:xfrm>
              <a:off x="3288048" y="5645668"/>
              <a:ext cx="144094" cy="144094"/>
            </a:xfrm>
            <a:custGeom>
              <a:avLst/>
              <a:gdLst/>
              <a:ahLst/>
              <a:cxnLst/>
              <a:rect l="0" t="0" r="0" b="0"/>
              <a:pathLst>
                <a:path w="144094" h="144094">
                  <a:moveTo>
                    <a:pt x="0" y="0"/>
                  </a:moveTo>
                  <a:lnTo>
                    <a:pt x="144094" y="144094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l1805"/>
            <p:cNvSpPr/>
            <p:nvPr/>
          </p:nvSpPr>
          <p:spPr>
            <a:xfrm>
              <a:off x="3258205" y="5717715"/>
              <a:ext cx="203780" cy="0"/>
            </a:xfrm>
            <a:custGeom>
              <a:avLst/>
              <a:gdLst/>
              <a:ahLst/>
              <a:cxnLst/>
              <a:rect l="0" t="0" r="0" b="0"/>
              <a:pathLst>
                <a:path w="203780">
                  <a:moveTo>
                    <a:pt x="0" y="0"/>
                  </a:moveTo>
                  <a:lnTo>
                    <a:pt x="203780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l1806"/>
            <p:cNvSpPr/>
            <p:nvPr/>
          </p:nvSpPr>
          <p:spPr>
            <a:xfrm>
              <a:off x="3360095" y="5615825"/>
              <a:ext cx="0" cy="203780"/>
            </a:xfrm>
            <a:custGeom>
              <a:avLst/>
              <a:gdLst/>
              <a:ahLst/>
              <a:cxnLst/>
              <a:rect l="0" t="0" r="0" b="0"/>
              <a:pathLst>
                <a:path h="203780">
                  <a:moveTo>
                    <a:pt x="0" y="203780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l1807"/>
            <p:cNvSpPr/>
            <p:nvPr/>
          </p:nvSpPr>
          <p:spPr>
            <a:xfrm>
              <a:off x="3352781" y="5619899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l1808"/>
            <p:cNvSpPr/>
            <p:nvPr/>
          </p:nvSpPr>
          <p:spPr>
            <a:xfrm>
              <a:off x="3352781" y="5619899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0"/>
                  </a:moveTo>
                  <a:lnTo>
                    <a:pt x="103648" y="103648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l1809"/>
            <p:cNvSpPr/>
            <p:nvPr/>
          </p:nvSpPr>
          <p:spPr>
            <a:xfrm>
              <a:off x="3331315" y="5671724"/>
              <a:ext cx="146581" cy="0"/>
            </a:xfrm>
            <a:custGeom>
              <a:avLst/>
              <a:gdLst/>
              <a:ahLst/>
              <a:cxnLst/>
              <a:rect l="0" t="0" r="0" b="0"/>
              <a:pathLst>
                <a:path w="146581">
                  <a:moveTo>
                    <a:pt x="0" y="0"/>
                  </a:moveTo>
                  <a:lnTo>
                    <a:pt x="1465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l1810"/>
            <p:cNvSpPr/>
            <p:nvPr/>
          </p:nvSpPr>
          <p:spPr>
            <a:xfrm>
              <a:off x="3404606" y="5598433"/>
              <a:ext cx="0" cy="146581"/>
            </a:xfrm>
            <a:custGeom>
              <a:avLst/>
              <a:gdLst/>
              <a:ahLst/>
              <a:cxnLst/>
              <a:rect l="0" t="0" r="0" b="0"/>
              <a:pathLst>
                <a:path h="146581">
                  <a:moveTo>
                    <a:pt x="0" y="1465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l1811"/>
            <p:cNvSpPr/>
            <p:nvPr/>
          </p:nvSpPr>
          <p:spPr>
            <a:xfrm>
              <a:off x="3902595" y="6375999"/>
              <a:ext cx="187865" cy="187865"/>
            </a:xfrm>
            <a:custGeom>
              <a:avLst/>
              <a:gdLst/>
              <a:ahLst/>
              <a:cxnLst/>
              <a:rect l="0" t="0" r="0" b="0"/>
              <a:pathLst>
                <a:path w="187865" h="187865">
                  <a:moveTo>
                    <a:pt x="0" y="187865"/>
                  </a:moveTo>
                  <a:lnTo>
                    <a:pt x="187865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l1812"/>
            <p:cNvSpPr/>
            <p:nvPr/>
          </p:nvSpPr>
          <p:spPr>
            <a:xfrm>
              <a:off x="3902595" y="6375999"/>
              <a:ext cx="187865" cy="187865"/>
            </a:xfrm>
            <a:custGeom>
              <a:avLst/>
              <a:gdLst/>
              <a:ahLst/>
              <a:cxnLst/>
              <a:rect l="0" t="0" r="0" b="0"/>
              <a:pathLst>
                <a:path w="187865" h="187865">
                  <a:moveTo>
                    <a:pt x="0" y="0"/>
                  </a:moveTo>
                  <a:lnTo>
                    <a:pt x="187865" y="187865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l1813"/>
            <p:cNvSpPr/>
            <p:nvPr/>
          </p:nvSpPr>
          <p:spPr>
            <a:xfrm>
              <a:off x="3863687" y="6469932"/>
              <a:ext cx="265682" cy="0"/>
            </a:xfrm>
            <a:custGeom>
              <a:avLst/>
              <a:gdLst/>
              <a:ahLst/>
              <a:cxnLst/>
              <a:rect l="0" t="0" r="0" b="0"/>
              <a:pathLst>
                <a:path w="265682">
                  <a:moveTo>
                    <a:pt x="0" y="0"/>
                  </a:moveTo>
                  <a:lnTo>
                    <a:pt x="26568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l1814"/>
            <p:cNvSpPr/>
            <p:nvPr/>
          </p:nvSpPr>
          <p:spPr>
            <a:xfrm>
              <a:off x="3996528" y="6337091"/>
              <a:ext cx="0" cy="265682"/>
            </a:xfrm>
            <a:custGeom>
              <a:avLst/>
              <a:gdLst/>
              <a:ahLst/>
              <a:cxnLst/>
              <a:rect l="0" t="0" r="0" b="0"/>
              <a:pathLst>
                <a:path h="265682">
                  <a:moveTo>
                    <a:pt x="0" y="265682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t1815"/>
            <p:cNvSpPr/>
            <p:nvPr/>
          </p:nvSpPr>
          <p:spPr>
            <a:xfrm>
              <a:off x="3544945" y="5659896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" name="pl1816"/>
            <p:cNvSpPr/>
            <p:nvPr/>
          </p:nvSpPr>
          <p:spPr>
            <a:xfrm>
              <a:off x="3367796" y="5592573"/>
              <a:ext cx="158056" cy="158056"/>
            </a:xfrm>
            <a:custGeom>
              <a:avLst/>
              <a:gdLst/>
              <a:ahLst/>
              <a:cxnLst/>
              <a:rect l="0" t="0" r="0" b="0"/>
              <a:pathLst>
                <a:path w="158056" h="158056">
                  <a:moveTo>
                    <a:pt x="0" y="158056"/>
                  </a:moveTo>
                  <a:lnTo>
                    <a:pt x="158056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7" name="pl1817"/>
            <p:cNvSpPr/>
            <p:nvPr/>
          </p:nvSpPr>
          <p:spPr>
            <a:xfrm>
              <a:off x="3367796" y="5592573"/>
              <a:ext cx="158056" cy="158056"/>
            </a:xfrm>
            <a:custGeom>
              <a:avLst/>
              <a:gdLst/>
              <a:ahLst/>
              <a:cxnLst/>
              <a:rect l="0" t="0" r="0" b="0"/>
              <a:pathLst>
                <a:path w="158056" h="158056">
                  <a:moveTo>
                    <a:pt x="0" y="0"/>
                  </a:moveTo>
                  <a:lnTo>
                    <a:pt x="158056" y="158056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l1818"/>
            <p:cNvSpPr/>
            <p:nvPr/>
          </p:nvSpPr>
          <p:spPr>
            <a:xfrm>
              <a:off x="3335062" y="5671601"/>
              <a:ext cx="223526" cy="0"/>
            </a:xfrm>
            <a:custGeom>
              <a:avLst/>
              <a:gdLst/>
              <a:ahLst/>
              <a:cxnLst/>
              <a:rect l="0" t="0" r="0" b="0"/>
              <a:pathLst>
                <a:path w="223526">
                  <a:moveTo>
                    <a:pt x="0" y="0"/>
                  </a:moveTo>
                  <a:lnTo>
                    <a:pt x="223526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l1819"/>
            <p:cNvSpPr/>
            <p:nvPr/>
          </p:nvSpPr>
          <p:spPr>
            <a:xfrm>
              <a:off x="3446825" y="5559838"/>
              <a:ext cx="0" cy="223526"/>
            </a:xfrm>
            <a:custGeom>
              <a:avLst/>
              <a:gdLst/>
              <a:ahLst/>
              <a:cxnLst/>
              <a:rect l="0" t="0" r="0" b="0"/>
              <a:pathLst>
                <a:path h="223526">
                  <a:moveTo>
                    <a:pt x="0" y="223526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l1820"/>
            <p:cNvSpPr/>
            <p:nvPr/>
          </p:nvSpPr>
          <p:spPr>
            <a:xfrm>
              <a:off x="3127054" y="577811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l1821"/>
            <p:cNvSpPr/>
            <p:nvPr/>
          </p:nvSpPr>
          <p:spPr>
            <a:xfrm>
              <a:off x="3127054" y="577811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l1822"/>
            <p:cNvSpPr/>
            <p:nvPr/>
          </p:nvSpPr>
          <p:spPr>
            <a:xfrm>
              <a:off x="3113965" y="5809719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l1823"/>
            <p:cNvSpPr/>
            <p:nvPr/>
          </p:nvSpPr>
          <p:spPr>
            <a:xfrm>
              <a:off x="3158655" y="5765028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t1824"/>
            <p:cNvSpPr/>
            <p:nvPr/>
          </p:nvSpPr>
          <p:spPr>
            <a:xfrm>
              <a:off x="3244325" y="588746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5" name="pt1825"/>
            <p:cNvSpPr/>
            <p:nvPr/>
          </p:nvSpPr>
          <p:spPr>
            <a:xfrm>
              <a:off x="3558996" y="570110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" name="pl1826"/>
            <p:cNvSpPr/>
            <p:nvPr/>
          </p:nvSpPr>
          <p:spPr>
            <a:xfrm>
              <a:off x="3278450" y="5698282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127153"/>
                  </a:moveTo>
                  <a:lnTo>
                    <a:pt x="127153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" name="pl1827"/>
            <p:cNvSpPr/>
            <p:nvPr/>
          </p:nvSpPr>
          <p:spPr>
            <a:xfrm>
              <a:off x="3278450" y="5698282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0"/>
                  </a:moveTo>
                  <a:lnTo>
                    <a:pt x="127153" y="127153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l1828"/>
            <p:cNvSpPr/>
            <p:nvPr/>
          </p:nvSpPr>
          <p:spPr>
            <a:xfrm>
              <a:off x="3252116" y="5761859"/>
              <a:ext cx="179821" cy="0"/>
            </a:xfrm>
            <a:custGeom>
              <a:avLst/>
              <a:gdLst/>
              <a:ahLst/>
              <a:cxnLst/>
              <a:rect l="0" t="0" r="0" b="0"/>
              <a:pathLst>
                <a:path w="179821">
                  <a:moveTo>
                    <a:pt x="0" y="0"/>
                  </a:moveTo>
                  <a:lnTo>
                    <a:pt x="179821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l1829"/>
            <p:cNvSpPr/>
            <p:nvPr/>
          </p:nvSpPr>
          <p:spPr>
            <a:xfrm>
              <a:off x="3342027" y="5671948"/>
              <a:ext cx="0" cy="179821"/>
            </a:xfrm>
            <a:custGeom>
              <a:avLst/>
              <a:gdLst/>
              <a:ahLst/>
              <a:cxnLst/>
              <a:rect l="0" t="0" r="0" b="0"/>
              <a:pathLst>
                <a:path h="179821">
                  <a:moveTo>
                    <a:pt x="0" y="17982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t1830"/>
            <p:cNvSpPr/>
            <p:nvPr/>
          </p:nvSpPr>
          <p:spPr>
            <a:xfrm>
              <a:off x="4395552" y="488621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" name="pt1831"/>
            <p:cNvSpPr/>
            <p:nvPr/>
          </p:nvSpPr>
          <p:spPr>
            <a:xfrm>
              <a:off x="2529601" y="511420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" name="pl1832"/>
            <p:cNvSpPr/>
            <p:nvPr/>
          </p:nvSpPr>
          <p:spPr>
            <a:xfrm>
              <a:off x="3819284" y="6383407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" name="pl1833"/>
            <p:cNvSpPr/>
            <p:nvPr/>
          </p:nvSpPr>
          <p:spPr>
            <a:xfrm>
              <a:off x="3819284" y="6383407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0"/>
                  </a:moveTo>
                  <a:lnTo>
                    <a:pt x="103648" y="103648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" name="pl1834"/>
            <p:cNvSpPr/>
            <p:nvPr/>
          </p:nvSpPr>
          <p:spPr>
            <a:xfrm>
              <a:off x="3797818" y="6435232"/>
              <a:ext cx="146581" cy="0"/>
            </a:xfrm>
            <a:custGeom>
              <a:avLst/>
              <a:gdLst/>
              <a:ahLst/>
              <a:cxnLst/>
              <a:rect l="0" t="0" r="0" b="0"/>
              <a:pathLst>
                <a:path w="146581">
                  <a:moveTo>
                    <a:pt x="0" y="0"/>
                  </a:moveTo>
                  <a:lnTo>
                    <a:pt x="1465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l1835"/>
            <p:cNvSpPr/>
            <p:nvPr/>
          </p:nvSpPr>
          <p:spPr>
            <a:xfrm>
              <a:off x="3871108" y="6361941"/>
              <a:ext cx="0" cy="146581"/>
            </a:xfrm>
            <a:custGeom>
              <a:avLst/>
              <a:gdLst/>
              <a:ahLst/>
              <a:cxnLst/>
              <a:rect l="0" t="0" r="0" b="0"/>
              <a:pathLst>
                <a:path h="146581">
                  <a:moveTo>
                    <a:pt x="0" y="1465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l1836"/>
            <p:cNvSpPr/>
            <p:nvPr/>
          </p:nvSpPr>
          <p:spPr>
            <a:xfrm>
              <a:off x="3697964" y="7293417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127153"/>
                  </a:moveTo>
                  <a:lnTo>
                    <a:pt x="127153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l1837"/>
            <p:cNvSpPr/>
            <p:nvPr/>
          </p:nvSpPr>
          <p:spPr>
            <a:xfrm>
              <a:off x="3697964" y="7293417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0"/>
                  </a:moveTo>
                  <a:lnTo>
                    <a:pt x="127153" y="127153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l1838"/>
            <p:cNvSpPr/>
            <p:nvPr/>
          </p:nvSpPr>
          <p:spPr>
            <a:xfrm>
              <a:off x="3671630" y="7356994"/>
              <a:ext cx="179821" cy="0"/>
            </a:xfrm>
            <a:custGeom>
              <a:avLst/>
              <a:gdLst/>
              <a:ahLst/>
              <a:cxnLst/>
              <a:rect l="0" t="0" r="0" b="0"/>
              <a:pathLst>
                <a:path w="179821">
                  <a:moveTo>
                    <a:pt x="0" y="0"/>
                  </a:moveTo>
                  <a:lnTo>
                    <a:pt x="17982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l1839"/>
            <p:cNvSpPr/>
            <p:nvPr/>
          </p:nvSpPr>
          <p:spPr>
            <a:xfrm>
              <a:off x="3761541" y="7267083"/>
              <a:ext cx="0" cy="179821"/>
            </a:xfrm>
            <a:custGeom>
              <a:avLst/>
              <a:gdLst/>
              <a:ahLst/>
              <a:cxnLst/>
              <a:rect l="0" t="0" r="0" b="0"/>
              <a:pathLst>
                <a:path h="179821">
                  <a:moveTo>
                    <a:pt x="0" y="17982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l1840"/>
            <p:cNvSpPr/>
            <p:nvPr/>
          </p:nvSpPr>
          <p:spPr>
            <a:xfrm>
              <a:off x="3444712" y="55208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l1841"/>
            <p:cNvSpPr/>
            <p:nvPr/>
          </p:nvSpPr>
          <p:spPr>
            <a:xfrm>
              <a:off x="3444712" y="55208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l1842"/>
            <p:cNvSpPr/>
            <p:nvPr/>
          </p:nvSpPr>
          <p:spPr>
            <a:xfrm>
              <a:off x="3431622" y="555248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l1843"/>
            <p:cNvSpPr/>
            <p:nvPr/>
          </p:nvSpPr>
          <p:spPr>
            <a:xfrm>
              <a:off x="3476313" y="550779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l1844"/>
            <p:cNvSpPr/>
            <p:nvPr/>
          </p:nvSpPr>
          <p:spPr>
            <a:xfrm>
              <a:off x="2228619" y="679460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l1845"/>
            <p:cNvSpPr/>
            <p:nvPr/>
          </p:nvSpPr>
          <p:spPr>
            <a:xfrm>
              <a:off x="2228619" y="679460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l1846"/>
            <p:cNvSpPr/>
            <p:nvPr/>
          </p:nvSpPr>
          <p:spPr>
            <a:xfrm>
              <a:off x="2215529" y="682621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l1847"/>
            <p:cNvSpPr/>
            <p:nvPr/>
          </p:nvSpPr>
          <p:spPr>
            <a:xfrm>
              <a:off x="2260220" y="678151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l1848"/>
            <p:cNvSpPr/>
            <p:nvPr/>
          </p:nvSpPr>
          <p:spPr>
            <a:xfrm>
              <a:off x="3917591" y="6001192"/>
              <a:ext cx="214537" cy="214537"/>
            </a:xfrm>
            <a:custGeom>
              <a:avLst/>
              <a:gdLst/>
              <a:ahLst/>
              <a:cxnLst/>
              <a:rect l="0" t="0" r="0" b="0"/>
              <a:pathLst>
                <a:path w="214537" h="214537">
                  <a:moveTo>
                    <a:pt x="0" y="214537"/>
                  </a:moveTo>
                  <a:lnTo>
                    <a:pt x="214537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l1849"/>
            <p:cNvSpPr/>
            <p:nvPr/>
          </p:nvSpPr>
          <p:spPr>
            <a:xfrm>
              <a:off x="3917591" y="6001192"/>
              <a:ext cx="214537" cy="214537"/>
            </a:xfrm>
            <a:custGeom>
              <a:avLst/>
              <a:gdLst/>
              <a:ahLst/>
              <a:cxnLst/>
              <a:rect l="0" t="0" r="0" b="0"/>
              <a:pathLst>
                <a:path w="214537" h="214537">
                  <a:moveTo>
                    <a:pt x="0" y="0"/>
                  </a:moveTo>
                  <a:lnTo>
                    <a:pt x="214537" y="214537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l1850"/>
            <p:cNvSpPr/>
            <p:nvPr/>
          </p:nvSpPr>
          <p:spPr>
            <a:xfrm>
              <a:off x="3873159" y="6108461"/>
              <a:ext cx="303402" cy="0"/>
            </a:xfrm>
            <a:custGeom>
              <a:avLst/>
              <a:gdLst/>
              <a:ahLst/>
              <a:cxnLst/>
              <a:rect l="0" t="0" r="0" b="0"/>
              <a:pathLst>
                <a:path w="303402">
                  <a:moveTo>
                    <a:pt x="0" y="0"/>
                  </a:moveTo>
                  <a:lnTo>
                    <a:pt x="3034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l1851"/>
            <p:cNvSpPr/>
            <p:nvPr/>
          </p:nvSpPr>
          <p:spPr>
            <a:xfrm>
              <a:off x="4024860" y="5956760"/>
              <a:ext cx="0" cy="303402"/>
            </a:xfrm>
            <a:custGeom>
              <a:avLst/>
              <a:gdLst/>
              <a:ahLst/>
              <a:cxnLst/>
              <a:rect l="0" t="0" r="0" b="0"/>
              <a:pathLst>
                <a:path h="303402">
                  <a:moveTo>
                    <a:pt x="0" y="303402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t1852"/>
            <p:cNvSpPr/>
            <p:nvPr/>
          </p:nvSpPr>
          <p:spPr>
            <a:xfrm>
              <a:off x="3299793" y="5707668"/>
              <a:ext cx="120401" cy="12040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3" name="pl1853"/>
            <p:cNvSpPr/>
            <p:nvPr/>
          </p:nvSpPr>
          <p:spPr>
            <a:xfrm>
              <a:off x="3936515" y="604661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l1854"/>
            <p:cNvSpPr/>
            <p:nvPr/>
          </p:nvSpPr>
          <p:spPr>
            <a:xfrm>
              <a:off x="3936515" y="604661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" name="pl1855"/>
            <p:cNvSpPr/>
            <p:nvPr/>
          </p:nvSpPr>
          <p:spPr>
            <a:xfrm>
              <a:off x="3923425" y="6078212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" name="pl1856"/>
            <p:cNvSpPr/>
            <p:nvPr/>
          </p:nvSpPr>
          <p:spPr>
            <a:xfrm>
              <a:off x="3968116" y="6033521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" name="pt1857"/>
            <p:cNvSpPr/>
            <p:nvPr/>
          </p:nvSpPr>
          <p:spPr>
            <a:xfrm>
              <a:off x="3480631" y="5505198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8" name="pt1858"/>
            <p:cNvSpPr/>
            <p:nvPr/>
          </p:nvSpPr>
          <p:spPr>
            <a:xfrm>
              <a:off x="3385941" y="5580301"/>
              <a:ext cx="153642" cy="15364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9" name="pt1859"/>
            <p:cNvSpPr/>
            <p:nvPr/>
          </p:nvSpPr>
          <p:spPr>
            <a:xfrm>
              <a:off x="3258900" y="583841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0" name="pt1860"/>
            <p:cNvSpPr/>
            <p:nvPr/>
          </p:nvSpPr>
          <p:spPr>
            <a:xfrm>
              <a:off x="4311291" y="663668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1" name="pl1861"/>
            <p:cNvSpPr/>
            <p:nvPr/>
          </p:nvSpPr>
          <p:spPr>
            <a:xfrm>
              <a:off x="2982124" y="73191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l1862"/>
            <p:cNvSpPr/>
            <p:nvPr/>
          </p:nvSpPr>
          <p:spPr>
            <a:xfrm>
              <a:off x="2982124" y="731918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" name="pl1863"/>
            <p:cNvSpPr/>
            <p:nvPr/>
          </p:nvSpPr>
          <p:spPr>
            <a:xfrm>
              <a:off x="2969035" y="735078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" name="pl1864"/>
            <p:cNvSpPr/>
            <p:nvPr/>
          </p:nvSpPr>
          <p:spPr>
            <a:xfrm>
              <a:off x="3013725" y="730609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" name="pl1865"/>
            <p:cNvSpPr/>
            <p:nvPr/>
          </p:nvSpPr>
          <p:spPr>
            <a:xfrm>
              <a:off x="2954746" y="731323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" name="pl1866"/>
            <p:cNvSpPr/>
            <p:nvPr/>
          </p:nvSpPr>
          <p:spPr>
            <a:xfrm>
              <a:off x="2954746" y="731323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l1867"/>
            <p:cNvSpPr/>
            <p:nvPr/>
          </p:nvSpPr>
          <p:spPr>
            <a:xfrm>
              <a:off x="2941657" y="734483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l1868"/>
            <p:cNvSpPr/>
            <p:nvPr/>
          </p:nvSpPr>
          <p:spPr>
            <a:xfrm>
              <a:off x="2986347" y="730014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t1869"/>
            <p:cNvSpPr/>
            <p:nvPr/>
          </p:nvSpPr>
          <p:spPr>
            <a:xfrm>
              <a:off x="2562785" y="503019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0" name="pl1870"/>
            <p:cNvSpPr/>
            <p:nvPr/>
          </p:nvSpPr>
          <p:spPr>
            <a:xfrm>
              <a:off x="3379980" y="5530010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l1871"/>
            <p:cNvSpPr/>
            <p:nvPr/>
          </p:nvSpPr>
          <p:spPr>
            <a:xfrm>
              <a:off x="3379980" y="5530010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0"/>
                  </a:moveTo>
                  <a:lnTo>
                    <a:pt x="91802" y="918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l1872"/>
            <p:cNvSpPr/>
            <p:nvPr/>
          </p:nvSpPr>
          <p:spPr>
            <a:xfrm>
              <a:off x="3360968" y="5575911"/>
              <a:ext cx="129827" cy="0"/>
            </a:xfrm>
            <a:custGeom>
              <a:avLst/>
              <a:gdLst/>
              <a:ahLst/>
              <a:cxnLst/>
              <a:rect l="0" t="0" r="0" b="0"/>
              <a:pathLst>
                <a:path w="129827">
                  <a:moveTo>
                    <a:pt x="0" y="0"/>
                  </a:moveTo>
                  <a:lnTo>
                    <a:pt x="129827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l1873"/>
            <p:cNvSpPr/>
            <p:nvPr/>
          </p:nvSpPr>
          <p:spPr>
            <a:xfrm>
              <a:off x="3425881" y="5510997"/>
              <a:ext cx="0" cy="129827"/>
            </a:xfrm>
            <a:custGeom>
              <a:avLst/>
              <a:gdLst/>
              <a:ahLst/>
              <a:cxnLst/>
              <a:rect l="0" t="0" r="0" b="0"/>
              <a:pathLst>
                <a:path h="129827">
                  <a:moveTo>
                    <a:pt x="0" y="12982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t1874"/>
            <p:cNvSpPr/>
            <p:nvPr/>
          </p:nvSpPr>
          <p:spPr>
            <a:xfrm>
              <a:off x="3244347" y="5673160"/>
              <a:ext cx="252911" cy="25291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5" name="pg1875"/>
            <p:cNvSpPr/>
            <p:nvPr/>
          </p:nvSpPr>
          <p:spPr>
            <a:xfrm>
              <a:off x="4015642" y="6588812"/>
              <a:ext cx="127153" cy="127153"/>
            </a:xfrm>
            <a:custGeom>
              <a:avLst/>
              <a:gdLst/>
              <a:ahLst/>
              <a:cxnLst/>
              <a:rect l="0" t="0" r="0" b="0"/>
              <a:pathLst>
                <a:path w="127153" h="127153">
                  <a:moveTo>
                    <a:pt x="0" y="63576"/>
                  </a:moveTo>
                  <a:lnTo>
                    <a:pt x="63576" y="0"/>
                  </a:lnTo>
                  <a:lnTo>
                    <a:pt x="127153" y="63576"/>
                  </a:lnTo>
                  <a:lnTo>
                    <a:pt x="63576" y="127153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6" name="pt1876"/>
            <p:cNvSpPr/>
            <p:nvPr/>
          </p:nvSpPr>
          <p:spPr>
            <a:xfrm>
              <a:off x="4618358" y="7297983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7" name="pt1877"/>
            <p:cNvSpPr/>
            <p:nvPr/>
          </p:nvSpPr>
          <p:spPr>
            <a:xfrm>
              <a:off x="3334666" y="569096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8" name="pt1878"/>
            <p:cNvSpPr/>
            <p:nvPr/>
          </p:nvSpPr>
          <p:spPr>
            <a:xfrm>
              <a:off x="2788087" y="683705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9" name="pl1879"/>
            <p:cNvSpPr/>
            <p:nvPr/>
          </p:nvSpPr>
          <p:spPr>
            <a:xfrm>
              <a:off x="3251475" y="5736693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l1880"/>
            <p:cNvSpPr/>
            <p:nvPr/>
          </p:nvSpPr>
          <p:spPr>
            <a:xfrm>
              <a:off x="3251475" y="5736693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0"/>
                  </a:moveTo>
                  <a:lnTo>
                    <a:pt x="91802" y="918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" name="pl1881"/>
            <p:cNvSpPr/>
            <p:nvPr/>
          </p:nvSpPr>
          <p:spPr>
            <a:xfrm>
              <a:off x="3232462" y="5782595"/>
              <a:ext cx="129827" cy="0"/>
            </a:xfrm>
            <a:custGeom>
              <a:avLst/>
              <a:gdLst/>
              <a:ahLst/>
              <a:cxnLst/>
              <a:rect l="0" t="0" r="0" b="0"/>
              <a:pathLst>
                <a:path w="129827">
                  <a:moveTo>
                    <a:pt x="0" y="0"/>
                  </a:moveTo>
                  <a:lnTo>
                    <a:pt x="129827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" name="pl1882"/>
            <p:cNvSpPr/>
            <p:nvPr/>
          </p:nvSpPr>
          <p:spPr>
            <a:xfrm>
              <a:off x="3297376" y="5717681"/>
              <a:ext cx="0" cy="129827"/>
            </a:xfrm>
            <a:custGeom>
              <a:avLst/>
              <a:gdLst/>
              <a:ahLst/>
              <a:cxnLst/>
              <a:rect l="0" t="0" r="0" b="0"/>
              <a:pathLst>
                <a:path h="129827">
                  <a:moveTo>
                    <a:pt x="0" y="129827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" name="pt1883"/>
            <p:cNvSpPr/>
            <p:nvPr/>
          </p:nvSpPr>
          <p:spPr>
            <a:xfrm>
              <a:off x="3700530" y="7351793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4414594" y="722569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5" name="pt1885"/>
            <p:cNvSpPr/>
            <p:nvPr/>
          </p:nvSpPr>
          <p:spPr>
            <a:xfrm>
              <a:off x="5032358" y="561461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6" name="pg1886"/>
            <p:cNvSpPr/>
            <p:nvPr/>
          </p:nvSpPr>
          <p:spPr>
            <a:xfrm>
              <a:off x="3680827" y="6770299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103648"/>
                  </a:lnTo>
                  <a:lnTo>
                    <a:pt x="103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7" name="pt1887"/>
            <p:cNvSpPr/>
            <p:nvPr/>
          </p:nvSpPr>
          <p:spPr>
            <a:xfrm>
              <a:off x="2605762" y="7233860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8" name="pl1888"/>
            <p:cNvSpPr/>
            <p:nvPr/>
          </p:nvSpPr>
          <p:spPr>
            <a:xfrm>
              <a:off x="3640993" y="6585754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" name="pl1889"/>
            <p:cNvSpPr/>
            <p:nvPr/>
          </p:nvSpPr>
          <p:spPr>
            <a:xfrm>
              <a:off x="3640993" y="6585754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0"/>
                  </a:moveTo>
                  <a:lnTo>
                    <a:pt x="91802" y="918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" name="pt1890"/>
            <p:cNvSpPr/>
            <p:nvPr/>
          </p:nvSpPr>
          <p:spPr>
            <a:xfrm>
              <a:off x="3971033" y="6474754"/>
              <a:ext cx="112738" cy="11273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" name="pt1891"/>
            <p:cNvSpPr/>
            <p:nvPr/>
          </p:nvSpPr>
          <p:spPr>
            <a:xfrm>
              <a:off x="3716945" y="465205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" name="pl1892"/>
            <p:cNvSpPr/>
            <p:nvPr/>
          </p:nvSpPr>
          <p:spPr>
            <a:xfrm>
              <a:off x="3957307" y="61400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" name="pl1893"/>
            <p:cNvSpPr/>
            <p:nvPr/>
          </p:nvSpPr>
          <p:spPr>
            <a:xfrm>
              <a:off x="3957307" y="614000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l1894"/>
            <p:cNvSpPr/>
            <p:nvPr/>
          </p:nvSpPr>
          <p:spPr>
            <a:xfrm>
              <a:off x="3944217" y="617160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l1895"/>
            <p:cNvSpPr/>
            <p:nvPr/>
          </p:nvSpPr>
          <p:spPr>
            <a:xfrm>
              <a:off x="3988908" y="612691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t1896"/>
            <p:cNvSpPr/>
            <p:nvPr/>
          </p:nvSpPr>
          <p:spPr>
            <a:xfrm>
              <a:off x="3328971" y="562228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7" name="pt1897"/>
            <p:cNvSpPr/>
            <p:nvPr/>
          </p:nvSpPr>
          <p:spPr>
            <a:xfrm>
              <a:off x="3384803" y="5729599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8" name="pt1898"/>
            <p:cNvSpPr/>
            <p:nvPr/>
          </p:nvSpPr>
          <p:spPr>
            <a:xfrm>
              <a:off x="2750200" y="6653551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9" name="pt1899"/>
            <p:cNvSpPr/>
            <p:nvPr/>
          </p:nvSpPr>
          <p:spPr>
            <a:xfrm>
              <a:off x="3401153" y="5746906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0" name="pt1900"/>
            <p:cNvSpPr/>
            <p:nvPr/>
          </p:nvSpPr>
          <p:spPr>
            <a:xfrm>
              <a:off x="4086070" y="473014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1" name="pg1901"/>
            <p:cNvSpPr/>
            <p:nvPr/>
          </p:nvSpPr>
          <p:spPr>
            <a:xfrm>
              <a:off x="3625739" y="6572402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120401"/>
                  </a:lnTo>
                  <a:lnTo>
                    <a:pt x="120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2" name="pt1902"/>
            <p:cNvSpPr/>
            <p:nvPr/>
          </p:nvSpPr>
          <p:spPr>
            <a:xfrm>
              <a:off x="3495230" y="567526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3" name="pg1903"/>
            <p:cNvSpPr/>
            <p:nvPr/>
          </p:nvSpPr>
          <p:spPr>
            <a:xfrm>
              <a:off x="3219741" y="4641097"/>
              <a:ext cx="139591" cy="120889"/>
            </a:xfrm>
            <a:custGeom>
              <a:avLst/>
              <a:gdLst/>
              <a:ahLst/>
              <a:cxnLst/>
              <a:rect l="0" t="0" r="0" b="0"/>
              <a:pathLst>
                <a:path w="139591" h="120889">
                  <a:moveTo>
                    <a:pt x="69795" y="0"/>
                  </a:moveTo>
                  <a:lnTo>
                    <a:pt x="139591" y="120889"/>
                  </a:lnTo>
                  <a:lnTo>
                    <a:pt x="0" y="120889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4" name="pt1904"/>
            <p:cNvSpPr/>
            <p:nvPr/>
          </p:nvSpPr>
          <p:spPr>
            <a:xfrm>
              <a:off x="3159212" y="587942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" name="pt1905"/>
            <p:cNvSpPr/>
            <p:nvPr/>
          </p:nvSpPr>
          <p:spPr>
            <a:xfrm>
              <a:off x="4256861" y="597648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" name="pt1906"/>
            <p:cNvSpPr/>
            <p:nvPr/>
          </p:nvSpPr>
          <p:spPr>
            <a:xfrm>
              <a:off x="3801382" y="6344756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" name="pt1907"/>
            <p:cNvSpPr/>
            <p:nvPr/>
          </p:nvSpPr>
          <p:spPr>
            <a:xfrm>
              <a:off x="3942991" y="6398233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" name="pg1908"/>
            <p:cNvSpPr/>
            <p:nvPr/>
          </p:nvSpPr>
          <p:spPr>
            <a:xfrm>
              <a:off x="3959774" y="6153206"/>
              <a:ext cx="123636" cy="107072"/>
            </a:xfrm>
            <a:custGeom>
              <a:avLst/>
              <a:gdLst/>
              <a:ahLst/>
              <a:cxnLst/>
              <a:rect l="0" t="0" r="0" b="0"/>
              <a:pathLst>
                <a:path w="123636" h="107072">
                  <a:moveTo>
                    <a:pt x="61818" y="0"/>
                  </a:moveTo>
                  <a:lnTo>
                    <a:pt x="123636" y="107072"/>
                  </a:lnTo>
                  <a:lnTo>
                    <a:pt x="0" y="10707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" name="pt1909"/>
            <p:cNvSpPr/>
            <p:nvPr/>
          </p:nvSpPr>
          <p:spPr>
            <a:xfrm>
              <a:off x="2386090" y="5102323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" name="pt1910"/>
            <p:cNvSpPr/>
            <p:nvPr/>
          </p:nvSpPr>
          <p:spPr>
            <a:xfrm>
              <a:off x="3706540" y="6891620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" name="pt1911"/>
            <p:cNvSpPr/>
            <p:nvPr/>
          </p:nvSpPr>
          <p:spPr>
            <a:xfrm>
              <a:off x="2714274" y="633635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" name="pt1912"/>
            <p:cNvSpPr/>
            <p:nvPr/>
          </p:nvSpPr>
          <p:spPr>
            <a:xfrm>
              <a:off x="3540302" y="576133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" name="pl1913"/>
            <p:cNvSpPr/>
            <p:nvPr/>
          </p:nvSpPr>
          <p:spPr>
            <a:xfrm>
              <a:off x="3492260" y="566208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4" name="pl1914"/>
            <p:cNvSpPr/>
            <p:nvPr/>
          </p:nvSpPr>
          <p:spPr>
            <a:xfrm>
              <a:off x="3492260" y="5662088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" name="pl1915"/>
            <p:cNvSpPr/>
            <p:nvPr/>
          </p:nvSpPr>
          <p:spPr>
            <a:xfrm>
              <a:off x="3479171" y="569369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6" name="pl1916"/>
            <p:cNvSpPr/>
            <p:nvPr/>
          </p:nvSpPr>
          <p:spPr>
            <a:xfrm>
              <a:off x="3523862" y="564899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7" name="pl1917"/>
            <p:cNvSpPr/>
            <p:nvPr/>
          </p:nvSpPr>
          <p:spPr>
            <a:xfrm>
              <a:off x="3336759" y="560056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8" name="pl1918"/>
            <p:cNvSpPr/>
            <p:nvPr/>
          </p:nvSpPr>
          <p:spPr>
            <a:xfrm>
              <a:off x="3336759" y="5600563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" name="pl1919"/>
            <p:cNvSpPr/>
            <p:nvPr/>
          </p:nvSpPr>
          <p:spPr>
            <a:xfrm>
              <a:off x="3323669" y="563216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" name="pl1920"/>
            <p:cNvSpPr/>
            <p:nvPr/>
          </p:nvSpPr>
          <p:spPr>
            <a:xfrm>
              <a:off x="3368360" y="558747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" name="pl1921"/>
            <p:cNvSpPr/>
            <p:nvPr/>
          </p:nvSpPr>
          <p:spPr>
            <a:xfrm>
              <a:off x="3966193" y="6033882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l1922"/>
            <p:cNvSpPr/>
            <p:nvPr/>
          </p:nvSpPr>
          <p:spPr>
            <a:xfrm>
              <a:off x="3966193" y="6033882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0"/>
                  </a:moveTo>
                  <a:lnTo>
                    <a:pt x="120401" y="120401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t1923"/>
            <p:cNvSpPr/>
            <p:nvPr/>
          </p:nvSpPr>
          <p:spPr>
            <a:xfrm>
              <a:off x="5039790" y="580798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" name="pt1924"/>
            <p:cNvSpPr/>
            <p:nvPr/>
          </p:nvSpPr>
          <p:spPr>
            <a:xfrm>
              <a:off x="2101245" y="6162764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" name="pt1925"/>
            <p:cNvSpPr/>
            <p:nvPr/>
          </p:nvSpPr>
          <p:spPr>
            <a:xfrm>
              <a:off x="4573776" y="646234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" name="pt1926"/>
            <p:cNvSpPr/>
            <p:nvPr/>
          </p:nvSpPr>
          <p:spPr>
            <a:xfrm>
              <a:off x="3714929" y="7231468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" name="pt1927"/>
            <p:cNvSpPr/>
            <p:nvPr/>
          </p:nvSpPr>
          <p:spPr>
            <a:xfrm>
              <a:off x="2216648" y="665710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" name="pt1928"/>
            <p:cNvSpPr/>
            <p:nvPr/>
          </p:nvSpPr>
          <p:spPr>
            <a:xfrm>
              <a:off x="2758396" y="6678492"/>
              <a:ext cx="112738" cy="11273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" name="pt1929"/>
            <p:cNvSpPr/>
            <p:nvPr/>
          </p:nvSpPr>
          <p:spPr>
            <a:xfrm>
              <a:off x="4657025" y="506075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" name="pt1930"/>
            <p:cNvSpPr/>
            <p:nvPr/>
          </p:nvSpPr>
          <p:spPr>
            <a:xfrm>
              <a:off x="3404074" y="5787101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" name="pt1931"/>
            <p:cNvSpPr/>
            <p:nvPr/>
          </p:nvSpPr>
          <p:spPr>
            <a:xfrm>
              <a:off x="3273771" y="5594212"/>
              <a:ext cx="120401" cy="120401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" name="pt1932"/>
            <p:cNvSpPr/>
            <p:nvPr/>
          </p:nvSpPr>
          <p:spPr>
            <a:xfrm>
              <a:off x="4440361" y="722706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" name="pt1933"/>
            <p:cNvSpPr/>
            <p:nvPr/>
          </p:nvSpPr>
          <p:spPr>
            <a:xfrm>
              <a:off x="4776217" y="628673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" name="pt1934"/>
            <p:cNvSpPr/>
            <p:nvPr/>
          </p:nvSpPr>
          <p:spPr>
            <a:xfrm>
              <a:off x="3966537" y="6165910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" name="pt1935"/>
            <p:cNvSpPr/>
            <p:nvPr/>
          </p:nvSpPr>
          <p:spPr>
            <a:xfrm>
              <a:off x="5080466" y="658782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" name="pt1936"/>
            <p:cNvSpPr/>
            <p:nvPr/>
          </p:nvSpPr>
          <p:spPr>
            <a:xfrm>
              <a:off x="3157791" y="568632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" name="pt1937"/>
            <p:cNvSpPr/>
            <p:nvPr/>
          </p:nvSpPr>
          <p:spPr>
            <a:xfrm>
              <a:off x="3179544" y="5695591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8" name="pl1938"/>
            <p:cNvSpPr/>
            <p:nvPr/>
          </p:nvSpPr>
          <p:spPr>
            <a:xfrm>
              <a:off x="3683583" y="6506882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" name="pl1939"/>
            <p:cNvSpPr/>
            <p:nvPr/>
          </p:nvSpPr>
          <p:spPr>
            <a:xfrm>
              <a:off x="3683583" y="6506882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0"/>
                  </a:moveTo>
                  <a:lnTo>
                    <a:pt x="91802" y="918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" name="pt1940"/>
            <p:cNvSpPr/>
            <p:nvPr/>
          </p:nvSpPr>
          <p:spPr>
            <a:xfrm>
              <a:off x="3745482" y="682651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" name="pt1941"/>
            <p:cNvSpPr/>
            <p:nvPr/>
          </p:nvSpPr>
          <p:spPr>
            <a:xfrm>
              <a:off x="3155999" y="762751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" name="pt1942"/>
            <p:cNvSpPr/>
            <p:nvPr/>
          </p:nvSpPr>
          <p:spPr>
            <a:xfrm>
              <a:off x="4264790" y="6578794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" name="pt1943"/>
            <p:cNvSpPr/>
            <p:nvPr/>
          </p:nvSpPr>
          <p:spPr>
            <a:xfrm>
              <a:off x="3346541" y="5676692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" name="pt1944"/>
            <p:cNvSpPr/>
            <p:nvPr/>
          </p:nvSpPr>
          <p:spPr>
            <a:xfrm>
              <a:off x="2828217" y="745358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" name="pl1945"/>
            <p:cNvSpPr/>
            <p:nvPr/>
          </p:nvSpPr>
          <p:spPr>
            <a:xfrm>
              <a:off x="4652116" y="715781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" name="pl1946"/>
            <p:cNvSpPr/>
            <p:nvPr/>
          </p:nvSpPr>
          <p:spPr>
            <a:xfrm>
              <a:off x="4652116" y="715781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7" name="pt1947"/>
            <p:cNvSpPr/>
            <p:nvPr/>
          </p:nvSpPr>
          <p:spPr>
            <a:xfrm>
              <a:off x="4091363" y="734076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" name="pt1948"/>
            <p:cNvSpPr/>
            <p:nvPr/>
          </p:nvSpPr>
          <p:spPr>
            <a:xfrm>
              <a:off x="3213136" y="5689422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" name="pt1949"/>
            <p:cNvSpPr/>
            <p:nvPr/>
          </p:nvSpPr>
          <p:spPr>
            <a:xfrm>
              <a:off x="3999645" y="644308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" name="pt1950"/>
            <p:cNvSpPr/>
            <p:nvPr/>
          </p:nvSpPr>
          <p:spPr>
            <a:xfrm>
              <a:off x="2085580" y="653908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" name="pg1951"/>
            <p:cNvSpPr/>
            <p:nvPr/>
          </p:nvSpPr>
          <p:spPr>
            <a:xfrm>
              <a:off x="4514027" y="6311805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103648"/>
                  </a:lnTo>
                  <a:lnTo>
                    <a:pt x="103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" name="pg1952"/>
            <p:cNvSpPr/>
            <p:nvPr/>
          </p:nvSpPr>
          <p:spPr>
            <a:xfrm>
              <a:off x="3642591" y="6579094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103648"/>
                  </a:lnTo>
                  <a:lnTo>
                    <a:pt x="103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" name="pg1953"/>
            <p:cNvSpPr/>
            <p:nvPr/>
          </p:nvSpPr>
          <p:spPr>
            <a:xfrm>
              <a:off x="3688243" y="6512137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91802"/>
                  </a:lnTo>
                  <a:lnTo>
                    <a:pt x="918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" name="pt1954"/>
            <p:cNvSpPr/>
            <p:nvPr/>
          </p:nvSpPr>
          <p:spPr>
            <a:xfrm>
              <a:off x="3286039" y="570505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" name="pt1955"/>
            <p:cNvSpPr/>
            <p:nvPr/>
          </p:nvSpPr>
          <p:spPr>
            <a:xfrm>
              <a:off x="2641928" y="724726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" name="pt1956"/>
            <p:cNvSpPr/>
            <p:nvPr/>
          </p:nvSpPr>
          <p:spPr>
            <a:xfrm>
              <a:off x="3959782" y="609164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7" name="pt1957"/>
            <p:cNvSpPr/>
            <p:nvPr/>
          </p:nvSpPr>
          <p:spPr>
            <a:xfrm>
              <a:off x="4187682" y="759984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8" name="pl1958"/>
            <p:cNvSpPr/>
            <p:nvPr/>
          </p:nvSpPr>
          <p:spPr>
            <a:xfrm>
              <a:off x="2301943" y="69579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l1959"/>
            <p:cNvSpPr/>
            <p:nvPr/>
          </p:nvSpPr>
          <p:spPr>
            <a:xfrm>
              <a:off x="2301943" y="695797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l1960"/>
            <p:cNvSpPr/>
            <p:nvPr/>
          </p:nvSpPr>
          <p:spPr>
            <a:xfrm>
              <a:off x="2288854" y="698957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l1961"/>
            <p:cNvSpPr/>
            <p:nvPr/>
          </p:nvSpPr>
          <p:spPr>
            <a:xfrm>
              <a:off x="2333545" y="6944884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" name="pl1962"/>
            <p:cNvSpPr/>
            <p:nvPr/>
          </p:nvSpPr>
          <p:spPr>
            <a:xfrm>
              <a:off x="3192459" y="586383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" name="pl1963"/>
            <p:cNvSpPr/>
            <p:nvPr/>
          </p:nvSpPr>
          <p:spPr>
            <a:xfrm>
              <a:off x="3192459" y="586383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" name="pl1964"/>
            <p:cNvSpPr/>
            <p:nvPr/>
          </p:nvSpPr>
          <p:spPr>
            <a:xfrm>
              <a:off x="3179369" y="5895432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" name="pl1965"/>
            <p:cNvSpPr/>
            <p:nvPr/>
          </p:nvSpPr>
          <p:spPr>
            <a:xfrm>
              <a:off x="3224060" y="5850741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" name="pt1966"/>
            <p:cNvSpPr/>
            <p:nvPr/>
          </p:nvSpPr>
          <p:spPr>
            <a:xfrm>
              <a:off x="3301668" y="5696241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7" name="pt1967"/>
            <p:cNvSpPr/>
            <p:nvPr/>
          </p:nvSpPr>
          <p:spPr>
            <a:xfrm>
              <a:off x="3343323" y="5716020"/>
              <a:ext cx="112738" cy="11273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8" name="pt1968"/>
            <p:cNvSpPr/>
            <p:nvPr/>
          </p:nvSpPr>
          <p:spPr>
            <a:xfrm>
              <a:off x="2750560" y="6711246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9" name="pt1969"/>
            <p:cNvSpPr/>
            <p:nvPr/>
          </p:nvSpPr>
          <p:spPr>
            <a:xfrm>
              <a:off x="3529127" y="670466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0" name="pt1970"/>
            <p:cNvSpPr/>
            <p:nvPr/>
          </p:nvSpPr>
          <p:spPr>
            <a:xfrm>
              <a:off x="2776656" y="682512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1" name="pt1971"/>
            <p:cNvSpPr/>
            <p:nvPr/>
          </p:nvSpPr>
          <p:spPr>
            <a:xfrm>
              <a:off x="3973246" y="6680528"/>
              <a:ext cx="149001" cy="14900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2" name="pt1972"/>
            <p:cNvSpPr/>
            <p:nvPr/>
          </p:nvSpPr>
          <p:spPr>
            <a:xfrm>
              <a:off x="3411013" y="579899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3" name="pt1973"/>
            <p:cNvSpPr/>
            <p:nvPr/>
          </p:nvSpPr>
          <p:spPr>
            <a:xfrm>
              <a:off x="2432093" y="5068277"/>
              <a:ext cx="120401" cy="120401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4" name="pt1974"/>
            <p:cNvSpPr/>
            <p:nvPr/>
          </p:nvSpPr>
          <p:spPr>
            <a:xfrm>
              <a:off x="4057038" y="662189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5" name="pg1975"/>
            <p:cNvSpPr/>
            <p:nvPr/>
          </p:nvSpPr>
          <p:spPr>
            <a:xfrm>
              <a:off x="5122616" y="6204220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6" name="pt1976"/>
            <p:cNvSpPr/>
            <p:nvPr/>
          </p:nvSpPr>
          <p:spPr>
            <a:xfrm>
              <a:off x="4454633" y="6615741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7" name="pt1977"/>
            <p:cNvSpPr/>
            <p:nvPr/>
          </p:nvSpPr>
          <p:spPr>
            <a:xfrm>
              <a:off x="2387796" y="5297218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8" name="pt1978"/>
            <p:cNvSpPr/>
            <p:nvPr/>
          </p:nvSpPr>
          <p:spPr>
            <a:xfrm>
              <a:off x="4061695" y="6102332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9" name="pt1979"/>
            <p:cNvSpPr/>
            <p:nvPr/>
          </p:nvSpPr>
          <p:spPr>
            <a:xfrm>
              <a:off x="2825199" y="682942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0" name="pt1980"/>
            <p:cNvSpPr/>
            <p:nvPr/>
          </p:nvSpPr>
          <p:spPr>
            <a:xfrm>
              <a:off x="3300982" y="5676560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1" name="pt1981"/>
            <p:cNvSpPr/>
            <p:nvPr/>
          </p:nvSpPr>
          <p:spPr>
            <a:xfrm>
              <a:off x="4616781" y="732474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2" name="pt1982"/>
            <p:cNvSpPr/>
            <p:nvPr/>
          </p:nvSpPr>
          <p:spPr>
            <a:xfrm>
              <a:off x="3999942" y="6475317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3" name="pt1983"/>
            <p:cNvSpPr/>
            <p:nvPr/>
          </p:nvSpPr>
          <p:spPr>
            <a:xfrm>
              <a:off x="4210773" y="5977464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4" name="pt1984"/>
            <p:cNvSpPr/>
            <p:nvPr/>
          </p:nvSpPr>
          <p:spPr>
            <a:xfrm>
              <a:off x="4365656" y="6531585"/>
              <a:ext cx="112738" cy="11273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5" name="pt1985"/>
            <p:cNvSpPr/>
            <p:nvPr/>
          </p:nvSpPr>
          <p:spPr>
            <a:xfrm>
              <a:off x="2357261" y="529870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6" name="pt1986"/>
            <p:cNvSpPr/>
            <p:nvPr/>
          </p:nvSpPr>
          <p:spPr>
            <a:xfrm>
              <a:off x="3360992" y="5766310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7" name="pl1987"/>
            <p:cNvSpPr/>
            <p:nvPr/>
          </p:nvSpPr>
          <p:spPr>
            <a:xfrm>
              <a:off x="3680907" y="6758286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" name="pl1988"/>
            <p:cNvSpPr/>
            <p:nvPr/>
          </p:nvSpPr>
          <p:spPr>
            <a:xfrm>
              <a:off x="3680907" y="6758286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0"/>
                  </a:moveTo>
                  <a:lnTo>
                    <a:pt x="120401" y="120401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" name="pg1989"/>
            <p:cNvSpPr/>
            <p:nvPr/>
          </p:nvSpPr>
          <p:spPr>
            <a:xfrm>
              <a:off x="3250208" y="5689459"/>
              <a:ext cx="151833" cy="131491"/>
            </a:xfrm>
            <a:custGeom>
              <a:avLst/>
              <a:gdLst/>
              <a:ahLst/>
              <a:cxnLst/>
              <a:rect l="0" t="0" r="0" b="0"/>
              <a:pathLst>
                <a:path w="151833" h="131491">
                  <a:moveTo>
                    <a:pt x="75916" y="0"/>
                  </a:moveTo>
                  <a:lnTo>
                    <a:pt x="151833" y="131491"/>
                  </a:lnTo>
                  <a:lnTo>
                    <a:pt x="0" y="1314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0" name="pg1990"/>
            <p:cNvSpPr/>
            <p:nvPr/>
          </p:nvSpPr>
          <p:spPr>
            <a:xfrm>
              <a:off x="3879381" y="6058797"/>
              <a:ext cx="151833" cy="131491"/>
            </a:xfrm>
            <a:custGeom>
              <a:avLst/>
              <a:gdLst/>
              <a:ahLst/>
              <a:cxnLst/>
              <a:rect l="0" t="0" r="0" b="0"/>
              <a:pathLst>
                <a:path w="151833" h="131491">
                  <a:moveTo>
                    <a:pt x="75916" y="0"/>
                  </a:moveTo>
                  <a:lnTo>
                    <a:pt x="151833" y="131491"/>
                  </a:lnTo>
                  <a:lnTo>
                    <a:pt x="0" y="131491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1" name="pt1991"/>
            <p:cNvSpPr/>
            <p:nvPr/>
          </p:nvSpPr>
          <p:spPr>
            <a:xfrm>
              <a:off x="3293373" y="571646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2" name="pt1992"/>
            <p:cNvSpPr/>
            <p:nvPr/>
          </p:nvSpPr>
          <p:spPr>
            <a:xfrm>
              <a:off x="3183885" y="74920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3" name="pg1993"/>
            <p:cNvSpPr/>
            <p:nvPr/>
          </p:nvSpPr>
          <p:spPr>
            <a:xfrm>
              <a:off x="3967278" y="6024603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120401"/>
                  </a:lnTo>
                  <a:lnTo>
                    <a:pt x="120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4" name="pl1994"/>
            <p:cNvSpPr/>
            <p:nvPr/>
          </p:nvSpPr>
          <p:spPr>
            <a:xfrm>
              <a:off x="3837431" y="453731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l1995"/>
            <p:cNvSpPr/>
            <p:nvPr/>
          </p:nvSpPr>
          <p:spPr>
            <a:xfrm>
              <a:off x="3837431" y="453731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l1996"/>
            <p:cNvSpPr/>
            <p:nvPr/>
          </p:nvSpPr>
          <p:spPr>
            <a:xfrm>
              <a:off x="3824342" y="456892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l1997"/>
            <p:cNvSpPr/>
            <p:nvPr/>
          </p:nvSpPr>
          <p:spPr>
            <a:xfrm>
              <a:off x="3869032" y="4524229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t1998"/>
            <p:cNvSpPr/>
            <p:nvPr/>
          </p:nvSpPr>
          <p:spPr>
            <a:xfrm>
              <a:off x="2839941" y="747130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99" name="pt1999"/>
            <p:cNvSpPr/>
            <p:nvPr/>
          </p:nvSpPr>
          <p:spPr>
            <a:xfrm>
              <a:off x="3286240" y="467182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0" name="pt2000"/>
            <p:cNvSpPr/>
            <p:nvPr/>
          </p:nvSpPr>
          <p:spPr>
            <a:xfrm>
              <a:off x="4234978" y="608862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1" name="pg2001"/>
            <p:cNvSpPr/>
            <p:nvPr/>
          </p:nvSpPr>
          <p:spPr>
            <a:xfrm>
              <a:off x="1996693" y="6191289"/>
              <a:ext cx="139591" cy="120889"/>
            </a:xfrm>
            <a:custGeom>
              <a:avLst/>
              <a:gdLst/>
              <a:ahLst/>
              <a:cxnLst/>
              <a:rect l="0" t="0" r="0" b="0"/>
              <a:pathLst>
                <a:path w="139591" h="120889">
                  <a:moveTo>
                    <a:pt x="69795" y="0"/>
                  </a:moveTo>
                  <a:lnTo>
                    <a:pt x="139591" y="120889"/>
                  </a:lnTo>
                  <a:lnTo>
                    <a:pt x="0" y="120889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2" name="pt2002"/>
            <p:cNvSpPr/>
            <p:nvPr/>
          </p:nvSpPr>
          <p:spPr>
            <a:xfrm>
              <a:off x="2356769" y="512600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3" name="pt2003"/>
            <p:cNvSpPr/>
            <p:nvPr/>
          </p:nvSpPr>
          <p:spPr>
            <a:xfrm>
              <a:off x="2090487" y="583645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" name="pg2004"/>
            <p:cNvSpPr/>
            <p:nvPr/>
          </p:nvSpPr>
          <p:spPr>
            <a:xfrm>
              <a:off x="2471231" y="6439082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91802"/>
                  </a:lnTo>
                  <a:lnTo>
                    <a:pt x="918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" name="pt2005"/>
            <p:cNvSpPr/>
            <p:nvPr/>
          </p:nvSpPr>
          <p:spPr>
            <a:xfrm>
              <a:off x="2087837" y="622464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" name="pt2006"/>
            <p:cNvSpPr/>
            <p:nvPr/>
          </p:nvSpPr>
          <p:spPr>
            <a:xfrm>
              <a:off x="2819640" y="6731661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7" name="pt2007"/>
            <p:cNvSpPr/>
            <p:nvPr/>
          </p:nvSpPr>
          <p:spPr>
            <a:xfrm>
              <a:off x="4005337" y="6797196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8" name="pt2008"/>
            <p:cNvSpPr/>
            <p:nvPr/>
          </p:nvSpPr>
          <p:spPr>
            <a:xfrm>
              <a:off x="3692888" y="6842816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9" name="pt2009"/>
            <p:cNvSpPr/>
            <p:nvPr/>
          </p:nvSpPr>
          <p:spPr>
            <a:xfrm>
              <a:off x="4980113" y="6669701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0" name="pt2010"/>
            <p:cNvSpPr/>
            <p:nvPr/>
          </p:nvSpPr>
          <p:spPr>
            <a:xfrm>
              <a:off x="3414049" y="5734844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1" name="pt2011"/>
            <p:cNvSpPr/>
            <p:nvPr/>
          </p:nvSpPr>
          <p:spPr>
            <a:xfrm>
              <a:off x="3384003" y="5745278"/>
              <a:ext cx="112738" cy="11273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" name="pt2012"/>
            <p:cNvSpPr/>
            <p:nvPr/>
          </p:nvSpPr>
          <p:spPr>
            <a:xfrm>
              <a:off x="2783971" y="6721736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3" name="pg2013"/>
            <p:cNvSpPr/>
            <p:nvPr/>
          </p:nvSpPr>
          <p:spPr>
            <a:xfrm>
              <a:off x="3867416" y="6328416"/>
              <a:ext cx="123636" cy="107072"/>
            </a:xfrm>
            <a:custGeom>
              <a:avLst/>
              <a:gdLst/>
              <a:ahLst/>
              <a:cxnLst/>
              <a:rect l="0" t="0" r="0" b="0"/>
              <a:pathLst>
                <a:path w="123636" h="107072">
                  <a:moveTo>
                    <a:pt x="61818" y="0"/>
                  </a:moveTo>
                  <a:lnTo>
                    <a:pt x="123636" y="107072"/>
                  </a:lnTo>
                  <a:lnTo>
                    <a:pt x="0" y="10707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4" name="pt2014"/>
            <p:cNvSpPr/>
            <p:nvPr/>
          </p:nvSpPr>
          <p:spPr>
            <a:xfrm>
              <a:off x="3354597" y="765493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5" name="pt2015"/>
            <p:cNvSpPr/>
            <p:nvPr/>
          </p:nvSpPr>
          <p:spPr>
            <a:xfrm>
              <a:off x="4049765" y="6511419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" name="pt2016"/>
            <p:cNvSpPr/>
            <p:nvPr/>
          </p:nvSpPr>
          <p:spPr>
            <a:xfrm>
              <a:off x="3390680" y="5740000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7" name="pt2017"/>
            <p:cNvSpPr/>
            <p:nvPr/>
          </p:nvSpPr>
          <p:spPr>
            <a:xfrm>
              <a:off x="2427959" y="704430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8" name="pt2018"/>
            <p:cNvSpPr/>
            <p:nvPr/>
          </p:nvSpPr>
          <p:spPr>
            <a:xfrm>
              <a:off x="4810422" y="5518517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" name="pt2019"/>
            <p:cNvSpPr/>
            <p:nvPr/>
          </p:nvSpPr>
          <p:spPr>
            <a:xfrm>
              <a:off x="4085800" y="738067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0" name="pl2020"/>
            <p:cNvSpPr/>
            <p:nvPr/>
          </p:nvSpPr>
          <p:spPr>
            <a:xfrm>
              <a:off x="3446159" y="55354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" name="pl2021"/>
            <p:cNvSpPr/>
            <p:nvPr/>
          </p:nvSpPr>
          <p:spPr>
            <a:xfrm>
              <a:off x="3446159" y="553542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2" name="pl2022"/>
            <p:cNvSpPr/>
            <p:nvPr/>
          </p:nvSpPr>
          <p:spPr>
            <a:xfrm>
              <a:off x="3433069" y="5567030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" name="pl2023"/>
            <p:cNvSpPr/>
            <p:nvPr/>
          </p:nvSpPr>
          <p:spPr>
            <a:xfrm>
              <a:off x="3477760" y="5522340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" name="pt2024"/>
            <p:cNvSpPr/>
            <p:nvPr/>
          </p:nvSpPr>
          <p:spPr>
            <a:xfrm>
              <a:off x="4784072" y="630972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" name="pt2025"/>
            <p:cNvSpPr/>
            <p:nvPr/>
          </p:nvSpPr>
          <p:spPr>
            <a:xfrm>
              <a:off x="3335868" y="5737209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" name="pl2026"/>
            <p:cNvSpPr/>
            <p:nvPr/>
          </p:nvSpPr>
          <p:spPr>
            <a:xfrm>
              <a:off x="3533101" y="573482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" name="pl2027"/>
            <p:cNvSpPr/>
            <p:nvPr/>
          </p:nvSpPr>
          <p:spPr>
            <a:xfrm>
              <a:off x="3533101" y="573482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8" name="pl2028"/>
            <p:cNvSpPr/>
            <p:nvPr/>
          </p:nvSpPr>
          <p:spPr>
            <a:xfrm>
              <a:off x="3520011" y="576642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" name="pl2029"/>
            <p:cNvSpPr/>
            <p:nvPr/>
          </p:nvSpPr>
          <p:spPr>
            <a:xfrm>
              <a:off x="3564702" y="572173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0" name="pg2030"/>
            <p:cNvSpPr/>
            <p:nvPr/>
          </p:nvSpPr>
          <p:spPr>
            <a:xfrm>
              <a:off x="2029447" y="6153951"/>
              <a:ext cx="151833" cy="131491"/>
            </a:xfrm>
            <a:custGeom>
              <a:avLst/>
              <a:gdLst/>
              <a:ahLst/>
              <a:cxnLst/>
              <a:rect l="0" t="0" r="0" b="0"/>
              <a:pathLst>
                <a:path w="151833" h="131491">
                  <a:moveTo>
                    <a:pt x="75916" y="0"/>
                  </a:moveTo>
                  <a:lnTo>
                    <a:pt x="151833" y="131491"/>
                  </a:lnTo>
                  <a:lnTo>
                    <a:pt x="0" y="131491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" name="pt2031"/>
            <p:cNvSpPr/>
            <p:nvPr/>
          </p:nvSpPr>
          <p:spPr>
            <a:xfrm>
              <a:off x="4525252" y="498418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" name="pl2032"/>
            <p:cNvSpPr/>
            <p:nvPr/>
          </p:nvSpPr>
          <p:spPr>
            <a:xfrm>
              <a:off x="3345632" y="5639717"/>
              <a:ext cx="232400" cy="232400"/>
            </a:xfrm>
            <a:custGeom>
              <a:avLst/>
              <a:gdLst/>
              <a:ahLst/>
              <a:cxnLst/>
              <a:rect l="0" t="0" r="0" b="0"/>
              <a:pathLst>
                <a:path w="232400" h="232400">
                  <a:moveTo>
                    <a:pt x="0" y="232400"/>
                  </a:moveTo>
                  <a:lnTo>
                    <a:pt x="23240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" name="pl2033"/>
            <p:cNvSpPr/>
            <p:nvPr/>
          </p:nvSpPr>
          <p:spPr>
            <a:xfrm>
              <a:off x="3345632" y="5639717"/>
              <a:ext cx="232400" cy="232400"/>
            </a:xfrm>
            <a:custGeom>
              <a:avLst/>
              <a:gdLst/>
              <a:ahLst/>
              <a:cxnLst/>
              <a:rect l="0" t="0" r="0" b="0"/>
              <a:pathLst>
                <a:path w="232400" h="232400">
                  <a:moveTo>
                    <a:pt x="0" y="0"/>
                  </a:moveTo>
                  <a:lnTo>
                    <a:pt x="232400" y="23240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4" name="pl2034"/>
            <p:cNvSpPr/>
            <p:nvPr/>
          </p:nvSpPr>
          <p:spPr>
            <a:xfrm>
              <a:off x="3297500" y="5755917"/>
              <a:ext cx="328663" cy="0"/>
            </a:xfrm>
            <a:custGeom>
              <a:avLst/>
              <a:gdLst/>
              <a:ahLst/>
              <a:cxnLst/>
              <a:rect l="0" t="0" r="0" b="0"/>
              <a:pathLst>
                <a:path w="328663">
                  <a:moveTo>
                    <a:pt x="0" y="0"/>
                  </a:moveTo>
                  <a:lnTo>
                    <a:pt x="328663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5" name="pl2035"/>
            <p:cNvSpPr/>
            <p:nvPr/>
          </p:nvSpPr>
          <p:spPr>
            <a:xfrm>
              <a:off x="3461832" y="5591585"/>
              <a:ext cx="0" cy="328663"/>
            </a:xfrm>
            <a:custGeom>
              <a:avLst/>
              <a:gdLst/>
              <a:ahLst/>
              <a:cxnLst/>
              <a:rect l="0" t="0" r="0" b="0"/>
              <a:pathLst>
                <a:path h="328663">
                  <a:moveTo>
                    <a:pt x="0" y="328663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6" name="pl2036"/>
            <p:cNvSpPr/>
            <p:nvPr/>
          </p:nvSpPr>
          <p:spPr>
            <a:xfrm>
              <a:off x="3519774" y="571604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" name="pl2037"/>
            <p:cNvSpPr/>
            <p:nvPr/>
          </p:nvSpPr>
          <p:spPr>
            <a:xfrm>
              <a:off x="3519774" y="571604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" name="pl2038"/>
            <p:cNvSpPr/>
            <p:nvPr/>
          </p:nvSpPr>
          <p:spPr>
            <a:xfrm>
              <a:off x="3506685" y="574764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l2039"/>
            <p:cNvSpPr/>
            <p:nvPr/>
          </p:nvSpPr>
          <p:spPr>
            <a:xfrm>
              <a:off x="3551376" y="570295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t2040"/>
            <p:cNvSpPr/>
            <p:nvPr/>
          </p:nvSpPr>
          <p:spPr>
            <a:xfrm>
              <a:off x="4092111" y="736535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1" name="pt2041"/>
            <p:cNvSpPr/>
            <p:nvPr/>
          </p:nvSpPr>
          <p:spPr>
            <a:xfrm>
              <a:off x="3236164" y="5824094"/>
              <a:ext cx="63202" cy="63202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" name="pt2042"/>
            <p:cNvSpPr/>
            <p:nvPr/>
          </p:nvSpPr>
          <p:spPr>
            <a:xfrm>
              <a:off x="4162234" y="762260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" name="pt2043"/>
            <p:cNvSpPr/>
            <p:nvPr/>
          </p:nvSpPr>
          <p:spPr>
            <a:xfrm>
              <a:off x="4045112" y="604189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" name="pg2044"/>
            <p:cNvSpPr/>
            <p:nvPr/>
          </p:nvSpPr>
          <p:spPr>
            <a:xfrm>
              <a:off x="3977755" y="5996868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" name="pt2045"/>
            <p:cNvSpPr/>
            <p:nvPr/>
          </p:nvSpPr>
          <p:spPr>
            <a:xfrm>
              <a:off x="4567345" y="665445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" name="pt2046"/>
            <p:cNvSpPr/>
            <p:nvPr/>
          </p:nvSpPr>
          <p:spPr>
            <a:xfrm>
              <a:off x="2580660" y="491208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" name="pt2047"/>
            <p:cNvSpPr/>
            <p:nvPr/>
          </p:nvSpPr>
          <p:spPr>
            <a:xfrm>
              <a:off x="3358769" y="5756320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" name="pt2048"/>
            <p:cNvSpPr/>
            <p:nvPr/>
          </p:nvSpPr>
          <p:spPr>
            <a:xfrm>
              <a:off x="4875117" y="6958292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" name="pt2049"/>
            <p:cNvSpPr/>
            <p:nvPr/>
          </p:nvSpPr>
          <p:spPr>
            <a:xfrm>
              <a:off x="3902118" y="769614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" name="pt2050"/>
            <p:cNvSpPr/>
            <p:nvPr/>
          </p:nvSpPr>
          <p:spPr>
            <a:xfrm>
              <a:off x="3869072" y="6239945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" name="pt2051"/>
            <p:cNvSpPr/>
            <p:nvPr/>
          </p:nvSpPr>
          <p:spPr>
            <a:xfrm>
              <a:off x="4949178" y="538149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" name="pg2052"/>
            <p:cNvSpPr/>
            <p:nvPr/>
          </p:nvSpPr>
          <p:spPr>
            <a:xfrm>
              <a:off x="3961516" y="6115569"/>
              <a:ext cx="123636" cy="107072"/>
            </a:xfrm>
            <a:custGeom>
              <a:avLst/>
              <a:gdLst/>
              <a:ahLst/>
              <a:cxnLst/>
              <a:rect l="0" t="0" r="0" b="0"/>
              <a:pathLst>
                <a:path w="123636" h="107072">
                  <a:moveTo>
                    <a:pt x="61818" y="0"/>
                  </a:moveTo>
                  <a:lnTo>
                    <a:pt x="123636" y="107072"/>
                  </a:lnTo>
                  <a:lnTo>
                    <a:pt x="0" y="10707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" name="pt2053"/>
            <p:cNvSpPr/>
            <p:nvPr/>
          </p:nvSpPr>
          <p:spPr>
            <a:xfrm>
              <a:off x="4216720" y="655730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" name="pg2054"/>
            <p:cNvSpPr/>
            <p:nvPr/>
          </p:nvSpPr>
          <p:spPr>
            <a:xfrm>
              <a:off x="3961891" y="6061036"/>
              <a:ext cx="103648" cy="103648"/>
            </a:xfrm>
            <a:custGeom>
              <a:avLst/>
              <a:gdLst/>
              <a:ahLst/>
              <a:cxnLst/>
              <a:rect l="0" t="0" r="0" b="0"/>
              <a:pathLst>
                <a:path w="103648" h="103648">
                  <a:moveTo>
                    <a:pt x="0" y="103648"/>
                  </a:moveTo>
                  <a:lnTo>
                    <a:pt x="103648" y="103648"/>
                  </a:lnTo>
                  <a:lnTo>
                    <a:pt x="103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5" name="pt2055"/>
            <p:cNvSpPr/>
            <p:nvPr/>
          </p:nvSpPr>
          <p:spPr>
            <a:xfrm>
              <a:off x="4030118" y="6018743"/>
              <a:ext cx="103648" cy="10364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" name="pt2056"/>
            <p:cNvSpPr/>
            <p:nvPr/>
          </p:nvSpPr>
          <p:spPr>
            <a:xfrm>
              <a:off x="5104076" y="600316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" name="pt2057"/>
            <p:cNvSpPr/>
            <p:nvPr/>
          </p:nvSpPr>
          <p:spPr>
            <a:xfrm>
              <a:off x="2487159" y="720012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" name="pt2058"/>
            <p:cNvSpPr/>
            <p:nvPr/>
          </p:nvSpPr>
          <p:spPr>
            <a:xfrm>
              <a:off x="3424768" y="583473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" name="pt2059"/>
            <p:cNvSpPr/>
            <p:nvPr/>
          </p:nvSpPr>
          <p:spPr>
            <a:xfrm>
              <a:off x="3362734" y="5754368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" name="pt2060"/>
            <p:cNvSpPr/>
            <p:nvPr/>
          </p:nvSpPr>
          <p:spPr>
            <a:xfrm>
              <a:off x="2806503" y="684894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" name="pt2061"/>
            <p:cNvSpPr/>
            <p:nvPr/>
          </p:nvSpPr>
          <p:spPr>
            <a:xfrm>
              <a:off x="3265679" y="5753929"/>
              <a:ext cx="112738" cy="11273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" name="pt2062"/>
            <p:cNvSpPr/>
            <p:nvPr/>
          </p:nvSpPr>
          <p:spPr>
            <a:xfrm>
              <a:off x="3467195" y="582294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" name="pl2063"/>
            <p:cNvSpPr/>
            <p:nvPr/>
          </p:nvSpPr>
          <p:spPr>
            <a:xfrm>
              <a:off x="3944040" y="6206424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0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" name="pl2064"/>
            <p:cNvSpPr/>
            <p:nvPr/>
          </p:nvSpPr>
          <p:spPr>
            <a:xfrm>
              <a:off x="3944040" y="6206424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0"/>
                  </a:moveTo>
                  <a:lnTo>
                    <a:pt x="91802" y="91802"/>
                  </a:lnTo>
                </a:path>
              </a:pathLst>
            </a:custGeom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3752739" y="6480628"/>
              <a:ext cx="120401" cy="120401"/>
            </a:xfrm>
            <a:custGeom>
              <a:avLst/>
              <a:gdLst/>
              <a:ahLst/>
              <a:cxnLst/>
              <a:rect l="0" t="0" r="0" b="0"/>
              <a:pathLst>
                <a:path w="120401" h="120401">
                  <a:moveTo>
                    <a:pt x="0" y="120401"/>
                  </a:moveTo>
                  <a:lnTo>
                    <a:pt x="120401" y="120401"/>
                  </a:lnTo>
                  <a:lnTo>
                    <a:pt x="120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6" name="pg2066"/>
            <p:cNvSpPr/>
            <p:nvPr/>
          </p:nvSpPr>
          <p:spPr>
            <a:xfrm>
              <a:off x="3370937" y="5587600"/>
              <a:ext cx="112738" cy="112738"/>
            </a:xfrm>
            <a:custGeom>
              <a:avLst/>
              <a:gdLst/>
              <a:ahLst/>
              <a:cxnLst/>
              <a:rect l="0" t="0" r="0" b="0"/>
              <a:pathLst>
                <a:path w="112738" h="112738">
                  <a:moveTo>
                    <a:pt x="0" y="112738"/>
                  </a:moveTo>
                  <a:lnTo>
                    <a:pt x="112738" y="112738"/>
                  </a:lnTo>
                  <a:lnTo>
                    <a:pt x="112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7" name="pt2067"/>
            <p:cNvSpPr/>
            <p:nvPr/>
          </p:nvSpPr>
          <p:spPr>
            <a:xfrm>
              <a:off x="4531561" y="641492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8" name="pt2068"/>
            <p:cNvSpPr/>
            <p:nvPr/>
          </p:nvSpPr>
          <p:spPr>
            <a:xfrm>
              <a:off x="4705127" y="519780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9" name="pt2069"/>
            <p:cNvSpPr/>
            <p:nvPr/>
          </p:nvSpPr>
          <p:spPr>
            <a:xfrm>
              <a:off x="4779925" y="521427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0" name="pt2070"/>
            <p:cNvSpPr/>
            <p:nvPr/>
          </p:nvSpPr>
          <p:spPr>
            <a:xfrm>
              <a:off x="3743195" y="6615448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1" name="pt2071"/>
            <p:cNvSpPr/>
            <p:nvPr/>
          </p:nvSpPr>
          <p:spPr>
            <a:xfrm>
              <a:off x="3676968" y="5642244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2" name="pt2072"/>
            <p:cNvSpPr/>
            <p:nvPr/>
          </p:nvSpPr>
          <p:spPr>
            <a:xfrm>
              <a:off x="4459667" y="6408253"/>
              <a:ext cx="112738" cy="112738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3" name="pt2073"/>
            <p:cNvSpPr/>
            <p:nvPr/>
          </p:nvSpPr>
          <p:spPr>
            <a:xfrm>
              <a:off x="3744495" y="7346377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4" name="pt2074"/>
            <p:cNvSpPr/>
            <p:nvPr/>
          </p:nvSpPr>
          <p:spPr>
            <a:xfrm>
              <a:off x="3287308" y="5825799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5" name="pt2075"/>
            <p:cNvSpPr/>
            <p:nvPr/>
          </p:nvSpPr>
          <p:spPr>
            <a:xfrm>
              <a:off x="3680724" y="6799515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6" name="pt2076"/>
            <p:cNvSpPr/>
            <p:nvPr/>
          </p:nvSpPr>
          <p:spPr>
            <a:xfrm>
              <a:off x="3488241" y="568283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7" name="pt2077"/>
            <p:cNvSpPr/>
            <p:nvPr/>
          </p:nvSpPr>
          <p:spPr>
            <a:xfrm>
              <a:off x="2994646" y="753970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8" name="pt2078"/>
            <p:cNvSpPr/>
            <p:nvPr/>
          </p:nvSpPr>
          <p:spPr>
            <a:xfrm>
              <a:off x="3522417" y="5680114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9" name="pt2079"/>
            <p:cNvSpPr/>
            <p:nvPr/>
          </p:nvSpPr>
          <p:spPr>
            <a:xfrm>
              <a:off x="3347795" y="5714319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0" name="pt2080"/>
            <p:cNvSpPr/>
            <p:nvPr/>
          </p:nvSpPr>
          <p:spPr>
            <a:xfrm>
              <a:off x="3331731" y="5779502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1" name="pg2081"/>
            <p:cNvSpPr/>
            <p:nvPr/>
          </p:nvSpPr>
          <p:spPr>
            <a:xfrm>
              <a:off x="3403317" y="5640049"/>
              <a:ext cx="139591" cy="120889"/>
            </a:xfrm>
            <a:custGeom>
              <a:avLst/>
              <a:gdLst/>
              <a:ahLst/>
              <a:cxnLst/>
              <a:rect l="0" t="0" r="0" b="0"/>
              <a:pathLst>
                <a:path w="139591" h="120889">
                  <a:moveTo>
                    <a:pt x="69795" y="0"/>
                  </a:moveTo>
                  <a:lnTo>
                    <a:pt x="139591" y="120889"/>
                  </a:lnTo>
                  <a:lnTo>
                    <a:pt x="0" y="120889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2" name="pg2082"/>
            <p:cNvSpPr/>
            <p:nvPr/>
          </p:nvSpPr>
          <p:spPr>
            <a:xfrm>
              <a:off x="3305133" y="5655689"/>
              <a:ext cx="151833" cy="131491"/>
            </a:xfrm>
            <a:custGeom>
              <a:avLst/>
              <a:gdLst/>
              <a:ahLst/>
              <a:cxnLst/>
              <a:rect l="0" t="0" r="0" b="0"/>
              <a:pathLst>
                <a:path w="151833" h="131491">
                  <a:moveTo>
                    <a:pt x="75916" y="0"/>
                  </a:moveTo>
                  <a:lnTo>
                    <a:pt x="151833" y="131491"/>
                  </a:lnTo>
                  <a:lnTo>
                    <a:pt x="0" y="131491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3" name="pt2083"/>
            <p:cNvSpPr/>
            <p:nvPr/>
          </p:nvSpPr>
          <p:spPr>
            <a:xfrm>
              <a:off x="2816493" y="477489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4" name="pt2084"/>
            <p:cNvSpPr/>
            <p:nvPr/>
          </p:nvSpPr>
          <p:spPr>
            <a:xfrm>
              <a:off x="3420101" y="580396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5" name="pt2085"/>
            <p:cNvSpPr/>
            <p:nvPr/>
          </p:nvSpPr>
          <p:spPr>
            <a:xfrm>
              <a:off x="3408999" y="580595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6" name="pt2086"/>
            <p:cNvSpPr/>
            <p:nvPr/>
          </p:nvSpPr>
          <p:spPr>
            <a:xfrm>
              <a:off x="3425636" y="5793351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7" name="pt2087"/>
            <p:cNvSpPr/>
            <p:nvPr/>
          </p:nvSpPr>
          <p:spPr>
            <a:xfrm>
              <a:off x="3394313" y="580624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8" name="pt2088"/>
            <p:cNvSpPr/>
            <p:nvPr/>
          </p:nvSpPr>
          <p:spPr>
            <a:xfrm>
              <a:off x="3418352" y="5791037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9" name="pt2089"/>
            <p:cNvSpPr/>
            <p:nvPr/>
          </p:nvSpPr>
          <p:spPr>
            <a:xfrm>
              <a:off x="3958877" y="6167326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0" name="pt2090"/>
            <p:cNvSpPr/>
            <p:nvPr/>
          </p:nvSpPr>
          <p:spPr>
            <a:xfrm>
              <a:off x="3396894" y="582845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1" name="pt2091"/>
            <p:cNvSpPr/>
            <p:nvPr/>
          </p:nvSpPr>
          <p:spPr>
            <a:xfrm>
              <a:off x="4252080" y="47819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2" name="pt2092"/>
            <p:cNvSpPr/>
            <p:nvPr/>
          </p:nvSpPr>
          <p:spPr>
            <a:xfrm>
              <a:off x="3246447" y="5784558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3" name="pt2093"/>
            <p:cNvSpPr/>
            <p:nvPr/>
          </p:nvSpPr>
          <p:spPr>
            <a:xfrm>
              <a:off x="3277091" y="5704492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4" name="pt2094"/>
            <p:cNvSpPr/>
            <p:nvPr/>
          </p:nvSpPr>
          <p:spPr>
            <a:xfrm>
              <a:off x="2203443" y="560023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5" name="pt2095"/>
            <p:cNvSpPr/>
            <p:nvPr/>
          </p:nvSpPr>
          <p:spPr>
            <a:xfrm>
              <a:off x="2226464" y="564360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6" name="pt2096"/>
            <p:cNvSpPr/>
            <p:nvPr/>
          </p:nvSpPr>
          <p:spPr>
            <a:xfrm>
              <a:off x="2720034" y="6323872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7" name="pt2097"/>
            <p:cNvSpPr/>
            <p:nvPr/>
          </p:nvSpPr>
          <p:spPr>
            <a:xfrm>
              <a:off x="3901078" y="766109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8" name="pt2098"/>
            <p:cNvSpPr/>
            <p:nvPr/>
          </p:nvSpPr>
          <p:spPr>
            <a:xfrm>
              <a:off x="3791088" y="6509715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9" name="pt2099"/>
            <p:cNvSpPr/>
            <p:nvPr/>
          </p:nvSpPr>
          <p:spPr>
            <a:xfrm>
              <a:off x="3307862" y="571695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0" name="pt2100"/>
            <p:cNvSpPr/>
            <p:nvPr/>
          </p:nvSpPr>
          <p:spPr>
            <a:xfrm>
              <a:off x="3376282" y="5669399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1" name="pt2101"/>
            <p:cNvSpPr/>
            <p:nvPr/>
          </p:nvSpPr>
          <p:spPr>
            <a:xfrm>
              <a:off x="3311314" y="5659734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2" name="pt2102"/>
            <p:cNvSpPr/>
            <p:nvPr/>
          </p:nvSpPr>
          <p:spPr>
            <a:xfrm>
              <a:off x="3338291" y="5651994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3" name="pt2103"/>
            <p:cNvSpPr/>
            <p:nvPr/>
          </p:nvSpPr>
          <p:spPr>
            <a:xfrm>
              <a:off x="3294628" y="5703715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4" name="pg2104"/>
            <p:cNvSpPr/>
            <p:nvPr/>
          </p:nvSpPr>
          <p:spPr>
            <a:xfrm>
              <a:off x="3346896" y="555898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5" name="pt2105"/>
            <p:cNvSpPr/>
            <p:nvPr/>
          </p:nvSpPr>
          <p:spPr>
            <a:xfrm>
              <a:off x="3944253" y="649120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6" name="pt2106"/>
            <p:cNvSpPr/>
            <p:nvPr/>
          </p:nvSpPr>
          <p:spPr>
            <a:xfrm>
              <a:off x="3974463" y="645937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7" name="pt2107"/>
            <p:cNvSpPr/>
            <p:nvPr/>
          </p:nvSpPr>
          <p:spPr>
            <a:xfrm>
              <a:off x="3952577" y="653922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8" name="pt2108"/>
            <p:cNvSpPr/>
            <p:nvPr/>
          </p:nvSpPr>
          <p:spPr>
            <a:xfrm>
              <a:off x="3984391" y="647859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9" name="pt2109"/>
            <p:cNvSpPr/>
            <p:nvPr/>
          </p:nvSpPr>
          <p:spPr>
            <a:xfrm>
              <a:off x="3984167" y="6531811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0" name="pt2110"/>
            <p:cNvSpPr/>
            <p:nvPr/>
          </p:nvSpPr>
          <p:spPr>
            <a:xfrm>
              <a:off x="3974844" y="641358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1" name="pt2111"/>
            <p:cNvSpPr/>
            <p:nvPr/>
          </p:nvSpPr>
          <p:spPr>
            <a:xfrm>
              <a:off x="4015257" y="645157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2" name="pt2112"/>
            <p:cNvSpPr/>
            <p:nvPr/>
          </p:nvSpPr>
          <p:spPr>
            <a:xfrm>
              <a:off x="4007653" y="641974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3" name="pt2113"/>
            <p:cNvSpPr/>
            <p:nvPr/>
          </p:nvSpPr>
          <p:spPr>
            <a:xfrm>
              <a:off x="3957002" y="647876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4" name="pt2114"/>
            <p:cNvSpPr/>
            <p:nvPr/>
          </p:nvSpPr>
          <p:spPr>
            <a:xfrm>
              <a:off x="3933909" y="646467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5" name="pt2115"/>
            <p:cNvSpPr/>
            <p:nvPr/>
          </p:nvSpPr>
          <p:spPr>
            <a:xfrm>
              <a:off x="4080036" y="6484307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6" name="pt2116"/>
            <p:cNvSpPr/>
            <p:nvPr/>
          </p:nvSpPr>
          <p:spPr>
            <a:xfrm>
              <a:off x="4066618" y="646263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7" name="pt2117"/>
            <p:cNvSpPr/>
            <p:nvPr/>
          </p:nvSpPr>
          <p:spPr>
            <a:xfrm>
              <a:off x="4008046" y="6547587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8" name="pt2118"/>
            <p:cNvSpPr/>
            <p:nvPr/>
          </p:nvSpPr>
          <p:spPr>
            <a:xfrm>
              <a:off x="3505140" y="5660506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9" name="pg2119"/>
            <p:cNvSpPr/>
            <p:nvPr/>
          </p:nvSpPr>
          <p:spPr>
            <a:xfrm>
              <a:off x="3403647" y="5529592"/>
              <a:ext cx="123636" cy="107072"/>
            </a:xfrm>
            <a:custGeom>
              <a:avLst/>
              <a:gdLst/>
              <a:ahLst/>
              <a:cxnLst/>
              <a:rect l="0" t="0" r="0" b="0"/>
              <a:pathLst>
                <a:path w="123636" h="107072">
                  <a:moveTo>
                    <a:pt x="61818" y="0"/>
                  </a:moveTo>
                  <a:lnTo>
                    <a:pt x="123636" y="107072"/>
                  </a:lnTo>
                  <a:lnTo>
                    <a:pt x="0" y="107072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" name="pt2120"/>
            <p:cNvSpPr/>
            <p:nvPr/>
          </p:nvSpPr>
          <p:spPr>
            <a:xfrm>
              <a:off x="3463300" y="5530500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" name="pt2121"/>
            <p:cNvSpPr/>
            <p:nvPr/>
          </p:nvSpPr>
          <p:spPr>
            <a:xfrm>
              <a:off x="3338500" y="5709615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" name="pt2122"/>
            <p:cNvSpPr/>
            <p:nvPr/>
          </p:nvSpPr>
          <p:spPr>
            <a:xfrm>
              <a:off x="3414879" y="5594221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3" name="pt2123"/>
            <p:cNvSpPr/>
            <p:nvPr/>
          </p:nvSpPr>
          <p:spPr>
            <a:xfrm>
              <a:off x="3410603" y="5601516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4" name="pt2124"/>
            <p:cNvSpPr/>
            <p:nvPr/>
          </p:nvSpPr>
          <p:spPr>
            <a:xfrm>
              <a:off x="3452287" y="5546871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5" name="pt2125"/>
            <p:cNvSpPr/>
            <p:nvPr/>
          </p:nvSpPr>
          <p:spPr>
            <a:xfrm>
              <a:off x="3418875" y="5626931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6" name="pt2126"/>
            <p:cNvSpPr/>
            <p:nvPr/>
          </p:nvSpPr>
          <p:spPr>
            <a:xfrm>
              <a:off x="3357259" y="5685761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7" name="pt2127"/>
            <p:cNvSpPr/>
            <p:nvPr/>
          </p:nvSpPr>
          <p:spPr>
            <a:xfrm>
              <a:off x="3297967" y="5787519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8" name="pt2128"/>
            <p:cNvSpPr/>
            <p:nvPr/>
          </p:nvSpPr>
          <p:spPr>
            <a:xfrm>
              <a:off x="3470915" y="5700672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9" name="pg2129"/>
            <p:cNvSpPr/>
            <p:nvPr/>
          </p:nvSpPr>
          <p:spPr>
            <a:xfrm>
              <a:off x="2860885" y="547705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0" name="pg2130"/>
            <p:cNvSpPr/>
            <p:nvPr/>
          </p:nvSpPr>
          <p:spPr>
            <a:xfrm>
              <a:off x="4396127" y="4856139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" name="pg2131"/>
            <p:cNvSpPr/>
            <p:nvPr/>
          </p:nvSpPr>
          <p:spPr>
            <a:xfrm>
              <a:off x="3782613" y="6457480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91802"/>
                  </a:lnTo>
                  <a:lnTo>
                    <a:pt x="918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2" name="pg2132"/>
            <p:cNvSpPr/>
            <p:nvPr/>
          </p:nvSpPr>
          <p:spPr>
            <a:xfrm>
              <a:off x="3943394" y="6075038"/>
              <a:ext cx="123636" cy="107072"/>
            </a:xfrm>
            <a:custGeom>
              <a:avLst/>
              <a:gdLst/>
              <a:ahLst/>
              <a:cxnLst/>
              <a:rect l="0" t="0" r="0" b="0"/>
              <a:pathLst>
                <a:path w="123636" h="107072">
                  <a:moveTo>
                    <a:pt x="61818" y="0"/>
                  </a:moveTo>
                  <a:lnTo>
                    <a:pt x="123636" y="107072"/>
                  </a:lnTo>
                  <a:lnTo>
                    <a:pt x="0" y="10707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3" name="pt2133"/>
            <p:cNvSpPr/>
            <p:nvPr/>
          </p:nvSpPr>
          <p:spPr>
            <a:xfrm>
              <a:off x="3724487" y="733919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" name="pt2134"/>
            <p:cNvSpPr/>
            <p:nvPr/>
          </p:nvSpPr>
          <p:spPr>
            <a:xfrm>
              <a:off x="3683351" y="735040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" name="pt2135"/>
            <p:cNvSpPr/>
            <p:nvPr/>
          </p:nvSpPr>
          <p:spPr>
            <a:xfrm>
              <a:off x="3735663" y="731167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" name="pt2136"/>
            <p:cNvSpPr/>
            <p:nvPr/>
          </p:nvSpPr>
          <p:spPr>
            <a:xfrm>
              <a:off x="3427537" y="5541581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" name="pt2137"/>
            <p:cNvSpPr/>
            <p:nvPr/>
          </p:nvSpPr>
          <p:spPr>
            <a:xfrm>
              <a:off x="2254192" y="682358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" name="pt2138"/>
            <p:cNvSpPr/>
            <p:nvPr/>
          </p:nvSpPr>
          <p:spPr>
            <a:xfrm>
              <a:off x="4160690" y="599567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" name="pt2139"/>
            <p:cNvSpPr/>
            <p:nvPr/>
          </p:nvSpPr>
          <p:spPr>
            <a:xfrm>
              <a:off x="3963911" y="602541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" name="pt2140"/>
            <p:cNvSpPr/>
            <p:nvPr/>
          </p:nvSpPr>
          <p:spPr>
            <a:xfrm>
              <a:off x="3973547" y="604519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" name="pt2141"/>
            <p:cNvSpPr/>
            <p:nvPr/>
          </p:nvSpPr>
          <p:spPr>
            <a:xfrm>
              <a:off x="4043759" y="608646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" name="pt2142"/>
            <p:cNvSpPr/>
            <p:nvPr/>
          </p:nvSpPr>
          <p:spPr>
            <a:xfrm>
              <a:off x="3982946" y="605110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" name="pt2143"/>
            <p:cNvSpPr/>
            <p:nvPr/>
          </p:nvSpPr>
          <p:spPr>
            <a:xfrm>
              <a:off x="4119242" y="610565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" name="pt2144"/>
            <p:cNvSpPr/>
            <p:nvPr/>
          </p:nvSpPr>
          <p:spPr>
            <a:xfrm>
              <a:off x="3945131" y="6171820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" name="pt2145"/>
            <p:cNvSpPr/>
            <p:nvPr/>
          </p:nvSpPr>
          <p:spPr>
            <a:xfrm>
              <a:off x="4045849" y="610597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" name="pt2146"/>
            <p:cNvSpPr/>
            <p:nvPr/>
          </p:nvSpPr>
          <p:spPr>
            <a:xfrm>
              <a:off x="3971574" y="60688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" name="pt2147"/>
            <p:cNvSpPr/>
            <p:nvPr/>
          </p:nvSpPr>
          <p:spPr>
            <a:xfrm>
              <a:off x="3962853" y="607659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" name="pt2148"/>
            <p:cNvSpPr/>
            <p:nvPr/>
          </p:nvSpPr>
          <p:spPr>
            <a:xfrm>
              <a:off x="4102273" y="606749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" name="pt2149"/>
            <p:cNvSpPr/>
            <p:nvPr/>
          </p:nvSpPr>
          <p:spPr>
            <a:xfrm>
              <a:off x="4028140" y="605311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0" name="pt2150"/>
            <p:cNvSpPr/>
            <p:nvPr/>
          </p:nvSpPr>
          <p:spPr>
            <a:xfrm>
              <a:off x="4020216" y="608887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1" name="pt2151"/>
            <p:cNvSpPr/>
            <p:nvPr/>
          </p:nvSpPr>
          <p:spPr>
            <a:xfrm>
              <a:off x="4029558" y="607070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" name="pt2152"/>
            <p:cNvSpPr/>
            <p:nvPr/>
          </p:nvSpPr>
          <p:spPr>
            <a:xfrm>
              <a:off x="4124460" y="605949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" name="pt2153"/>
            <p:cNvSpPr/>
            <p:nvPr/>
          </p:nvSpPr>
          <p:spPr>
            <a:xfrm>
              <a:off x="3996376" y="609874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" name="pg2154"/>
            <p:cNvSpPr/>
            <p:nvPr/>
          </p:nvSpPr>
          <p:spPr>
            <a:xfrm>
              <a:off x="3955523" y="6105932"/>
              <a:ext cx="91802" cy="91802"/>
            </a:xfrm>
            <a:custGeom>
              <a:avLst/>
              <a:gdLst/>
              <a:ahLst/>
              <a:cxnLst/>
              <a:rect l="0" t="0" r="0" b="0"/>
              <a:pathLst>
                <a:path w="91802" h="91802">
                  <a:moveTo>
                    <a:pt x="0" y="91802"/>
                  </a:moveTo>
                  <a:lnTo>
                    <a:pt x="91802" y="91802"/>
                  </a:lnTo>
                  <a:lnTo>
                    <a:pt x="918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" name="pt2155"/>
            <p:cNvSpPr/>
            <p:nvPr/>
          </p:nvSpPr>
          <p:spPr>
            <a:xfrm>
              <a:off x="4080316" y="597540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" name="pt2156"/>
            <p:cNvSpPr/>
            <p:nvPr/>
          </p:nvSpPr>
          <p:spPr>
            <a:xfrm>
              <a:off x="4116729" y="602044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" name="pt2157"/>
            <p:cNvSpPr/>
            <p:nvPr/>
          </p:nvSpPr>
          <p:spPr>
            <a:xfrm>
              <a:off x="3258762" y="569340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" name="pt2158"/>
            <p:cNvSpPr/>
            <p:nvPr/>
          </p:nvSpPr>
          <p:spPr>
            <a:xfrm>
              <a:off x="3445494" y="559860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" name="pt2159"/>
            <p:cNvSpPr/>
            <p:nvPr/>
          </p:nvSpPr>
          <p:spPr>
            <a:xfrm>
              <a:off x="3444861" y="560613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" name="pt2160"/>
            <p:cNvSpPr/>
            <p:nvPr/>
          </p:nvSpPr>
          <p:spPr>
            <a:xfrm>
              <a:off x="3428103" y="5639409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3442042" y="5592208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" name="pt2162"/>
            <p:cNvSpPr/>
            <p:nvPr/>
          </p:nvSpPr>
          <p:spPr>
            <a:xfrm>
              <a:off x="3418933" y="563770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" name="pt2163"/>
            <p:cNvSpPr/>
            <p:nvPr/>
          </p:nvSpPr>
          <p:spPr>
            <a:xfrm>
              <a:off x="3426784" y="563382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" name="pt2164"/>
            <p:cNvSpPr/>
            <p:nvPr/>
          </p:nvSpPr>
          <p:spPr>
            <a:xfrm>
              <a:off x="3436217" y="560080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" name="pt2165"/>
            <p:cNvSpPr/>
            <p:nvPr/>
          </p:nvSpPr>
          <p:spPr>
            <a:xfrm>
              <a:off x="3282595" y="5789214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" name="pt2166"/>
            <p:cNvSpPr/>
            <p:nvPr/>
          </p:nvSpPr>
          <p:spPr>
            <a:xfrm>
              <a:off x="2952463" y="7298939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" name="pt2167"/>
            <p:cNvSpPr/>
            <p:nvPr/>
          </p:nvSpPr>
          <p:spPr>
            <a:xfrm>
              <a:off x="3390307" y="547632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" name="pt2168"/>
            <p:cNvSpPr/>
            <p:nvPr/>
          </p:nvSpPr>
          <p:spPr>
            <a:xfrm>
              <a:off x="3301700" y="577516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" name="pt2169"/>
            <p:cNvSpPr/>
            <p:nvPr/>
          </p:nvSpPr>
          <p:spPr>
            <a:xfrm>
              <a:off x="3362150" y="5738265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3303061" y="5793574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" name="pt2171"/>
            <p:cNvSpPr/>
            <p:nvPr/>
          </p:nvSpPr>
          <p:spPr>
            <a:xfrm>
              <a:off x="3369778" y="5731016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" name="pt2172"/>
            <p:cNvSpPr/>
            <p:nvPr/>
          </p:nvSpPr>
          <p:spPr>
            <a:xfrm>
              <a:off x="3353513" y="5754385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" name="pt2173"/>
            <p:cNvSpPr/>
            <p:nvPr/>
          </p:nvSpPr>
          <p:spPr>
            <a:xfrm>
              <a:off x="3325777" y="578336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" name="pt2174"/>
            <p:cNvSpPr/>
            <p:nvPr/>
          </p:nvSpPr>
          <p:spPr>
            <a:xfrm>
              <a:off x="3331592" y="578619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" name="pt2175"/>
            <p:cNvSpPr/>
            <p:nvPr/>
          </p:nvSpPr>
          <p:spPr>
            <a:xfrm>
              <a:off x="3366178" y="572439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" name="pt2176"/>
            <p:cNvSpPr/>
            <p:nvPr/>
          </p:nvSpPr>
          <p:spPr>
            <a:xfrm>
              <a:off x="3326172" y="581726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" name="pg2177"/>
            <p:cNvSpPr/>
            <p:nvPr/>
          </p:nvSpPr>
          <p:spPr>
            <a:xfrm>
              <a:off x="3310863" y="5763396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" name="pt2178"/>
            <p:cNvSpPr/>
            <p:nvPr/>
          </p:nvSpPr>
          <p:spPr>
            <a:xfrm>
              <a:off x="3305270" y="580376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" name="pt2179"/>
            <p:cNvSpPr/>
            <p:nvPr/>
          </p:nvSpPr>
          <p:spPr>
            <a:xfrm>
              <a:off x="3391685" y="5719945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" name="pt2180"/>
            <p:cNvSpPr/>
            <p:nvPr/>
          </p:nvSpPr>
          <p:spPr>
            <a:xfrm>
              <a:off x="3373670" y="5728446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" name="pt2181"/>
            <p:cNvSpPr/>
            <p:nvPr/>
          </p:nvSpPr>
          <p:spPr>
            <a:xfrm>
              <a:off x="3328999" y="579795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" name="pt2182"/>
            <p:cNvSpPr/>
            <p:nvPr/>
          </p:nvSpPr>
          <p:spPr>
            <a:xfrm>
              <a:off x="3379425" y="5738272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" name="pt2183"/>
            <p:cNvSpPr/>
            <p:nvPr/>
          </p:nvSpPr>
          <p:spPr>
            <a:xfrm>
              <a:off x="3252808" y="579908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" name="pg2184"/>
            <p:cNvSpPr/>
            <p:nvPr/>
          </p:nvSpPr>
          <p:spPr>
            <a:xfrm>
              <a:off x="3185448" y="5794210"/>
              <a:ext cx="139591" cy="120889"/>
            </a:xfrm>
            <a:custGeom>
              <a:avLst/>
              <a:gdLst/>
              <a:ahLst/>
              <a:cxnLst/>
              <a:rect l="0" t="0" r="0" b="0"/>
              <a:pathLst>
                <a:path w="139591" h="120889">
                  <a:moveTo>
                    <a:pt x="69795" y="0"/>
                  </a:moveTo>
                  <a:lnTo>
                    <a:pt x="139591" y="120889"/>
                  </a:lnTo>
                  <a:lnTo>
                    <a:pt x="0" y="120889"/>
                  </a:lnTo>
                  <a:close/>
                </a:path>
              </a:pathLst>
            </a:cu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" name="pt2185"/>
            <p:cNvSpPr/>
            <p:nvPr/>
          </p:nvSpPr>
          <p:spPr>
            <a:xfrm>
              <a:off x="3306980" y="578343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6" name="pt2186"/>
            <p:cNvSpPr/>
            <p:nvPr/>
          </p:nvSpPr>
          <p:spPr>
            <a:xfrm>
              <a:off x="3347866" y="5749279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7" name="pt2187"/>
            <p:cNvSpPr/>
            <p:nvPr/>
          </p:nvSpPr>
          <p:spPr>
            <a:xfrm>
              <a:off x="3326099" y="577811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8" name="pt2188"/>
            <p:cNvSpPr/>
            <p:nvPr/>
          </p:nvSpPr>
          <p:spPr>
            <a:xfrm>
              <a:off x="3334086" y="580905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9" name="pt2189"/>
            <p:cNvSpPr/>
            <p:nvPr/>
          </p:nvSpPr>
          <p:spPr>
            <a:xfrm>
              <a:off x="3318401" y="582981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0" name="pt2190"/>
            <p:cNvSpPr/>
            <p:nvPr/>
          </p:nvSpPr>
          <p:spPr>
            <a:xfrm>
              <a:off x="3322536" y="580402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1" name="pt2191"/>
            <p:cNvSpPr/>
            <p:nvPr/>
          </p:nvSpPr>
          <p:spPr>
            <a:xfrm>
              <a:off x="3380203" y="5726801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2" name="pt2192"/>
            <p:cNvSpPr/>
            <p:nvPr/>
          </p:nvSpPr>
          <p:spPr>
            <a:xfrm>
              <a:off x="3283664" y="580213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3" name="pt2193"/>
            <p:cNvSpPr/>
            <p:nvPr/>
          </p:nvSpPr>
          <p:spPr>
            <a:xfrm>
              <a:off x="4652805" y="731666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4" name="pt2194"/>
            <p:cNvSpPr/>
            <p:nvPr/>
          </p:nvSpPr>
          <p:spPr>
            <a:xfrm>
              <a:off x="2777990" y="6779776"/>
              <a:ext cx="120401" cy="120401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5" name="pt2195"/>
            <p:cNvSpPr/>
            <p:nvPr/>
          </p:nvSpPr>
          <p:spPr>
            <a:xfrm>
              <a:off x="3244720" y="575164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6" name="pt2196"/>
            <p:cNvSpPr/>
            <p:nvPr/>
          </p:nvSpPr>
          <p:spPr>
            <a:xfrm>
              <a:off x="3676835" y="743466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7" name="pt2197"/>
            <p:cNvSpPr/>
            <p:nvPr/>
          </p:nvSpPr>
          <p:spPr>
            <a:xfrm>
              <a:off x="3715568" y="7428841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8" name="pt2198"/>
            <p:cNvSpPr/>
            <p:nvPr/>
          </p:nvSpPr>
          <p:spPr>
            <a:xfrm>
              <a:off x="4406833" y="7200963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9" name="pt2199"/>
            <p:cNvSpPr/>
            <p:nvPr/>
          </p:nvSpPr>
          <p:spPr>
            <a:xfrm>
              <a:off x="5032834" y="565377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0" name="pt2200"/>
            <p:cNvSpPr/>
            <p:nvPr/>
          </p:nvSpPr>
          <p:spPr>
            <a:xfrm>
              <a:off x="3698794" y="6797417"/>
              <a:ext cx="63202" cy="63202"/>
            </a:xfrm>
            <a:prstGeom prst="ellipse">
              <a:avLst/>
            </a:pr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" name="pl2201"/>
            <p:cNvSpPr/>
            <p:nvPr/>
          </p:nvSpPr>
          <p:spPr>
            <a:xfrm>
              <a:off x="3698794" y="679741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" name="pl2202"/>
            <p:cNvSpPr/>
            <p:nvPr/>
          </p:nvSpPr>
          <p:spPr>
            <a:xfrm>
              <a:off x="3698794" y="6797417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" name="pt2203"/>
            <p:cNvSpPr/>
            <p:nvPr/>
          </p:nvSpPr>
          <p:spPr>
            <a:xfrm>
              <a:off x="3697524" y="6791399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" name="pl2204"/>
            <p:cNvSpPr/>
            <p:nvPr/>
          </p:nvSpPr>
          <p:spPr>
            <a:xfrm>
              <a:off x="3697524" y="679139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" name="pl2205"/>
            <p:cNvSpPr/>
            <p:nvPr/>
          </p:nvSpPr>
          <p:spPr>
            <a:xfrm>
              <a:off x="3697524" y="6791399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t2206"/>
            <p:cNvSpPr/>
            <p:nvPr/>
          </p:nvSpPr>
          <p:spPr>
            <a:xfrm>
              <a:off x="2600076" y="727512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7" name="pt2207"/>
            <p:cNvSpPr/>
            <p:nvPr/>
          </p:nvSpPr>
          <p:spPr>
            <a:xfrm>
              <a:off x="3574021" y="6643461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8" name="pt2208"/>
            <p:cNvSpPr/>
            <p:nvPr/>
          </p:nvSpPr>
          <p:spPr>
            <a:xfrm>
              <a:off x="4110986" y="664706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9" name="pt2209"/>
            <p:cNvSpPr/>
            <p:nvPr/>
          </p:nvSpPr>
          <p:spPr>
            <a:xfrm>
              <a:off x="4057221" y="658420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0" name="pt2210"/>
            <p:cNvSpPr/>
            <p:nvPr/>
          </p:nvSpPr>
          <p:spPr>
            <a:xfrm>
              <a:off x="3736628" y="463542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1" name="pt2211"/>
            <p:cNvSpPr/>
            <p:nvPr/>
          </p:nvSpPr>
          <p:spPr>
            <a:xfrm>
              <a:off x="3325004" y="5629013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2" name="pl2212"/>
            <p:cNvSpPr/>
            <p:nvPr/>
          </p:nvSpPr>
          <p:spPr>
            <a:xfrm>
              <a:off x="2756936" y="666509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l2213"/>
            <p:cNvSpPr/>
            <p:nvPr/>
          </p:nvSpPr>
          <p:spPr>
            <a:xfrm>
              <a:off x="2756936" y="666509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l2214"/>
            <p:cNvSpPr/>
            <p:nvPr/>
          </p:nvSpPr>
          <p:spPr>
            <a:xfrm>
              <a:off x="2743847" y="6696696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l2215"/>
            <p:cNvSpPr/>
            <p:nvPr/>
          </p:nvSpPr>
          <p:spPr>
            <a:xfrm>
              <a:off x="2788538" y="665200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t2216"/>
            <p:cNvSpPr/>
            <p:nvPr/>
          </p:nvSpPr>
          <p:spPr>
            <a:xfrm>
              <a:off x="2771964" y="666313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7" name="pt2217"/>
            <p:cNvSpPr/>
            <p:nvPr/>
          </p:nvSpPr>
          <p:spPr>
            <a:xfrm>
              <a:off x="4100383" y="470315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8" name="pt2218"/>
            <p:cNvSpPr/>
            <p:nvPr/>
          </p:nvSpPr>
          <p:spPr>
            <a:xfrm>
              <a:off x="3645042" y="661990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9" name="pt2219"/>
            <p:cNvSpPr/>
            <p:nvPr/>
          </p:nvSpPr>
          <p:spPr>
            <a:xfrm>
              <a:off x="3627447" y="6591031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0" name="pt2220"/>
            <p:cNvSpPr/>
            <p:nvPr/>
          </p:nvSpPr>
          <p:spPr>
            <a:xfrm>
              <a:off x="3462357" y="5662100"/>
              <a:ext cx="103648" cy="103648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1" name="pt2221"/>
            <p:cNvSpPr/>
            <p:nvPr/>
          </p:nvSpPr>
          <p:spPr>
            <a:xfrm>
              <a:off x="3233470" y="470639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2" name="pg2222"/>
            <p:cNvSpPr/>
            <p:nvPr/>
          </p:nvSpPr>
          <p:spPr>
            <a:xfrm>
              <a:off x="3782116" y="6356570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3" name="pt2223"/>
            <p:cNvSpPr/>
            <p:nvPr/>
          </p:nvSpPr>
          <p:spPr>
            <a:xfrm>
              <a:off x="2393187" y="515469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4" name="pt2224"/>
            <p:cNvSpPr/>
            <p:nvPr/>
          </p:nvSpPr>
          <p:spPr>
            <a:xfrm>
              <a:off x="3709377" y="709722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5" name="pt2225"/>
            <p:cNvSpPr/>
            <p:nvPr/>
          </p:nvSpPr>
          <p:spPr>
            <a:xfrm>
              <a:off x="3716341" y="695836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6" name="pt2226"/>
            <p:cNvSpPr/>
            <p:nvPr/>
          </p:nvSpPr>
          <p:spPr>
            <a:xfrm>
              <a:off x="3459593" y="5725004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7" name="pt2227"/>
            <p:cNvSpPr/>
            <p:nvPr/>
          </p:nvSpPr>
          <p:spPr>
            <a:xfrm>
              <a:off x="4032170" y="599447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8" name="pl2228"/>
            <p:cNvSpPr/>
            <p:nvPr/>
          </p:nvSpPr>
          <p:spPr>
            <a:xfrm>
              <a:off x="5080809" y="581479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" name="pl2229"/>
            <p:cNvSpPr/>
            <p:nvPr/>
          </p:nvSpPr>
          <p:spPr>
            <a:xfrm>
              <a:off x="5080809" y="581479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" name="pl2230"/>
            <p:cNvSpPr/>
            <p:nvPr/>
          </p:nvSpPr>
          <p:spPr>
            <a:xfrm>
              <a:off x="5067719" y="584639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l2231"/>
            <p:cNvSpPr/>
            <p:nvPr/>
          </p:nvSpPr>
          <p:spPr>
            <a:xfrm>
              <a:off x="5112410" y="5801704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t2232"/>
            <p:cNvSpPr/>
            <p:nvPr/>
          </p:nvSpPr>
          <p:spPr>
            <a:xfrm>
              <a:off x="2137149" y="616145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" name="pt2233"/>
            <p:cNvSpPr/>
            <p:nvPr/>
          </p:nvSpPr>
          <p:spPr>
            <a:xfrm>
              <a:off x="2239641" y="665777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" name="pg2234"/>
            <p:cNvSpPr/>
            <p:nvPr/>
          </p:nvSpPr>
          <p:spPr>
            <a:xfrm>
              <a:off x="2735841" y="668979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" name="pt2235"/>
            <p:cNvSpPr/>
            <p:nvPr/>
          </p:nvSpPr>
          <p:spPr>
            <a:xfrm>
              <a:off x="4645707" y="5056985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" name="pt2236"/>
            <p:cNvSpPr/>
            <p:nvPr/>
          </p:nvSpPr>
          <p:spPr>
            <a:xfrm>
              <a:off x="3277397" y="5598051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7" name="pt2237"/>
            <p:cNvSpPr/>
            <p:nvPr/>
          </p:nvSpPr>
          <p:spPr>
            <a:xfrm>
              <a:off x="3298211" y="5597769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8" name="pt2238"/>
            <p:cNvSpPr/>
            <p:nvPr/>
          </p:nvSpPr>
          <p:spPr>
            <a:xfrm>
              <a:off x="3290539" y="559358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9" name="pl2239"/>
            <p:cNvSpPr/>
            <p:nvPr/>
          </p:nvSpPr>
          <p:spPr>
            <a:xfrm>
              <a:off x="3282983" y="5601796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" name="pl2240"/>
            <p:cNvSpPr/>
            <p:nvPr/>
          </p:nvSpPr>
          <p:spPr>
            <a:xfrm>
              <a:off x="3282983" y="5601796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" name="pl2241"/>
            <p:cNvSpPr/>
            <p:nvPr/>
          </p:nvSpPr>
          <p:spPr>
            <a:xfrm>
              <a:off x="3269894" y="5633397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" name="pl2242"/>
            <p:cNvSpPr/>
            <p:nvPr/>
          </p:nvSpPr>
          <p:spPr>
            <a:xfrm>
              <a:off x="3314584" y="5588706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t2243"/>
            <p:cNvSpPr/>
            <p:nvPr/>
          </p:nvSpPr>
          <p:spPr>
            <a:xfrm>
              <a:off x="4760393" y="6286715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4" name="pt2244"/>
            <p:cNvSpPr/>
            <p:nvPr/>
          </p:nvSpPr>
          <p:spPr>
            <a:xfrm>
              <a:off x="5087588" y="6589620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5" name="pt2245"/>
            <p:cNvSpPr/>
            <p:nvPr/>
          </p:nvSpPr>
          <p:spPr>
            <a:xfrm>
              <a:off x="3150526" y="760727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6" name="pt2246"/>
            <p:cNvSpPr/>
            <p:nvPr/>
          </p:nvSpPr>
          <p:spPr>
            <a:xfrm>
              <a:off x="2810209" y="7459080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4643829" y="7127105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" name="pt2248"/>
            <p:cNvSpPr/>
            <p:nvPr/>
          </p:nvSpPr>
          <p:spPr>
            <a:xfrm>
              <a:off x="4061730" y="7338439"/>
              <a:ext cx="103648" cy="103648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" name="pt2249"/>
            <p:cNvSpPr/>
            <p:nvPr/>
          </p:nvSpPr>
          <p:spPr>
            <a:xfrm>
              <a:off x="2107058" y="654618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0" name="pt2250"/>
            <p:cNvSpPr/>
            <p:nvPr/>
          </p:nvSpPr>
          <p:spPr>
            <a:xfrm>
              <a:off x="4536424" y="632291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" name="pt2251"/>
            <p:cNvSpPr/>
            <p:nvPr/>
          </p:nvSpPr>
          <p:spPr>
            <a:xfrm>
              <a:off x="3701920" y="6525721"/>
              <a:ext cx="63202" cy="63202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" name="pt2252"/>
            <p:cNvSpPr/>
            <p:nvPr/>
          </p:nvSpPr>
          <p:spPr>
            <a:xfrm>
              <a:off x="4161091" y="7601470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" name="pg2253"/>
            <p:cNvSpPr/>
            <p:nvPr/>
          </p:nvSpPr>
          <p:spPr>
            <a:xfrm>
              <a:off x="2291017" y="6933271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" name="pt2254"/>
            <p:cNvSpPr/>
            <p:nvPr/>
          </p:nvSpPr>
          <p:spPr>
            <a:xfrm>
              <a:off x="3376408" y="569882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" name="pt2255"/>
            <p:cNvSpPr/>
            <p:nvPr/>
          </p:nvSpPr>
          <p:spPr>
            <a:xfrm>
              <a:off x="3356189" y="574183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" name="pt2256"/>
            <p:cNvSpPr/>
            <p:nvPr/>
          </p:nvSpPr>
          <p:spPr>
            <a:xfrm>
              <a:off x="2754835" y="673410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" name="pt2257"/>
            <p:cNvSpPr/>
            <p:nvPr/>
          </p:nvSpPr>
          <p:spPr>
            <a:xfrm>
              <a:off x="4050179" y="683276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" name="pt2258"/>
            <p:cNvSpPr/>
            <p:nvPr/>
          </p:nvSpPr>
          <p:spPr>
            <a:xfrm>
              <a:off x="4024775" y="6866279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" name="pt2259"/>
            <p:cNvSpPr/>
            <p:nvPr/>
          </p:nvSpPr>
          <p:spPr>
            <a:xfrm>
              <a:off x="4068635" y="681457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" name="pl2260"/>
            <p:cNvSpPr/>
            <p:nvPr/>
          </p:nvSpPr>
          <p:spPr>
            <a:xfrm>
              <a:off x="4018813" y="683983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" name="pl2261"/>
            <p:cNvSpPr/>
            <p:nvPr/>
          </p:nvSpPr>
          <p:spPr>
            <a:xfrm>
              <a:off x="4018813" y="683983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" name="pl2262"/>
            <p:cNvSpPr/>
            <p:nvPr/>
          </p:nvSpPr>
          <p:spPr>
            <a:xfrm>
              <a:off x="4005724" y="6871434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" name="pl2263"/>
            <p:cNvSpPr/>
            <p:nvPr/>
          </p:nvSpPr>
          <p:spPr>
            <a:xfrm>
              <a:off x="4050415" y="6826743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4" name="pt2264"/>
            <p:cNvSpPr/>
            <p:nvPr/>
          </p:nvSpPr>
          <p:spPr>
            <a:xfrm>
              <a:off x="4010206" y="6762235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" name="pl2265"/>
            <p:cNvSpPr/>
            <p:nvPr/>
          </p:nvSpPr>
          <p:spPr>
            <a:xfrm>
              <a:off x="3988846" y="68317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" name="pl2266"/>
            <p:cNvSpPr/>
            <p:nvPr/>
          </p:nvSpPr>
          <p:spPr>
            <a:xfrm>
              <a:off x="3988846" y="68317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" name="pl2267"/>
            <p:cNvSpPr/>
            <p:nvPr/>
          </p:nvSpPr>
          <p:spPr>
            <a:xfrm>
              <a:off x="3975756" y="686335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8" name="pl2268"/>
            <p:cNvSpPr/>
            <p:nvPr/>
          </p:nvSpPr>
          <p:spPr>
            <a:xfrm>
              <a:off x="4020447" y="681866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9" name="pg2269"/>
            <p:cNvSpPr/>
            <p:nvPr/>
          </p:nvSpPr>
          <p:spPr>
            <a:xfrm>
              <a:off x="5117038" y="6225017"/>
              <a:ext cx="85119" cy="73715"/>
            </a:xfrm>
            <a:custGeom>
              <a:avLst/>
              <a:gdLst/>
              <a:ahLst/>
              <a:cxnLst/>
              <a:rect l="0" t="0" r="0" b="0"/>
              <a:pathLst>
                <a:path w="85119" h="73715">
                  <a:moveTo>
                    <a:pt x="42559" y="0"/>
                  </a:moveTo>
                  <a:lnTo>
                    <a:pt x="85119" y="73715"/>
                  </a:lnTo>
                  <a:lnTo>
                    <a:pt x="0" y="73715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0" name="pt2270"/>
            <p:cNvSpPr/>
            <p:nvPr/>
          </p:nvSpPr>
          <p:spPr>
            <a:xfrm>
              <a:off x="4505823" y="667034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" name="pt2271"/>
            <p:cNvSpPr/>
            <p:nvPr/>
          </p:nvSpPr>
          <p:spPr>
            <a:xfrm>
              <a:off x="4419053" y="6581534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" name="pt2272"/>
            <p:cNvSpPr/>
            <p:nvPr/>
          </p:nvSpPr>
          <p:spPr>
            <a:xfrm>
              <a:off x="2361078" y="5283723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" name="pt2273"/>
            <p:cNvSpPr/>
            <p:nvPr/>
          </p:nvSpPr>
          <p:spPr>
            <a:xfrm>
              <a:off x="4151108" y="615239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" name="pt2274"/>
            <p:cNvSpPr/>
            <p:nvPr/>
          </p:nvSpPr>
          <p:spPr>
            <a:xfrm>
              <a:off x="4134451" y="614442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" name="pl2275"/>
            <p:cNvSpPr/>
            <p:nvPr/>
          </p:nvSpPr>
          <p:spPr>
            <a:xfrm>
              <a:off x="4180029" y="668285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" name="pl2276"/>
            <p:cNvSpPr/>
            <p:nvPr/>
          </p:nvSpPr>
          <p:spPr>
            <a:xfrm>
              <a:off x="4180029" y="6682854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7" name="pl2277"/>
            <p:cNvSpPr/>
            <p:nvPr/>
          </p:nvSpPr>
          <p:spPr>
            <a:xfrm>
              <a:off x="4166940" y="6714455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l2278"/>
            <p:cNvSpPr/>
            <p:nvPr/>
          </p:nvSpPr>
          <p:spPr>
            <a:xfrm>
              <a:off x="4211630" y="6669765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t2279"/>
            <p:cNvSpPr/>
            <p:nvPr/>
          </p:nvSpPr>
          <p:spPr>
            <a:xfrm>
              <a:off x="4345280" y="593525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" name="pt2280"/>
            <p:cNvSpPr/>
            <p:nvPr/>
          </p:nvSpPr>
          <p:spPr>
            <a:xfrm>
              <a:off x="4360014" y="596741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" name="pt2281"/>
            <p:cNvSpPr/>
            <p:nvPr/>
          </p:nvSpPr>
          <p:spPr>
            <a:xfrm>
              <a:off x="4449632" y="6578433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" name="pt2282"/>
            <p:cNvSpPr/>
            <p:nvPr/>
          </p:nvSpPr>
          <p:spPr>
            <a:xfrm>
              <a:off x="3715889" y="6680736"/>
              <a:ext cx="91802" cy="918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" name="pt2283"/>
            <p:cNvSpPr/>
            <p:nvPr/>
          </p:nvSpPr>
          <p:spPr>
            <a:xfrm>
              <a:off x="3888252" y="613732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4" name="pt2284"/>
            <p:cNvSpPr/>
            <p:nvPr/>
          </p:nvSpPr>
          <p:spPr>
            <a:xfrm>
              <a:off x="3906795" y="612775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" name="pt2285"/>
            <p:cNvSpPr/>
            <p:nvPr/>
          </p:nvSpPr>
          <p:spPr>
            <a:xfrm>
              <a:off x="3184751" y="746558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6" name="pg2286"/>
            <p:cNvSpPr/>
            <p:nvPr/>
          </p:nvSpPr>
          <p:spPr>
            <a:xfrm>
              <a:off x="4013224" y="6022585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31601"/>
                  </a:moveTo>
                  <a:lnTo>
                    <a:pt x="31601" y="0"/>
                  </a:lnTo>
                  <a:lnTo>
                    <a:pt x="63202" y="31601"/>
                  </a:lnTo>
                  <a:lnTo>
                    <a:pt x="31601" y="63202"/>
                  </a:lnTo>
                  <a:close/>
                </a:path>
              </a:pathLst>
            </a:cu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" name="pt2287"/>
            <p:cNvSpPr/>
            <p:nvPr/>
          </p:nvSpPr>
          <p:spPr>
            <a:xfrm>
              <a:off x="3995182" y="6042560"/>
              <a:ext cx="63202" cy="63202"/>
            </a:xfrm>
            <a:prstGeom prst="ellipse">
              <a:avLst/>
            </a:pr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8" name="pl2288"/>
            <p:cNvSpPr/>
            <p:nvPr/>
          </p:nvSpPr>
          <p:spPr>
            <a:xfrm>
              <a:off x="3995182" y="604256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9" name="pl2289"/>
            <p:cNvSpPr/>
            <p:nvPr/>
          </p:nvSpPr>
          <p:spPr>
            <a:xfrm>
              <a:off x="3995182" y="6042560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" name="pl2290"/>
            <p:cNvSpPr/>
            <p:nvPr/>
          </p:nvSpPr>
          <p:spPr>
            <a:xfrm>
              <a:off x="4000317" y="60525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1" name="pl2291"/>
            <p:cNvSpPr/>
            <p:nvPr/>
          </p:nvSpPr>
          <p:spPr>
            <a:xfrm>
              <a:off x="4000317" y="6052551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t2292"/>
            <p:cNvSpPr/>
            <p:nvPr/>
          </p:nvSpPr>
          <p:spPr>
            <a:xfrm>
              <a:off x="3839562" y="454762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3" name="pt2293"/>
            <p:cNvSpPr/>
            <p:nvPr/>
          </p:nvSpPr>
          <p:spPr>
            <a:xfrm>
              <a:off x="2041543" y="626052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4" name="pt2294"/>
            <p:cNvSpPr/>
            <p:nvPr/>
          </p:nvSpPr>
          <p:spPr>
            <a:xfrm>
              <a:off x="2012471" y="624766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5" name="pt2295"/>
            <p:cNvSpPr/>
            <p:nvPr/>
          </p:nvSpPr>
          <p:spPr>
            <a:xfrm>
              <a:off x="2105338" y="582589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6" name="pt2296"/>
            <p:cNvSpPr/>
            <p:nvPr/>
          </p:nvSpPr>
          <p:spPr>
            <a:xfrm>
              <a:off x="2479279" y="6440463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7" name="pt2297"/>
            <p:cNvSpPr/>
            <p:nvPr/>
          </p:nvSpPr>
          <p:spPr>
            <a:xfrm>
              <a:off x="2488520" y="6446132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8" name="pt2298"/>
            <p:cNvSpPr/>
            <p:nvPr/>
          </p:nvSpPr>
          <p:spPr>
            <a:xfrm>
              <a:off x="2847790" y="6772898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9" name="pt2299"/>
            <p:cNvSpPr/>
            <p:nvPr/>
          </p:nvSpPr>
          <p:spPr>
            <a:xfrm>
              <a:off x="2851153" y="674230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0" name="pt2300"/>
            <p:cNvSpPr/>
            <p:nvPr/>
          </p:nvSpPr>
          <p:spPr>
            <a:xfrm>
              <a:off x="4984245" y="6662184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1" name="pt2301"/>
            <p:cNvSpPr/>
            <p:nvPr/>
          </p:nvSpPr>
          <p:spPr>
            <a:xfrm>
              <a:off x="3450432" y="5757432"/>
              <a:ext cx="91802" cy="918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2" name="pt2302"/>
            <p:cNvSpPr/>
            <p:nvPr/>
          </p:nvSpPr>
          <p:spPr>
            <a:xfrm>
              <a:off x="3368175" y="7652410"/>
              <a:ext cx="63202" cy="63202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3" name="pt2303"/>
            <p:cNvSpPr/>
            <p:nvPr/>
          </p:nvSpPr>
          <p:spPr>
            <a:xfrm>
              <a:off x="4149212" y="659003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4" name="pt2304"/>
            <p:cNvSpPr/>
            <p:nvPr/>
          </p:nvSpPr>
          <p:spPr>
            <a:xfrm>
              <a:off x="2435789" y="702599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5" name="pt2305"/>
            <p:cNvSpPr/>
            <p:nvPr/>
          </p:nvSpPr>
          <p:spPr>
            <a:xfrm>
              <a:off x="4838074" y="555972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6" name="pt2306"/>
            <p:cNvSpPr/>
            <p:nvPr/>
          </p:nvSpPr>
          <p:spPr>
            <a:xfrm>
              <a:off x="4814311" y="552221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7" name="pt2307"/>
            <p:cNvSpPr/>
            <p:nvPr/>
          </p:nvSpPr>
          <p:spPr>
            <a:xfrm>
              <a:off x="4853419" y="5495462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8" name="pt2308"/>
            <p:cNvSpPr/>
            <p:nvPr/>
          </p:nvSpPr>
          <p:spPr>
            <a:xfrm>
              <a:off x="3486373" y="5717208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09" name="pt2309"/>
            <p:cNvSpPr/>
            <p:nvPr/>
          </p:nvSpPr>
          <p:spPr>
            <a:xfrm>
              <a:off x="2068100" y="618315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0" name="pt2310"/>
            <p:cNvSpPr/>
            <p:nvPr/>
          </p:nvSpPr>
          <p:spPr>
            <a:xfrm>
              <a:off x="4535479" y="498536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1" name="pt2311"/>
            <p:cNvSpPr/>
            <p:nvPr/>
          </p:nvSpPr>
          <p:spPr>
            <a:xfrm>
              <a:off x="3464942" y="5728032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2" name="pt2312"/>
            <p:cNvSpPr/>
            <p:nvPr/>
          </p:nvSpPr>
          <p:spPr>
            <a:xfrm>
              <a:off x="3459245" y="57346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3" name="pt2313"/>
            <p:cNvSpPr/>
            <p:nvPr/>
          </p:nvSpPr>
          <p:spPr>
            <a:xfrm>
              <a:off x="3445302" y="5710156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4" name="pt2314"/>
            <p:cNvSpPr/>
            <p:nvPr/>
          </p:nvSpPr>
          <p:spPr>
            <a:xfrm>
              <a:off x="3450663" y="5703943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5" name="pt2315"/>
            <p:cNvSpPr/>
            <p:nvPr/>
          </p:nvSpPr>
          <p:spPr>
            <a:xfrm>
              <a:off x="3452586" y="5717015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6" name="pt2316"/>
            <p:cNvSpPr/>
            <p:nvPr/>
          </p:nvSpPr>
          <p:spPr>
            <a:xfrm>
              <a:off x="3454581" y="5704114"/>
              <a:ext cx="91802" cy="918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7" name="pt2317"/>
            <p:cNvSpPr/>
            <p:nvPr/>
          </p:nvSpPr>
          <p:spPr>
            <a:xfrm>
              <a:off x="3461369" y="5708619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18" name="pl2318"/>
            <p:cNvSpPr/>
            <p:nvPr/>
          </p:nvSpPr>
          <p:spPr>
            <a:xfrm>
              <a:off x="2578320" y="491376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63202"/>
                  </a:moveTo>
                  <a:lnTo>
                    <a:pt x="63202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l2319"/>
            <p:cNvSpPr/>
            <p:nvPr/>
          </p:nvSpPr>
          <p:spPr>
            <a:xfrm>
              <a:off x="2578320" y="4913762"/>
              <a:ext cx="63202" cy="63202"/>
            </a:xfrm>
            <a:custGeom>
              <a:avLst/>
              <a:gdLst/>
              <a:ahLst/>
              <a:cxnLst/>
              <a:rect l="0" t="0" r="0" b="0"/>
              <a:pathLst>
                <a:path w="63202" h="63202">
                  <a:moveTo>
                    <a:pt x="0" y="0"/>
                  </a:moveTo>
                  <a:lnTo>
                    <a:pt x="63202" y="63202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l2320"/>
            <p:cNvSpPr/>
            <p:nvPr/>
          </p:nvSpPr>
          <p:spPr>
            <a:xfrm>
              <a:off x="2565231" y="4945363"/>
              <a:ext cx="89381" cy="0"/>
            </a:xfrm>
            <a:custGeom>
              <a:avLst/>
              <a:gdLst/>
              <a:ahLst/>
              <a:cxnLst/>
              <a:rect l="0" t="0" r="0" b="0"/>
              <a:pathLst>
                <a:path w="89381">
                  <a:moveTo>
                    <a:pt x="0" y="0"/>
                  </a:moveTo>
                  <a:lnTo>
                    <a:pt x="89381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l2321"/>
            <p:cNvSpPr/>
            <p:nvPr/>
          </p:nvSpPr>
          <p:spPr>
            <a:xfrm>
              <a:off x="2609921" y="4900672"/>
              <a:ext cx="0" cy="89381"/>
            </a:xfrm>
            <a:custGeom>
              <a:avLst/>
              <a:gdLst/>
              <a:ahLst/>
              <a:cxnLst/>
              <a:rect l="0" t="0" r="0" b="0"/>
              <a:pathLst>
                <a:path h="89381">
                  <a:moveTo>
                    <a:pt x="0" y="89381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t2322"/>
            <p:cNvSpPr/>
            <p:nvPr/>
          </p:nvSpPr>
          <p:spPr>
            <a:xfrm>
              <a:off x="4912828" y="6938738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3" name="pt2323"/>
            <p:cNvSpPr/>
            <p:nvPr/>
          </p:nvSpPr>
          <p:spPr>
            <a:xfrm>
              <a:off x="4869311" y="700556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4" name="pt2324"/>
            <p:cNvSpPr/>
            <p:nvPr/>
          </p:nvSpPr>
          <p:spPr>
            <a:xfrm>
              <a:off x="4927515" y="535616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5" name="pt2325"/>
            <p:cNvSpPr/>
            <p:nvPr/>
          </p:nvSpPr>
          <p:spPr>
            <a:xfrm>
              <a:off x="4094182" y="6007477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6" name="pt2326"/>
            <p:cNvSpPr/>
            <p:nvPr/>
          </p:nvSpPr>
          <p:spPr>
            <a:xfrm>
              <a:off x="4155423" y="5970354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7" name="pt2327"/>
            <p:cNvSpPr/>
            <p:nvPr/>
          </p:nvSpPr>
          <p:spPr>
            <a:xfrm>
              <a:off x="5123992" y="600735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8" name="pt2328"/>
            <p:cNvSpPr/>
            <p:nvPr/>
          </p:nvSpPr>
          <p:spPr>
            <a:xfrm>
              <a:off x="2448275" y="7171160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29" name="pt2329"/>
            <p:cNvSpPr/>
            <p:nvPr/>
          </p:nvSpPr>
          <p:spPr>
            <a:xfrm>
              <a:off x="3258052" y="5789577"/>
              <a:ext cx="63202" cy="63202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30" name="pt2330"/>
            <p:cNvSpPr/>
            <p:nvPr/>
          </p:nvSpPr>
          <p:spPr>
            <a:xfrm>
              <a:off x="3950693" y="6255979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31" name="pt2331"/>
            <p:cNvSpPr/>
            <p:nvPr/>
          </p:nvSpPr>
          <p:spPr>
            <a:xfrm>
              <a:off x="3772547" y="6584686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32" name="pt2332"/>
            <p:cNvSpPr/>
            <p:nvPr/>
          </p:nvSpPr>
          <p:spPr>
            <a:xfrm>
              <a:off x="3389642" y="5579623"/>
              <a:ext cx="63202" cy="63202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33" name="tx2333"/>
            <p:cNvSpPr/>
            <p:nvPr/>
          </p:nvSpPr>
          <p:spPr>
            <a:xfrm>
              <a:off x="252469" y="4255805"/>
              <a:ext cx="1201064" cy="11996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Stress network</a:t>
              </a:r>
            </a:p>
          </p:txBody>
        </p:sp>
        <p:sp>
          <p:nvSpPr>
            <p:cNvPr id="2334" name="tx2334"/>
            <p:cNvSpPr/>
            <p:nvPr/>
          </p:nvSpPr>
          <p:spPr>
            <a:xfrm>
              <a:off x="7241647" y="4766220"/>
              <a:ext cx="34408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Nodes</a:t>
              </a:r>
            </a:p>
          </p:txBody>
        </p:sp>
        <p:sp>
          <p:nvSpPr>
            <p:cNvPr id="2335" name="tx2335"/>
            <p:cNvSpPr/>
            <p:nvPr/>
          </p:nvSpPr>
          <p:spPr>
            <a:xfrm>
              <a:off x="7241647" y="4966146"/>
              <a:ext cx="337505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Edges</a:t>
              </a:r>
            </a:p>
          </p:txBody>
        </p:sp>
        <p:sp>
          <p:nvSpPr>
            <p:cNvPr id="2336" name="tx2336"/>
            <p:cNvSpPr/>
            <p:nvPr/>
          </p:nvSpPr>
          <p:spPr>
            <a:xfrm>
              <a:off x="7241647" y="5166072"/>
              <a:ext cx="39694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Density</a:t>
              </a:r>
            </a:p>
          </p:txBody>
        </p:sp>
        <p:sp>
          <p:nvSpPr>
            <p:cNvPr id="2337" name="tx2337"/>
            <p:cNvSpPr/>
            <p:nvPr/>
          </p:nvSpPr>
          <p:spPr>
            <a:xfrm>
              <a:off x="7241647" y="5365998"/>
              <a:ext cx="58878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Reciprocity</a:t>
              </a:r>
            </a:p>
          </p:txBody>
        </p:sp>
        <p:sp>
          <p:nvSpPr>
            <p:cNvPr id="2338" name="tx2338"/>
            <p:cNvSpPr/>
            <p:nvPr/>
          </p:nvSpPr>
          <p:spPr>
            <a:xfrm>
              <a:off x="7241647" y="5565924"/>
              <a:ext cx="103912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degree (total)</a:t>
              </a:r>
            </a:p>
          </p:txBody>
        </p:sp>
        <p:sp>
          <p:nvSpPr>
            <p:cNvPr id="2339" name="tx2339"/>
            <p:cNvSpPr/>
            <p:nvPr/>
          </p:nvSpPr>
          <p:spPr>
            <a:xfrm>
              <a:off x="7241647" y="5765849"/>
              <a:ext cx="112498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Degree centralization</a:t>
              </a:r>
            </a:p>
          </p:txBody>
        </p:sp>
        <p:sp>
          <p:nvSpPr>
            <p:cNvPr id="2340" name="tx2340"/>
            <p:cNvSpPr/>
            <p:nvPr/>
          </p:nvSpPr>
          <p:spPr>
            <a:xfrm>
              <a:off x="7241647" y="5965775"/>
              <a:ext cx="1032449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betweenness</a:t>
              </a:r>
            </a:p>
          </p:txBody>
        </p:sp>
        <p:sp>
          <p:nvSpPr>
            <p:cNvPr id="2341" name="tx2341"/>
            <p:cNvSpPr/>
            <p:nvPr/>
          </p:nvSpPr>
          <p:spPr>
            <a:xfrm>
              <a:off x="7241647" y="6165701"/>
              <a:ext cx="106536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Components (weak)</a:t>
              </a:r>
            </a:p>
          </p:txBody>
        </p:sp>
        <p:sp>
          <p:nvSpPr>
            <p:cNvPr id="2342" name="tx2342"/>
            <p:cNvSpPr/>
            <p:nvPr/>
          </p:nvSpPr>
          <p:spPr>
            <a:xfrm>
              <a:off x="7241647" y="6365627"/>
              <a:ext cx="101928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Largest component</a:t>
              </a:r>
            </a:p>
          </p:txBody>
        </p:sp>
        <p:sp>
          <p:nvSpPr>
            <p:cNvPr id="2343" name="tx2343"/>
            <p:cNvSpPr/>
            <p:nvPr/>
          </p:nvSpPr>
          <p:spPr>
            <a:xfrm>
              <a:off x="7241647" y="6565553"/>
              <a:ext cx="920069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path length</a:t>
              </a:r>
            </a:p>
          </p:txBody>
        </p:sp>
        <p:sp>
          <p:nvSpPr>
            <p:cNvPr id="2344" name="tx2344"/>
            <p:cNvSpPr/>
            <p:nvPr/>
          </p:nvSpPr>
          <p:spPr>
            <a:xfrm>
              <a:off x="7241647" y="6765479"/>
              <a:ext cx="99459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Transitivity (global)</a:t>
              </a:r>
            </a:p>
          </p:txBody>
        </p:sp>
        <p:sp>
          <p:nvSpPr>
            <p:cNvPr id="2345" name="tx2345"/>
            <p:cNvSpPr/>
            <p:nvPr/>
          </p:nvSpPr>
          <p:spPr>
            <a:xfrm>
              <a:off x="7241647" y="6965405"/>
              <a:ext cx="108511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 err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Assortativity</a:t>
              </a: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(region)</a:t>
              </a:r>
            </a:p>
          </p:txBody>
        </p:sp>
        <p:sp>
          <p:nvSpPr>
            <p:cNvPr id="2346" name="tx2346"/>
            <p:cNvSpPr/>
            <p:nvPr/>
          </p:nvSpPr>
          <p:spPr>
            <a:xfrm>
              <a:off x="7241647" y="7165331"/>
              <a:ext cx="979230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 err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Assortativity</a:t>
              </a: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 (type)</a:t>
              </a:r>
            </a:p>
          </p:txBody>
        </p:sp>
        <p:sp>
          <p:nvSpPr>
            <p:cNvPr id="2347" name="tx2347"/>
            <p:cNvSpPr/>
            <p:nvPr/>
          </p:nvSpPr>
          <p:spPr>
            <a:xfrm>
              <a:off x="7241647" y="7365257"/>
              <a:ext cx="90653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Total volume (kg)</a:t>
              </a:r>
            </a:p>
          </p:txBody>
        </p:sp>
        <p:sp>
          <p:nvSpPr>
            <p:cNvPr id="2348" name="tx2348"/>
            <p:cNvSpPr/>
            <p:nvPr/>
          </p:nvSpPr>
          <p:spPr>
            <a:xfrm>
              <a:off x="7241647" y="7565182"/>
              <a:ext cx="12508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edge volume (kg)</a:t>
              </a:r>
            </a:p>
          </p:txBody>
        </p:sp>
        <p:sp>
          <p:nvSpPr>
            <p:cNvPr id="2349" name="tx2349"/>
            <p:cNvSpPr/>
            <p:nvPr/>
          </p:nvSpPr>
          <p:spPr>
            <a:xfrm>
              <a:off x="9825461" y="4766220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450</a:t>
              </a:r>
            </a:p>
          </p:txBody>
        </p:sp>
        <p:sp>
          <p:nvSpPr>
            <p:cNvPr id="2350" name="tx2350"/>
            <p:cNvSpPr/>
            <p:nvPr/>
          </p:nvSpPr>
          <p:spPr>
            <a:xfrm>
              <a:off x="9825461" y="4966146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454</a:t>
              </a:r>
            </a:p>
          </p:txBody>
        </p:sp>
        <p:sp>
          <p:nvSpPr>
            <p:cNvPr id="2351" name="tx2351"/>
            <p:cNvSpPr/>
            <p:nvPr/>
          </p:nvSpPr>
          <p:spPr>
            <a:xfrm>
              <a:off x="9726157" y="5166072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0.002</a:t>
              </a:r>
            </a:p>
          </p:txBody>
        </p:sp>
        <p:sp>
          <p:nvSpPr>
            <p:cNvPr id="2352" name="tx2352"/>
            <p:cNvSpPr/>
            <p:nvPr/>
          </p:nvSpPr>
          <p:spPr>
            <a:xfrm>
              <a:off x="9726157" y="5365998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0.004</a:t>
              </a:r>
            </a:p>
          </p:txBody>
        </p:sp>
        <p:sp>
          <p:nvSpPr>
            <p:cNvPr id="2353" name="tx2353"/>
            <p:cNvSpPr/>
            <p:nvPr/>
          </p:nvSpPr>
          <p:spPr>
            <a:xfrm>
              <a:off x="9792360" y="5565924"/>
              <a:ext cx="231708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2.02</a:t>
              </a:r>
            </a:p>
          </p:txBody>
        </p:sp>
        <p:sp>
          <p:nvSpPr>
            <p:cNvPr id="2354" name="tx2354"/>
            <p:cNvSpPr/>
            <p:nvPr/>
          </p:nvSpPr>
          <p:spPr>
            <a:xfrm>
              <a:off x="9726157" y="5765849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0.048</a:t>
              </a:r>
            </a:p>
          </p:txBody>
        </p:sp>
        <p:sp>
          <p:nvSpPr>
            <p:cNvPr id="2355" name="tx2355"/>
            <p:cNvSpPr/>
            <p:nvPr/>
          </p:nvSpPr>
          <p:spPr>
            <a:xfrm>
              <a:off x="9726157" y="5965775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0.000</a:t>
              </a:r>
            </a:p>
          </p:txBody>
        </p:sp>
        <p:sp>
          <p:nvSpPr>
            <p:cNvPr id="2356" name="tx2356"/>
            <p:cNvSpPr/>
            <p:nvPr/>
          </p:nvSpPr>
          <p:spPr>
            <a:xfrm>
              <a:off x="9891663" y="6165701"/>
              <a:ext cx="132405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51</a:t>
              </a:r>
            </a:p>
          </p:txBody>
        </p:sp>
        <p:sp>
          <p:nvSpPr>
            <p:cNvPr id="2357" name="tx2357"/>
            <p:cNvSpPr/>
            <p:nvPr/>
          </p:nvSpPr>
          <p:spPr>
            <a:xfrm>
              <a:off x="9825461" y="6365627"/>
              <a:ext cx="198607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159</a:t>
              </a:r>
            </a:p>
          </p:txBody>
        </p:sp>
        <p:sp>
          <p:nvSpPr>
            <p:cNvPr id="2358" name="tx2358"/>
            <p:cNvSpPr/>
            <p:nvPr/>
          </p:nvSpPr>
          <p:spPr>
            <a:xfrm>
              <a:off x="9593752" y="6565553"/>
              <a:ext cx="43031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7980.21</a:t>
              </a:r>
            </a:p>
          </p:txBody>
        </p:sp>
        <p:sp>
          <p:nvSpPr>
            <p:cNvPr id="2359" name="tx2359"/>
            <p:cNvSpPr/>
            <p:nvPr/>
          </p:nvSpPr>
          <p:spPr>
            <a:xfrm>
              <a:off x="9726157" y="6765479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0.004</a:t>
              </a:r>
            </a:p>
          </p:txBody>
        </p:sp>
        <p:sp>
          <p:nvSpPr>
            <p:cNvPr id="2360" name="tx2360"/>
            <p:cNvSpPr/>
            <p:nvPr/>
          </p:nvSpPr>
          <p:spPr>
            <a:xfrm>
              <a:off x="9726157" y="6965405"/>
              <a:ext cx="297911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0.580</a:t>
              </a:r>
            </a:p>
          </p:txBody>
        </p:sp>
        <p:sp>
          <p:nvSpPr>
            <p:cNvPr id="2361" name="tx2361"/>
            <p:cNvSpPr/>
            <p:nvPr/>
          </p:nvSpPr>
          <p:spPr>
            <a:xfrm>
              <a:off x="9686472" y="7165331"/>
              <a:ext cx="33759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-0.036</a:t>
              </a:r>
            </a:p>
          </p:txBody>
        </p:sp>
        <p:sp>
          <p:nvSpPr>
            <p:cNvPr id="2362" name="tx2362"/>
            <p:cNvSpPr/>
            <p:nvPr/>
          </p:nvSpPr>
          <p:spPr>
            <a:xfrm>
              <a:off x="9494448" y="7365257"/>
              <a:ext cx="529620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1,163,946</a:t>
              </a:r>
            </a:p>
          </p:txBody>
        </p:sp>
        <p:sp>
          <p:nvSpPr>
            <p:cNvPr id="2363" name="tx2363"/>
            <p:cNvSpPr/>
            <p:nvPr/>
          </p:nvSpPr>
          <p:spPr>
            <a:xfrm>
              <a:off x="9659954" y="7565182"/>
              <a:ext cx="36411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2563.8</a:t>
              </a:r>
            </a:p>
          </p:txBody>
        </p:sp>
        <p:sp>
          <p:nvSpPr>
            <p:cNvPr id="2364" name="tx2364"/>
            <p:cNvSpPr/>
            <p:nvPr/>
          </p:nvSpPr>
          <p:spPr>
            <a:xfrm>
              <a:off x="6956780" y="4255805"/>
              <a:ext cx="2160361" cy="11996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32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2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Stress — summary metrics</a:t>
              </a:r>
            </a:p>
          </p:txBody>
        </p:sp>
        <p:sp>
          <p:nvSpPr>
            <p:cNvPr id="2365" name="tx2365"/>
            <p:cNvSpPr/>
            <p:nvPr/>
          </p:nvSpPr>
          <p:spPr>
            <a:xfrm>
              <a:off x="10448114" y="-1825297"/>
              <a:ext cx="1095176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Edge volume (kg)</a:t>
              </a:r>
            </a:p>
          </p:txBody>
        </p:sp>
        <p:sp>
          <p:nvSpPr>
            <p:cNvPr id="2366" name="tx2366"/>
            <p:cNvSpPr/>
            <p:nvPr/>
          </p:nvSpPr>
          <p:spPr>
            <a:xfrm>
              <a:off x="10737159" y="-1571227"/>
              <a:ext cx="31089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50000</a:t>
              </a:r>
            </a:p>
          </p:txBody>
        </p:sp>
        <p:sp>
          <p:nvSpPr>
            <p:cNvPr id="2367" name="tx2367"/>
            <p:cNvSpPr/>
            <p:nvPr/>
          </p:nvSpPr>
          <p:spPr>
            <a:xfrm>
              <a:off x="10737159" y="-1351771"/>
              <a:ext cx="37307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100000</a:t>
              </a:r>
            </a:p>
          </p:txBody>
        </p:sp>
        <p:sp>
          <p:nvSpPr>
            <p:cNvPr id="2368" name="tx2368"/>
            <p:cNvSpPr/>
            <p:nvPr/>
          </p:nvSpPr>
          <p:spPr>
            <a:xfrm>
              <a:off x="10737159" y="-1132315"/>
              <a:ext cx="37307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150000</a:t>
              </a:r>
            </a:p>
          </p:txBody>
        </p:sp>
        <p:sp>
          <p:nvSpPr>
            <p:cNvPr id="2369" name="tx2369"/>
            <p:cNvSpPr/>
            <p:nvPr/>
          </p:nvSpPr>
          <p:spPr>
            <a:xfrm>
              <a:off x="10737159" y="-912859"/>
              <a:ext cx="37307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200000</a:t>
              </a:r>
            </a:p>
          </p:txBody>
        </p:sp>
        <p:sp>
          <p:nvSpPr>
            <p:cNvPr id="2370" name="tx2370"/>
            <p:cNvSpPr/>
            <p:nvPr/>
          </p:nvSpPr>
          <p:spPr>
            <a:xfrm>
              <a:off x="10737159" y="-693403"/>
              <a:ext cx="37307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250000</a:t>
              </a:r>
            </a:p>
          </p:txBody>
        </p:sp>
        <p:sp>
          <p:nvSpPr>
            <p:cNvPr id="2371" name="tx2371"/>
            <p:cNvSpPr/>
            <p:nvPr/>
          </p:nvSpPr>
          <p:spPr>
            <a:xfrm>
              <a:off x="10448114" y="-389770"/>
              <a:ext cx="854415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Degree (total)</a:t>
              </a:r>
            </a:p>
          </p:txBody>
        </p:sp>
        <p:sp>
          <p:nvSpPr>
            <p:cNvPr id="2372" name="pt2372"/>
            <p:cNvSpPr/>
            <p:nvPr/>
          </p:nvSpPr>
          <p:spPr>
            <a:xfrm>
              <a:off x="10517280" y="-174079"/>
              <a:ext cx="156766" cy="156766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t2373"/>
            <p:cNvSpPr/>
            <p:nvPr/>
          </p:nvSpPr>
          <p:spPr>
            <a:xfrm>
              <a:off x="10496090" y="40749"/>
              <a:ext cx="199147" cy="199147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t2374"/>
            <p:cNvSpPr/>
            <p:nvPr/>
          </p:nvSpPr>
          <p:spPr>
            <a:xfrm>
              <a:off x="10480086" y="298586"/>
              <a:ext cx="231154" cy="231154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tx2375"/>
            <p:cNvSpPr/>
            <p:nvPr/>
          </p:nvSpPr>
          <p:spPr>
            <a:xfrm>
              <a:off x="10812802" y="-13570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2376" name="tx2376"/>
            <p:cNvSpPr/>
            <p:nvPr/>
          </p:nvSpPr>
          <p:spPr>
            <a:xfrm>
              <a:off x="10812802" y="100317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377" name="tx2377"/>
            <p:cNvSpPr/>
            <p:nvPr/>
          </p:nvSpPr>
          <p:spPr>
            <a:xfrm>
              <a:off x="10812802" y="374158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2378" name="tx2378"/>
            <p:cNvSpPr/>
            <p:nvPr/>
          </p:nvSpPr>
          <p:spPr>
            <a:xfrm>
              <a:off x="10448114" y="715613"/>
              <a:ext cx="44275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Region</a:t>
              </a:r>
            </a:p>
          </p:txBody>
        </p:sp>
        <p:sp>
          <p:nvSpPr>
            <p:cNvPr id="2379" name="pt2379"/>
            <p:cNvSpPr/>
            <p:nvPr/>
          </p:nvSpPr>
          <p:spPr>
            <a:xfrm>
              <a:off x="10512690" y="964536"/>
              <a:ext cx="90303" cy="90303"/>
            </a:xfrm>
            <a:prstGeom prst="ellipse">
              <a:avLst/>
            </a:prstGeom>
            <a:solidFill>
              <a:srgbClr val="66A61E">
                <a:alpha val="100000"/>
              </a:srgbClr>
            </a:solidFill>
            <a:ln w="9000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t2380"/>
            <p:cNvSpPr/>
            <p:nvPr/>
          </p:nvSpPr>
          <p:spPr>
            <a:xfrm>
              <a:off x="10512690" y="1183992"/>
              <a:ext cx="90303" cy="90303"/>
            </a:xfrm>
            <a:prstGeom prst="ellipse">
              <a:avLst/>
            </a:prstGeom>
            <a:solidFill>
              <a:srgbClr val="E6AB02">
                <a:alpha val="100000"/>
              </a:srgbClr>
            </a:solidFill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t2381"/>
            <p:cNvSpPr/>
            <p:nvPr/>
          </p:nvSpPr>
          <p:spPr>
            <a:xfrm>
              <a:off x="10512690" y="1403448"/>
              <a:ext cx="90303" cy="90303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t2382"/>
            <p:cNvSpPr/>
            <p:nvPr/>
          </p:nvSpPr>
          <p:spPr>
            <a:xfrm>
              <a:off x="10512690" y="1622904"/>
              <a:ext cx="90303" cy="9030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t2383"/>
            <p:cNvSpPr/>
            <p:nvPr/>
          </p:nvSpPr>
          <p:spPr>
            <a:xfrm>
              <a:off x="10512690" y="1842360"/>
              <a:ext cx="90303" cy="90303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t2384"/>
            <p:cNvSpPr/>
            <p:nvPr/>
          </p:nvSpPr>
          <p:spPr>
            <a:xfrm>
              <a:off x="10512690" y="2061816"/>
              <a:ext cx="90303" cy="9030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t2385"/>
            <p:cNvSpPr/>
            <p:nvPr/>
          </p:nvSpPr>
          <p:spPr>
            <a:xfrm>
              <a:off x="10512690" y="2281272"/>
              <a:ext cx="90303" cy="90303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tx2386"/>
            <p:cNvSpPr/>
            <p:nvPr/>
          </p:nvSpPr>
          <p:spPr>
            <a:xfrm>
              <a:off x="10737159" y="969682"/>
              <a:ext cx="47201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Apurimac</a:t>
              </a:r>
            </a:p>
          </p:txBody>
        </p:sp>
        <p:sp>
          <p:nvSpPr>
            <p:cNvPr id="2387" name="tx2387"/>
            <p:cNvSpPr/>
            <p:nvPr/>
          </p:nvSpPr>
          <p:spPr>
            <a:xfrm>
              <a:off x="10737159" y="1189138"/>
              <a:ext cx="48883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Ayacucho</a:t>
              </a:r>
            </a:p>
          </p:txBody>
        </p:sp>
        <p:sp>
          <p:nvSpPr>
            <p:cNvPr id="2388" name="tx2388"/>
            <p:cNvSpPr/>
            <p:nvPr/>
          </p:nvSpPr>
          <p:spPr>
            <a:xfrm>
              <a:off x="10737159" y="1408594"/>
              <a:ext cx="67089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Huancavelica</a:t>
              </a:r>
            </a:p>
          </p:txBody>
        </p:sp>
        <p:sp>
          <p:nvSpPr>
            <p:cNvPr id="2389" name="tx2389"/>
            <p:cNvSpPr/>
            <p:nvPr/>
          </p:nvSpPr>
          <p:spPr>
            <a:xfrm>
              <a:off x="10737159" y="1628050"/>
              <a:ext cx="44741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Huanuco</a:t>
              </a:r>
            </a:p>
          </p:txBody>
        </p:sp>
        <p:sp>
          <p:nvSpPr>
            <p:cNvPr id="2390" name="tx2390"/>
            <p:cNvSpPr/>
            <p:nvPr/>
          </p:nvSpPr>
          <p:spPr>
            <a:xfrm>
              <a:off x="10737159" y="1847506"/>
              <a:ext cx="26718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Junin</a:t>
              </a:r>
            </a:p>
          </p:txBody>
        </p:sp>
        <p:sp>
          <p:nvSpPr>
            <p:cNvPr id="2391" name="tx2391"/>
            <p:cNvSpPr/>
            <p:nvPr/>
          </p:nvSpPr>
          <p:spPr>
            <a:xfrm>
              <a:off x="10737159" y="2066962"/>
              <a:ext cx="242224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Lima</a:t>
              </a:r>
            </a:p>
          </p:txBody>
        </p:sp>
        <p:sp>
          <p:nvSpPr>
            <p:cNvPr id="2392" name="tx2392"/>
            <p:cNvSpPr/>
            <p:nvPr/>
          </p:nvSpPr>
          <p:spPr>
            <a:xfrm>
              <a:off x="10737159" y="2286418"/>
              <a:ext cx="310621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Pasco</a:t>
              </a:r>
            </a:p>
          </p:txBody>
        </p:sp>
        <p:sp>
          <p:nvSpPr>
            <p:cNvPr id="2393" name="tx2393"/>
            <p:cNvSpPr/>
            <p:nvPr/>
          </p:nvSpPr>
          <p:spPr>
            <a:xfrm>
              <a:off x="10448114" y="2590051"/>
              <a:ext cx="63706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Node type</a:t>
              </a:r>
            </a:p>
          </p:txBody>
        </p:sp>
        <p:sp>
          <p:nvSpPr>
            <p:cNvPr id="2394" name="pg2394"/>
            <p:cNvSpPr/>
            <p:nvPr/>
          </p:nvSpPr>
          <p:spPr>
            <a:xfrm>
              <a:off x="10497032" y="2813909"/>
              <a:ext cx="121618" cy="105324"/>
            </a:xfrm>
            <a:custGeom>
              <a:avLst/>
              <a:gdLst/>
              <a:ahLst/>
              <a:cxnLst/>
              <a:rect l="0" t="0" r="0" b="0"/>
              <a:pathLst>
                <a:path w="121618" h="105324">
                  <a:moveTo>
                    <a:pt x="60809" y="0"/>
                  </a:moveTo>
                  <a:lnTo>
                    <a:pt x="121618" y="105324"/>
                  </a:lnTo>
                  <a:lnTo>
                    <a:pt x="0" y="10532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" name="pl2395"/>
            <p:cNvSpPr/>
            <p:nvPr/>
          </p:nvSpPr>
          <p:spPr>
            <a:xfrm>
              <a:off x="10493987" y="3103582"/>
              <a:ext cx="127708" cy="0"/>
            </a:xfrm>
            <a:custGeom>
              <a:avLst/>
              <a:gdLst/>
              <a:ahLst/>
              <a:cxnLst/>
              <a:rect l="0" t="0" r="0" b="0"/>
              <a:pathLst>
                <a:path w="127708">
                  <a:moveTo>
                    <a:pt x="0" y="0"/>
                  </a:moveTo>
                  <a:lnTo>
                    <a:pt x="127708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l2396"/>
            <p:cNvSpPr/>
            <p:nvPr/>
          </p:nvSpPr>
          <p:spPr>
            <a:xfrm>
              <a:off x="10557842" y="3039727"/>
              <a:ext cx="0" cy="127708"/>
            </a:xfrm>
            <a:custGeom>
              <a:avLst/>
              <a:gdLst/>
              <a:ahLst/>
              <a:cxnLst/>
              <a:rect l="0" t="0" r="0" b="0"/>
              <a:pathLst>
                <a:path h="127708">
                  <a:moveTo>
                    <a:pt x="0" y="12770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t2397"/>
            <p:cNvSpPr/>
            <p:nvPr/>
          </p:nvSpPr>
          <p:spPr>
            <a:xfrm>
              <a:off x="10512690" y="3277886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" name="pl2398"/>
            <p:cNvSpPr/>
            <p:nvPr/>
          </p:nvSpPr>
          <p:spPr>
            <a:xfrm>
              <a:off x="10512690" y="3497342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l2399"/>
            <p:cNvSpPr/>
            <p:nvPr/>
          </p:nvSpPr>
          <p:spPr>
            <a:xfrm>
              <a:off x="10512690" y="3497342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t2400"/>
            <p:cNvSpPr/>
            <p:nvPr/>
          </p:nvSpPr>
          <p:spPr>
            <a:xfrm>
              <a:off x="10512690" y="3716798"/>
              <a:ext cx="90303" cy="90303"/>
            </a:xfrm>
            <a:prstGeom prst="ellipse">
              <a:avLst/>
            </a:pr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l2401"/>
            <p:cNvSpPr/>
            <p:nvPr/>
          </p:nvSpPr>
          <p:spPr>
            <a:xfrm>
              <a:off x="10512690" y="3716798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l2402"/>
            <p:cNvSpPr/>
            <p:nvPr/>
          </p:nvSpPr>
          <p:spPr>
            <a:xfrm>
              <a:off x="10512690" y="3716798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g2403"/>
            <p:cNvSpPr/>
            <p:nvPr/>
          </p:nvSpPr>
          <p:spPr>
            <a:xfrm>
              <a:off x="10512690" y="3936254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45151"/>
                  </a:moveTo>
                  <a:lnTo>
                    <a:pt x="45151" y="0"/>
                  </a:lnTo>
                  <a:lnTo>
                    <a:pt x="90303" y="45151"/>
                  </a:lnTo>
                  <a:lnTo>
                    <a:pt x="45151" y="90303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" name="pg2404"/>
            <p:cNvSpPr/>
            <p:nvPr/>
          </p:nvSpPr>
          <p:spPr>
            <a:xfrm>
              <a:off x="10512690" y="4155710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90303"/>
                  </a:lnTo>
                  <a:lnTo>
                    <a:pt x="90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" name="pl2405"/>
            <p:cNvSpPr/>
            <p:nvPr/>
          </p:nvSpPr>
          <p:spPr>
            <a:xfrm>
              <a:off x="10512690" y="4375166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l2406"/>
            <p:cNvSpPr/>
            <p:nvPr/>
          </p:nvSpPr>
          <p:spPr>
            <a:xfrm>
              <a:off x="10512690" y="4375166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l2407"/>
            <p:cNvSpPr/>
            <p:nvPr/>
          </p:nvSpPr>
          <p:spPr>
            <a:xfrm>
              <a:off x="10493987" y="4420318"/>
              <a:ext cx="127708" cy="0"/>
            </a:xfrm>
            <a:custGeom>
              <a:avLst/>
              <a:gdLst/>
              <a:ahLst/>
              <a:cxnLst/>
              <a:rect l="0" t="0" r="0" b="0"/>
              <a:pathLst>
                <a:path w="127708">
                  <a:moveTo>
                    <a:pt x="0" y="0"/>
                  </a:moveTo>
                  <a:lnTo>
                    <a:pt x="127708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l2408"/>
            <p:cNvSpPr/>
            <p:nvPr/>
          </p:nvSpPr>
          <p:spPr>
            <a:xfrm>
              <a:off x="10557842" y="4356463"/>
              <a:ext cx="0" cy="127708"/>
            </a:xfrm>
            <a:custGeom>
              <a:avLst/>
              <a:gdLst/>
              <a:ahLst/>
              <a:cxnLst/>
              <a:rect l="0" t="0" r="0" b="0"/>
              <a:pathLst>
                <a:path h="127708">
                  <a:moveTo>
                    <a:pt x="0" y="12770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tx2409"/>
            <p:cNvSpPr/>
            <p:nvPr/>
          </p:nvSpPr>
          <p:spPr>
            <a:xfrm>
              <a:off x="10737159" y="2844121"/>
              <a:ext cx="50328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Custodian</a:t>
              </a:r>
            </a:p>
          </p:txBody>
        </p:sp>
        <p:sp>
          <p:nvSpPr>
            <p:cNvPr id="2410" name="tx2410"/>
            <p:cNvSpPr/>
            <p:nvPr/>
          </p:nvSpPr>
          <p:spPr>
            <a:xfrm>
              <a:off x="10737159" y="3063577"/>
              <a:ext cx="614842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Farm_assoc</a:t>
              </a:r>
            </a:p>
          </p:txBody>
        </p:sp>
        <p:sp>
          <p:nvSpPr>
            <p:cNvPr id="2411" name="tx2411"/>
            <p:cNvSpPr/>
            <p:nvPr/>
          </p:nvSpPr>
          <p:spPr>
            <a:xfrm>
              <a:off x="10737159" y="3283033"/>
              <a:ext cx="36009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Farmer</a:t>
              </a:r>
            </a:p>
          </p:txBody>
        </p:sp>
        <p:sp>
          <p:nvSpPr>
            <p:cNvPr id="2412" name="tx2412"/>
            <p:cNvSpPr/>
            <p:nvPr/>
          </p:nvSpPr>
          <p:spPr>
            <a:xfrm>
              <a:off x="10737159" y="3502489"/>
              <a:ext cx="61511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Government</a:t>
              </a:r>
            </a:p>
          </p:txBody>
        </p:sp>
        <p:sp>
          <p:nvSpPr>
            <p:cNvPr id="2413" name="tx2413"/>
            <p:cNvSpPr/>
            <p:nvPr/>
          </p:nvSpPr>
          <p:spPr>
            <a:xfrm>
              <a:off x="10737159" y="3721945"/>
              <a:ext cx="2545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NGO</a:t>
              </a:r>
            </a:p>
          </p:txBody>
        </p:sp>
        <p:sp>
          <p:nvSpPr>
            <p:cNvPr id="2414" name="tx2414"/>
            <p:cNvSpPr/>
            <p:nvPr/>
          </p:nvSpPr>
          <p:spPr>
            <a:xfrm>
              <a:off x="10737159" y="3941401"/>
              <a:ext cx="2796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Other</a:t>
              </a:r>
            </a:p>
          </p:txBody>
        </p:sp>
        <p:sp>
          <p:nvSpPr>
            <p:cNvPr id="2415" name="tx2415"/>
            <p:cNvSpPr/>
            <p:nvPr/>
          </p:nvSpPr>
          <p:spPr>
            <a:xfrm>
              <a:off x="10737159" y="4160857"/>
              <a:ext cx="78281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Seed_specialist</a:t>
              </a:r>
            </a:p>
          </p:txBody>
        </p:sp>
        <p:sp>
          <p:nvSpPr>
            <p:cNvPr id="2416" name="tx2416"/>
            <p:cNvSpPr/>
            <p:nvPr/>
          </p:nvSpPr>
          <p:spPr>
            <a:xfrm>
              <a:off x="10737159" y="4380313"/>
              <a:ext cx="32506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Trader</a:t>
              </a:r>
            </a:p>
          </p:txBody>
        </p:sp>
        <p:sp>
          <p:nvSpPr>
            <p:cNvPr id="2417" name="tx2417"/>
            <p:cNvSpPr/>
            <p:nvPr/>
          </p:nvSpPr>
          <p:spPr>
            <a:xfrm>
              <a:off x="10448114" y="4683946"/>
              <a:ext cx="854415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Degree (total)</a:t>
              </a:r>
            </a:p>
          </p:txBody>
        </p:sp>
        <p:sp>
          <p:nvSpPr>
            <p:cNvPr id="2418" name="pt2418"/>
            <p:cNvSpPr/>
            <p:nvPr/>
          </p:nvSpPr>
          <p:spPr>
            <a:xfrm>
              <a:off x="10528238" y="4903519"/>
              <a:ext cx="149001" cy="149001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t2419"/>
            <p:cNvSpPr/>
            <p:nvPr/>
          </p:nvSpPr>
          <p:spPr>
            <a:xfrm>
              <a:off x="10508806" y="5112613"/>
              <a:ext cx="187865" cy="187865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t2420"/>
            <p:cNvSpPr/>
            <p:nvPr/>
          </p:nvSpPr>
          <p:spPr>
            <a:xfrm>
              <a:off x="10494130" y="5355028"/>
              <a:ext cx="217216" cy="217216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t2421"/>
            <p:cNvSpPr/>
            <p:nvPr/>
          </p:nvSpPr>
          <p:spPr>
            <a:xfrm>
              <a:off x="10481835" y="5635650"/>
              <a:ext cx="241807" cy="241807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tx2422"/>
            <p:cNvSpPr/>
            <p:nvPr/>
          </p:nvSpPr>
          <p:spPr>
            <a:xfrm>
              <a:off x="10826953" y="4938015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2423" name="tx2423"/>
            <p:cNvSpPr/>
            <p:nvPr/>
          </p:nvSpPr>
          <p:spPr>
            <a:xfrm>
              <a:off x="10826953" y="5166541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2424" name="tx2424"/>
            <p:cNvSpPr/>
            <p:nvPr/>
          </p:nvSpPr>
          <p:spPr>
            <a:xfrm>
              <a:off x="10826953" y="5423632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2425" name="tx2425"/>
            <p:cNvSpPr/>
            <p:nvPr/>
          </p:nvSpPr>
          <p:spPr>
            <a:xfrm>
              <a:off x="10826953" y="5716549"/>
              <a:ext cx="12435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</a:t>
              </a:r>
            </a:p>
          </p:txBody>
        </p:sp>
        <p:sp>
          <p:nvSpPr>
            <p:cNvPr id="2426" name="tx2426"/>
            <p:cNvSpPr/>
            <p:nvPr/>
          </p:nvSpPr>
          <p:spPr>
            <a:xfrm>
              <a:off x="10448114" y="6065079"/>
              <a:ext cx="63706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Node type</a:t>
              </a:r>
            </a:p>
          </p:txBody>
        </p:sp>
        <p:sp>
          <p:nvSpPr>
            <p:cNvPr id="2427" name="pg2427"/>
            <p:cNvSpPr/>
            <p:nvPr/>
          </p:nvSpPr>
          <p:spPr>
            <a:xfrm>
              <a:off x="10497032" y="6288937"/>
              <a:ext cx="121618" cy="105324"/>
            </a:xfrm>
            <a:custGeom>
              <a:avLst/>
              <a:gdLst/>
              <a:ahLst/>
              <a:cxnLst/>
              <a:rect l="0" t="0" r="0" b="0"/>
              <a:pathLst>
                <a:path w="121618" h="105324">
                  <a:moveTo>
                    <a:pt x="60809" y="0"/>
                  </a:moveTo>
                  <a:lnTo>
                    <a:pt x="121618" y="105324"/>
                  </a:lnTo>
                  <a:lnTo>
                    <a:pt x="0" y="105324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28" name="pt2428"/>
            <p:cNvSpPr/>
            <p:nvPr/>
          </p:nvSpPr>
          <p:spPr>
            <a:xfrm>
              <a:off x="10512690" y="6533457"/>
              <a:ext cx="90303" cy="90303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29" name="pl2429"/>
            <p:cNvSpPr/>
            <p:nvPr/>
          </p:nvSpPr>
          <p:spPr>
            <a:xfrm>
              <a:off x="10512690" y="6752913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l2430"/>
            <p:cNvSpPr/>
            <p:nvPr/>
          </p:nvSpPr>
          <p:spPr>
            <a:xfrm>
              <a:off x="10512690" y="6752913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t2431"/>
            <p:cNvSpPr/>
            <p:nvPr/>
          </p:nvSpPr>
          <p:spPr>
            <a:xfrm>
              <a:off x="10512690" y="6972369"/>
              <a:ext cx="90303" cy="90303"/>
            </a:xfrm>
            <a:prstGeom prst="ellipse">
              <a:avLst/>
            </a:pr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l2432"/>
            <p:cNvSpPr/>
            <p:nvPr/>
          </p:nvSpPr>
          <p:spPr>
            <a:xfrm>
              <a:off x="10512690" y="6972369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l2433"/>
            <p:cNvSpPr/>
            <p:nvPr/>
          </p:nvSpPr>
          <p:spPr>
            <a:xfrm>
              <a:off x="10512690" y="6972369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g2434"/>
            <p:cNvSpPr/>
            <p:nvPr/>
          </p:nvSpPr>
          <p:spPr>
            <a:xfrm>
              <a:off x="10512690" y="7191825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45151"/>
                  </a:moveTo>
                  <a:lnTo>
                    <a:pt x="45151" y="0"/>
                  </a:lnTo>
                  <a:lnTo>
                    <a:pt x="90303" y="45151"/>
                  </a:lnTo>
                  <a:lnTo>
                    <a:pt x="45151" y="90303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35" name="pg2435"/>
            <p:cNvSpPr/>
            <p:nvPr/>
          </p:nvSpPr>
          <p:spPr>
            <a:xfrm>
              <a:off x="10512690" y="7411281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90303"/>
                  </a:lnTo>
                  <a:lnTo>
                    <a:pt x="90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36" name="pl2436"/>
            <p:cNvSpPr/>
            <p:nvPr/>
          </p:nvSpPr>
          <p:spPr>
            <a:xfrm>
              <a:off x="10512690" y="7630737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90303"/>
                  </a:moveTo>
                  <a:lnTo>
                    <a:pt x="90303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l2437"/>
            <p:cNvSpPr/>
            <p:nvPr/>
          </p:nvSpPr>
          <p:spPr>
            <a:xfrm>
              <a:off x="10512690" y="7630737"/>
              <a:ext cx="90303" cy="90303"/>
            </a:xfrm>
            <a:custGeom>
              <a:avLst/>
              <a:gdLst/>
              <a:ahLst/>
              <a:cxnLst/>
              <a:rect l="0" t="0" r="0" b="0"/>
              <a:pathLst>
                <a:path w="90303" h="90303">
                  <a:moveTo>
                    <a:pt x="0" y="0"/>
                  </a:moveTo>
                  <a:lnTo>
                    <a:pt x="90303" y="90303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l2438"/>
            <p:cNvSpPr/>
            <p:nvPr/>
          </p:nvSpPr>
          <p:spPr>
            <a:xfrm>
              <a:off x="10493987" y="7675889"/>
              <a:ext cx="127708" cy="0"/>
            </a:xfrm>
            <a:custGeom>
              <a:avLst/>
              <a:gdLst/>
              <a:ahLst/>
              <a:cxnLst/>
              <a:rect l="0" t="0" r="0" b="0"/>
              <a:pathLst>
                <a:path w="127708">
                  <a:moveTo>
                    <a:pt x="0" y="0"/>
                  </a:moveTo>
                  <a:lnTo>
                    <a:pt x="127708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l2439"/>
            <p:cNvSpPr/>
            <p:nvPr/>
          </p:nvSpPr>
          <p:spPr>
            <a:xfrm>
              <a:off x="10557842" y="7612035"/>
              <a:ext cx="0" cy="127708"/>
            </a:xfrm>
            <a:custGeom>
              <a:avLst/>
              <a:gdLst/>
              <a:ahLst/>
              <a:cxnLst/>
              <a:rect l="0" t="0" r="0" b="0"/>
              <a:pathLst>
                <a:path h="127708">
                  <a:moveTo>
                    <a:pt x="0" y="127708"/>
                  </a:moveTo>
                  <a:lnTo>
                    <a:pt x="0" y="0"/>
                  </a:lnTo>
                </a:path>
              </a:pathLst>
            </a:custGeom>
            <a:ln w="9000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tx2440"/>
            <p:cNvSpPr/>
            <p:nvPr/>
          </p:nvSpPr>
          <p:spPr>
            <a:xfrm>
              <a:off x="10737159" y="6319148"/>
              <a:ext cx="50328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Custodian</a:t>
              </a:r>
            </a:p>
          </p:txBody>
        </p:sp>
        <p:sp>
          <p:nvSpPr>
            <p:cNvPr id="2441" name="tx2441"/>
            <p:cNvSpPr/>
            <p:nvPr/>
          </p:nvSpPr>
          <p:spPr>
            <a:xfrm>
              <a:off x="10737159" y="6538604"/>
              <a:ext cx="360090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Farmer</a:t>
              </a:r>
            </a:p>
          </p:txBody>
        </p:sp>
        <p:sp>
          <p:nvSpPr>
            <p:cNvPr id="2442" name="tx2442"/>
            <p:cNvSpPr/>
            <p:nvPr/>
          </p:nvSpPr>
          <p:spPr>
            <a:xfrm>
              <a:off x="10737159" y="6758060"/>
              <a:ext cx="615116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Government</a:t>
              </a:r>
            </a:p>
          </p:txBody>
        </p:sp>
        <p:sp>
          <p:nvSpPr>
            <p:cNvPr id="2443" name="tx2443"/>
            <p:cNvSpPr/>
            <p:nvPr/>
          </p:nvSpPr>
          <p:spPr>
            <a:xfrm>
              <a:off x="10737159" y="6977516"/>
              <a:ext cx="25456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NGO</a:t>
              </a:r>
            </a:p>
          </p:txBody>
        </p:sp>
        <p:sp>
          <p:nvSpPr>
            <p:cNvPr id="2444" name="tx2444"/>
            <p:cNvSpPr/>
            <p:nvPr/>
          </p:nvSpPr>
          <p:spPr>
            <a:xfrm>
              <a:off x="10737159" y="7196972"/>
              <a:ext cx="279623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Other</a:t>
              </a:r>
            </a:p>
          </p:txBody>
        </p:sp>
        <p:sp>
          <p:nvSpPr>
            <p:cNvPr id="2445" name="tx2445"/>
            <p:cNvSpPr/>
            <p:nvPr/>
          </p:nvSpPr>
          <p:spPr>
            <a:xfrm>
              <a:off x="10737159" y="7416428"/>
              <a:ext cx="78281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Seed_specialist</a:t>
              </a:r>
            </a:p>
          </p:txBody>
        </p:sp>
        <p:sp>
          <p:nvSpPr>
            <p:cNvPr id="2446" name="tx2446"/>
            <p:cNvSpPr/>
            <p:nvPr/>
          </p:nvSpPr>
          <p:spPr>
            <a:xfrm>
              <a:off x="10737159" y="7635884"/>
              <a:ext cx="325069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Trader</a:t>
              </a:r>
            </a:p>
          </p:txBody>
        </p:sp>
        <p:sp>
          <p:nvSpPr>
            <p:cNvPr id="2447" name="tx2447"/>
            <p:cNvSpPr/>
            <p:nvPr/>
          </p:nvSpPr>
          <p:spPr>
            <a:xfrm>
              <a:off x="10448114" y="7939517"/>
              <a:ext cx="1095176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Edge volume (kg)</a:t>
              </a:r>
            </a:p>
          </p:txBody>
        </p:sp>
        <p:sp>
          <p:nvSpPr>
            <p:cNvPr id="2448" name="tx2448"/>
            <p:cNvSpPr/>
            <p:nvPr/>
          </p:nvSpPr>
          <p:spPr>
            <a:xfrm>
              <a:off x="10737159" y="8193586"/>
              <a:ext cx="314004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2e+05</a:t>
              </a:r>
            </a:p>
          </p:txBody>
        </p:sp>
        <p:sp>
          <p:nvSpPr>
            <p:cNvPr id="2449" name="tx2449"/>
            <p:cNvSpPr/>
            <p:nvPr/>
          </p:nvSpPr>
          <p:spPr>
            <a:xfrm>
              <a:off x="10737159" y="8413042"/>
              <a:ext cx="314004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4e+05</a:t>
              </a:r>
            </a:p>
          </p:txBody>
        </p:sp>
        <p:sp>
          <p:nvSpPr>
            <p:cNvPr id="2450" name="tx2450"/>
            <p:cNvSpPr/>
            <p:nvPr/>
          </p:nvSpPr>
          <p:spPr>
            <a:xfrm>
              <a:off x="10737159" y="8632498"/>
              <a:ext cx="314004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6e+05</a:t>
              </a:r>
            </a:p>
          </p:txBody>
        </p:sp>
        <p:sp>
          <p:nvSpPr>
            <p:cNvPr id="2451" name="tx2451"/>
            <p:cNvSpPr/>
            <p:nvPr/>
          </p:nvSpPr>
          <p:spPr>
            <a:xfrm>
              <a:off x="10448114" y="8936131"/>
              <a:ext cx="442752" cy="100035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Region</a:t>
              </a:r>
            </a:p>
          </p:txBody>
        </p:sp>
        <p:sp>
          <p:nvSpPr>
            <p:cNvPr id="2452" name="pt2452"/>
            <p:cNvSpPr/>
            <p:nvPr/>
          </p:nvSpPr>
          <p:spPr>
            <a:xfrm>
              <a:off x="10512690" y="9185054"/>
              <a:ext cx="90303" cy="90303"/>
            </a:xfrm>
            <a:prstGeom prst="ellipse">
              <a:avLst/>
            </a:prstGeom>
            <a:solidFill>
              <a:srgbClr val="E6AB02">
                <a:alpha val="100000"/>
              </a:srgbClr>
            </a:solidFill>
            <a:ln w="9000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t2453"/>
            <p:cNvSpPr/>
            <p:nvPr/>
          </p:nvSpPr>
          <p:spPr>
            <a:xfrm>
              <a:off x="10512690" y="9404510"/>
              <a:ext cx="90303" cy="90303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  <a:ln w="9000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t2454"/>
            <p:cNvSpPr/>
            <p:nvPr/>
          </p:nvSpPr>
          <p:spPr>
            <a:xfrm>
              <a:off x="10512690" y="9623966"/>
              <a:ext cx="90303" cy="9030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  <a:ln w="9000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t2455"/>
            <p:cNvSpPr/>
            <p:nvPr/>
          </p:nvSpPr>
          <p:spPr>
            <a:xfrm>
              <a:off x="10512690" y="9843422"/>
              <a:ext cx="90303" cy="90303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  <a:ln w="9000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t2456"/>
            <p:cNvSpPr/>
            <p:nvPr/>
          </p:nvSpPr>
          <p:spPr>
            <a:xfrm>
              <a:off x="10512690" y="10062878"/>
              <a:ext cx="90303" cy="9030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  <a:ln w="9000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t2457"/>
            <p:cNvSpPr/>
            <p:nvPr/>
          </p:nvSpPr>
          <p:spPr>
            <a:xfrm>
              <a:off x="10512690" y="10282334"/>
              <a:ext cx="90303" cy="90303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  <a:ln w="9000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tx2458"/>
            <p:cNvSpPr/>
            <p:nvPr/>
          </p:nvSpPr>
          <p:spPr>
            <a:xfrm>
              <a:off x="10737159" y="9190201"/>
              <a:ext cx="488838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Ayacucho</a:t>
              </a:r>
            </a:p>
          </p:txBody>
        </p:sp>
        <p:sp>
          <p:nvSpPr>
            <p:cNvPr id="2459" name="tx2459"/>
            <p:cNvSpPr/>
            <p:nvPr/>
          </p:nvSpPr>
          <p:spPr>
            <a:xfrm>
              <a:off x="10737159" y="9409657"/>
              <a:ext cx="67089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Huancavelica</a:t>
              </a:r>
            </a:p>
          </p:txBody>
        </p:sp>
        <p:sp>
          <p:nvSpPr>
            <p:cNvPr id="2460" name="tx2460"/>
            <p:cNvSpPr/>
            <p:nvPr/>
          </p:nvSpPr>
          <p:spPr>
            <a:xfrm>
              <a:off x="10737159" y="9629113"/>
              <a:ext cx="447415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Huanuco</a:t>
              </a:r>
            </a:p>
          </p:txBody>
        </p:sp>
        <p:sp>
          <p:nvSpPr>
            <p:cNvPr id="2461" name="tx2461"/>
            <p:cNvSpPr/>
            <p:nvPr/>
          </p:nvSpPr>
          <p:spPr>
            <a:xfrm>
              <a:off x="10737159" y="9848569"/>
              <a:ext cx="267187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Junin</a:t>
              </a:r>
            </a:p>
          </p:txBody>
        </p:sp>
        <p:sp>
          <p:nvSpPr>
            <p:cNvPr id="2462" name="tx2462"/>
            <p:cNvSpPr/>
            <p:nvPr/>
          </p:nvSpPr>
          <p:spPr>
            <a:xfrm>
              <a:off x="10737159" y="10068025"/>
              <a:ext cx="242224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Lima</a:t>
              </a:r>
            </a:p>
          </p:txBody>
        </p:sp>
        <p:sp>
          <p:nvSpPr>
            <p:cNvPr id="2463" name="tx2463"/>
            <p:cNvSpPr/>
            <p:nvPr/>
          </p:nvSpPr>
          <p:spPr>
            <a:xfrm>
              <a:off x="10737159" y="10287481"/>
              <a:ext cx="310621" cy="8001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Pasco</a:t>
              </a:r>
            </a:p>
          </p:txBody>
        </p:sp>
        <p:sp>
          <p:nvSpPr>
            <p:cNvPr id="2464" name="tx2464"/>
            <p:cNvSpPr/>
            <p:nvPr/>
          </p:nvSpPr>
          <p:spPr>
            <a:xfrm>
              <a:off x="252469" y="252469"/>
              <a:ext cx="5392948" cy="127284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Figure 1. Potato seed-exchange networks and summary metrics</a:t>
              </a: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82880" y="182880"/>
            <a:ext cx="10058400" cy="12801600"/>
            <a:chOff x="182880" y="182880"/>
            <a:chExt cx="10058400" cy="12801600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10058400" cy="128016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82880" y="614197"/>
              <a:ext cx="10058399" cy="11938964"/>
            </a:xfrm>
            <a:prstGeom prst="rect">
              <a:avLst/>
            </a:prstGeom>
          </p:spPr>
          <p:txBody>
            <a:bodyPr/>
            <a:lstStyle/>
            <a:p>
              <a:endParaRPr/>
            </a:p>
          </p:txBody>
        </p:sp>
        <p:sp>
          <p:nvSpPr>
            <p:cNvPr id="5" name="pl5"/>
            <p:cNvSpPr/>
            <p:nvPr/>
          </p:nvSpPr>
          <p:spPr>
            <a:xfrm>
              <a:off x="2421475" y="178312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496734" y="174183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481717" y="1727372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496734" y="173258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466542" y="180391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539000" y="211130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2539000" y="211130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2500815" y="206384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2539000" y="211130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539000" y="211130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492556" y="187950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824885" y="176100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404111" y="181073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3368672" y="1732390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3112052" y="1832880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2778194" y="1868183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2822928" y="187933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2822928" y="187933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2498327" y="206384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824885" y="175217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923322" y="174282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923322" y="1741803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569321" y="188816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322932" y="106233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465381" y="205642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481000" y="200596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l31"/>
            <p:cNvSpPr/>
            <p:nvPr/>
          </p:nvSpPr>
          <p:spPr>
            <a:xfrm>
              <a:off x="2789966" y="189765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l32"/>
            <p:cNvSpPr/>
            <p:nvPr/>
          </p:nvSpPr>
          <p:spPr>
            <a:xfrm>
              <a:off x="2493776" y="192852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l33"/>
            <p:cNvSpPr/>
            <p:nvPr/>
          </p:nvSpPr>
          <p:spPr>
            <a:xfrm>
              <a:off x="2502232" y="1936676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l34"/>
            <p:cNvSpPr/>
            <p:nvPr/>
          </p:nvSpPr>
          <p:spPr>
            <a:xfrm>
              <a:off x="2491598" y="1921392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l35"/>
            <p:cNvSpPr/>
            <p:nvPr/>
          </p:nvSpPr>
          <p:spPr>
            <a:xfrm>
              <a:off x="2490081" y="188888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l36"/>
            <p:cNvSpPr/>
            <p:nvPr/>
          </p:nvSpPr>
          <p:spPr>
            <a:xfrm>
              <a:off x="2490081" y="188888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l37"/>
            <p:cNvSpPr/>
            <p:nvPr/>
          </p:nvSpPr>
          <p:spPr>
            <a:xfrm>
              <a:off x="2482339" y="187565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465409" y="184680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490081" y="188888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426493" y="177627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426493" y="177627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544127" y="199796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2521191" y="194554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2521191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2521191" y="1947087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2750783" y="175233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l47"/>
            <p:cNvSpPr/>
            <p:nvPr/>
          </p:nvSpPr>
          <p:spPr>
            <a:xfrm>
              <a:off x="2802808" y="175411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pl48"/>
            <p:cNvSpPr/>
            <p:nvPr/>
          </p:nvSpPr>
          <p:spPr>
            <a:xfrm>
              <a:off x="2258893" y="1825626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" name="pl49"/>
            <p:cNvSpPr/>
            <p:nvPr/>
          </p:nvSpPr>
          <p:spPr>
            <a:xfrm>
              <a:off x="2560528" y="213904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" name="pl50"/>
            <p:cNvSpPr/>
            <p:nvPr/>
          </p:nvSpPr>
          <p:spPr>
            <a:xfrm>
              <a:off x="2448856" y="1981702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" name="pl51"/>
            <p:cNvSpPr/>
            <p:nvPr/>
          </p:nvSpPr>
          <p:spPr>
            <a:xfrm>
              <a:off x="2663349" y="1734276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" name="pl52"/>
            <p:cNvSpPr/>
            <p:nvPr/>
          </p:nvSpPr>
          <p:spPr>
            <a:xfrm>
              <a:off x="2778194" y="1868183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" name="pl53"/>
            <p:cNvSpPr/>
            <p:nvPr/>
          </p:nvSpPr>
          <p:spPr>
            <a:xfrm>
              <a:off x="2602081" y="188354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" name="pl54"/>
            <p:cNvSpPr/>
            <p:nvPr/>
          </p:nvSpPr>
          <p:spPr>
            <a:xfrm>
              <a:off x="2534907" y="190936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" name="pl55"/>
            <p:cNvSpPr/>
            <p:nvPr/>
          </p:nvSpPr>
          <p:spPr>
            <a:xfrm>
              <a:off x="2507386" y="191636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2505961" y="191025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pl57"/>
            <p:cNvSpPr/>
            <p:nvPr/>
          </p:nvSpPr>
          <p:spPr>
            <a:xfrm>
              <a:off x="2493776" y="191636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2507386" y="191636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pl59"/>
            <p:cNvSpPr/>
            <p:nvPr/>
          </p:nvSpPr>
          <p:spPr>
            <a:xfrm>
              <a:off x="2492556" y="187950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2507386" y="191636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pl61"/>
            <p:cNvSpPr/>
            <p:nvPr/>
          </p:nvSpPr>
          <p:spPr>
            <a:xfrm>
              <a:off x="2481440" y="191636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2507386" y="191636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l63"/>
            <p:cNvSpPr/>
            <p:nvPr/>
          </p:nvSpPr>
          <p:spPr>
            <a:xfrm>
              <a:off x="2504425" y="1899263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2507386" y="1900109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l65"/>
            <p:cNvSpPr/>
            <p:nvPr/>
          </p:nvSpPr>
          <p:spPr>
            <a:xfrm>
              <a:off x="2507386" y="191636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2507386" y="1913242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l67"/>
            <p:cNvSpPr/>
            <p:nvPr/>
          </p:nvSpPr>
          <p:spPr>
            <a:xfrm>
              <a:off x="2507386" y="191636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l68"/>
            <p:cNvSpPr/>
            <p:nvPr/>
          </p:nvSpPr>
          <p:spPr>
            <a:xfrm>
              <a:off x="2549912" y="188059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l69"/>
            <p:cNvSpPr/>
            <p:nvPr/>
          </p:nvSpPr>
          <p:spPr>
            <a:xfrm>
              <a:off x="3322365" y="214932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l70"/>
            <p:cNvSpPr/>
            <p:nvPr/>
          </p:nvSpPr>
          <p:spPr>
            <a:xfrm>
              <a:off x="2020885" y="1184515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l71"/>
            <p:cNvSpPr/>
            <p:nvPr/>
          </p:nvSpPr>
          <p:spPr>
            <a:xfrm>
              <a:off x="2596764" y="1650711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l72"/>
            <p:cNvSpPr/>
            <p:nvPr/>
          </p:nvSpPr>
          <p:spPr>
            <a:xfrm>
              <a:off x="2492025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l73"/>
            <p:cNvSpPr/>
            <p:nvPr/>
          </p:nvSpPr>
          <p:spPr>
            <a:xfrm>
              <a:off x="2434286" y="2600697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l74"/>
            <p:cNvSpPr/>
            <p:nvPr/>
          </p:nvSpPr>
          <p:spPr>
            <a:xfrm>
              <a:off x="2429420" y="259726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l75"/>
            <p:cNvSpPr/>
            <p:nvPr/>
          </p:nvSpPr>
          <p:spPr>
            <a:xfrm>
              <a:off x="2434286" y="2600697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l76"/>
            <p:cNvSpPr/>
            <p:nvPr/>
          </p:nvSpPr>
          <p:spPr>
            <a:xfrm>
              <a:off x="2473267" y="1847442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l77"/>
            <p:cNvSpPr/>
            <p:nvPr/>
          </p:nvSpPr>
          <p:spPr>
            <a:xfrm>
              <a:off x="2450700" y="183026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l78"/>
            <p:cNvSpPr/>
            <p:nvPr/>
          </p:nvSpPr>
          <p:spPr>
            <a:xfrm>
              <a:off x="2473267" y="1847442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l79"/>
            <p:cNvSpPr/>
            <p:nvPr/>
          </p:nvSpPr>
          <p:spPr>
            <a:xfrm>
              <a:off x="2473267" y="1847442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l80"/>
            <p:cNvSpPr/>
            <p:nvPr/>
          </p:nvSpPr>
          <p:spPr>
            <a:xfrm>
              <a:off x="2473267" y="1847442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l81"/>
            <p:cNvSpPr/>
            <p:nvPr/>
          </p:nvSpPr>
          <p:spPr>
            <a:xfrm>
              <a:off x="2473267" y="1847442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l82"/>
            <p:cNvSpPr/>
            <p:nvPr/>
          </p:nvSpPr>
          <p:spPr>
            <a:xfrm>
              <a:off x="2473267" y="1847442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l83"/>
            <p:cNvSpPr/>
            <p:nvPr/>
          </p:nvSpPr>
          <p:spPr>
            <a:xfrm>
              <a:off x="2473267" y="1847442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l84"/>
            <p:cNvSpPr/>
            <p:nvPr/>
          </p:nvSpPr>
          <p:spPr>
            <a:xfrm>
              <a:off x="2473267" y="1847442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l85"/>
            <p:cNvSpPr/>
            <p:nvPr/>
          </p:nvSpPr>
          <p:spPr>
            <a:xfrm>
              <a:off x="3363189" y="201283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l86"/>
            <p:cNvSpPr/>
            <p:nvPr/>
          </p:nvSpPr>
          <p:spPr>
            <a:xfrm>
              <a:off x="2680551" y="144379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l87"/>
            <p:cNvSpPr/>
            <p:nvPr/>
          </p:nvSpPr>
          <p:spPr>
            <a:xfrm>
              <a:off x="2697160" y="140679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l88"/>
            <p:cNvSpPr/>
            <p:nvPr/>
          </p:nvSpPr>
          <p:spPr>
            <a:xfrm>
              <a:off x="3013762" y="255265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l89"/>
            <p:cNvSpPr/>
            <p:nvPr/>
          </p:nvSpPr>
          <p:spPr>
            <a:xfrm>
              <a:off x="2673239" y="269951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l90"/>
            <p:cNvSpPr/>
            <p:nvPr/>
          </p:nvSpPr>
          <p:spPr>
            <a:xfrm>
              <a:off x="2467222" y="1839631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l91"/>
            <p:cNvSpPr/>
            <p:nvPr/>
          </p:nvSpPr>
          <p:spPr>
            <a:xfrm>
              <a:off x="2519878" y="193469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l92"/>
            <p:cNvSpPr/>
            <p:nvPr/>
          </p:nvSpPr>
          <p:spPr>
            <a:xfrm>
              <a:off x="1771435" y="212189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l93"/>
            <p:cNvSpPr/>
            <p:nvPr/>
          </p:nvSpPr>
          <p:spPr>
            <a:xfrm>
              <a:off x="2451169" y="206384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pl94"/>
            <p:cNvSpPr/>
            <p:nvPr/>
          </p:nvSpPr>
          <p:spPr>
            <a:xfrm>
              <a:off x="2441817" y="1923936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" name="pl95"/>
            <p:cNvSpPr/>
            <p:nvPr/>
          </p:nvSpPr>
          <p:spPr>
            <a:xfrm>
              <a:off x="2500815" y="206384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" name="pl96"/>
            <p:cNvSpPr/>
            <p:nvPr/>
          </p:nvSpPr>
          <p:spPr>
            <a:xfrm>
              <a:off x="2466542" y="1942318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" name="pl97"/>
            <p:cNvSpPr/>
            <p:nvPr/>
          </p:nvSpPr>
          <p:spPr>
            <a:xfrm>
              <a:off x="2477193" y="206384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pl98"/>
            <p:cNvSpPr/>
            <p:nvPr/>
          </p:nvSpPr>
          <p:spPr>
            <a:xfrm>
              <a:off x="2564694" y="189113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" name="pl99"/>
            <p:cNvSpPr/>
            <p:nvPr/>
          </p:nvSpPr>
          <p:spPr>
            <a:xfrm>
              <a:off x="2569321" y="187101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pl100"/>
            <p:cNvSpPr/>
            <p:nvPr/>
          </p:nvSpPr>
          <p:spPr>
            <a:xfrm>
              <a:off x="2667337" y="196113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" name="pl101"/>
            <p:cNvSpPr/>
            <p:nvPr/>
          </p:nvSpPr>
          <p:spPr>
            <a:xfrm>
              <a:off x="2456822" y="1971543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l102"/>
            <p:cNvSpPr/>
            <p:nvPr/>
          </p:nvSpPr>
          <p:spPr>
            <a:xfrm>
              <a:off x="2478308" y="1971543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l103"/>
            <p:cNvSpPr/>
            <p:nvPr/>
          </p:nvSpPr>
          <p:spPr>
            <a:xfrm>
              <a:off x="2467136" y="1971543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l104"/>
            <p:cNvSpPr/>
            <p:nvPr/>
          </p:nvSpPr>
          <p:spPr>
            <a:xfrm>
              <a:off x="2471638" y="1971543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l105"/>
            <p:cNvSpPr/>
            <p:nvPr/>
          </p:nvSpPr>
          <p:spPr>
            <a:xfrm>
              <a:off x="2477906" y="1971543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l106"/>
            <p:cNvSpPr/>
            <p:nvPr/>
          </p:nvSpPr>
          <p:spPr>
            <a:xfrm>
              <a:off x="2478308" y="1970765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l107"/>
            <p:cNvSpPr/>
            <p:nvPr/>
          </p:nvSpPr>
          <p:spPr>
            <a:xfrm>
              <a:off x="2477338" y="190204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l108"/>
            <p:cNvSpPr/>
            <p:nvPr/>
          </p:nvSpPr>
          <p:spPr>
            <a:xfrm>
              <a:off x="2437225" y="1971543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l109"/>
            <p:cNvSpPr/>
            <p:nvPr/>
          </p:nvSpPr>
          <p:spPr>
            <a:xfrm>
              <a:off x="2478308" y="1971543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l110"/>
            <p:cNvSpPr/>
            <p:nvPr/>
          </p:nvSpPr>
          <p:spPr>
            <a:xfrm>
              <a:off x="2469805" y="1971543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l111"/>
            <p:cNvSpPr/>
            <p:nvPr/>
          </p:nvSpPr>
          <p:spPr>
            <a:xfrm>
              <a:off x="2460915" y="1971543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pl112"/>
            <p:cNvSpPr/>
            <p:nvPr/>
          </p:nvSpPr>
          <p:spPr>
            <a:xfrm>
              <a:off x="2389610" y="2715643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" name="pl113"/>
            <p:cNvSpPr/>
            <p:nvPr/>
          </p:nvSpPr>
          <p:spPr>
            <a:xfrm>
              <a:off x="2480030" y="187099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" name="pl114"/>
            <p:cNvSpPr/>
            <p:nvPr/>
          </p:nvSpPr>
          <p:spPr>
            <a:xfrm>
              <a:off x="2494793" y="191958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" name="pl115"/>
            <p:cNvSpPr/>
            <p:nvPr/>
          </p:nvSpPr>
          <p:spPr>
            <a:xfrm>
              <a:off x="2494793" y="191958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" name="pl116"/>
            <p:cNvSpPr/>
            <p:nvPr/>
          </p:nvSpPr>
          <p:spPr>
            <a:xfrm>
              <a:off x="2487124" y="191958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" name="pl117"/>
            <p:cNvSpPr/>
            <p:nvPr/>
          </p:nvSpPr>
          <p:spPr>
            <a:xfrm>
              <a:off x="2494793" y="191025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" name="pl118"/>
            <p:cNvSpPr/>
            <p:nvPr/>
          </p:nvSpPr>
          <p:spPr>
            <a:xfrm>
              <a:off x="2474141" y="186434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" name="pl119"/>
            <p:cNvSpPr/>
            <p:nvPr/>
          </p:nvSpPr>
          <p:spPr>
            <a:xfrm>
              <a:off x="2493776" y="191958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" name="pl120"/>
            <p:cNvSpPr/>
            <p:nvPr/>
          </p:nvSpPr>
          <p:spPr>
            <a:xfrm>
              <a:off x="2477477" y="191133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" name="pl121"/>
            <p:cNvSpPr/>
            <p:nvPr/>
          </p:nvSpPr>
          <p:spPr>
            <a:xfrm>
              <a:off x="2488394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" name="pl122"/>
            <p:cNvSpPr/>
            <p:nvPr/>
          </p:nvSpPr>
          <p:spPr>
            <a:xfrm>
              <a:off x="2494793" y="191958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l123"/>
            <p:cNvSpPr/>
            <p:nvPr/>
          </p:nvSpPr>
          <p:spPr>
            <a:xfrm>
              <a:off x="2494793" y="191958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l124"/>
            <p:cNvSpPr/>
            <p:nvPr/>
          </p:nvSpPr>
          <p:spPr>
            <a:xfrm>
              <a:off x="2474648" y="191958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l125"/>
            <p:cNvSpPr/>
            <p:nvPr/>
          </p:nvSpPr>
          <p:spPr>
            <a:xfrm>
              <a:off x="2481122" y="1889007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l126"/>
            <p:cNvSpPr/>
            <p:nvPr/>
          </p:nvSpPr>
          <p:spPr>
            <a:xfrm>
              <a:off x="2490679" y="190825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l127"/>
            <p:cNvSpPr/>
            <p:nvPr/>
          </p:nvSpPr>
          <p:spPr>
            <a:xfrm>
              <a:off x="2494793" y="191958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l128"/>
            <p:cNvSpPr/>
            <p:nvPr/>
          </p:nvSpPr>
          <p:spPr>
            <a:xfrm>
              <a:off x="2475378" y="191533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l129"/>
            <p:cNvSpPr/>
            <p:nvPr/>
          </p:nvSpPr>
          <p:spPr>
            <a:xfrm>
              <a:off x="2494793" y="191958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l130"/>
            <p:cNvSpPr/>
            <p:nvPr/>
          </p:nvSpPr>
          <p:spPr>
            <a:xfrm>
              <a:off x="2494793" y="191958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l131"/>
            <p:cNvSpPr/>
            <p:nvPr/>
          </p:nvSpPr>
          <p:spPr>
            <a:xfrm>
              <a:off x="2477338" y="190204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l132"/>
            <p:cNvSpPr/>
            <p:nvPr/>
          </p:nvSpPr>
          <p:spPr>
            <a:xfrm>
              <a:off x="2481440" y="191958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pl133"/>
            <p:cNvSpPr/>
            <p:nvPr/>
          </p:nvSpPr>
          <p:spPr>
            <a:xfrm>
              <a:off x="2483431" y="191958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" name="pl134"/>
            <p:cNvSpPr/>
            <p:nvPr/>
          </p:nvSpPr>
          <p:spPr>
            <a:xfrm>
              <a:off x="2484659" y="191228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" name="pl135"/>
            <p:cNvSpPr/>
            <p:nvPr/>
          </p:nvSpPr>
          <p:spPr>
            <a:xfrm>
              <a:off x="2465039" y="191757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" name="pl136"/>
            <p:cNvSpPr/>
            <p:nvPr/>
          </p:nvSpPr>
          <p:spPr>
            <a:xfrm>
              <a:off x="2494793" y="191958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" name="pl137"/>
            <p:cNvSpPr/>
            <p:nvPr/>
          </p:nvSpPr>
          <p:spPr>
            <a:xfrm>
              <a:off x="2484443" y="1885782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" name="pl138"/>
            <p:cNvSpPr/>
            <p:nvPr/>
          </p:nvSpPr>
          <p:spPr>
            <a:xfrm>
              <a:off x="2494793" y="191689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" name="pl139"/>
            <p:cNvSpPr/>
            <p:nvPr/>
          </p:nvSpPr>
          <p:spPr>
            <a:xfrm>
              <a:off x="2485587" y="1918910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" name="pl140"/>
            <p:cNvSpPr/>
            <p:nvPr/>
          </p:nvSpPr>
          <p:spPr>
            <a:xfrm>
              <a:off x="2481044" y="1918706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" name="pl141"/>
            <p:cNvSpPr/>
            <p:nvPr/>
          </p:nvSpPr>
          <p:spPr>
            <a:xfrm>
              <a:off x="2491598" y="191958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" name="pl142"/>
            <p:cNvSpPr/>
            <p:nvPr/>
          </p:nvSpPr>
          <p:spPr>
            <a:xfrm>
              <a:off x="2478790" y="191958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" name="pl143"/>
            <p:cNvSpPr/>
            <p:nvPr/>
          </p:nvSpPr>
          <p:spPr>
            <a:xfrm>
              <a:off x="2477343" y="191865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pl144"/>
            <p:cNvSpPr/>
            <p:nvPr/>
          </p:nvSpPr>
          <p:spPr>
            <a:xfrm>
              <a:off x="2491639" y="191650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" name="pl145"/>
            <p:cNvSpPr/>
            <p:nvPr/>
          </p:nvSpPr>
          <p:spPr>
            <a:xfrm>
              <a:off x="2494793" y="1909757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" name="pl146"/>
            <p:cNvSpPr/>
            <p:nvPr/>
          </p:nvSpPr>
          <p:spPr>
            <a:xfrm>
              <a:off x="2494793" y="1913242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" name="pl147"/>
            <p:cNvSpPr/>
            <p:nvPr/>
          </p:nvSpPr>
          <p:spPr>
            <a:xfrm>
              <a:off x="2666632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" name="pl148"/>
            <p:cNvSpPr/>
            <p:nvPr/>
          </p:nvSpPr>
          <p:spPr>
            <a:xfrm>
              <a:off x="2513469" y="1938504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l149"/>
            <p:cNvSpPr/>
            <p:nvPr/>
          </p:nvSpPr>
          <p:spPr>
            <a:xfrm>
              <a:off x="2498047" y="1938504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l150"/>
            <p:cNvSpPr/>
            <p:nvPr/>
          </p:nvSpPr>
          <p:spPr>
            <a:xfrm>
              <a:off x="2507163" y="1938856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l151"/>
            <p:cNvSpPr/>
            <p:nvPr/>
          </p:nvSpPr>
          <p:spPr>
            <a:xfrm>
              <a:off x="2658658" y="1483954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pl152"/>
            <p:cNvSpPr/>
            <p:nvPr/>
          </p:nvSpPr>
          <p:spPr>
            <a:xfrm>
              <a:off x="2474613" y="1681687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" name="pl153"/>
            <p:cNvSpPr/>
            <p:nvPr/>
          </p:nvSpPr>
          <p:spPr>
            <a:xfrm>
              <a:off x="2653563" y="196113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" name="pl154"/>
            <p:cNvSpPr/>
            <p:nvPr/>
          </p:nvSpPr>
          <p:spPr>
            <a:xfrm>
              <a:off x="2667337" y="196113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" name="pl155"/>
            <p:cNvSpPr/>
            <p:nvPr/>
          </p:nvSpPr>
          <p:spPr>
            <a:xfrm>
              <a:off x="2277322" y="191763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" name="pl156"/>
            <p:cNvSpPr/>
            <p:nvPr/>
          </p:nvSpPr>
          <p:spPr>
            <a:xfrm>
              <a:off x="2532459" y="195948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" name="pl157"/>
            <p:cNvSpPr/>
            <p:nvPr/>
          </p:nvSpPr>
          <p:spPr>
            <a:xfrm>
              <a:off x="2826105" y="265943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" name="pl158"/>
            <p:cNvSpPr/>
            <p:nvPr/>
          </p:nvSpPr>
          <p:spPr>
            <a:xfrm>
              <a:off x="2426294" y="193987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l159"/>
            <p:cNvSpPr/>
            <p:nvPr/>
          </p:nvSpPr>
          <p:spPr>
            <a:xfrm>
              <a:off x="2427997" y="193987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pl160"/>
            <p:cNvSpPr/>
            <p:nvPr/>
          </p:nvSpPr>
          <p:spPr>
            <a:xfrm>
              <a:off x="2378961" y="1429849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" name="pl161"/>
            <p:cNvSpPr/>
            <p:nvPr/>
          </p:nvSpPr>
          <p:spPr>
            <a:xfrm>
              <a:off x="2596457" y="1609939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" name="pl162"/>
            <p:cNvSpPr/>
            <p:nvPr/>
          </p:nvSpPr>
          <p:spPr>
            <a:xfrm>
              <a:off x="2542869" y="156184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l163"/>
            <p:cNvSpPr/>
            <p:nvPr/>
          </p:nvSpPr>
          <p:spPr>
            <a:xfrm>
              <a:off x="2587648" y="157228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pl164"/>
            <p:cNvSpPr/>
            <p:nvPr/>
          </p:nvSpPr>
          <p:spPr>
            <a:xfrm>
              <a:off x="2594556" y="156293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" name="pl165"/>
            <p:cNvSpPr/>
            <p:nvPr/>
          </p:nvSpPr>
          <p:spPr>
            <a:xfrm>
              <a:off x="2575808" y="1531470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" name="pl166"/>
            <p:cNvSpPr/>
            <p:nvPr/>
          </p:nvSpPr>
          <p:spPr>
            <a:xfrm>
              <a:off x="2497077" y="1975851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l167"/>
            <p:cNvSpPr/>
            <p:nvPr/>
          </p:nvSpPr>
          <p:spPr>
            <a:xfrm>
              <a:off x="2096894" y="121733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pl168"/>
            <p:cNvSpPr/>
            <p:nvPr/>
          </p:nvSpPr>
          <p:spPr>
            <a:xfrm>
              <a:off x="2073473" y="124464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" name="pl169"/>
            <p:cNvSpPr/>
            <p:nvPr/>
          </p:nvSpPr>
          <p:spPr>
            <a:xfrm>
              <a:off x="2579182" y="161731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" name="pl170"/>
            <p:cNvSpPr/>
            <p:nvPr/>
          </p:nvSpPr>
          <p:spPr>
            <a:xfrm>
              <a:off x="2417692" y="178312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" name="pl171"/>
            <p:cNvSpPr/>
            <p:nvPr/>
          </p:nvSpPr>
          <p:spPr>
            <a:xfrm>
              <a:off x="2415397" y="179263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" name="pl172"/>
            <p:cNvSpPr/>
            <p:nvPr/>
          </p:nvSpPr>
          <p:spPr>
            <a:xfrm>
              <a:off x="1768896" y="2139089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" name="pl173"/>
            <p:cNvSpPr/>
            <p:nvPr/>
          </p:nvSpPr>
          <p:spPr>
            <a:xfrm>
              <a:off x="2596035" y="1596737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" name="pl174"/>
            <p:cNvSpPr/>
            <p:nvPr/>
          </p:nvSpPr>
          <p:spPr>
            <a:xfrm>
              <a:off x="2595680" y="149276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" name="pl175"/>
            <p:cNvSpPr/>
            <p:nvPr/>
          </p:nvSpPr>
          <p:spPr>
            <a:xfrm>
              <a:off x="2595832" y="150820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" name="pl176"/>
            <p:cNvSpPr/>
            <p:nvPr/>
          </p:nvSpPr>
          <p:spPr>
            <a:xfrm>
              <a:off x="2643300" y="1035336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" name="pl177"/>
            <p:cNvSpPr/>
            <p:nvPr/>
          </p:nvSpPr>
          <p:spPr>
            <a:xfrm>
              <a:off x="1853037" y="1539011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" name="pl178"/>
            <p:cNvSpPr/>
            <p:nvPr/>
          </p:nvSpPr>
          <p:spPr>
            <a:xfrm>
              <a:off x="1839268" y="154186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" name="pl179"/>
            <p:cNvSpPr/>
            <p:nvPr/>
          </p:nvSpPr>
          <p:spPr>
            <a:xfrm>
              <a:off x="1839761" y="155305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" name="pl180"/>
            <p:cNvSpPr/>
            <p:nvPr/>
          </p:nvSpPr>
          <p:spPr>
            <a:xfrm>
              <a:off x="2596764" y="1681687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" name="pl181"/>
            <p:cNvSpPr/>
            <p:nvPr/>
          </p:nvSpPr>
          <p:spPr>
            <a:xfrm>
              <a:off x="2663349" y="1734276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" name="pl182"/>
            <p:cNvSpPr/>
            <p:nvPr/>
          </p:nvSpPr>
          <p:spPr>
            <a:xfrm>
              <a:off x="2663349" y="169989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" name="pl183"/>
            <p:cNvSpPr/>
            <p:nvPr/>
          </p:nvSpPr>
          <p:spPr>
            <a:xfrm>
              <a:off x="2663349" y="1714839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" name="pl184"/>
            <p:cNvSpPr/>
            <p:nvPr/>
          </p:nvSpPr>
          <p:spPr>
            <a:xfrm>
              <a:off x="2710200" y="1340691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" name="pl185"/>
            <p:cNvSpPr/>
            <p:nvPr/>
          </p:nvSpPr>
          <p:spPr>
            <a:xfrm>
              <a:off x="2466557" y="221825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" name="pl186"/>
            <p:cNvSpPr/>
            <p:nvPr/>
          </p:nvSpPr>
          <p:spPr>
            <a:xfrm>
              <a:off x="2584050" y="196706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" name="pl187"/>
            <p:cNvSpPr/>
            <p:nvPr/>
          </p:nvSpPr>
          <p:spPr>
            <a:xfrm>
              <a:off x="2582699" y="1969100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" name="pl188"/>
            <p:cNvSpPr/>
            <p:nvPr/>
          </p:nvSpPr>
          <p:spPr>
            <a:xfrm>
              <a:off x="2410829" y="216299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" name="pl189"/>
            <p:cNvSpPr/>
            <p:nvPr/>
          </p:nvSpPr>
          <p:spPr>
            <a:xfrm>
              <a:off x="2434144" y="216299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" name="pl190"/>
            <p:cNvSpPr/>
            <p:nvPr/>
          </p:nvSpPr>
          <p:spPr>
            <a:xfrm>
              <a:off x="2402289" y="216299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" name="pl191"/>
            <p:cNvSpPr/>
            <p:nvPr/>
          </p:nvSpPr>
          <p:spPr>
            <a:xfrm>
              <a:off x="2446681" y="216299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" name="pl192"/>
            <p:cNvSpPr/>
            <p:nvPr/>
          </p:nvSpPr>
          <p:spPr>
            <a:xfrm>
              <a:off x="2426832" y="216299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" name="pl193"/>
            <p:cNvSpPr/>
            <p:nvPr/>
          </p:nvSpPr>
          <p:spPr>
            <a:xfrm>
              <a:off x="2521191" y="1947087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" name="pl194"/>
            <p:cNvSpPr/>
            <p:nvPr/>
          </p:nvSpPr>
          <p:spPr>
            <a:xfrm>
              <a:off x="2542514" y="195648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" name="pl195"/>
            <p:cNvSpPr/>
            <p:nvPr/>
          </p:nvSpPr>
          <p:spPr>
            <a:xfrm>
              <a:off x="2528868" y="2035509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" name="pl196"/>
            <p:cNvSpPr/>
            <p:nvPr/>
          </p:nvSpPr>
          <p:spPr>
            <a:xfrm>
              <a:off x="2351712" y="138346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" name="pl197"/>
            <p:cNvSpPr/>
            <p:nvPr/>
          </p:nvSpPr>
          <p:spPr>
            <a:xfrm>
              <a:off x="2361814" y="1402996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" name="pl198"/>
            <p:cNvSpPr/>
            <p:nvPr/>
          </p:nvSpPr>
          <p:spPr>
            <a:xfrm>
              <a:off x="2881954" y="1925374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" name="pl199"/>
            <p:cNvSpPr/>
            <p:nvPr/>
          </p:nvSpPr>
          <p:spPr>
            <a:xfrm>
              <a:off x="2881954" y="1925374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" name="pl200"/>
            <p:cNvSpPr/>
            <p:nvPr/>
          </p:nvSpPr>
          <p:spPr>
            <a:xfrm>
              <a:off x="2881954" y="1925374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" name="pl201"/>
            <p:cNvSpPr/>
            <p:nvPr/>
          </p:nvSpPr>
          <p:spPr>
            <a:xfrm>
              <a:off x="2572302" y="174183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" name="pl202"/>
            <p:cNvSpPr/>
            <p:nvPr/>
          </p:nvSpPr>
          <p:spPr>
            <a:xfrm>
              <a:off x="2564694" y="1903294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" name="pl203"/>
            <p:cNvSpPr/>
            <p:nvPr/>
          </p:nvSpPr>
          <p:spPr>
            <a:xfrm>
              <a:off x="2515261" y="204318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" name="pl204"/>
            <p:cNvSpPr/>
            <p:nvPr/>
          </p:nvSpPr>
          <p:spPr>
            <a:xfrm>
              <a:off x="2514243" y="204318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" name="pl205"/>
            <p:cNvSpPr/>
            <p:nvPr/>
          </p:nvSpPr>
          <p:spPr>
            <a:xfrm>
              <a:off x="2569321" y="1887389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" name="pl206"/>
            <p:cNvSpPr/>
            <p:nvPr/>
          </p:nvSpPr>
          <p:spPr>
            <a:xfrm>
              <a:off x="2521191" y="193205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" name="pl207"/>
            <p:cNvSpPr/>
            <p:nvPr/>
          </p:nvSpPr>
          <p:spPr>
            <a:xfrm>
              <a:off x="2535939" y="189113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" name="pl208"/>
            <p:cNvSpPr/>
            <p:nvPr/>
          </p:nvSpPr>
          <p:spPr>
            <a:xfrm>
              <a:off x="2811687" y="1060191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" name="pl209"/>
            <p:cNvSpPr/>
            <p:nvPr/>
          </p:nvSpPr>
          <p:spPr>
            <a:xfrm>
              <a:off x="2461125" y="174183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" name="pl210"/>
            <p:cNvSpPr/>
            <p:nvPr/>
          </p:nvSpPr>
          <p:spPr>
            <a:xfrm>
              <a:off x="2436238" y="171355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" name="pl211"/>
            <p:cNvSpPr/>
            <p:nvPr/>
          </p:nvSpPr>
          <p:spPr>
            <a:xfrm>
              <a:off x="2507498" y="1923780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" name="pl212"/>
            <p:cNvSpPr/>
            <p:nvPr/>
          </p:nvSpPr>
          <p:spPr>
            <a:xfrm>
              <a:off x="1723483" y="194551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" name="pl213"/>
            <p:cNvSpPr/>
            <p:nvPr/>
          </p:nvSpPr>
          <p:spPr>
            <a:xfrm>
              <a:off x="1723512" y="1956668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" name="pl214"/>
            <p:cNvSpPr/>
            <p:nvPr/>
          </p:nvSpPr>
          <p:spPr>
            <a:xfrm>
              <a:off x="2521191" y="1947087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" name="pl215"/>
            <p:cNvSpPr/>
            <p:nvPr/>
          </p:nvSpPr>
          <p:spPr>
            <a:xfrm>
              <a:off x="2528604" y="195559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" name="pl216"/>
            <p:cNvSpPr/>
            <p:nvPr/>
          </p:nvSpPr>
          <p:spPr>
            <a:xfrm>
              <a:off x="2596764" y="161735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" name="pl217"/>
            <p:cNvSpPr/>
            <p:nvPr/>
          </p:nvSpPr>
          <p:spPr>
            <a:xfrm>
              <a:off x="2466821" y="191763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" name="pl218"/>
            <p:cNvSpPr/>
            <p:nvPr/>
          </p:nvSpPr>
          <p:spPr>
            <a:xfrm>
              <a:off x="2570352" y="162446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" name="pl219"/>
            <p:cNvSpPr/>
            <p:nvPr/>
          </p:nvSpPr>
          <p:spPr>
            <a:xfrm>
              <a:off x="2758061" y="1868183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" name="pl220"/>
            <p:cNvSpPr/>
            <p:nvPr/>
          </p:nvSpPr>
          <p:spPr>
            <a:xfrm>
              <a:off x="2722043" y="195243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" name="pl221"/>
            <p:cNvSpPr/>
            <p:nvPr/>
          </p:nvSpPr>
          <p:spPr>
            <a:xfrm>
              <a:off x="2577219" y="209385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" name="pl222"/>
            <p:cNvSpPr/>
            <p:nvPr/>
          </p:nvSpPr>
          <p:spPr>
            <a:xfrm>
              <a:off x="2670078" y="203213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" name="pl223"/>
            <p:cNvSpPr/>
            <p:nvPr/>
          </p:nvSpPr>
          <p:spPr>
            <a:xfrm>
              <a:off x="2517329" y="1947087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" name="pl224"/>
            <p:cNvSpPr/>
            <p:nvPr/>
          </p:nvSpPr>
          <p:spPr>
            <a:xfrm>
              <a:off x="1853037" y="155305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" name="pl225"/>
            <p:cNvSpPr/>
            <p:nvPr/>
          </p:nvSpPr>
          <p:spPr>
            <a:xfrm>
              <a:off x="2421475" y="1774715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" name="pl226"/>
            <p:cNvSpPr/>
            <p:nvPr/>
          </p:nvSpPr>
          <p:spPr>
            <a:xfrm>
              <a:off x="2423183" y="1774715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" name="pl227"/>
            <p:cNvSpPr/>
            <p:nvPr/>
          </p:nvSpPr>
          <p:spPr>
            <a:xfrm>
              <a:off x="2423183" y="172942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" name="pl228"/>
            <p:cNvSpPr/>
            <p:nvPr/>
          </p:nvSpPr>
          <p:spPr>
            <a:xfrm>
              <a:off x="2423183" y="177220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" name="pl229"/>
            <p:cNvSpPr/>
            <p:nvPr/>
          </p:nvSpPr>
          <p:spPr>
            <a:xfrm>
              <a:off x="2423183" y="1758811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" name="pl230"/>
            <p:cNvSpPr/>
            <p:nvPr/>
          </p:nvSpPr>
          <p:spPr>
            <a:xfrm>
              <a:off x="2423183" y="177096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" name="pl231"/>
            <p:cNvSpPr/>
            <p:nvPr/>
          </p:nvSpPr>
          <p:spPr>
            <a:xfrm>
              <a:off x="2473377" y="192784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" name="pl232"/>
            <p:cNvSpPr/>
            <p:nvPr/>
          </p:nvSpPr>
          <p:spPr>
            <a:xfrm>
              <a:off x="2488394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" name="pl233"/>
            <p:cNvSpPr/>
            <p:nvPr/>
          </p:nvSpPr>
          <p:spPr>
            <a:xfrm>
              <a:off x="2466711" y="192784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" name="pl234"/>
            <p:cNvSpPr/>
            <p:nvPr/>
          </p:nvSpPr>
          <p:spPr>
            <a:xfrm>
              <a:off x="2486237" y="192784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" name="pl235"/>
            <p:cNvSpPr/>
            <p:nvPr/>
          </p:nvSpPr>
          <p:spPr>
            <a:xfrm>
              <a:off x="2508426" y="192495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" name="pl236"/>
            <p:cNvSpPr/>
            <p:nvPr/>
          </p:nvSpPr>
          <p:spPr>
            <a:xfrm>
              <a:off x="2567444" y="211721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" name="pl237"/>
            <p:cNvSpPr/>
            <p:nvPr/>
          </p:nvSpPr>
          <p:spPr>
            <a:xfrm>
              <a:off x="2666632" y="174183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" name="pl238"/>
            <p:cNvSpPr/>
            <p:nvPr/>
          </p:nvSpPr>
          <p:spPr>
            <a:xfrm>
              <a:off x="1742908" y="1696245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" name="pl239"/>
            <p:cNvSpPr/>
            <p:nvPr/>
          </p:nvSpPr>
          <p:spPr>
            <a:xfrm>
              <a:off x="2631434" y="153033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" name="pl240"/>
            <p:cNvSpPr/>
            <p:nvPr/>
          </p:nvSpPr>
          <p:spPr>
            <a:xfrm>
              <a:off x="2596764" y="158250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" name="pl241"/>
            <p:cNvSpPr/>
            <p:nvPr/>
          </p:nvSpPr>
          <p:spPr>
            <a:xfrm>
              <a:off x="2631434" y="153177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" name="pl242"/>
            <p:cNvSpPr/>
            <p:nvPr/>
          </p:nvSpPr>
          <p:spPr>
            <a:xfrm>
              <a:off x="2631434" y="152838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" name="pl243"/>
            <p:cNvSpPr/>
            <p:nvPr/>
          </p:nvSpPr>
          <p:spPr>
            <a:xfrm>
              <a:off x="2516112" y="1899341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" name="pl244"/>
            <p:cNvSpPr/>
            <p:nvPr/>
          </p:nvSpPr>
          <p:spPr>
            <a:xfrm>
              <a:off x="2521477" y="197271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" name="pl245"/>
            <p:cNvSpPr/>
            <p:nvPr/>
          </p:nvSpPr>
          <p:spPr>
            <a:xfrm>
              <a:off x="2521191" y="1947087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" name="pl246"/>
            <p:cNvSpPr/>
            <p:nvPr/>
          </p:nvSpPr>
          <p:spPr>
            <a:xfrm>
              <a:off x="2519691" y="197271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" name="pl247"/>
            <p:cNvSpPr/>
            <p:nvPr/>
          </p:nvSpPr>
          <p:spPr>
            <a:xfrm>
              <a:off x="3154776" y="1276091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" name="pl248"/>
            <p:cNvSpPr/>
            <p:nvPr/>
          </p:nvSpPr>
          <p:spPr>
            <a:xfrm>
              <a:off x="2667337" y="195848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" name="pl249"/>
            <p:cNvSpPr/>
            <p:nvPr/>
          </p:nvSpPr>
          <p:spPr>
            <a:xfrm>
              <a:off x="3246529" y="138237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" name="pl250"/>
            <p:cNvSpPr/>
            <p:nvPr/>
          </p:nvSpPr>
          <p:spPr>
            <a:xfrm>
              <a:off x="2596058" y="197120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" name="pl251"/>
            <p:cNvSpPr/>
            <p:nvPr/>
          </p:nvSpPr>
          <p:spPr>
            <a:xfrm>
              <a:off x="2584050" y="196706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" name="pl252"/>
            <p:cNvSpPr/>
            <p:nvPr/>
          </p:nvSpPr>
          <p:spPr>
            <a:xfrm>
              <a:off x="2582699" y="1969100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" name="pl253"/>
            <p:cNvSpPr/>
            <p:nvPr/>
          </p:nvSpPr>
          <p:spPr>
            <a:xfrm>
              <a:off x="2882403" y="111163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" name="pl254"/>
            <p:cNvSpPr/>
            <p:nvPr/>
          </p:nvSpPr>
          <p:spPr>
            <a:xfrm>
              <a:off x="2415397" y="180304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" name="pl255"/>
            <p:cNvSpPr/>
            <p:nvPr/>
          </p:nvSpPr>
          <p:spPr>
            <a:xfrm>
              <a:off x="2415397" y="176188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" name="pl256"/>
            <p:cNvSpPr/>
            <p:nvPr/>
          </p:nvSpPr>
          <p:spPr>
            <a:xfrm>
              <a:off x="2415397" y="1759277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" name="pl257"/>
            <p:cNvSpPr/>
            <p:nvPr/>
          </p:nvSpPr>
          <p:spPr>
            <a:xfrm>
              <a:off x="2415397" y="176788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" name="pl258"/>
            <p:cNvSpPr/>
            <p:nvPr/>
          </p:nvSpPr>
          <p:spPr>
            <a:xfrm>
              <a:off x="2415397" y="172949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" name="pl259"/>
            <p:cNvSpPr/>
            <p:nvPr/>
          </p:nvSpPr>
          <p:spPr>
            <a:xfrm>
              <a:off x="2375036" y="178264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" name="pl260"/>
            <p:cNvSpPr/>
            <p:nvPr/>
          </p:nvSpPr>
          <p:spPr>
            <a:xfrm>
              <a:off x="2383434" y="179247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" name="pl261"/>
            <p:cNvSpPr/>
            <p:nvPr/>
          </p:nvSpPr>
          <p:spPr>
            <a:xfrm>
              <a:off x="2415397" y="1730502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" name="pl262"/>
            <p:cNvSpPr/>
            <p:nvPr/>
          </p:nvSpPr>
          <p:spPr>
            <a:xfrm>
              <a:off x="2276497" y="1378064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" name="pl263"/>
            <p:cNvSpPr/>
            <p:nvPr/>
          </p:nvSpPr>
          <p:spPr>
            <a:xfrm>
              <a:off x="2065808" y="130267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" name="pl264"/>
            <p:cNvSpPr/>
            <p:nvPr/>
          </p:nvSpPr>
          <p:spPr>
            <a:xfrm>
              <a:off x="2076984" y="130912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" name="pl265"/>
            <p:cNvSpPr/>
            <p:nvPr/>
          </p:nvSpPr>
          <p:spPr>
            <a:xfrm>
              <a:off x="2096894" y="125884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" name="pl266"/>
            <p:cNvSpPr/>
            <p:nvPr/>
          </p:nvSpPr>
          <p:spPr>
            <a:xfrm>
              <a:off x="2110985" y="130912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" name="pl267"/>
            <p:cNvSpPr/>
            <p:nvPr/>
          </p:nvSpPr>
          <p:spPr>
            <a:xfrm>
              <a:off x="2095590" y="1307673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" name="pl268"/>
            <p:cNvSpPr/>
            <p:nvPr/>
          </p:nvSpPr>
          <p:spPr>
            <a:xfrm>
              <a:off x="2521191" y="1947087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" name="pl269"/>
            <p:cNvSpPr/>
            <p:nvPr/>
          </p:nvSpPr>
          <p:spPr>
            <a:xfrm>
              <a:off x="2507386" y="189363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" name="pl270"/>
            <p:cNvSpPr/>
            <p:nvPr/>
          </p:nvSpPr>
          <p:spPr>
            <a:xfrm>
              <a:off x="2549912" y="189113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" name="pl271"/>
            <p:cNvSpPr/>
            <p:nvPr/>
          </p:nvSpPr>
          <p:spPr>
            <a:xfrm>
              <a:off x="2596764" y="1633004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" name="pl272"/>
            <p:cNvSpPr/>
            <p:nvPr/>
          </p:nvSpPr>
          <p:spPr>
            <a:xfrm>
              <a:off x="1819125" y="220271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" name="pl273"/>
            <p:cNvSpPr/>
            <p:nvPr/>
          </p:nvSpPr>
          <p:spPr>
            <a:xfrm>
              <a:off x="2666632" y="168454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" name="pl274"/>
            <p:cNvSpPr/>
            <p:nvPr/>
          </p:nvSpPr>
          <p:spPr>
            <a:xfrm>
              <a:off x="2174753" y="262179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" name="pl275"/>
            <p:cNvSpPr/>
            <p:nvPr/>
          </p:nvSpPr>
          <p:spPr>
            <a:xfrm>
              <a:off x="2500509" y="274339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" name="pl276"/>
            <p:cNvSpPr/>
            <p:nvPr/>
          </p:nvSpPr>
          <p:spPr>
            <a:xfrm>
              <a:off x="3287512" y="2256884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" name="pl277"/>
            <p:cNvSpPr/>
            <p:nvPr/>
          </p:nvSpPr>
          <p:spPr>
            <a:xfrm>
              <a:off x="2437475" y="199204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" name="pl278"/>
            <p:cNvSpPr/>
            <p:nvPr/>
          </p:nvSpPr>
          <p:spPr>
            <a:xfrm>
              <a:off x="2516112" y="190334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" name="pl279"/>
            <p:cNvSpPr/>
            <p:nvPr/>
          </p:nvSpPr>
          <p:spPr>
            <a:xfrm>
              <a:off x="2518778" y="1897697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" name="pl280"/>
            <p:cNvSpPr/>
            <p:nvPr/>
          </p:nvSpPr>
          <p:spPr>
            <a:xfrm>
              <a:off x="2515487" y="190100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" name="pl281"/>
            <p:cNvSpPr/>
            <p:nvPr/>
          </p:nvSpPr>
          <p:spPr>
            <a:xfrm>
              <a:off x="2518249" y="1991529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" name="pl282"/>
            <p:cNvSpPr/>
            <p:nvPr/>
          </p:nvSpPr>
          <p:spPr>
            <a:xfrm>
              <a:off x="3103942" y="247882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" name="pl283"/>
            <p:cNvSpPr/>
            <p:nvPr/>
          </p:nvSpPr>
          <p:spPr>
            <a:xfrm>
              <a:off x="3119670" y="247728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" name="pl284"/>
            <p:cNvSpPr/>
            <p:nvPr/>
          </p:nvSpPr>
          <p:spPr>
            <a:xfrm>
              <a:off x="2569570" y="241864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" name="pl285"/>
            <p:cNvSpPr/>
            <p:nvPr/>
          </p:nvSpPr>
          <p:spPr>
            <a:xfrm>
              <a:off x="2569570" y="241864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" name="pl286"/>
            <p:cNvSpPr/>
            <p:nvPr/>
          </p:nvSpPr>
          <p:spPr>
            <a:xfrm>
              <a:off x="2584293" y="1964445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7" name="pl287"/>
            <p:cNvSpPr/>
            <p:nvPr/>
          </p:nvSpPr>
          <p:spPr>
            <a:xfrm>
              <a:off x="2481374" y="189341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" name="pl288"/>
            <p:cNvSpPr/>
            <p:nvPr/>
          </p:nvSpPr>
          <p:spPr>
            <a:xfrm>
              <a:off x="2497261" y="190509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" name="pl289"/>
            <p:cNvSpPr/>
            <p:nvPr/>
          </p:nvSpPr>
          <p:spPr>
            <a:xfrm>
              <a:off x="2497261" y="1903717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" name="pl290"/>
            <p:cNvSpPr/>
            <p:nvPr/>
          </p:nvSpPr>
          <p:spPr>
            <a:xfrm>
              <a:off x="2494793" y="190509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" name="pl291"/>
            <p:cNvSpPr/>
            <p:nvPr/>
          </p:nvSpPr>
          <p:spPr>
            <a:xfrm>
              <a:off x="2493430" y="1899409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" name="pl292"/>
            <p:cNvSpPr/>
            <p:nvPr/>
          </p:nvSpPr>
          <p:spPr>
            <a:xfrm>
              <a:off x="2493194" y="189580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" name="pl293"/>
            <p:cNvSpPr/>
            <p:nvPr/>
          </p:nvSpPr>
          <p:spPr>
            <a:xfrm>
              <a:off x="2112772" y="1203668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" name="pl294"/>
            <p:cNvSpPr/>
            <p:nvPr/>
          </p:nvSpPr>
          <p:spPr>
            <a:xfrm>
              <a:off x="2220115" y="1098857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" name="pl295"/>
            <p:cNvSpPr/>
            <p:nvPr/>
          </p:nvSpPr>
          <p:spPr>
            <a:xfrm>
              <a:off x="2495147" y="206384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" name="pl296"/>
            <p:cNvSpPr/>
            <p:nvPr/>
          </p:nvSpPr>
          <p:spPr>
            <a:xfrm>
              <a:off x="2426945" y="178670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" name="pl297"/>
            <p:cNvSpPr/>
            <p:nvPr/>
          </p:nvSpPr>
          <p:spPr>
            <a:xfrm>
              <a:off x="2454067" y="181193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" name="pl298"/>
            <p:cNvSpPr/>
            <p:nvPr/>
          </p:nvSpPr>
          <p:spPr>
            <a:xfrm>
              <a:off x="2423183" y="1774715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" name="pl299"/>
            <p:cNvSpPr/>
            <p:nvPr/>
          </p:nvSpPr>
          <p:spPr>
            <a:xfrm>
              <a:off x="2454067" y="181193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" name="pl300"/>
            <p:cNvSpPr/>
            <p:nvPr/>
          </p:nvSpPr>
          <p:spPr>
            <a:xfrm>
              <a:off x="2454067" y="154284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" name="pl301"/>
            <p:cNvSpPr/>
            <p:nvPr/>
          </p:nvSpPr>
          <p:spPr>
            <a:xfrm>
              <a:off x="2569321" y="1884396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" name="pl302"/>
            <p:cNvSpPr/>
            <p:nvPr/>
          </p:nvSpPr>
          <p:spPr>
            <a:xfrm>
              <a:off x="2823120" y="265296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3" name="pl303"/>
            <p:cNvSpPr/>
            <p:nvPr/>
          </p:nvSpPr>
          <p:spPr>
            <a:xfrm>
              <a:off x="2666632" y="1719434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" name="pl304"/>
            <p:cNvSpPr/>
            <p:nvPr/>
          </p:nvSpPr>
          <p:spPr>
            <a:xfrm>
              <a:off x="2514646" y="194595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5" name="pl305"/>
            <p:cNvSpPr/>
            <p:nvPr/>
          </p:nvSpPr>
          <p:spPr>
            <a:xfrm>
              <a:off x="2496926" y="194595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" name="pl306"/>
            <p:cNvSpPr/>
            <p:nvPr/>
          </p:nvSpPr>
          <p:spPr>
            <a:xfrm>
              <a:off x="2584050" y="196385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7" name="pl307"/>
            <p:cNvSpPr/>
            <p:nvPr/>
          </p:nvSpPr>
          <p:spPr>
            <a:xfrm>
              <a:off x="2560455" y="192681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8" name="pl308"/>
            <p:cNvSpPr/>
            <p:nvPr/>
          </p:nvSpPr>
          <p:spPr>
            <a:xfrm>
              <a:off x="2582699" y="1969100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9" name="pl309"/>
            <p:cNvSpPr/>
            <p:nvPr/>
          </p:nvSpPr>
          <p:spPr>
            <a:xfrm>
              <a:off x="2550004" y="1969100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" name="pl310"/>
            <p:cNvSpPr/>
            <p:nvPr/>
          </p:nvSpPr>
          <p:spPr>
            <a:xfrm>
              <a:off x="2582699" y="196706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" name="pl311"/>
            <p:cNvSpPr/>
            <p:nvPr/>
          </p:nvSpPr>
          <p:spPr>
            <a:xfrm>
              <a:off x="2494350" y="174183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2" name="pl312"/>
            <p:cNvSpPr/>
            <p:nvPr/>
          </p:nvSpPr>
          <p:spPr>
            <a:xfrm>
              <a:off x="2490367" y="171813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3" name="pl313"/>
            <p:cNvSpPr/>
            <p:nvPr/>
          </p:nvSpPr>
          <p:spPr>
            <a:xfrm>
              <a:off x="2594942" y="167359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4" name="pl314"/>
            <p:cNvSpPr/>
            <p:nvPr/>
          </p:nvSpPr>
          <p:spPr>
            <a:xfrm>
              <a:off x="3086196" y="157220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" name="pl315"/>
            <p:cNvSpPr/>
            <p:nvPr/>
          </p:nvSpPr>
          <p:spPr>
            <a:xfrm>
              <a:off x="2999428" y="158799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" name="pl316"/>
            <p:cNvSpPr/>
            <p:nvPr/>
          </p:nvSpPr>
          <p:spPr>
            <a:xfrm>
              <a:off x="2666632" y="174183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" name="pl317"/>
            <p:cNvSpPr/>
            <p:nvPr/>
          </p:nvSpPr>
          <p:spPr>
            <a:xfrm>
              <a:off x="2813935" y="178854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" name="pl318"/>
            <p:cNvSpPr/>
            <p:nvPr/>
          </p:nvSpPr>
          <p:spPr>
            <a:xfrm>
              <a:off x="2666632" y="174183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" name="pl319"/>
            <p:cNvSpPr/>
            <p:nvPr/>
          </p:nvSpPr>
          <p:spPr>
            <a:xfrm>
              <a:off x="2813935" y="1788606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" name="pl320"/>
            <p:cNvSpPr/>
            <p:nvPr/>
          </p:nvSpPr>
          <p:spPr>
            <a:xfrm>
              <a:off x="2813935" y="1788606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1" name="pl321"/>
            <p:cNvSpPr/>
            <p:nvPr/>
          </p:nvSpPr>
          <p:spPr>
            <a:xfrm>
              <a:off x="2354577" y="2014133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2" name="pl322"/>
            <p:cNvSpPr/>
            <p:nvPr/>
          </p:nvSpPr>
          <p:spPr>
            <a:xfrm>
              <a:off x="2423179" y="177186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" name="pl323"/>
            <p:cNvSpPr/>
            <p:nvPr/>
          </p:nvSpPr>
          <p:spPr>
            <a:xfrm>
              <a:off x="2460167" y="1820646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4" name="pl324"/>
            <p:cNvSpPr/>
            <p:nvPr/>
          </p:nvSpPr>
          <p:spPr>
            <a:xfrm>
              <a:off x="2463409" y="1822955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5" name="pl325"/>
            <p:cNvSpPr/>
            <p:nvPr/>
          </p:nvSpPr>
          <p:spPr>
            <a:xfrm>
              <a:off x="2463409" y="1819086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" name="pl326"/>
            <p:cNvSpPr/>
            <p:nvPr/>
          </p:nvSpPr>
          <p:spPr>
            <a:xfrm>
              <a:off x="2463409" y="182537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7" name="pl327"/>
            <p:cNvSpPr/>
            <p:nvPr/>
          </p:nvSpPr>
          <p:spPr>
            <a:xfrm>
              <a:off x="2463409" y="182537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" name="pl328"/>
            <p:cNvSpPr/>
            <p:nvPr/>
          </p:nvSpPr>
          <p:spPr>
            <a:xfrm>
              <a:off x="2461177" y="1821717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9" name="pl329"/>
            <p:cNvSpPr/>
            <p:nvPr/>
          </p:nvSpPr>
          <p:spPr>
            <a:xfrm>
              <a:off x="2463409" y="181657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0" name="pl330"/>
            <p:cNvSpPr/>
            <p:nvPr/>
          </p:nvSpPr>
          <p:spPr>
            <a:xfrm>
              <a:off x="2517532" y="1932664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1" name="pl331"/>
            <p:cNvSpPr/>
            <p:nvPr/>
          </p:nvSpPr>
          <p:spPr>
            <a:xfrm>
              <a:off x="2507386" y="191636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2" name="pl332"/>
            <p:cNvSpPr/>
            <p:nvPr/>
          </p:nvSpPr>
          <p:spPr>
            <a:xfrm>
              <a:off x="2443293" y="1829737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" name="pl333"/>
            <p:cNvSpPr/>
            <p:nvPr/>
          </p:nvSpPr>
          <p:spPr>
            <a:xfrm>
              <a:off x="2653993" y="104520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" name="pl334"/>
            <p:cNvSpPr/>
            <p:nvPr/>
          </p:nvSpPr>
          <p:spPr>
            <a:xfrm>
              <a:off x="1868857" y="220722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" name="pl335"/>
            <p:cNvSpPr/>
            <p:nvPr/>
          </p:nvSpPr>
          <p:spPr>
            <a:xfrm>
              <a:off x="2516112" y="189429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" name="pl336"/>
            <p:cNvSpPr/>
            <p:nvPr/>
          </p:nvSpPr>
          <p:spPr>
            <a:xfrm>
              <a:off x="2538153" y="189113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" name="pl337"/>
            <p:cNvSpPr/>
            <p:nvPr/>
          </p:nvSpPr>
          <p:spPr>
            <a:xfrm>
              <a:off x="2538153" y="188866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8" name="pl338"/>
            <p:cNvSpPr/>
            <p:nvPr/>
          </p:nvSpPr>
          <p:spPr>
            <a:xfrm>
              <a:off x="2538153" y="188734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9" name="pl339"/>
            <p:cNvSpPr/>
            <p:nvPr/>
          </p:nvSpPr>
          <p:spPr>
            <a:xfrm>
              <a:off x="2510813" y="1947087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0" name="pl340"/>
            <p:cNvSpPr/>
            <p:nvPr/>
          </p:nvSpPr>
          <p:spPr>
            <a:xfrm>
              <a:off x="2497696" y="1947283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1" name="pl341"/>
            <p:cNvSpPr/>
            <p:nvPr/>
          </p:nvSpPr>
          <p:spPr>
            <a:xfrm>
              <a:off x="2000823" y="2494870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" name="pl342"/>
            <p:cNvSpPr/>
            <p:nvPr/>
          </p:nvSpPr>
          <p:spPr>
            <a:xfrm>
              <a:off x="2457168" y="221825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3" name="pl343"/>
            <p:cNvSpPr/>
            <p:nvPr/>
          </p:nvSpPr>
          <p:spPr>
            <a:xfrm>
              <a:off x="2691551" y="173271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4" name="pl344"/>
            <p:cNvSpPr/>
            <p:nvPr/>
          </p:nvSpPr>
          <p:spPr>
            <a:xfrm>
              <a:off x="2691551" y="1693545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" name="pl345"/>
            <p:cNvSpPr/>
            <p:nvPr/>
          </p:nvSpPr>
          <p:spPr>
            <a:xfrm>
              <a:off x="2666632" y="173324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" name="pl346"/>
            <p:cNvSpPr/>
            <p:nvPr/>
          </p:nvSpPr>
          <p:spPr>
            <a:xfrm>
              <a:off x="2691551" y="1711442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7" name="pl347"/>
            <p:cNvSpPr/>
            <p:nvPr/>
          </p:nvSpPr>
          <p:spPr>
            <a:xfrm>
              <a:off x="2691551" y="171756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" name="pl348"/>
            <p:cNvSpPr/>
            <p:nvPr/>
          </p:nvSpPr>
          <p:spPr>
            <a:xfrm>
              <a:off x="2691551" y="1724155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" name="pl349"/>
            <p:cNvSpPr/>
            <p:nvPr/>
          </p:nvSpPr>
          <p:spPr>
            <a:xfrm>
              <a:off x="2691551" y="171960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" name="pl350"/>
            <p:cNvSpPr/>
            <p:nvPr/>
          </p:nvSpPr>
          <p:spPr>
            <a:xfrm>
              <a:off x="2459123" y="1893954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1" name="pl351"/>
            <p:cNvSpPr/>
            <p:nvPr/>
          </p:nvSpPr>
          <p:spPr>
            <a:xfrm>
              <a:off x="2458586" y="188932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" name="pl352"/>
            <p:cNvSpPr/>
            <p:nvPr/>
          </p:nvSpPr>
          <p:spPr>
            <a:xfrm>
              <a:off x="2448895" y="1894254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" name="pl353"/>
            <p:cNvSpPr/>
            <p:nvPr/>
          </p:nvSpPr>
          <p:spPr>
            <a:xfrm>
              <a:off x="2666632" y="170066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" name="pl354"/>
            <p:cNvSpPr/>
            <p:nvPr/>
          </p:nvSpPr>
          <p:spPr>
            <a:xfrm>
              <a:off x="2728577" y="1654141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" name="pl355"/>
            <p:cNvSpPr/>
            <p:nvPr/>
          </p:nvSpPr>
          <p:spPr>
            <a:xfrm>
              <a:off x="2596277" y="162443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" name="pl356"/>
            <p:cNvSpPr/>
            <p:nvPr/>
          </p:nvSpPr>
          <p:spPr>
            <a:xfrm>
              <a:off x="2424639" y="1987124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" name="pl357"/>
            <p:cNvSpPr/>
            <p:nvPr/>
          </p:nvSpPr>
          <p:spPr>
            <a:xfrm>
              <a:off x="2474900" y="1987124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" name="pl358"/>
            <p:cNvSpPr/>
            <p:nvPr/>
          </p:nvSpPr>
          <p:spPr>
            <a:xfrm>
              <a:off x="2823128" y="265943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" name="pl359"/>
            <p:cNvSpPr/>
            <p:nvPr/>
          </p:nvSpPr>
          <p:spPr>
            <a:xfrm>
              <a:off x="2469221" y="193515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" name="pl360"/>
            <p:cNvSpPr/>
            <p:nvPr/>
          </p:nvSpPr>
          <p:spPr>
            <a:xfrm>
              <a:off x="2462429" y="193515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" name="pl361"/>
            <p:cNvSpPr/>
            <p:nvPr/>
          </p:nvSpPr>
          <p:spPr>
            <a:xfrm>
              <a:off x="2656360" y="1650711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" name="pl362"/>
            <p:cNvSpPr/>
            <p:nvPr/>
          </p:nvSpPr>
          <p:spPr>
            <a:xfrm>
              <a:off x="2656360" y="1620494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" name="pl363"/>
            <p:cNvSpPr/>
            <p:nvPr/>
          </p:nvSpPr>
          <p:spPr>
            <a:xfrm>
              <a:off x="1771435" y="208290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" name="pl364"/>
            <p:cNvSpPr/>
            <p:nvPr/>
          </p:nvSpPr>
          <p:spPr>
            <a:xfrm>
              <a:off x="1743453" y="208448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" name="pl365"/>
            <p:cNvSpPr/>
            <p:nvPr/>
          </p:nvSpPr>
          <p:spPr>
            <a:xfrm>
              <a:off x="2367176" y="200287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" name="pl366"/>
            <p:cNvSpPr/>
            <p:nvPr/>
          </p:nvSpPr>
          <p:spPr>
            <a:xfrm>
              <a:off x="2330241" y="2014133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" name="pl367"/>
            <p:cNvSpPr/>
            <p:nvPr/>
          </p:nvSpPr>
          <p:spPr>
            <a:xfrm>
              <a:off x="2521191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" name="pl368"/>
            <p:cNvSpPr/>
            <p:nvPr/>
          </p:nvSpPr>
          <p:spPr>
            <a:xfrm>
              <a:off x="2524122" y="194351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" name="pl369"/>
            <p:cNvSpPr/>
            <p:nvPr/>
          </p:nvSpPr>
          <p:spPr>
            <a:xfrm>
              <a:off x="2462420" y="174183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" name="pl370"/>
            <p:cNvSpPr/>
            <p:nvPr/>
          </p:nvSpPr>
          <p:spPr>
            <a:xfrm>
              <a:off x="2413715" y="170422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" name="pl371"/>
            <p:cNvSpPr/>
            <p:nvPr/>
          </p:nvSpPr>
          <p:spPr>
            <a:xfrm>
              <a:off x="2516112" y="190189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" name="pl372"/>
            <p:cNvSpPr/>
            <p:nvPr/>
          </p:nvSpPr>
          <p:spPr>
            <a:xfrm>
              <a:off x="2738868" y="188354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" name="pl373"/>
            <p:cNvSpPr/>
            <p:nvPr/>
          </p:nvSpPr>
          <p:spPr>
            <a:xfrm>
              <a:off x="2666632" y="174183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" name="pl374"/>
            <p:cNvSpPr/>
            <p:nvPr/>
          </p:nvSpPr>
          <p:spPr>
            <a:xfrm>
              <a:off x="2738868" y="1852812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" name="pl375"/>
            <p:cNvSpPr/>
            <p:nvPr/>
          </p:nvSpPr>
          <p:spPr>
            <a:xfrm>
              <a:off x="2738868" y="188354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" name="pl376"/>
            <p:cNvSpPr/>
            <p:nvPr/>
          </p:nvSpPr>
          <p:spPr>
            <a:xfrm>
              <a:off x="2528868" y="2035509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" name="pl377"/>
            <p:cNvSpPr/>
            <p:nvPr/>
          </p:nvSpPr>
          <p:spPr>
            <a:xfrm>
              <a:off x="2528868" y="2035509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" name="pl378"/>
            <p:cNvSpPr/>
            <p:nvPr/>
          </p:nvSpPr>
          <p:spPr>
            <a:xfrm>
              <a:off x="2478308" y="195346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" name="pl379"/>
            <p:cNvSpPr/>
            <p:nvPr/>
          </p:nvSpPr>
          <p:spPr>
            <a:xfrm>
              <a:off x="2386831" y="1942318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" name="pl380"/>
            <p:cNvSpPr/>
            <p:nvPr/>
          </p:nvSpPr>
          <p:spPr>
            <a:xfrm>
              <a:off x="2666632" y="1634759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" name="pl381"/>
            <p:cNvSpPr/>
            <p:nvPr/>
          </p:nvSpPr>
          <p:spPr>
            <a:xfrm>
              <a:off x="2323097" y="191763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" name="pl382"/>
            <p:cNvSpPr/>
            <p:nvPr/>
          </p:nvSpPr>
          <p:spPr>
            <a:xfrm>
              <a:off x="2637702" y="1471919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" name="pl383"/>
            <p:cNvSpPr/>
            <p:nvPr/>
          </p:nvSpPr>
          <p:spPr>
            <a:xfrm>
              <a:off x="2657415" y="141480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" name="pl384"/>
            <p:cNvSpPr/>
            <p:nvPr/>
          </p:nvSpPr>
          <p:spPr>
            <a:xfrm>
              <a:off x="2656938" y="145481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" name="pl385"/>
            <p:cNvSpPr/>
            <p:nvPr/>
          </p:nvSpPr>
          <p:spPr>
            <a:xfrm>
              <a:off x="2646270" y="1471919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" name="pl386"/>
            <p:cNvSpPr/>
            <p:nvPr/>
          </p:nvSpPr>
          <p:spPr>
            <a:xfrm>
              <a:off x="2424639" y="1992866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" name="pl387"/>
            <p:cNvSpPr/>
            <p:nvPr/>
          </p:nvSpPr>
          <p:spPr>
            <a:xfrm>
              <a:off x="2395754" y="1992866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" name="pl388"/>
            <p:cNvSpPr/>
            <p:nvPr/>
          </p:nvSpPr>
          <p:spPr>
            <a:xfrm>
              <a:off x="2400350" y="1992866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" name="pl389"/>
            <p:cNvSpPr/>
            <p:nvPr/>
          </p:nvSpPr>
          <p:spPr>
            <a:xfrm>
              <a:off x="2492025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" name="pl390"/>
            <p:cNvSpPr/>
            <p:nvPr/>
          </p:nvSpPr>
          <p:spPr>
            <a:xfrm>
              <a:off x="2470845" y="167988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" name="pl391"/>
            <p:cNvSpPr/>
            <p:nvPr/>
          </p:nvSpPr>
          <p:spPr>
            <a:xfrm>
              <a:off x="2825473" y="178854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" name="pl392"/>
            <p:cNvSpPr/>
            <p:nvPr/>
          </p:nvSpPr>
          <p:spPr>
            <a:xfrm>
              <a:off x="2856829" y="180329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" name="pl393"/>
            <p:cNvSpPr/>
            <p:nvPr/>
          </p:nvSpPr>
          <p:spPr>
            <a:xfrm>
              <a:off x="2532626" y="195423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" name="pl394"/>
            <p:cNvSpPr/>
            <p:nvPr/>
          </p:nvSpPr>
          <p:spPr>
            <a:xfrm>
              <a:off x="2504425" y="1899263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" name="pl395"/>
            <p:cNvSpPr/>
            <p:nvPr/>
          </p:nvSpPr>
          <p:spPr>
            <a:xfrm>
              <a:off x="2577219" y="213915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" name="pl396"/>
            <p:cNvSpPr/>
            <p:nvPr/>
          </p:nvSpPr>
          <p:spPr>
            <a:xfrm>
              <a:off x="2594744" y="2196351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" name="pl397"/>
            <p:cNvSpPr/>
            <p:nvPr/>
          </p:nvSpPr>
          <p:spPr>
            <a:xfrm>
              <a:off x="2594744" y="2196351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" name="pl398"/>
            <p:cNvSpPr/>
            <p:nvPr/>
          </p:nvSpPr>
          <p:spPr>
            <a:xfrm>
              <a:off x="2463409" y="182211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" name="pl399"/>
            <p:cNvSpPr/>
            <p:nvPr/>
          </p:nvSpPr>
          <p:spPr>
            <a:xfrm>
              <a:off x="2521191" y="1947087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" name="pl400"/>
            <p:cNvSpPr/>
            <p:nvPr/>
          </p:nvSpPr>
          <p:spPr>
            <a:xfrm>
              <a:off x="2513473" y="194381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1" name="pl401"/>
            <p:cNvSpPr/>
            <p:nvPr/>
          </p:nvSpPr>
          <p:spPr>
            <a:xfrm>
              <a:off x="2495312" y="194381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" name="pl402"/>
            <p:cNvSpPr/>
            <p:nvPr/>
          </p:nvSpPr>
          <p:spPr>
            <a:xfrm>
              <a:off x="2513473" y="194381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" name="pl403"/>
            <p:cNvSpPr/>
            <p:nvPr/>
          </p:nvSpPr>
          <p:spPr>
            <a:xfrm>
              <a:off x="2846157" y="1536532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" name="pl404"/>
            <p:cNvSpPr/>
            <p:nvPr/>
          </p:nvSpPr>
          <p:spPr>
            <a:xfrm>
              <a:off x="2794182" y="159062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" name="pl405"/>
            <p:cNvSpPr/>
            <p:nvPr/>
          </p:nvSpPr>
          <p:spPr>
            <a:xfrm>
              <a:off x="2846157" y="154719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" name="pl406"/>
            <p:cNvSpPr/>
            <p:nvPr/>
          </p:nvSpPr>
          <p:spPr>
            <a:xfrm>
              <a:off x="2411399" y="117740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" name="pl407"/>
            <p:cNvSpPr/>
            <p:nvPr/>
          </p:nvSpPr>
          <p:spPr>
            <a:xfrm>
              <a:off x="2415968" y="117807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" name="pl408"/>
            <p:cNvSpPr/>
            <p:nvPr/>
          </p:nvSpPr>
          <p:spPr>
            <a:xfrm>
              <a:off x="2847034" y="189300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" name="pl409"/>
            <p:cNvSpPr/>
            <p:nvPr/>
          </p:nvSpPr>
          <p:spPr>
            <a:xfrm>
              <a:off x="2406742" y="180304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" name="pl410"/>
            <p:cNvSpPr/>
            <p:nvPr/>
          </p:nvSpPr>
          <p:spPr>
            <a:xfrm>
              <a:off x="2402587" y="1809666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" name="pl411"/>
            <p:cNvSpPr/>
            <p:nvPr/>
          </p:nvSpPr>
          <p:spPr>
            <a:xfrm>
              <a:off x="2399214" y="181073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" name="pl412"/>
            <p:cNvSpPr/>
            <p:nvPr/>
          </p:nvSpPr>
          <p:spPr>
            <a:xfrm>
              <a:off x="3082430" y="229808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" name="pl413"/>
            <p:cNvSpPr/>
            <p:nvPr/>
          </p:nvSpPr>
          <p:spPr>
            <a:xfrm>
              <a:off x="3085687" y="2304852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" name="pl414"/>
            <p:cNvSpPr/>
            <p:nvPr/>
          </p:nvSpPr>
          <p:spPr>
            <a:xfrm>
              <a:off x="3085687" y="230350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" name="pl415"/>
            <p:cNvSpPr/>
            <p:nvPr/>
          </p:nvSpPr>
          <p:spPr>
            <a:xfrm>
              <a:off x="2563401" y="1491888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" name="pl416"/>
            <p:cNvSpPr/>
            <p:nvPr/>
          </p:nvSpPr>
          <p:spPr>
            <a:xfrm>
              <a:off x="2569908" y="1513048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" name="pl417"/>
            <p:cNvSpPr/>
            <p:nvPr/>
          </p:nvSpPr>
          <p:spPr>
            <a:xfrm>
              <a:off x="2560974" y="147339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" name="pl418"/>
            <p:cNvSpPr/>
            <p:nvPr/>
          </p:nvSpPr>
          <p:spPr>
            <a:xfrm>
              <a:off x="1762638" y="1582301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" name="pl419"/>
            <p:cNvSpPr/>
            <p:nvPr/>
          </p:nvSpPr>
          <p:spPr>
            <a:xfrm>
              <a:off x="2824885" y="1756286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0" name="pl420"/>
            <p:cNvSpPr/>
            <p:nvPr/>
          </p:nvSpPr>
          <p:spPr>
            <a:xfrm>
              <a:off x="2596555" y="1663474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" name="pl421"/>
            <p:cNvSpPr/>
            <p:nvPr/>
          </p:nvSpPr>
          <p:spPr>
            <a:xfrm>
              <a:off x="2742361" y="1538717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" name="pl422"/>
            <p:cNvSpPr/>
            <p:nvPr/>
          </p:nvSpPr>
          <p:spPr>
            <a:xfrm>
              <a:off x="2742361" y="153243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" name="pl423"/>
            <p:cNvSpPr/>
            <p:nvPr/>
          </p:nvSpPr>
          <p:spPr>
            <a:xfrm>
              <a:off x="2742361" y="153601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4" name="pl424"/>
            <p:cNvSpPr/>
            <p:nvPr/>
          </p:nvSpPr>
          <p:spPr>
            <a:xfrm>
              <a:off x="2742361" y="153044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" name="pl425"/>
            <p:cNvSpPr/>
            <p:nvPr/>
          </p:nvSpPr>
          <p:spPr>
            <a:xfrm>
              <a:off x="2742361" y="152542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6" name="pl426"/>
            <p:cNvSpPr/>
            <p:nvPr/>
          </p:nvSpPr>
          <p:spPr>
            <a:xfrm>
              <a:off x="2709886" y="194758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7" name="pl427"/>
            <p:cNvSpPr/>
            <p:nvPr/>
          </p:nvSpPr>
          <p:spPr>
            <a:xfrm>
              <a:off x="1930204" y="1249792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" name="pl428"/>
            <p:cNvSpPr/>
            <p:nvPr/>
          </p:nvSpPr>
          <p:spPr>
            <a:xfrm>
              <a:off x="1937460" y="1251917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" name="pl429"/>
            <p:cNvSpPr/>
            <p:nvPr/>
          </p:nvSpPr>
          <p:spPr>
            <a:xfrm>
              <a:off x="2666632" y="174183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0" name="pl430"/>
            <p:cNvSpPr/>
            <p:nvPr/>
          </p:nvSpPr>
          <p:spPr>
            <a:xfrm>
              <a:off x="2805569" y="1814763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1" name="pl431"/>
            <p:cNvSpPr/>
            <p:nvPr/>
          </p:nvSpPr>
          <p:spPr>
            <a:xfrm>
              <a:off x="2856829" y="181357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2" name="pl432"/>
            <p:cNvSpPr/>
            <p:nvPr/>
          </p:nvSpPr>
          <p:spPr>
            <a:xfrm>
              <a:off x="2521191" y="1947087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" name="pl433"/>
            <p:cNvSpPr/>
            <p:nvPr/>
          </p:nvSpPr>
          <p:spPr>
            <a:xfrm>
              <a:off x="2488392" y="1915758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" name="pl434"/>
            <p:cNvSpPr/>
            <p:nvPr/>
          </p:nvSpPr>
          <p:spPr>
            <a:xfrm>
              <a:off x="2475799" y="1907324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5" name="pl435"/>
            <p:cNvSpPr/>
            <p:nvPr/>
          </p:nvSpPr>
          <p:spPr>
            <a:xfrm>
              <a:off x="1768185" y="214254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" name="pl436"/>
            <p:cNvSpPr/>
            <p:nvPr/>
          </p:nvSpPr>
          <p:spPr>
            <a:xfrm>
              <a:off x="2358792" y="262389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" name="pl437"/>
            <p:cNvSpPr/>
            <p:nvPr/>
          </p:nvSpPr>
          <p:spPr>
            <a:xfrm>
              <a:off x="2365106" y="262454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8" name="pl438"/>
            <p:cNvSpPr/>
            <p:nvPr/>
          </p:nvSpPr>
          <p:spPr>
            <a:xfrm>
              <a:off x="2441984" y="104348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9" name="pl439"/>
            <p:cNvSpPr/>
            <p:nvPr/>
          </p:nvSpPr>
          <p:spPr>
            <a:xfrm>
              <a:off x="2445184" y="191829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0" name="pl440"/>
            <p:cNvSpPr/>
            <p:nvPr/>
          </p:nvSpPr>
          <p:spPr>
            <a:xfrm>
              <a:off x="2569321" y="187801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1" name="pl441"/>
            <p:cNvSpPr/>
            <p:nvPr/>
          </p:nvSpPr>
          <p:spPr>
            <a:xfrm>
              <a:off x="2627968" y="1875180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" name="pl442"/>
            <p:cNvSpPr/>
            <p:nvPr/>
          </p:nvSpPr>
          <p:spPr>
            <a:xfrm>
              <a:off x="2627968" y="186913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" name="pl443"/>
            <p:cNvSpPr/>
            <p:nvPr/>
          </p:nvSpPr>
          <p:spPr>
            <a:xfrm>
              <a:off x="2627968" y="186302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" name="pl444"/>
            <p:cNvSpPr/>
            <p:nvPr/>
          </p:nvSpPr>
          <p:spPr>
            <a:xfrm>
              <a:off x="2627968" y="1871005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5" name="pl445"/>
            <p:cNvSpPr/>
            <p:nvPr/>
          </p:nvSpPr>
          <p:spPr>
            <a:xfrm>
              <a:off x="2627968" y="187801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6" name="pl446"/>
            <p:cNvSpPr/>
            <p:nvPr/>
          </p:nvSpPr>
          <p:spPr>
            <a:xfrm>
              <a:off x="2627968" y="186957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7" name="pl447"/>
            <p:cNvSpPr/>
            <p:nvPr/>
          </p:nvSpPr>
          <p:spPr>
            <a:xfrm>
              <a:off x="2596764" y="1671414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8" name="pl448"/>
            <p:cNvSpPr/>
            <p:nvPr/>
          </p:nvSpPr>
          <p:spPr>
            <a:xfrm>
              <a:off x="2553455" y="199572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" name="pl449"/>
            <p:cNvSpPr/>
            <p:nvPr/>
          </p:nvSpPr>
          <p:spPr>
            <a:xfrm>
              <a:off x="2553455" y="199572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" name="pl450"/>
            <p:cNvSpPr/>
            <p:nvPr/>
          </p:nvSpPr>
          <p:spPr>
            <a:xfrm>
              <a:off x="2421145" y="184687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" name="pl451"/>
            <p:cNvSpPr/>
            <p:nvPr/>
          </p:nvSpPr>
          <p:spPr>
            <a:xfrm>
              <a:off x="2415397" y="180304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" name="pl452"/>
            <p:cNvSpPr/>
            <p:nvPr/>
          </p:nvSpPr>
          <p:spPr>
            <a:xfrm>
              <a:off x="2471396" y="192784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" name="pl453"/>
            <p:cNvSpPr/>
            <p:nvPr/>
          </p:nvSpPr>
          <p:spPr>
            <a:xfrm>
              <a:off x="2519883" y="194204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4" name="pl454"/>
            <p:cNvSpPr/>
            <p:nvPr/>
          </p:nvSpPr>
          <p:spPr>
            <a:xfrm>
              <a:off x="2472544" y="221825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5" name="pl455"/>
            <p:cNvSpPr/>
            <p:nvPr/>
          </p:nvSpPr>
          <p:spPr>
            <a:xfrm>
              <a:off x="2471675" y="221825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6" name="pl456"/>
            <p:cNvSpPr/>
            <p:nvPr/>
          </p:nvSpPr>
          <p:spPr>
            <a:xfrm>
              <a:off x="2015353" y="118745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" name="pl457"/>
            <p:cNvSpPr/>
            <p:nvPr/>
          </p:nvSpPr>
          <p:spPr>
            <a:xfrm>
              <a:off x="2521191" y="1947087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" name="pl458"/>
            <p:cNvSpPr/>
            <p:nvPr/>
          </p:nvSpPr>
          <p:spPr>
            <a:xfrm>
              <a:off x="2526837" y="196160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" name="pl459"/>
            <p:cNvSpPr/>
            <p:nvPr/>
          </p:nvSpPr>
          <p:spPr>
            <a:xfrm>
              <a:off x="2528604" y="195559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" name="pl460"/>
            <p:cNvSpPr/>
            <p:nvPr/>
          </p:nvSpPr>
          <p:spPr>
            <a:xfrm>
              <a:off x="2596764" y="162398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" name="pl461"/>
            <p:cNvSpPr/>
            <p:nvPr/>
          </p:nvSpPr>
          <p:spPr>
            <a:xfrm>
              <a:off x="2753499" y="106943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" name="pl462"/>
            <p:cNvSpPr/>
            <p:nvPr/>
          </p:nvSpPr>
          <p:spPr>
            <a:xfrm>
              <a:off x="1773865" y="214254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" name="pl463"/>
            <p:cNvSpPr/>
            <p:nvPr/>
          </p:nvSpPr>
          <p:spPr>
            <a:xfrm>
              <a:off x="1795888" y="2172362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" name="pl464"/>
            <p:cNvSpPr/>
            <p:nvPr/>
          </p:nvSpPr>
          <p:spPr>
            <a:xfrm>
              <a:off x="1790037" y="2172362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" name="pl465"/>
            <p:cNvSpPr/>
            <p:nvPr/>
          </p:nvSpPr>
          <p:spPr>
            <a:xfrm>
              <a:off x="2856829" y="1802153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" name="pl466"/>
            <p:cNvSpPr/>
            <p:nvPr/>
          </p:nvSpPr>
          <p:spPr>
            <a:xfrm>
              <a:off x="2531182" y="1681687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" name="pl467"/>
            <p:cNvSpPr/>
            <p:nvPr/>
          </p:nvSpPr>
          <p:spPr>
            <a:xfrm>
              <a:off x="2531182" y="1730502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" name="pl468"/>
            <p:cNvSpPr/>
            <p:nvPr/>
          </p:nvSpPr>
          <p:spPr>
            <a:xfrm>
              <a:off x="3390417" y="183479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" name="pl469"/>
            <p:cNvSpPr/>
            <p:nvPr/>
          </p:nvSpPr>
          <p:spPr>
            <a:xfrm>
              <a:off x="3389262" y="1853691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" name="pl470"/>
            <p:cNvSpPr/>
            <p:nvPr/>
          </p:nvSpPr>
          <p:spPr>
            <a:xfrm>
              <a:off x="2522131" y="1963549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" name="pl471"/>
            <p:cNvSpPr/>
            <p:nvPr/>
          </p:nvSpPr>
          <p:spPr>
            <a:xfrm>
              <a:off x="2522131" y="1963549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" name="pl472"/>
            <p:cNvSpPr/>
            <p:nvPr/>
          </p:nvSpPr>
          <p:spPr>
            <a:xfrm>
              <a:off x="2519878" y="1935550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" name="pl473"/>
            <p:cNvSpPr/>
            <p:nvPr/>
          </p:nvSpPr>
          <p:spPr>
            <a:xfrm>
              <a:off x="2507163" y="1938856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" name="pl474"/>
            <p:cNvSpPr/>
            <p:nvPr/>
          </p:nvSpPr>
          <p:spPr>
            <a:xfrm>
              <a:off x="2487124" y="193987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" name="pl475"/>
            <p:cNvSpPr/>
            <p:nvPr/>
          </p:nvSpPr>
          <p:spPr>
            <a:xfrm>
              <a:off x="2501366" y="1963549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" name="pl476"/>
            <p:cNvSpPr/>
            <p:nvPr/>
          </p:nvSpPr>
          <p:spPr>
            <a:xfrm>
              <a:off x="2522131" y="1963549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" name="pl477"/>
            <p:cNvSpPr/>
            <p:nvPr/>
          </p:nvSpPr>
          <p:spPr>
            <a:xfrm>
              <a:off x="2522131" y="1914221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" name="pl478"/>
            <p:cNvSpPr/>
            <p:nvPr/>
          </p:nvSpPr>
          <p:spPr>
            <a:xfrm>
              <a:off x="2515261" y="1963549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" name="pl479"/>
            <p:cNvSpPr/>
            <p:nvPr/>
          </p:nvSpPr>
          <p:spPr>
            <a:xfrm>
              <a:off x="2515931" y="1963549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" name="pl480"/>
            <p:cNvSpPr/>
            <p:nvPr/>
          </p:nvSpPr>
          <p:spPr>
            <a:xfrm>
              <a:off x="2522131" y="1953434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" name="pl481"/>
            <p:cNvSpPr/>
            <p:nvPr/>
          </p:nvSpPr>
          <p:spPr>
            <a:xfrm>
              <a:off x="2502281" y="191716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" name="pl482"/>
            <p:cNvSpPr/>
            <p:nvPr/>
          </p:nvSpPr>
          <p:spPr>
            <a:xfrm>
              <a:off x="2521477" y="1963549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" name="pl483"/>
            <p:cNvSpPr/>
            <p:nvPr/>
          </p:nvSpPr>
          <p:spPr>
            <a:xfrm>
              <a:off x="2476913" y="1963549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" name="pl484"/>
            <p:cNvSpPr/>
            <p:nvPr/>
          </p:nvSpPr>
          <p:spPr>
            <a:xfrm>
              <a:off x="2522131" y="1963549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" name="pl485"/>
            <p:cNvSpPr/>
            <p:nvPr/>
          </p:nvSpPr>
          <p:spPr>
            <a:xfrm>
              <a:off x="2518249" y="1963549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" name="pl486"/>
            <p:cNvSpPr/>
            <p:nvPr/>
          </p:nvSpPr>
          <p:spPr>
            <a:xfrm>
              <a:off x="2522131" y="1963549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" name="pl487"/>
            <p:cNvSpPr/>
            <p:nvPr/>
          </p:nvSpPr>
          <p:spPr>
            <a:xfrm>
              <a:off x="2522131" y="1963549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" name="pl488"/>
            <p:cNvSpPr/>
            <p:nvPr/>
          </p:nvSpPr>
          <p:spPr>
            <a:xfrm>
              <a:off x="2522131" y="1963549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" name="pl489"/>
            <p:cNvSpPr/>
            <p:nvPr/>
          </p:nvSpPr>
          <p:spPr>
            <a:xfrm>
              <a:off x="2454655" y="183413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" name="pl490"/>
            <p:cNvSpPr/>
            <p:nvPr/>
          </p:nvSpPr>
          <p:spPr>
            <a:xfrm>
              <a:off x="2510813" y="1947283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" name="pl491"/>
            <p:cNvSpPr/>
            <p:nvPr/>
          </p:nvSpPr>
          <p:spPr>
            <a:xfrm>
              <a:off x="2510964" y="1963549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" name="pl492"/>
            <p:cNvSpPr/>
            <p:nvPr/>
          </p:nvSpPr>
          <p:spPr>
            <a:xfrm>
              <a:off x="2522131" y="1963549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" name="pl493"/>
            <p:cNvSpPr/>
            <p:nvPr/>
          </p:nvSpPr>
          <p:spPr>
            <a:xfrm>
              <a:off x="2488210" y="1963549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" name="pl494"/>
            <p:cNvSpPr/>
            <p:nvPr/>
          </p:nvSpPr>
          <p:spPr>
            <a:xfrm>
              <a:off x="2522131" y="1963549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" name="pl495"/>
            <p:cNvSpPr/>
            <p:nvPr/>
          </p:nvSpPr>
          <p:spPr>
            <a:xfrm>
              <a:off x="2521547" y="1954779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" name="pl496"/>
            <p:cNvSpPr/>
            <p:nvPr/>
          </p:nvSpPr>
          <p:spPr>
            <a:xfrm>
              <a:off x="2504714" y="191545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" name="pl497"/>
            <p:cNvSpPr/>
            <p:nvPr/>
          </p:nvSpPr>
          <p:spPr>
            <a:xfrm>
              <a:off x="2521759" y="195899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" name="pl498"/>
            <p:cNvSpPr/>
            <p:nvPr/>
          </p:nvSpPr>
          <p:spPr>
            <a:xfrm>
              <a:off x="2485165" y="1963549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" name="pl499"/>
            <p:cNvSpPr/>
            <p:nvPr/>
          </p:nvSpPr>
          <p:spPr>
            <a:xfrm>
              <a:off x="2522131" y="1963549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" name="pl500"/>
            <p:cNvSpPr/>
            <p:nvPr/>
          </p:nvSpPr>
          <p:spPr>
            <a:xfrm>
              <a:off x="2522131" y="1963549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" name="pl501"/>
            <p:cNvSpPr/>
            <p:nvPr/>
          </p:nvSpPr>
          <p:spPr>
            <a:xfrm>
              <a:off x="2521320" y="195280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" name="pl502"/>
            <p:cNvSpPr/>
            <p:nvPr/>
          </p:nvSpPr>
          <p:spPr>
            <a:xfrm>
              <a:off x="2508341" y="1963549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" name="pl503"/>
            <p:cNvSpPr/>
            <p:nvPr/>
          </p:nvSpPr>
          <p:spPr>
            <a:xfrm>
              <a:off x="2522131" y="1963549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" name="pl504"/>
            <p:cNvSpPr/>
            <p:nvPr/>
          </p:nvSpPr>
          <p:spPr>
            <a:xfrm>
              <a:off x="2513095" y="1913242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" name="pl505"/>
            <p:cNvSpPr/>
            <p:nvPr/>
          </p:nvSpPr>
          <p:spPr>
            <a:xfrm>
              <a:off x="2663031" y="1950401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" name="pl506"/>
            <p:cNvSpPr/>
            <p:nvPr/>
          </p:nvSpPr>
          <p:spPr>
            <a:xfrm>
              <a:off x="2584293" y="195631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" name="pl507"/>
            <p:cNvSpPr/>
            <p:nvPr/>
          </p:nvSpPr>
          <p:spPr>
            <a:xfrm>
              <a:off x="2424639" y="200287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" name="pl508"/>
            <p:cNvSpPr/>
            <p:nvPr/>
          </p:nvSpPr>
          <p:spPr>
            <a:xfrm>
              <a:off x="2499914" y="198072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" name="pl509"/>
            <p:cNvSpPr/>
            <p:nvPr/>
          </p:nvSpPr>
          <p:spPr>
            <a:xfrm>
              <a:off x="2499914" y="1991529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" name="pl510"/>
            <p:cNvSpPr/>
            <p:nvPr/>
          </p:nvSpPr>
          <p:spPr>
            <a:xfrm>
              <a:off x="2477906" y="198554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" name="pl511"/>
            <p:cNvSpPr/>
            <p:nvPr/>
          </p:nvSpPr>
          <p:spPr>
            <a:xfrm>
              <a:off x="2499914" y="197468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" name="pl512"/>
            <p:cNvSpPr/>
            <p:nvPr/>
          </p:nvSpPr>
          <p:spPr>
            <a:xfrm>
              <a:off x="2488210" y="1987124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" name="pl513"/>
            <p:cNvSpPr/>
            <p:nvPr/>
          </p:nvSpPr>
          <p:spPr>
            <a:xfrm>
              <a:off x="2492176" y="206384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" name="pl514"/>
            <p:cNvSpPr/>
            <p:nvPr/>
          </p:nvSpPr>
          <p:spPr>
            <a:xfrm>
              <a:off x="2521191" y="1947087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" name="pl515"/>
            <p:cNvSpPr/>
            <p:nvPr/>
          </p:nvSpPr>
          <p:spPr>
            <a:xfrm>
              <a:off x="2532459" y="195948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6" name="pl516"/>
            <p:cNvSpPr/>
            <p:nvPr/>
          </p:nvSpPr>
          <p:spPr>
            <a:xfrm>
              <a:off x="2666632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7" name="pl517"/>
            <p:cNvSpPr/>
            <p:nvPr/>
          </p:nvSpPr>
          <p:spPr>
            <a:xfrm>
              <a:off x="2832646" y="165536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" name="pl518"/>
            <p:cNvSpPr/>
            <p:nvPr/>
          </p:nvSpPr>
          <p:spPr>
            <a:xfrm>
              <a:off x="2832646" y="1607747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" name="pl519"/>
            <p:cNvSpPr/>
            <p:nvPr/>
          </p:nvSpPr>
          <p:spPr>
            <a:xfrm>
              <a:off x="2832646" y="1626732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" name="pl520"/>
            <p:cNvSpPr/>
            <p:nvPr/>
          </p:nvSpPr>
          <p:spPr>
            <a:xfrm>
              <a:off x="2832646" y="1656835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" name="pl521"/>
            <p:cNvSpPr/>
            <p:nvPr/>
          </p:nvSpPr>
          <p:spPr>
            <a:xfrm>
              <a:off x="2728577" y="167163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" name="pl522"/>
            <p:cNvSpPr/>
            <p:nvPr/>
          </p:nvSpPr>
          <p:spPr>
            <a:xfrm>
              <a:off x="2832646" y="164545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" name="pl523"/>
            <p:cNvSpPr/>
            <p:nvPr/>
          </p:nvSpPr>
          <p:spPr>
            <a:xfrm>
              <a:off x="2832646" y="164253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" name="pl524"/>
            <p:cNvSpPr/>
            <p:nvPr/>
          </p:nvSpPr>
          <p:spPr>
            <a:xfrm>
              <a:off x="2832646" y="166570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" name="pl525"/>
            <p:cNvSpPr/>
            <p:nvPr/>
          </p:nvSpPr>
          <p:spPr>
            <a:xfrm>
              <a:off x="2832646" y="161540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" name="pl526"/>
            <p:cNvSpPr/>
            <p:nvPr/>
          </p:nvSpPr>
          <p:spPr>
            <a:xfrm>
              <a:off x="2569321" y="1886543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" name="pl527"/>
            <p:cNvSpPr/>
            <p:nvPr/>
          </p:nvSpPr>
          <p:spPr>
            <a:xfrm>
              <a:off x="2493110" y="191958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" name="pl528"/>
            <p:cNvSpPr/>
            <p:nvPr/>
          </p:nvSpPr>
          <p:spPr>
            <a:xfrm>
              <a:off x="2521191" y="1947087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" name="pl529"/>
            <p:cNvSpPr/>
            <p:nvPr/>
          </p:nvSpPr>
          <p:spPr>
            <a:xfrm>
              <a:off x="2146619" y="1323828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" name="pl530"/>
            <p:cNvSpPr/>
            <p:nvPr/>
          </p:nvSpPr>
          <p:spPr>
            <a:xfrm>
              <a:off x="2137772" y="1299405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" name="pl531"/>
            <p:cNvSpPr/>
            <p:nvPr/>
          </p:nvSpPr>
          <p:spPr>
            <a:xfrm>
              <a:off x="3230313" y="233386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2" name="pl532"/>
            <p:cNvSpPr/>
            <p:nvPr/>
          </p:nvSpPr>
          <p:spPr>
            <a:xfrm>
              <a:off x="3214783" y="236227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" name="pl533"/>
            <p:cNvSpPr/>
            <p:nvPr/>
          </p:nvSpPr>
          <p:spPr>
            <a:xfrm>
              <a:off x="1892278" y="2401278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4" name="pl534"/>
            <p:cNvSpPr/>
            <p:nvPr/>
          </p:nvSpPr>
          <p:spPr>
            <a:xfrm>
              <a:off x="1897000" y="236896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" name="pl535"/>
            <p:cNvSpPr/>
            <p:nvPr/>
          </p:nvSpPr>
          <p:spPr>
            <a:xfrm>
              <a:off x="1911833" y="2401278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" name="pl536"/>
            <p:cNvSpPr/>
            <p:nvPr/>
          </p:nvSpPr>
          <p:spPr>
            <a:xfrm>
              <a:off x="2541436" y="1033462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7" name="pl537"/>
            <p:cNvSpPr/>
            <p:nvPr/>
          </p:nvSpPr>
          <p:spPr>
            <a:xfrm>
              <a:off x="2596283" y="164783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8" name="pl538"/>
            <p:cNvSpPr/>
            <p:nvPr/>
          </p:nvSpPr>
          <p:spPr>
            <a:xfrm>
              <a:off x="2695783" y="2692418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9" name="pl539"/>
            <p:cNvSpPr/>
            <p:nvPr/>
          </p:nvSpPr>
          <p:spPr>
            <a:xfrm>
              <a:off x="2500532" y="206384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" name="pl540"/>
            <p:cNvSpPr/>
            <p:nvPr/>
          </p:nvSpPr>
          <p:spPr>
            <a:xfrm>
              <a:off x="2488399" y="206776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1" name="pl541"/>
            <p:cNvSpPr/>
            <p:nvPr/>
          </p:nvSpPr>
          <p:spPr>
            <a:xfrm>
              <a:off x="2481123" y="206776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2" name="pl542"/>
            <p:cNvSpPr/>
            <p:nvPr/>
          </p:nvSpPr>
          <p:spPr>
            <a:xfrm>
              <a:off x="2534935" y="270323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3" name="pl543"/>
            <p:cNvSpPr/>
            <p:nvPr/>
          </p:nvSpPr>
          <p:spPr>
            <a:xfrm>
              <a:off x="2774183" y="1506872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" name="pl544"/>
            <p:cNvSpPr/>
            <p:nvPr/>
          </p:nvSpPr>
          <p:spPr>
            <a:xfrm>
              <a:off x="2666632" y="161775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" name="pl545"/>
            <p:cNvSpPr/>
            <p:nvPr/>
          </p:nvSpPr>
          <p:spPr>
            <a:xfrm>
              <a:off x="2441244" y="191246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" name="pl546"/>
            <p:cNvSpPr/>
            <p:nvPr/>
          </p:nvSpPr>
          <p:spPr>
            <a:xfrm>
              <a:off x="2585310" y="213490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" name="pl547"/>
            <p:cNvSpPr/>
            <p:nvPr/>
          </p:nvSpPr>
          <p:spPr>
            <a:xfrm>
              <a:off x="2666632" y="172176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" name="pl548"/>
            <p:cNvSpPr/>
            <p:nvPr/>
          </p:nvSpPr>
          <p:spPr>
            <a:xfrm>
              <a:off x="2733202" y="170243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" name="pl549"/>
            <p:cNvSpPr/>
            <p:nvPr/>
          </p:nvSpPr>
          <p:spPr>
            <a:xfrm>
              <a:off x="2733202" y="171769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0" name="pl550"/>
            <p:cNvSpPr/>
            <p:nvPr/>
          </p:nvSpPr>
          <p:spPr>
            <a:xfrm>
              <a:off x="2733202" y="168491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1" name="pl551"/>
            <p:cNvSpPr/>
            <p:nvPr/>
          </p:nvSpPr>
          <p:spPr>
            <a:xfrm>
              <a:off x="2569321" y="188218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" name="pl552"/>
            <p:cNvSpPr/>
            <p:nvPr/>
          </p:nvSpPr>
          <p:spPr>
            <a:xfrm>
              <a:off x="3358282" y="204033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" name="pl553"/>
            <p:cNvSpPr/>
            <p:nvPr/>
          </p:nvSpPr>
          <p:spPr>
            <a:xfrm>
              <a:off x="1721543" y="178488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4" name="pl554"/>
            <p:cNvSpPr/>
            <p:nvPr/>
          </p:nvSpPr>
          <p:spPr>
            <a:xfrm>
              <a:off x="2544127" y="199796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" name="pl555"/>
            <p:cNvSpPr/>
            <p:nvPr/>
          </p:nvSpPr>
          <p:spPr>
            <a:xfrm>
              <a:off x="2544127" y="199796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" name="pl556"/>
            <p:cNvSpPr/>
            <p:nvPr/>
          </p:nvSpPr>
          <p:spPr>
            <a:xfrm>
              <a:off x="2544127" y="199796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" name="pl557"/>
            <p:cNvSpPr/>
            <p:nvPr/>
          </p:nvSpPr>
          <p:spPr>
            <a:xfrm>
              <a:off x="2513095" y="1903717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8" name="pl558"/>
            <p:cNvSpPr/>
            <p:nvPr/>
          </p:nvSpPr>
          <p:spPr>
            <a:xfrm>
              <a:off x="2261874" y="1825626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9" name="pl559"/>
            <p:cNvSpPr/>
            <p:nvPr/>
          </p:nvSpPr>
          <p:spPr>
            <a:xfrm>
              <a:off x="2577219" y="213915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0" name="pl560"/>
            <p:cNvSpPr/>
            <p:nvPr/>
          </p:nvSpPr>
          <p:spPr>
            <a:xfrm>
              <a:off x="2542514" y="195648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1" name="pl561"/>
            <p:cNvSpPr/>
            <p:nvPr/>
          </p:nvSpPr>
          <p:spPr>
            <a:xfrm>
              <a:off x="3323654" y="1516111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2" name="pl562"/>
            <p:cNvSpPr/>
            <p:nvPr/>
          </p:nvSpPr>
          <p:spPr>
            <a:xfrm>
              <a:off x="2521191" y="192719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" name="pl563"/>
            <p:cNvSpPr/>
            <p:nvPr/>
          </p:nvSpPr>
          <p:spPr>
            <a:xfrm>
              <a:off x="2539451" y="189113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" name="pl564"/>
            <p:cNvSpPr/>
            <p:nvPr/>
          </p:nvSpPr>
          <p:spPr>
            <a:xfrm>
              <a:off x="3043825" y="119236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" name="pl565"/>
            <p:cNvSpPr/>
            <p:nvPr/>
          </p:nvSpPr>
          <p:spPr>
            <a:xfrm>
              <a:off x="2519881" y="1938341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" name="pl566"/>
            <p:cNvSpPr/>
            <p:nvPr/>
          </p:nvSpPr>
          <p:spPr>
            <a:xfrm>
              <a:off x="2519881" y="1935447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7" name="pl567"/>
            <p:cNvSpPr/>
            <p:nvPr/>
          </p:nvSpPr>
          <p:spPr>
            <a:xfrm>
              <a:off x="2657415" y="145517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8" name="pl568"/>
            <p:cNvSpPr/>
            <p:nvPr/>
          </p:nvSpPr>
          <p:spPr>
            <a:xfrm>
              <a:off x="2595714" y="213490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9" name="pl569"/>
            <p:cNvSpPr/>
            <p:nvPr/>
          </p:nvSpPr>
          <p:spPr>
            <a:xfrm>
              <a:off x="2595714" y="213490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0" name="pl570"/>
            <p:cNvSpPr/>
            <p:nvPr/>
          </p:nvSpPr>
          <p:spPr>
            <a:xfrm>
              <a:off x="2660170" y="190473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" name="pl571"/>
            <p:cNvSpPr/>
            <p:nvPr/>
          </p:nvSpPr>
          <p:spPr>
            <a:xfrm>
              <a:off x="2660900" y="1904439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2" name="pg572"/>
            <p:cNvSpPr/>
            <p:nvPr/>
          </p:nvSpPr>
          <p:spPr>
            <a:xfrm>
              <a:off x="2393335" y="17530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" name="pt573"/>
            <p:cNvSpPr/>
            <p:nvPr/>
          </p:nvSpPr>
          <p:spPr>
            <a:xfrm>
              <a:off x="2689088" y="1708300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" name="pt574"/>
            <p:cNvSpPr/>
            <p:nvPr/>
          </p:nvSpPr>
          <p:spPr>
            <a:xfrm>
              <a:off x="2699654" y="166912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" name="pt575"/>
            <p:cNvSpPr/>
            <p:nvPr/>
          </p:nvSpPr>
          <p:spPr>
            <a:xfrm>
              <a:off x="2502855" y="195202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" name="pt576"/>
            <p:cNvSpPr/>
            <p:nvPr/>
          </p:nvSpPr>
          <p:spPr>
            <a:xfrm>
              <a:off x="2509826" y="196095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" name="pt577"/>
            <p:cNvSpPr/>
            <p:nvPr/>
          </p:nvSpPr>
          <p:spPr>
            <a:xfrm>
              <a:off x="2456958" y="1868994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" name="pt578"/>
            <p:cNvSpPr/>
            <p:nvPr/>
          </p:nvSpPr>
          <p:spPr>
            <a:xfrm>
              <a:off x="2453931" y="1761117"/>
              <a:ext cx="85604" cy="8560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" name="pt579"/>
            <p:cNvSpPr/>
            <p:nvPr/>
          </p:nvSpPr>
          <p:spPr>
            <a:xfrm>
              <a:off x="2710668" y="1316274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" name="pg580"/>
            <p:cNvSpPr/>
            <p:nvPr/>
          </p:nvSpPr>
          <p:spPr>
            <a:xfrm>
              <a:off x="2496198" y="206849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" name="pg581"/>
            <p:cNvSpPr/>
            <p:nvPr/>
          </p:nvSpPr>
          <p:spPr>
            <a:xfrm>
              <a:off x="2497554" y="19642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2" name="pt582"/>
            <p:cNvSpPr/>
            <p:nvPr/>
          </p:nvSpPr>
          <p:spPr>
            <a:xfrm>
              <a:off x="2788687" y="2622022"/>
              <a:ext cx="74834" cy="74834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3" name="pt583"/>
            <p:cNvSpPr/>
            <p:nvPr/>
          </p:nvSpPr>
          <p:spPr>
            <a:xfrm>
              <a:off x="2526845" y="1893206"/>
              <a:ext cx="67219" cy="67219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4" name="pt584"/>
            <p:cNvSpPr/>
            <p:nvPr/>
          </p:nvSpPr>
          <p:spPr>
            <a:xfrm>
              <a:off x="2444804" y="191796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5" name="pt585"/>
            <p:cNvSpPr/>
            <p:nvPr/>
          </p:nvSpPr>
          <p:spPr>
            <a:xfrm>
              <a:off x="2890171" y="188228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6" name="pt586"/>
            <p:cNvSpPr/>
            <p:nvPr/>
          </p:nvSpPr>
          <p:spPr>
            <a:xfrm>
              <a:off x="2788055" y="1751124"/>
              <a:ext cx="74834" cy="7483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7" name="pg587"/>
            <p:cNvSpPr/>
            <p:nvPr/>
          </p:nvSpPr>
          <p:spPr>
            <a:xfrm>
              <a:off x="2379694" y="17880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8" name="pt588"/>
            <p:cNvSpPr/>
            <p:nvPr/>
          </p:nvSpPr>
          <p:spPr>
            <a:xfrm>
              <a:off x="3345338" y="1713521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9" name="pg589"/>
            <p:cNvSpPr/>
            <p:nvPr/>
          </p:nvSpPr>
          <p:spPr>
            <a:xfrm>
              <a:off x="3087636" y="1808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0" name="pg590"/>
            <p:cNvSpPr/>
            <p:nvPr/>
          </p:nvSpPr>
          <p:spPr>
            <a:xfrm>
              <a:off x="2772536" y="182114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1" name="pt591"/>
            <p:cNvSpPr/>
            <p:nvPr/>
          </p:nvSpPr>
          <p:spPr>
            <a:xfrm>
              <a:off x="2473911" y="205618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2" name="pt592"/>
            <p:cNvSpPr/>
            <p:nvPr/>
          </p:nvSpPr>
          <p:spPr>
            <a:xfrm>
              <a:off x="2411577" y="2583669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3" name="pt593"/>
            <p:cNvSpPr/>
            <p:nvPr/>
          </p:nvSpPr>
          <p:spPr>
            <a:xfrm>
              <a:off x="2446421" y="1837390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4" name="pt594"/>
            <p:cNvSpPr/>
            <p:nvPr/>
          </p:nvSpPr>
          <p:spPr>
            <a:xfrm>
              <a:off x="2844997" y="148245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5" name="pt595"/>
            <p:cNvSpPr/>
            <p:nvPr/>
          </p:nvSpPr>
          <p:spPr>
            <a:xfrm>
              <a:off x="2885905" y="1714757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6" name="pl596"/>
            <p:cNvSpPr/>
            <p:nvPr/>
          </p:nvSpPr>
          <p:spPr>
            <a:xfrm>
              <a:off x="2425636" y="182064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" name="pl597"/>
            <p:cNvSpPr/>
            <p:nvPr/>
          </p:nvSpPr>
          <p:spPr>
            <a:xfrm>
              <a:off x="2460167" y="178611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" name="pt598"/>
            <p:cNvSpPr/>
            <p:nvPr/>
          </p:nvSpPr>
          <p:spPr>
            <a:xfrm>
              <a:off x="2548442" y="1863749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9" name="pl599"/>
            <p:cNvSpPr/>
            <p:nvPr/>
          </p:nvSpPr>
          <p:spPr>
            <a:xfrm>
              <a:off x="2384057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" name="pl600"/>
            <p:cNvSpPr/>
            <p:nvPr/>
          </p:nvSpPr>
          <p:spPr>
            <a:xfrm>
              <a:off x="2384057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" name="pl601"/>
            <p:cNvSpPr/>
            <p:nvPr/>
          </p:nvSpPr>
          <p:spPr>
            <a:xfrm>
              <a:off x="2298515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" name="pl602"/>
            <p:cNvSpPr/>
            <p:nvPr/>
          </p:nvSpPr>
          <p:spPr>
            <a:xfrm>
              <a:off x="2298515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" name="pl603"/>
            <p:cNvSpPr/>
            <p:nvPr/>
          </p:nvSpPr>
          <p:spPr>
            <a:xfrm>
              <a:off x="2288402" y="10712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" name="pl604"/>
            <p:cNvSpPr/>
            <p:nvPr/>
          </p:nvSpPr>
          <p:spPr>
            <a:xfrm>
              <a:off x="2322932" y="10367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" name="pg605"/>
            <p:cNvSpPr/>
            <p:nvPr/>
          </p:nvSpPr>
          <p:spPr>
            <a:xfrm>
              <a:off x="2447390" y="202281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6" name="pt606"/>
            <p:cNvSpPr/>
            <p:nvPr/>
          </p:nvSpPr>
          <p:spPr>
            <a:xfrm>
              <a:off x="2079162" y="1183726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7" name="pt607"/>
            <p:cNvSpPr/>
            <p:nvPr/>
          </p:nvSpPr>
          <p:spPr>
            <a:xfrm>
              <a:off x="2756356" y="1864040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8" name="pl608"/>
            <p:cNvSpPr/>
            <p:nvPr/>
          </p:nvSpPr>
          <p:spPr>
            <a:xfrm>
              <a:off x="2464815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" name="pl609"/>
            <p:cNvSpPr/>
            <p:nvPr/>
          </p:nvSpPr>
          <p:spPr>
            <a:xfrm>
              <a:off x="2464815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" name="pl610"/>
            <p:cNvSpPr/>
            <p:nvPr/>
          </p:nvSpPr>
          <p:spPr>
            <a:xfrm>
              <a:off x="2449316" y="1936676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" name="pl611"/>
            <p:cNvSpPr/>
            <p:nvPr/>
          </p:nvSpPr>
          <p:spPr>
            <a:xfrm>
              <a:off x="2502232" y="188375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" name="pl612"/>
            <p:cNvSpPr/>
            <p:nvPr/>
          </p:nvSpPr>
          <p:spPr>
            <a:xfrm>
              <a:off x="2447278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" name="pl613"/>
            <p:cNvSpPr/>
            <p:nvPr/>
          </p:nvSpPr>
          <p:spPr>
            <a:xfrm>
              <a:off x="2447278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" name="pl614"/>
            <p:cNvSpPr/>
            <p:nvPr/>
          </p:nvSpPr>
          <p:spPr>
            <a:xfrm>
              <a:off x="2429549" y="188888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" name="pl615"/>
            <p:cNvSpPr/>
            <p:nvPr/>
          </p:nvSpPr>
          <p:spPr>
            <a:xfrm>
              <a:off x="2490081" y="182835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" name="pt616"/>
            <p:cNvSpPr/>
            <p:nvPr/>
          </p:nvSpPr>
          <p:spPr>
            <a:xfrm>
              <a:off x="2448961" y="1906804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17" name="pt617"/>
            <p:cNvSpPr/>
            <p:nvPr/>
          </p:nvSpPr>
          <p:spPr>
            <a:xfrm>
              <a:off x="2384300" y="1962536"/>
              <a:ext cx="80678" cy="80678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18" name="pl618"/>
            <p:cNvSpPr/>
            <p:nvPr/>
          </p:nvSpPr>
          <p:spPr>
            <a:xfrm>
              <a:off x="2389075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" name="pl619"/>
            <p:cNvSpPr/>
            <p:nvPr/>
          </p:nvSpPr>
          <p:spPr>
            <a:xfrm>
              <a:off x="2389075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" name="pl620"/>
            <p:cNvSpPr/>
            <p:nvPr/>
          </p:nvSpPr>
          <p:spPr>
            <a:xfrm>
              <a:off x="2373577" y="177627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" name="pl621"/>
            <p:cNvSpPr/>
            <p:nvPr/>
          </p:nvSpPr>
          <p:spPr>
            <a:xfrm>
              <a:off x="2426493" y="172335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" name="pt622"/>
            <p:cNvSpPr/>
            <p:nvPr/>
          </p:nvSpPr>
          <p:spPr>
            <a:xfrm>
              <a:off x="2439421" y="1798538"/>
              <a:ext cx="48833" cy="48833"/>
            </a:xfrm>
            <a:prstGeom prst="ellipse">
              <a:avLst/>
            </a:prstGeom>
            <a:solidFill>
              <a:srgbClr val="A6761D">
                <a:alpha val="6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3" name="pl623"/>
            <p:cNvSpPr/>
            <p:nvPr/>
          </p:nvSpPr>
          <p:spPr>
            <a:xfrm>
              <a:off x="2535056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" name="pl624"/>
            <p:cNvSpPr/>
            <p:nvPr/>
          </p:nvSpPr>
          <p:spPr>
            <a:xfrm>
              <a:off x="2535056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" name="pl625"/>
            <p:cNvSpPr/>
            <p:nvPr/>
          </p:nvSpPr>
          <p:spPr>
            <a:xfrm>
              <a:off x="2524942" y="20172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" name="pl626"/>
            <p:cNvSpPr/>
            <p:nvPr/>
          </p:nvSpPr>
          <p:spPr>
            <a:xfrm>
              <a:off x="2559473" y="19827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" name="pl627"/>
            <p:cNvSpPr/>
            <p:nvPr/>
          </p:nvSpPr>
          <p:spPr>
            <a:xfrm>
              <a:off x="2450811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4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" name="pl628"/>
            <p:cNvSpPr/>
            <p:nvPr/>
          </p:nvSpPr>
          <p:spPr>
            <a:xfrm>
              <a:off x="2450811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4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" name="pl629"/>
            <p:cNvSpPr/>
            <p:nvPr/>
          </p:nvSpPr>
          <p:spPr>
            <a:xfrm>
              <a:off x="2421658" y="1947087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4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0" name="pl630"/>
            <p:cNvSpPr/>
            <p:nvPr/>
          </p:nvSpPr>
          <p:spPr>
            <a:xfrm>
              <a:off x="2521191" y="1847554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" name="pl631"/>
            <p:cNvSpPr/>
            <p:nvPr/>
          </p:nvSpPr>
          <p:spPr>
            <a:xfrm>
              <a:off x="2782083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" name="pl632"/>
            <p:cNvSpPr/>
            <p:nvPr/>
          </p:nvSpPr>
          <p:spPr>
            <a:xfrm>
              <a:off x="2782083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" name="pl633"/>
            <p:cNvSpPr/>
            <p:nvPr/>
          </p:nvSpPr>
          <p:spPr>
            <a:xfrm>
              <a:off x="2764353" y="176100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" name="pl634"/>
            <p:cNvSpPr/>
            <p:nvPr/>
          </p:nvSpPr>
          <p:spPr>
            <a:xfrm>
              <a:off x="2824885" y="1700475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" name="pl635"/>
            <p:cNvSpPr/>
            <p:nvPr/>
          </p:nvSpPr>
          <p:spPr>
            <a:xfrm>
              <a:off x="1699067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" name="pl636"/>
            <p:cNvSpPr/>
            <p:nvPr/>
          </p:nvSpPr>
          <p:spPr>
            <a:xfrm>
              <a:off x="1699067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" name="pl637"/>
            <p:cNvSpPr/>
            <p:nvPr/>
          </p:nvSpPr>
          <p:spPr>
            <a:xfrm>
              <a:off x="1688953" y="1945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" name="pl638"/>
            <p:cNvSpPr/>
            <p:nvPr/>
          </p:nvSpPr>
          <p:spPr>
            <a:xfrm>
              <a:off x="1723483" y="1910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" name="pt639"/>
            <p:cNvSpPr/>
            <p:nvPr/>
          </p:nvSpPr>
          <p:spPr>
            <a:xfrm>
              <a:off x="2625049" y="1496726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0" name="pl640"/>
            <p:cNvSpPr/>
            <p:nvPr/>
          </p:nvSpPr>
          <p:spPr>
            <a:xfrm>
              <a:off x="2230607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" name="pl641"/>
            <p:cNvSpPr/>
            <p:nvPr/>
          </p:nvSpPr>
          <p:spPr>
            <a:xfrm>
              <a:off x="2230607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" name="pl642"/>
            <p:cNvSpPr/>
            <p:nvPr/>
          </p:nvSpPr>
          <p:spPr>
            <a:xfrm>
              <a:off x="2216685" y="182562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" name="pl643"/>
            <p:cNvSpPr/>
            <p:nvPr/>
          </p:nvSpPr>
          <p:spPr>
            <a:xfrm>
              <a:off x="2264216" y="177809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" name="pl644"/>
            <p:cNvSpPr/>
            <p:nvPr/>
          </p:nvSpPr>
          <p:spPr>
            <a:xfrm>
              <a:off x="2526918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" name="pl645"/>
            <p:cNvSpPr/>
            <p:nvPr/>
          </p:nvSpPr>
          <p:spPr>
            <a:xfrm>
              <a:off x="2526918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" name="pl646"/>
            <p:cNvSpPr/>
            <p:nvPr/>
          </p:nvSpPr>
          <p:spPr>
            <a:xfrm>
              <a:off x="2512997" y="213904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" name="pl647"/>
            <p:cNvSpPr/>
            <p:nvPr/>
          </p:nvSpPr>
          <p:spPr>
            <a:xfrm>
              <a:off x="2560528" y="209151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" name="pt648"/>
            <p:cNvSpPr/>
            <p:nvPr/>
          </p:nvSpPr>
          <p:spPr>
            <a:xfrm>
              <a:off x="2423212" y="1948092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" name="pl649"/>
            <p:cNvSpPr/>
            <p:nvPr/>
          </p:nvSpPr>
          <p:spPr>
            <a:xfrm>
              <a:off x="2439077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" name="pl650"/>
            <p:cNvSpPr/>
            <p:nvPr/>
          </p:nvSpPr>
          <p:spPr>
            <a:xfrm>
              <a:off x="2439077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" name="pl651"/>
            <p:cNvSpPr/>
            <p:nvPr/>
          </p:nvSpPr>
          <p:spPr>
            <a:xfrm>
              <a:off x="2428964" y="1819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" name="pl652"/>
            <p:cNvSpPr/>
            <p:nvPr/>
          </p:nvSpPr>
          <p:spPr>
            <a:xfrm>
              <a:off x="2463494" y="1784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3" name="pt653"/>
            <p:cNvSpPr/>
            <p:nvPr/>
          </p:nvSpPr>
          <p:spPr>
            <a:xfrm>
              <a:off x="2536880" y="2098812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" name="pt654"/>
            <p:cNvSpPr/>
            <p:nvPr/>
          </p:nvSpPr>
          <p:spPr>
            <a:xfrm>
              <a:off x="2737855" y="1827844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" name="pt655"/>
            <p:cNvSpPr/>
            <p:nvPr/>
          </p:nvSpPr>
          <p:spPr>
            <a:xfrm>
              <a:off x="2619953" y="1930241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" name="pl656"/>
            <p:cNvSpPr/>
            <p:nvPr/>
          </p:nvSpPr>
          <p:spPr>
            <a:xfrm>
              <a:off x="2568471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" name="pl657"/>
            <p:cNvSpPr/>
            <p:nvPr/>
          </p:nvSpPr>
          <p:spPr>
            <a:xfrm>
              <a:off x="2568471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" name="pl658"/>
            <p:cNvSpPr/>
            <p:nvPr/>
          </p:nvSpPr>
          <p:spPr>
            <a:xfrm>
              <a:off x="2554550" y="190936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9" name="pl659"/>
            <p:cNvSpPr/>
            <p:nvPr/>
          </p:nvSpPr>
          <p:spPr>
            <a:xfrm>
              <a:off x="2602081" y="186183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0" name="pl660"/>
            <p:cNvSpPr/>
            <p:nvPr/>
          </p:nvSpPr>
          <p:spPr>
            <a:xfrm>
              <a:off x="2447366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5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1" name="pl661"/>
            <p:cNvSpPr/>
            <p:nvPr/>
          </p:nvSpPr>
          <p:spPr>
            <a:xfrm>
              <a:off x="2447366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5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" name="pl662"/>
            <p:cNvSpPr/>
            <p:nvPr/>
          </p:nvSpPr>
          <p:spPr>
            <a:xfrm>
              <a:off x="2422504" y="191636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5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" name="pl663"/>
            <p:cNvSpPr/>
            <p:nvPr/>
          </p:nvSpPr>
          <p:spPr>
            <a:xfrm>
              <a:off x="2507386" y="1831485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5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4" name="pl664"/>
            <p:cNvSpPr/>
            <p:nvPr/>
          </p:nvSpPr>
          <p:spPr>
            <a:xfrm>
              <a:off x="2535366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" name="pl665"/>
            <p:cNvSpPr/>
            <p:nvPr/>
          </p:nvSpPr>
          <p:spPr>
            <a:xfrm>
              <a:off x="2535366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" name="pl666"/>
            <p:cNvSpPr/>
            <p:nvPr/>
          </p:nvSpPr>
          <p:spPr>
            <a:xfrm>
              <a:off x="2525253" y="18805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7" name="pl667"/>
            <p:cNvSpPr/>
            <p:nvPr/>
          </p:nvSpPr>
          <p:spPr>
            <a:xfrm>
              <a:off x="2559783" y="18460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8" name="pg668"/>
            <p:cNvSpPr/>
            <p:nvPr/>
          </p:nvSpPr>
          <p:spPr>
            <a:xfrm>
              <a:off x="3309041" y="2124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" name="pl669"/>
            <p:cNvSpPr/>
            <p:nvPr/>
          </p:nvSpPr>
          <p:spPr>
            <a:xfrm>
              <a:off x="1996468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0" name="pl670"/>
            <p:cNvSpPr/>
            <p:nvPr/>
          </p:nvSpPr>
          <p:spPr>
            <a:xfrm>
              <a:off x="1996468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1" name="pl671"/>
            <p:cNvSpPr/>
            <p:nvPr/>
          </p:nvSpPr>
          <p:spPr>
            <a:xfrm>
              <a:off x="1986354" y="11845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" name="pl672"/>
            <p:cNvSpPr/>
            <p:nvPr/>
          </p:nvSpPr>
          <p:spPr>
            <a:xfrm>
              <a:off x="2020885" y="11499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" name="pl673"/>
            <p:cNvSpPr/>
            <p:nvPr/>
          </p:nvSpPr>
          <p:spPr>
            <a:xfrm>
              <a:off x="2534445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" name="pl674"/>
            <p:cNvSpPr/>
            <p:nvPr/>
          </p:nvSpPr>
          <p:spPr>
            <a:xfrm>
              <a:off x="2534445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5" name="pl675"/>
            <p:cNvSpPr/>
            <p:nvPr/>
          </p:nvSpPr>
          <p:spPr>
            <a:xfrm>
              <a:off x="2508631" y="1681687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6" name="pl676"/>
            <p:cNvSpPr/>
            <p:nvPr/>
          </p:nvSpPr>
          <p:spPr>
            <a:xfrm>
              <a:off x="2596764" y="1593554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7" name="pg677"/>
            <p:cNvSpPr/>
            <p:nvPr/>
          </p:nvSpPr>
          <p:spPr>
            <a:xfrm>
              <a:off x="2383893" y="254250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" name="pl678"/>
            <p:cNvSpPr/>
            <p:nvPr/>
          </p:nvSpPr>
          <p:spPr>
            <a:xfrm>
              <a:off x="2421272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" name="pl679"/>
            <p:cNvSpPr/>
            <p:nvPr/>
          </p:nvSpPr>
          <p:spPr>
            <a:xfrm>
              <a:off x="2421272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" name="pl680"/>
            <p:cNvSpPr/>
            <p:nvPr/>
          </p:nvSpPr>
          <p:spPr>
            <a:xfrm>
              <a:off x="2399735" y="1847442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" name="pl681"/>
            <p:cNvSpPr/>
            <p:nvPr/>
          </p:nvSpPr>
          <p:spPr>
            <a:xfrm>
              <a:off x="2473267" y="1773910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" name="pt682"/>
            <p:cNvSpPr/>
            <p:nvPr/>
          </p:nvSpPr>
          <p:spPr>
            <a:xfrm>
              <a:off x="2504838" y="1924888"/>
              <a:ext cx="67219" cy="67219"/>
            </a:xfrm>
            <a:prstGeom prst="ellipse">
              <a:avLst/>
            </a:prstGeom>
            <a:solidFill>
              <a:srgbClr val="D95F02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" name="pl683"/>
            <p:cNvSpPr/>
            <p:nvPr/>
          </p:nvSpPr>
          <p:spPr>
            <a:xfrm>
              <a:off x="2467373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6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4" name="pl684"/>
            <p:cNvSpPr/>
            <p:nvPr/>
          </p:nvSpPr>
          <p:spPr>
            <a:xfrm>
              <a:off x="2467373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6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5" name="pl685"/>
            <p:cNvSpPr/>
            <p:nvPr/>
          </p:nvSpPr>
          <p:spPr>
            <a:xfrm>
              <a:off x="2447185" y="1903717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6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" name="pl686"/>
            <p:cNvSpPr/>
            <p:nvPr/>
          </p:nvSpPr>
          <p:spPr>
            <a:xfrm>
              <a:off x="2516112" y="183479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6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" name="pt687"/>
            <p:cNvSpPr/>
            <p:nvPr/>
          </p:nvSpPr>
          <p:spPr>
            <a:xfrm>
              <a:off x="2688433" y="1998522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8" name="pt688"/>
            <p:cNvSpPr/>
            <p:nvPr/>
          </p:nvSpPr>
          <p:spPr>
            <a:xfrm>
              <a:off x="3348620" y="198842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9" name="pt689"/>
            <p:cNvSpPr/>
            <p:nvPr/>
          </p:nvSpPr>
          <p:spPr>
            <a:xfrm>
              <a:off x="2723126" y="1514300"/>
              <a:ext cx="48833" cy="48833"/>
            </a:xfrm>
            <a:prstGeom prst="ellipse">
              <a:avLst/>
            </a:prstGeom>
            <a:solidFill>
              <a:srgbClr val="7570B3">
                <a:alpha val="5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0" name="pl690"/>
            <p:cNvSpPr/>
            <p:nvPr/>
          </p:nvSpPr>
          <p:spPr>
            <a:xfrm>
              <a:off x="2663551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" name="pl691"/>
            <p:cNvSpPr/>
            <p:nvPr/>
          </p:nvSpPr>
          <p:spPr>
            <a:xfrm>
              <a:off x="2663551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" name="pl692"/>
            <p:cNvSpPr/>
            <p:nvPr/>
          </p:nvSpPr>
          <p:spPr>
            <a:xfrm>
              <a:off x="2649629" y="144379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" name="pl693"/>
            <p:cNvSpPr/>
            <p:nvPr/>
          </p:nvSpPr>
          <p:spPr>
            <a:xfrm>
              <a:off x="2697160" y="139626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" name="pt694"/>
            <p:cNvSpPr/>
            <p:nvPr/>
          </p:nvSpPr>
          <p:spPr>
            <a:xfrm>
              <a:off x="2989345" y="252823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95" name="pl695"/>
            <p:cNvSpPr/>
            <p:nvPr/>
          </p:nvSpPr>
          <p:spPr>
            <a:xfrm>
              <a:off x="2662174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" name="pl696"/>
            <p:cNvSpPr/>
            <p:nvPr/>
          </p:nvSpPr>
          <p:spPr>
            <a:xfrm>
              <a:off x="2662174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" name="pl697"/>
            <p:cNvSpPr/>
            <p:nvPr/>
          </p:nvSpPr>
          <p:spPr>
            <a:xfrm>
              <a:off x="2648252" y="269951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" name="pl698"/>
            <p:cNvSpPr/>
            <p:nvPr/>
          </p:nvSpPr>
          <p:spPr>
            <a:xfrm>
              <a:off x="2695783" y="265198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" name="pl699"/>
            <p:cNvSpPr/>
            <p:nvPr/>
          </p:nvSpPr>
          <p:spPr>
            <a:xfrm>
              <a:off x="2433612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" name="pl700"/>
            <p:cNvSpPr/>
            <p:nvPr/>
          </p:nvSpPr>
          <p:spPr>
            <a:xfrm>
              <a:off x="2433612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" name="pl701"/>
            <p:cNvSpPr/>
            <p:nvPr/>
          </p:nvSpPr>
          <p:spPr>
            <a:xfrm>
              <a:off x="2419690" y="18396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" name="pl702"/>
            <p:cNvSpPr/>
            <p:nvPr/>
          </p:nvSpPr>
          <p:spPr>
            <a:xfrm>
              <a:off x="2467222" y="179209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" name="pt703"/>
            <p:cNvSpPr/>
            <p:nvPr/>
          </p:nvSpPr>
          <p:spPr>
            <a:xfrm>
              <a:off x="2482461" y="1898132"/>
              <a:ext cx="74834" cy="74834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04" name="pl704"/>
            <p:cNvSpPr/>
            <p:nvPr/>
          </p:nvSpPr>
          <p:spPr>
            <a:xfrm>
              <a:off x="1733526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" name="pl705"/>
            <p:cNvSpPr/>
            <p:nvPr/>
          </p:nvSpPr>
          <p:spPr>
            <a:xfrm>
              <a:off x="1733526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" name="pl706"/>
            <p:cNvSpPr/>
            <p:nvPr/>
          </p:nvSpPr>
          <p:spPr>
            <a:xfrm>
              <a:off x="1716817" y="214254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" name="pl707"/>
            <p:cNvSpPr/>
            <p:nvPr/>
          </p:nvSpPr>
          <p:spPr>
            <a:xfrm>
              <a:off x="1773865" y="208550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" name="pl708"/>
            <p:cNvSpPr/>
            <p:nvPr/>
          </p:nvSpPr>
          <p:spPr>
            <a:xfrm>
              <a:off x="2448820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" name="pl709"/>
            <p:cNvSpPr/>
            <p:nvPr/>
          </p:nvSpPr>
          <p:spPr>
            <a:xfrm>
              <a:off x="2448820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" name="pl710"/>
            <p:cNvSpPr/>
            <p:nvPr/>
          </p:nvSpPr>
          <p:spPr>
            <a:xfrm>
              <a:off x="2427283" y="206384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" name="pl711"/>
            <p:cNvSpPr/>
            <p:nvPr/>
          </p:nvSpPr>
          <p:spPr>
            <a:xfrm>
              <a:off x="2500815" y="1990308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" name="pt712"/>
            <p:cNvSpPr/>
            <p:nvPr/>
          </p:nvSpPr>
          <p:spPr>
            <a:xfrm>
              <a:off x="2514415" y="1836232"/>
              <a:ext cx="109811" cy="109811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3" name="pt713"/>
            <p:cNvSpPr/>
            <p:nvPr/>
          </p:nvSpPr>
          <p:spPr>
            <a:xfrm>
              <a:off x="2436761" y="1797300"/>
              <a:ext cx="48833" cy="48833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4" name="pt714"/>
            <p:cNvSpPr/>
            <p:nvPr/>
          </p:nvSpPr>
          <p:spPr>
            <a:xfrm>
              <a:off x="2652515" y="1936762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5" name="pg715"/>
            <p:cNvSpPr/>
            <p:nvPr/>
          </p:nvSpPr>
          <p:spPr>
            <a:xfrm>
              <a:off x="2604092" y="14981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16" name="pl716"/>
            <p:cNvSpPr/>
            <p:nvPr/>
          </p:nvSpPr>
          <p:spPr>
            <a:xfrm>
              <a:off x="1785515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" name="pl717"/>
            <p:cNvSpPr/>
            <p:nvPr/>
          </p:nvSpPr>
          <p:spPr>
            <a:xfrm>
              <a:off x="1785515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" name="pl718"/>
            <p:cNvSpPr/>
            <p:nvPr/>
          </p:nvSpPr>
          <p:spPr>
            <a:xfrm>
              <a:off x="1771593" y="220271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" name="pl719"/>
            <p:cNvSpPr/>
            <p:nvPr/>
          </p:nvSpPr>
          <p:spPr>
            <a:xfrm>
              <a:off x="1819125" y="2155183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" name="pt720"/>
            <p:cNvSpPr/>
            <p:nvPr/>
          </p:nvSpPr>
          <p:spPr>
            <a:xfrm>
              <a:off x="2423402" y="1916637"/>
              <a:ext cx="109811" cy="109811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1" name="pt721"/>
            <p:cNvSpPr/>
            <p:nvPr/>
          </p:nvSpPr>
          <p:spPr>
            <a:xfrm>
              <a:off x="2517864" y="1911030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2" name="pg722"/>
            <p:cNvSpPr/>
            <p:nvPr/>
          </p:nvSpPr>
          <p:spPr>
            <a:xfrm>
              <a:off x="2641907" y="13903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3" name="pt723"/>
            <p:cNvSpPr/>
            <p:nvPr/>
          </p:nvSpPr>
          <p:spPr>
            <a:xfrm>
              <a:off x="2473630" y="195583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4" name="pt724"/>
            <p:cNvSpPr/>
            <p:nvPr/>
          </p:nvSpPr>
          <p:spPr>
            <a:xfrm>
              <a:off x="2531256" y="1993507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25" name="pl725"/>
            <p:cNvSpPr/>
            <p:nvPr/>
          </p:nvSpPr>
          <p:spPr>
            <a:xfrm>
              <a:off x="2365193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" name="pl726"/>
            <p:cNvSpPr/>
            <p:nvPr/>
          </p:nvSpPr>
          <p:spPr>
            <a:xfrm>
              <a:off x="2365193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" name="pl727"/>
            <p:cNvSpPr/>
            <p:nvPr/>
          </p:nvSpPr>
          <p:spPr>
            <a:xfrm>
              <a:off x="2355079" y="27169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" name="pl728"/>
            <p:cNvSpPr/>
            <p:nvPr/>
          </p:nvSpPr>
          <p:spPr>
            <a:xfrm>
              <a:off x="2389610" y="26823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" name="pt729"/>
            <p:cNvSpPr/>
            <p:nvPr/>
          </p:nvSpPr>
          <p:spPr>
            <a:xfrm>
              <a:off x="2414459" y="1839253"/>
              <a:ext cx="160668" cy="160668"/>
            </a:xfrm>
            <a:prstGeom prst="ellipse">
              <a:avLst/>
            </a:prstGeom>
            <a:solidFill>
              <a:srgbClr val="7570B3">
                <a:alpha val="4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0" name="pg730"/>
            <p:cNvSpPr/>
            <p:nvPr/>
          </p:nvSpPr>
          <p:spPr>
            <a:xfrm>
              <a:off x="2599097" y="167430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1" name="pt731"/>
            <p:cNvSpPr/>
            <p:nvPr/>
          </p:nvSpPr>
          <p:spPr>
            <a:xfrm>
              <a:off x="2386412" y="2195697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2" name="pt732"/>
            <p:cNvSpPr/>
            <p:nvPr/>
          </p:nvSpPr>
          <p:spPr>
            <a:xfrm>
              <a:off x="2409727" y="2172813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3" name="pg733"/>
            <p:cNvSpPr/>
            <p:nvPr/>
          </p:nvSpPr>
          <p:spPr>
            <a:xfrm>
              <a:off x="2664621" y="18981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4" name="pt734"/>
            <p:cNvSpPr/>
            <p:nvPr/>
          </p:nvSpPr>
          <p:spPr>
            <a:xfrm>
              <a:off x="2426283" y="1805844"/>
              <a:ext cx="48833" cy="48833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5" name="pt735"/>
            <p:cNvSpPr/>
            <p:nvPr/>
          </p:nvSpPr>
          <p:spPr>
            <a:xfrm>
              <a:off x="2752815" y="167801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6" name="pt736"/>
            <p:cNvSpPr/>
            <p:nvPr/>
          </p:nvSpPr>
          <p:spPr>
            <a:xfrm>
              <a:off x="2473130" y="1898164"/>
              <a:ext cx="80678" cy="80678"/>
            </a:xfrm>
            <a:prstGeom prst="ellipse">
              <a:avLst/>
            </a:prstGeom>
            <a:solidFill>
              <a:srgbClr val="7570B3">
                <a:alpha val="4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7" name="pt737"/>
            <p:cNvSpPr/>
            <p:nvPr/>
          </p:nvSpPr>
          <p:spPr>
            <a:xfrm>
              <a:off x="2469746" y="1901438"/>
              <a:ext cx="74834" cy="74834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8" name="pt738"/>
            <p:cNvSpPr/>
            <p:nvPr/>
          </p:nvSpPr>
          <p:spPr>
            <a:xfrm>
              <a:off x="2463982" y="210002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39" name="pt739"/>
            <p:cNvSpPr/>
            <p:nvPr/>
          </p:nvSpPr>
          <p:spPr>
            <a:xfrm>
              <a:off x="2646942" y="1450344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0" name="pt740"/>
            <p:cNvSpPr/>
            <p:nvPr/>
          </p:nvSpPr>
          <p:spPr>
            <a:xfrm>
              <a:off x="1836565" y="151459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1" name="pt741"/>
            <p:cNvSpPr/>
            <p:nvPr/>
          </p:nvSpPr>
          <p:spPr>
            <a:xfrm>
              <a:off x="2399721" y="1153653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2" name="pt742"/>
            <p:cNvSpPr/>
            <p:nvPr/>
          </p:nvSpPr>
          <p:spPr>
            <a:xfrm>
              <a:off x="3222112" y="1357954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3" name="pt743"/>
            <p:cNvSpPr/>
            <p:nvPr/>
          </p:nvSpPr>
          <p:spPr>
            <a:xfrm>
              <a:off x="2441003" y="1695814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4" name="pt744"/>
            <p:cNvSpPr/>
            <p:nvPr/>
          </p:nvSpPr>
          <p:spPr>
            <a:xfrm>
              <a:off x="2626997" y="1920795"/>
              <a:ext cx="80678" cy="80678"/>
            </a:xfrm>
            <a:prstGeom prst="ellipse">
              <a:avLst/>
            </a:prstGeom>
            <a:solidFill>
              <a:srgbClr val="D95F02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" name="pt745"/>
            <p:cNvSpPr/>
            <p:nvPr/>
          </p:nvSpPr>
          <p:spPr>
            <a:xfrm>
              <a:off x="2041391" y="1278262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" name="pt746"/>
            <p:cNvSpPr/>
            <p:nvPr/>
          </p:nvSpPr>
          <p:spPr>
            <a:xfrm>
              <a:off x="2457301" y="170295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7" name="pt747"/>
            <p:cNvSpPr/>
            <p:nvPr/>
          </p:nvSpPr>
          <p:spPr>
            <a:xfrm>
              <a:off x="2399075" y="1747786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" name="pl748"/>
            <p:cNvSpPr/>
            <p:nvPr/>
          </p:nvSpPr>
          <p:spPr>
            <a:xfrm>
              <a:off x="2399075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" name="pl749"/>
            <p:cNvSpPr/>
            <p:nvPr/>
          </p:nvSpPr>
          <p:spPr>
            <a:xfrm>
              <a:off x="2399075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" name="pg750"/>
            <p:cNvSpPr/>
            <p:nvPr/>
          </p:nvSpPr>
          <p:spPr>
            <a:xfrm>
              <a:off x="2252905" y="19103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1" name="pt751"/>
            <p:cNvSpPr/>
            <p:nvPr/>
          </p:nvSpPr>
          <p:spPr>
            <a:xfrm>
              <a:off x="2052567" y="129426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2" name="pt752"/>
            <p:cNvSpPr/>
            <p:nvPr/>
          </p:nvSpPr>
          <p:spPr>
            <a:xfrm>
              <a:off x="2608595" y="185076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3" name="pt753"/>
            <p:cNvSpPr/>
            <p:nvPr/>
          </p:nvSpPr>
          <p:spPr>
            <a:xfrm>
              <a:off x="2536255" y="1963631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4" name="pt754"/>
            <p:cNvSpPr/>
            <p:nvPr/>
          </p:nvSpPr>
          <p:spPr>
            <a:xfrm>
              <a:off x="2809505" y="2636001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5" name="pt755"/>
            <p:cNvSpPr/>
            <p:nvPr/>
          </p:nvSpPr>
          <p:spPr>
            <a:xfrm>
              <a:off x="2446785" y="1899539"/>
              <a:ext cx="80678" cy="80678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6" name="pt756"/>
            <p:cNvSpPr/>
            <p:nvPr/>
          </p:nvSpPr>
          <p:spPr>
            <a:xfrm>
              <a:off x="2505821" y="203591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7" name="pt757"/>
            <p:cNvSpPr/>
            <p:nvPr/>
          </p:nvSpPr>
          <p:spPr>
            <a:xfrm>
              <a:off x="3366000" y="181038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8" name="pt758"/>
            <p:cNvSpPr/>
            <p:nvPr/>
          </p:nvSpPr>
          <p:spPr>
            <a:xfrm>
              <a:off x="2509259" y="1528240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" name="pt759"/>
            <p:cNvSpPr/>
            <p:nvPr/>
          </p:nvSpPr>
          <p:spPr>
            <a:xfrm>
              <a:off x="2553655" y="1567136"/>
              <a:ext cx="85604" cy="8560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" name="pt760"/>
            <p:cNvSpPr/>
            <p:nvPr/>
          </p:nvSpPr>
          <p:spPr>
            <a:xfrm>
              <a:off x="2370992" y="2691226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" name="pt761"/>
            <p:cNvSpPr/>
            <p:nvPr/>
          </p:nvSpPr>
          <p:spPr>
            <a:xfrm>
              <a:off x="2463949" y="1938433"/>
              <a:ext cx="74834" cy="74834"/>
            </a:xfrm>
            <a:prstGeom prst="ellipse">
              <a:avLst/>
            </a:prstGeom>
            <a:solidFill>
              <a:srgbClr val="D95F02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" name="pt762"/>
            <p:cNvSpPr/>
            <p:nvPr/>
          </p:nvSpPr>
          <p:spPr>
            <a:xfrm>
              <a:off x="2563231" y="154786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" name="pt763"/>
            <p:cNvSpPr/>
            <p:nvPr/>
          </p:nvSpPr>
          <p:spPr>
            <a:xfrm>
              <a:off x="2059477" y="1221430"/>
              <a:ext cx="74834" cy="7483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" name="pt764"/>
            <p:cNvSpPr/>
            <p:nvPr/>
          </p:nvSpPr>
          <p:spPr>
            <a:xfrm>
              <a:off x="2554765" y="159289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" name="pt765"/>
            <p:cNvSpPr/>
            <p:nvPr/>
          </p:nvSpPr>
          <p:spPr>
            <a:xfrm>
              <a:off x="3304285" y="1491694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" name="pt766"/>
            <p:cNvSpPr/>
            <p:nvPr/>
          </p:nvSpPr>
          <p:spPr>
            <a:xfrm>
              <a:off x="2574517" y="1878877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" name="pg767"/>
            <p:cNvSpPr/>
            <p:nvPr/>
          </p:nvSpPr>
          <p:spPr>
            <a:xfrm>
              <a:off x="2384082" y="1759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" name="pt768"/>
            <p:cNvSpPr/>
            <p:nvPr/>
          </p:nvSpPr>
          <p:spPr>
            <a:xfrm>
              <a:off x="2730522" y="169327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" name="pt769"/>
            <p:cNvSpPr/>
            <p:nvPr/>
          </p:nvSpPr>
          <p:spPr>
            <a:xfrm>
              <a:off x="1744479" y="211467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" name="pt770"/>
            <p:cNvSpPr/>
            <p:nvPr/>
          </p:nvSpPr>
          <p:spPr>
            <a:xfrm>
              <a:off x="2558618" y="1559319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" name="pt771"/>
            <p:cNvSpPr/>
            <p:nvPr/>
          </p:nvSpPr>
          <p:spPr>
            <a:xfrm>
              <a:off x="2524996" y="1009045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" name="pt772"/>
            <p:cNvSpPr/>
            <p:nvPr/>
          </p:nvSpPr>
          <p:spPr>
            <a:xfrm>
              <a:off x="2620383" y="1011594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" name="pt773"/>
            <p:cNvSpPr/>
            <p:nvPr/>
          </p:nvSpPr>
          <p:spPr>
            <a:xfrm>
              <a:off x="1812698" y="1512713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" name="pt774"/>
            <p:cNvSpPr/>
            <p:nvPr/>
          </p:nvSpPr>
          <p:spPr>
            <a:xfrm>
              <a:off x="3058013" y="227366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" name="pl775"/>
            <p:cNvSpPr/>
            <p:nvPr/>
          </p:nvSpPr>
          <p:spPr>
            <a:xfrm>
              <a:off x="3058013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" name="pl776"/>
            <p:cNvSpPr/>
            <p:nvPr/>
          </p:nvSpPr>
          <p:spPr>
            <a:xfrm>
              <a:off x="3058013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" name="pt777"/>
            <p:cNvSpPr/>
            <p:nvPr/>
          </p:nvSpPr>
          <p:spPr>
            <a:xfrm>
              <a:off x="2620546" y="1691473"/>
              <a:ext cx="85604" cy="8560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" name="pt778"/>
            <p:cNvSpPr/>
            <p:nvPr/>
          </p:nvSpPr>
          <p:spPr>
            <a:xfrm>
              <a:off x="2472352" y="1876641"/>
              <a:ext cx="67219" cy="67219"/>
            </a:xfrm>
            <a:prstGeom prst="ellipse">
              <a:avLst/>
            </a:prstGeom>
            <a:solidFill>
              <a:srgbClr val="D95F02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" name="pt779"/>
            <p:cNvSpPr/>
            <p:nvPr/>
          </p:nvSpPr>
          <p:spPr>
            <a:xfrm>
              <a:off x="2514011" y="1921123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" name="pt780"/>
            <p:cNvSpPr/>
            <p:nvPr/>
          </p:nvSpPr>
          <p:spPr>
            <a:xfrm>
              <a:off x="2676590" y="1373182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" name="pt781"/>
            <p:cNvSpPr/>
            <p:nvPr/>
          </p:nvSpPr>
          <p:spPr>
            <a:xfrm>
              <a:off x="2442140" y="224898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" name="pt782"/>
            <p:cNvSpPr/>
            <p:nvPr/>
          </p:nvSpPr>
          <p:spPr>
            <a:xfrm>
              <a:off x="2580523" y="195325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" name="pt783"/>
            <p:cNvSpPr/>
            <p:nvPr/>
          </p:nvSpPr>
          <p:spPr>
            <a:xfrm>
              <a:off x="2559977" y="1933792"/>
              <a:ext cx="74834" cy="74834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" name="pt784"/>
            <p:cNvSpPr/>
            <p:nvPr/>
          </p:nvSpPr>
          <p:spPr>
            <a:xfrm>
              <a:off x="2503810" y="195793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" name="pt785"/>
            <p:cNvSpPr/>
            <p:nvPr/>
          </p:nvSpPr>
          <p:spPr>
            <a:xfrm>
              <a:off x="2406197" y="2118019"/>
              <a:ext cx="89944" cy="8994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" name="pt786"/>
            <p:cNvSpPr/>
            <p:nvPr/>
          </p:nvSpPr>
          <p:spPr>
            <a:xfrm>
              <a:off x="2440532" y="1830738"/>
              <a:ext cx="67219" cy="67219"/>
            </a:xfrm>
            <a:prstGeom prst="ellipse">
              <a:avLst/>
            </a:prstGeom>
            <a:solidFill>
              <a:srgbClr val="7570B3">
                <a:alpha val="4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" name="pt787"/>
            <p:cNvSpPr/>
            <p:nvPr/>
          </p:nvSpPr>
          <p:spPr>
            <a:xfrm>
              <a:off x="2505097" y="1919064"/>
              <a:ext cx="74834" cy="74834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" name="pt788"/>
            <p:cNvSpPr/>
            <p:nvPr/>
          </p:nvSpPr>
          <p:spPr>
            <a:xfrm>
              <a:off x="2508398" y="202613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" name="pt789"/>
            <p:cNvSpPr/>
            <p:nvPr/>
          </p:nvSpPr>
          <p:spPr>
            <a:xfrm>
              <a:off x="2505272" y="2019115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" name="pt790"/>
            <p:cNvSpPr/>
            <p:nvPr/>
          </p:nvSpPr>
          <p:spPr>
            <a:xfrm>
              <a:off x="2703052" y="168702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" name="pt791"/>
            <p:cNvSpPr/>
            <p:nvPr/>
          </p:nvSpPr>
          <p:spPr>
            <a:xfrm>
              <a:off x="2338622" y="1389509"/>
              <a:ext cx="80678" cy="80678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" name="pt792"/>
            <p:cNvSpPr/>
            <p:nvPr/>
          </p:nvSpPr>
          <p:spPr>
            <a:xfrm>
              <a:off x="2841614" y="1885035"/>
              <a:ext cx="80678" cy="80678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" name="pt793"/>
            <p:cNvSpPr/>
            <p:nvPr/>
          </p:nvSpPr>
          <p:spPr>
            <a:xfrm>
              <a:off x="2538692" y="1728275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" name="pt794"/>
            <p:cNvSpPr/>
            <p:nvPr/>
          </p:nvSpPr>
          <p:spPr>
            <a:xfrm>
              <a:off x="2527277" y="1876803"/>
              <a:ext cx="74834" cy="74834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" name="pt795"/>
            <p:cNvSpPr/>
            <p:nvPr/>
          </p:nvSpPr>
          <p:spPr>
            <a:xfrm>
              <a:off x="2490964" y="206136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" name="pt796"/>
            <p:cNvSpPr/>
            <p:nvPr/>
          </p:nvSpPr>
          <p:spPr>
            <a:xfrm>
              <a:off x="2477844" y="2005770"/>
              <a:ext cx="74834" cy="74834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" name="pt797"/>
            <p:cNvSpPr/>
            <p:nvPr/>
          </p:nvSpPr>
          <p:spPr>
            <a:xfrm>
              <a:off x="2855463" y="1630944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" name="pt798"/>
            <p:cNvSpPr/>
            <p:nvPr/>
          </p:nvSpPr>
          <p:spPr>
            <a:xfrm>
              <a:off x="2456359" y="1891105"/>
              <a:ext cx="74834" cy="74834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" name="pt799"/>
            <p:cNvSpPr/>
            <p:nvPr/>
          </p:nvSpPr>
          <p:spPr>
            <a:xfrm>
              <a:off x="2552747" y="1862972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" name="pt800"/>
            <p:cNvSpPr/>
            <p:nvPr/>
          </p:nvSpPr>
          <p:spPr>
            <a:xfrm>
              <a:off x="2907517" y="1583330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" name="pt801"/>
            <p:cNvSpPr/>
            <p:nvPr/>
          </p:nvSpPr>
          <p:spPr>
            <a:xfrm>
              <a:off x="2502330" y="1898441"/>
              <a:ext cx="67219" cy="67219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" name="pt802"/>
            <p:cNvSpPr/>
            <p:nvPr/>
          </p:nvSpPr>
          <p:spPr>
            <a:xfrm>
              <a:off x="2612849" y="1844721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" name="pg803"/>
            <p:cNvSpPr/>
            <p:nvPr/>
          </p:nvSpPr>
          <p:spPr>
            <a:xfrm>
              <a:off x="3289481" y="214401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" name="pt804"/>
            <p:cNvSpPr/>
            <p:nvPr/>
          </p:nvSpPr>
          <p:spPr>
            <a:xfrm>
              <a:off x="2795495" y="103577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" name="pt805"/>
            <p:cNvSpPr/>
            <p:nvPr/>
          </p:nvSpPr>
          <p:spPr>
            <a:xfrm>
              <a:off x="1749477" y="205849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" name="pt806"/>
            <p:cNvSpPr/>
            <p:nvPr/>
          </p:nvSpPr>
          <p:spPr>
            <a:xfrm>
              <a:off x="2453060" y="1886919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" name="pt807"/>
            <p:cNvSpPr/>
            <p:nvPr/>
          </p:nvSpPr>
          <p:spPr>
            <a:xfrm>
              <a:off x="2482322" y="1947111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" name="pt808"/>
            <p:cNvSpPr/>
            <p:nvPr/>
          </p:nvSpPr>
          <p:spPr>
            <a:xfrm>
              <a:off x="2537717" y="1943094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" name="pt809"/>
            <p:cNvSpPr/>
            <p:nvPr/>
          </p:nvSpPr>
          <p:spPr>
            <a:xfrm>
              <a:off x="2654615" y="167547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" name="pt810"/>
            <p:cNvSpPr/>
            <p:nvPr/>
          </p:nvSpPr>
          <p:spPr>
            <a:xfrm>
              <a:off x="1719036" y="2060070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1" name="pt811"/>
            <p:cNvSpPr/>
            <p:nvPr/>
          </p:nvSpPr>
          <p:spPr>
            <a:xfrm>
              <a:off x="2423708" y="1721859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2" name="pt812"/>
            <p:cNvSpPr/>
            <p:nvPr/>
          </p:nvSpPr>
          <p:spPr>
            <a:xfrm>
              <a:off x="3079525" y="2464617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3" name="pt813"/>
            <p:cNvSpPr/>
            <p:nvPr/>
          </p:nvSpPr>
          <p:spPr>
            <a:xfrm>
              <a:off x="2470081" y="1886362"/>
              <a:ext cx="74834" cy="74834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4" name="pt814"/>
            <p:cNvSpPr/>
            <p:nvPr/>
          </p:nvSpPr>
          <p:spPr>
            <a:xfrm>
              <a:off x="2150337" y="2603710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5" name="pt815"/>
            <p:cNvSpPr/>
            <p:nvPr/>
          </p:nvSpPr>
          <p:spPr>
            <a:xfrm>
              <a:off x="1689902" y="1923058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6" name="pl816"/>
            <p:cNvSpPr/>
            <p:nvPr/>
          </p:nvSpPr>
          <p:spPr>
            <a:xfrm>
              <a:off x="3087639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" name="pl817"/>
            <p:cNvSpPr/>
            <p:nvPr/>
          </p:nvSpPr>
          <p:spPr>
            <a:xfrm>
              <a:off x="3087639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" name="pl818"/>
            <p:cNvSpPr/>
            <p:nvPr/>
          </p:nvSpPr>
          <p:spPr>
            <a:xfrm>
              <a:off x="3077525" y="183712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" name="pl819"/>
            <p:cNvSpPr/>
            <p:nvPr/>
          </p:nvSpPr>
          <p:spPr>
            <a:xfrm>
              <a:off x="3112056" y="180259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" name="pt820"/>
            <p:cNvSpPr/>
            <p:nvPr/>
          </p:nvSpPr>
          <p:spPr>
            <a:xfrm>
              <a:off x="2491187" y="1918181"/>
              <a:ext cx="74834" cy="74834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1" name="pt821"/>
            <p:cNvSpPr/>
            <p:nvPr/>
          </p:nvSpPr>
          <p:spPr>
            <a:xfrm>
              <a:off x="2585062" y="159293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2" name="pt822"/>
            <p:cNvSpPr/>
            <p:nvPr/>
          </p:nvSpPr>
          <p:spPr>
            <a:xfrm>
              <a:off x="2429404" y="1880216"/>
              <a:ext cx="74834" cy="7483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3" name="pt823"/>
            <p:cNvSpPr/>
            <p:nvPr/>
          </p:nvSpPr>
          <p:spPr>
            <a:xfrm>
              <a:off x="2545935" y="160005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4" name="pt824"/>
            <p:cNvSpPr/>
            <p:nvPr/>
          </p:nvSpPr>
          <p:spPr>
            <a:xfrm>
              <a:off x="2724452" y="1918828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5" name="pt825"/>
            <p:cNvSpPr/>
            <p:nvPr/>
          </p:nvSpPr>
          <p:spPr>
            <a:xfrm>
              <a:off x="2636468" y="2060244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6" name="pt826"/>
            <p:cNvSpPr/>
            <p:nvPr/>
          </p:nvSpPr>
          <p:spPr>
            <a:xfrm>
              <a:off x="2442719" y="1954692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7" name="pt827"/>
            <p:cNvSpPr/>
            <p:nvPr/>
          </p:nvSpPr>
          <p:spPr>
            <a:xfrm>
              <a:off x="2492913" y="1932104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8" name="pt828"/>
            <p:cNvSpPr/>
            <p:nvPr/>
          </p:nvSpPr>
          <p:spPr>
            <a:xfrm>
              <a:off x="2371337" y="198282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29" name="pt829"/>
            <p:cNvSpPr/>
            <p:nvPr/>
          </p:nvSpPr>
          <p:spPr>
            <a:xfrm>
              <a:off x="1838175" y="1537323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0" name="pg830"/>
            <p:cNvSpPr/>
            <p:nvPr/>
          </p:nvSpPr>
          <p:spPr>
            <a:xfrm>
              <a:off x="2374445" y="172597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1" name="pt831"/>
            <p:cNvSpPr/>
            <p:nvPr/>
          </p:nvSpPr>
          <p:spPr>
            <a:xfrm>
              <a:off x="2540637" y="1957151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2" name="pt832"/>
            <p:cNvSpPr/>
            <p:nvPr/>
          </p:nvSpPr>
          <p:spPr>
            <a:xfrm>
              <a:off x="2455139" y="1842088"/>
              <a:ext cx="74834" cy="74834"/>
            </a:xfrm>
            <a:prstGeom prst="ellipse">
              <a:avLst/>
            </a:prstGeom>
            <a:solidFill>
              <a:srgbClr val="D95F02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3" name="pt833"/>
            <p:cNvSpPr/>
            <p:nvPr/>
          </p:nvSpPr>
          <p:spPr>
            <a:xfrm>
              <a:off x="2408207" y="1890326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4" name="pt834"/>
            <p:cNvSpPr/>
            <p:nvPr/>
          </p:nvSpPr>
          <p:spPr>
            <a:xfrm>
              <a:off x="2443422" y="1882871"/>
              <a:ext cx="89944" cy="89944"/>
            </a:xfrm>
            <a:prstGeom prst="ellipse">
              <a:avLst/>
            </a:prstGeom>
            <a:solidFill>
              <a:srgbClr val="D95F02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5" name="pg835"/>
            <p:cNvSpPr/>
            <p:nvPr/>
          </p:nvSpPr>
          <p:spPr>
            <a:xfrm>
              <a:off x="2432497" y="204380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6" name="pt836"/>
            <p:cNvSpPr/>
            <p:nvPr/>
          </p:nvSpPr>
          <p:spPr>
            <a:xfrm>
              <a:off x="2401877" y="192303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7" name="pt837"/>
            <p:cNvSpPr/>
            <p:nvPr/>
          </p:nvSpPr>
          <p:spPr>
            <a:xfrm>
              <a:off x="2468087" y="1884614"/>
              <a:ext cx="80678" cy="80678"/>
            </a:xfrm>
            <a:prstGeom prst="ellipse">
              <a:avLst/>
            </a:prstGeom>
            <a:solidFill>
              <a:srgbClr val="D95F02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8" name="pt838"/>
            <p:cNvSpPr/>
            <p:nvPr/>
          </p:nvSpPr>
          <p:spPr>
            <a:xfrm>
              <a:off x="1867861" y="238448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39" name="pt839"/>
            <p:cNvSpPr/>
            <p:nvPr/>
          </p:nvSpPr>
          <p:spPr>
            <a:xfrm>
              <a:off x="2648923" y="159607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0" name="pt840"/>
            <p:cNvSpPr/>
            <p:nvPr/>
          </p:nvSpPr>
          <p:spPr>
            <a:xfrm>
              <a:off x="2488633" y="1919824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1" name="pt841"/>
            <p:cNvSpPr/>
            <p:nvPr/>
          </p:nvSpPr>
          <p:spPr>
            <a:xfrm>
              <a:off x="2632521" y="143039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2" name="pt842"/>
            <p:cNvSpPr/>
            <p:nvPr/>
          </p:nvSpPr>
          <p:spPr>
            <a:xfrm>
              <a:off x="2519095" y="213524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3" name="pt843"/>
            <p:cNvSpPr/>
            <p:nvPr/>
          </p:nvSpPr>
          <p:spPr>
            <a:xfrm>
              <a:off x="2533835" y="2083609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4" name="pt844"/>
            <p:cNvSpPr/>
            <p:nvPr/>
          </p:nvSpPr>
          <p:spPr>
            <a:xfrm>
              <a:off x="2717173" y="1718727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5" name="pt845"/>
            <p:cNvSpPr/>
            <p:nvPr/>
          </p:nvSpPr>
          <p:spPr>
            <a:xfrm>
              <a:off x="1730344" y="167387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6" name="pt846"/>
            <p:cNvSpPr/>
            <p:nvPr/>
          </p:nvSpPr>
          <p:spPr>
            <a:xfrm>
              <a:off x="1718492" y="167182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7" name="pg847"/>
            <p:cNvSpPr/>
            <p:nvPr/>
          </p:nvSpPr>
          <p:spPr>
            <a:xfrm>
              <a:off x="2577106" y="151977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8" name="pt848"/>
            <p:cNvSpPr/>
            <p:nvPr/>
          </p:nvSpPr>
          <p:spPr>
            <a:xfrm>
              <a:off x="2450231" y="1896937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49" name="pt849"/>
            <p:cNvSpPr/>
            <p:nvPr/>
          </p:nvSpPr>
          <p:spPr>
            <a:xfrm>
              <a:off x="2958039" y="171841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0" name="pt850"/>
            <p:cNvSpPr/>
            <p:nvPr/>
          </p:nvSpPr>
          <p:spPr>
            <a:xfrm>
              <a:off x="2500122" y="1874924"/>
              <a:ext cx="48833" cy="48833"/>
            </a:xfrm>
            <a:prstGeom prst="ellipse">
              <a:avLst/>
            </a:prstGeom>
            <a:solidFill>
              <a:srgbClr val="7570B3">
                <a:alpha val="4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1" name="pg851"/>
            <p:cNvSpPr/>
            <p:nvPr/>
          </p:nvSpPr>
          <p:spPr>
            <a:xfrm>
              <a:off x="2457017" y="18649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2" name="pt852"/>
            <p:cNvSpPr/>
            <p:nvPr/>
          </p:nvSpPr>
          <p:spPr>
            <a:xfrm>
              <a:off x="2481138" y="1932371"/>
              <a:ext cx="80678" cy="80678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3" name="pt853"/>
            <p:cNvSpPr/>
            <p:nvPr/>
          </p:nvSpPr>
          <p:spPr>
            <a:xfrm>
              <a:off x="2646657" y="169042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4" name="pt854"/>
            <p:cNvSpPr/>
            <p:nvPr/>
          </p:nvSpPr>
          <p:spPr>
            <a:xfrm>
              <a:off x="1814852" y="151744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5" name="pt855"/>
            <p:cNvSpPr/>
            <p:nvPr/>
          </p:nvSpPr>
          <p:spPr>
            <a:xfrm>
              <a:off x="3069317" y="229066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6" name="pt856"/>
            <p:cNvSpPr/>
            <p:nvPr/>
          </p:nvSpPr>
          <p:spPr>
            <a:xfrm>
              <a:off x="3130359" y="125167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7" name="pl857"/>
            <p:cNvSpPr/>
            <p:nvPr/>
          </p:nvSpPr>
          <p:spPr>
            <a:xfrm>
              <a:off x="2653637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" name="pl858"/>
            <p:cNvSpPr/>
            <p:nvPr/>
          </p:nvSpPr>
          <p:spPr>
            <a:xfrm>
              <a:off x="2653637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9" name="pl859"/>
            <p:cNvSpPr/>
            <p:nvPr/>
          </p:nvSpPr>
          <p:spPr>
            <a:xfrm>
              <a:off x="2643523" y="19584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0" name="pl860"/>
            <p:cNvSpPr/>
            <p:nvPr/>
          </p:nvSpPr>
          <p:spPr>
            <a:xfrm>
              <a:off x="2678054" y="19239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" name="pt861"/>
            <p:cNvSpPr/>
            <p:nvPr/>
          </p:nvSpPr>
          <p:spPr>
            <a:xfrm>
              <a:off x="2472660" y="196244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2" name="pt862"/>
            <p:cNvSpPr/>
            <p:nvPr/>
          </p:nvSpPr>
          <p:spPr>
            <a:xfrm>
              <a:off x="2649539" y="193767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3" name="pt863"/>
            <p:cNvSpPr/>
            <p:nvPr/>
          </p:nvSpPr>
          <p:spPr>
            <a:xfrm>
              <a:off x="3226797" y="1361147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4" name="pl864"/>
            <p:cNvSpPr/>
            <p:nvPr/>
          </p:nvSpPr>
          <p:spPr>
            <a:xfrm>
              <a:off x="2924685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" name="pl865"/>
            <p:cNvSpPr/>
            <p:nvPr/>
          </p:nvSpPr>
          <p:spPr>
            <a:xfrm>
              <a:off x="2924685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" name="pl866"/>
            <p:cNvSpPr/>
            <p:nvPr/>
          </p:nvSpPr>
          <p:spPr>
            <a:xfrm>
              <a:off x="2914571" y="19533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" name="pl867"/>
            <p:cNvSpPr/>
            <p:nvPr/>
          </p:nvSpPr>
          <p:spPr>
            <a:xfrm>
              <a:off x="2949102" y="19188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" name="pt868"/>
            <p:cNvSpPr/>
            <p:nvPr/>
          </p:nvSpPr>
          <p:spPr>
            <a:xfrm>
              <a:off x="2424439" y="1962783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9" name="pt869"/>
            <p:cNvSpPr/>
            <p:nvPr/>
          </p:nvSpPr>
          <p:spPr>
            <a:xfrm>
              <a:off x="2442294" y="1906280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0" name="pt870"/>
            <p:cNvSpPr/>
            <p:nvPr/>
          </p:nvSpPr>
          <p:spPr>
            <a:xfrm>
              <a:off x="2501491" y="1910276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1" name="pt871"/>
            <p:cNvSpPr/>
            <p:nvPr/>
          </p:nvSpPr>
          <p:spPr>
            <a:xfrm>
              <a:off x="2901469" y="1914999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2" name="pt872"/>
            <p:cNvSpPr/>
            <p:nvPr/>
          </p:nvSpPr>
          <p:spPr>
            <a:xfrm>
              <a:off x="2470895" y="1938191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" name="pt873"/>
            <p:cNvSpPr/>
            <p:nvPr/>
          </p:nvSpPr>
          <p:spPr>
            <a:xfrm>
              <a:off x="2418876" y="1805320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4" name="pl874"/>
            <p:cNvSpPr/>
            <p:nvPr/>
          </p:nvSpPr>
          <p:spPr>
            <a:xfrm>
              <a:off x="2558641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" name="pl875"/>
            <p:cNvSpPr/>
            <p:nvPr/>
          </p:nvSpPr>
          <p:spPr>
            <a:xfrm>
              <a:off x="2558641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6" name="pl876"/>
            <p:cNvSpPr/>
            <p:nvPr/>
          </p:nvSpPr>
          <p:spPr>
            <a:xfrm>
              <a:off x="2543142" y="1973938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" name="pl877"/>
            <p:cNvSpPr/>
            <p:nvPr/>
          </p:nvSpPr>
          <p:spPr>
            <a:xfrm>
              <a:off x="2596058" y="1921022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" name="pl878"/>
            <p:cNvSpPr/>
            <p:nvPr/>
          </p:nvSpPr>
          <p:spPr>
            <a:xfrm>
              <a:off x="1704933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" name="pl879"/>
            <p:cNvSpPr/>
            <p:nvPr/>
          </p:nvSpPr>
          <p:spPr>
            <a:xfrm>
              <a:off x="1704933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0" name="pl880"/>
            <p:cNvSpPr/>
            <p:nvPr/>
          </p:nvSpPr>
          <p:spPr>
            <a:xfrm>
              <a:off x="1694819" y="19618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" name="pl881"/>
            <p:cNvSpPr/>
            <p:nvPr/>
          </p:nvSpPr>
          <p:spPr>
            <a:xfrm>
              <a:off x="1729350" y="192736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2" name="pt882"/>
            <p:cNvSpPr/>
            <p:nvPr/>
          </p:nvSpPr>
          <p:spPr>
            <a:xfrm>
              <a:off x="2434707" y="1869537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" name="pl883"/>
            <p:cNvSpPr/>
            <p:nvPr/>
          </p:nvSpPr>
          <p:spPr>
            <a:xfrm>
              <a:off x="2928312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4" name="pl884"/>
            <p:cNvSpPr/>
            <p:nvPr/>
          </p:nvSpPr>
          <p:spPr>
            <a:xfrm>
              <a:off x="2928312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5" name="pl885"/>
            <p:cNvSpPr/>
            <p:nvPr/>
          </p:nvSpPr>
          <p:spPr>
            <a:xfrm>
              <a:off x="2918199" y="19389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" name="pl886"/>
            <p:cNvSpPr/>
            <p:nvPr/>
          </p:nvSpPr>
          <p:spPr>
            <a:xfrm>
              <a:off x="2952729" y="19043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" name="pl887"/>
            <p:cNvSpPr/>
            <p:nvPr/>
          </p:nvSpPr>
          <p:spPr>
            <a:xfrm>
              <a:off x="2511260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8" name="pl888"/>
            <p:cNvSpPr/>
            <p:nvPr/>
          </p:nvSpPr>
          <p:spPr>
            <a:xfrm>
              <a:off x="2511260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9" name="pl889"/>
            <p:cNvSpPr/>
            <p:nvPr/>
          </p:nvSpPr>
          <p:spPr>
            <a:xfrm>
              <a:off x="2501146" y="270352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0" name="pl890"/>
            <p:cNvSpPr/>
            <p:nvPr/>
          </p:nvSpPr>
          <p:spPr>
            <a:xfrm>
              <a:off x="2535677" y="26689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" name="pt891"/>
            <p:cNvSpPr/>
            <p:nvPr/>
          </p:nvSpPr>
          <p:spPr>
            <a:xfrm>
              <a:off x="2857986" y="108721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" name="pt892"/>
            <p:cNvSpPr/>
            <p:nvPr/>
          </p:nvSpPr>
          <p:spPr>
            <a:xfrm>
              <a:off x="2489826" y="203264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" name="pl893"/>
            <p:cNvSpPr/>
            <p:nvPr/>
          </p:nvSpPr>
          <p:spPr>
            <a:xfrm>
              <a:off x="2361911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4" name="pl894"/>
            <p:cNvSpPr/>
            <p:nvPr/>
          </p:nvSpPr>
          <p:spPr>
            <a:xfrm>
              <a:off x="2361911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" name="pt895"/>
            <p:cNvSpPr/>
            <p:nvPr/>
          </p:nvSpPr>
          <p:spPr>
            <a:xfrm>
              <a:off x="2576705" y="211314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6" name="pl896"/>
            <p:cNvSpPr/>
            <p:nvPr/>
          </p:nvSpPr>
          <p:spPr>
            <a:xfrm>
              <a:off x="2576705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7" name="pl897"/>
            <p:cNvSpPr/>
            <p:nvPr/>
          </p:nvSpPr>
          <p:spPr>
            <a:xfrm>
              <a:off x="2576705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8" name="pt898"/>
            <p:cNvSpPr/>
            <p:nvPr/>
          </p:nvSpPr>
          <p:spPr>
            <a:xfrm>
              <a:off x="2242887" y="1344454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" name="pt899"/>
            <p:cNvSpPr/>
            <p:nvPr/>
          </p:nvSpPr>
          <p:spPr>
            <a:xfrm>
              <a:off x="2068183" y="1266324"/>
              <a:ext cx="85604" cy="8560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" name="pt900"/>
            <p:cNvSpPr/>
            <p:nvPr/>
          </p:nvSpPr>
          <p:spPr>
            <a:xfrm>
              <a:off x="2574572" y="220212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" name="pt901"/>
            <p:cNvSpPr/>
            <p:nvPr/>
          </p:nvSpPr>
          <p:spPr>
            <a:xfrm>
              <a:off x="1995503" y="1153841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" name="pt902"/>
            <p:cNvSpPr/>
            <p:nvPr/>
          </p:nvSpPr>
          <p:spPr>
            <a:xfrm>
              <a:off x="2500388" y="1923423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" name="pg903"/>
            <p:cNvSpPr/>
            <p:nvPr/>
          </p:nvSpPr>
          <p:spPr>
            <a:xfrm>
              <a:off x="2499519" y="18354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" name="pt904"/>
            <p:cNvSpPr/>
            <p:nvPr/>
          </p:nvSpPr>
          <p:spPr>
            <a:xfrm>
              <a:off x="2583731" y="220321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" name="pt905"/>
            <p:cNvSpPr/>
            <p:nvPr/>
          </p:nvSpPr>
          <p:spPr>
            <a:xfrm>
              <a:off x="2377872" y="222174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" name="pt906"/>
            <p:cNvSpPr/>
            <p:nvPr/>
          </p:nvSpPr>
          <p:spPr>
            <a:xfrm>
              <a:off x="2990142" y="254189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" name="pt907"/>
            <p:cNvSpPr/>
            <p:nvPr/>
          </p:nvSpPr>
          <p:spPr>
            <a:xfrm>
              <a:off x="2771959" y="1819202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" name="pt908"/>
            <p:cNvSpPr/>
            <p:nvPr/>
          </p:nvSpPr>
          <p:spPr>
            <a:xfrm>
              <a:off x="2590010" y="160858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9" name="pt909"/>
            <p:cNvSpPr/>
            <p:nvPr/>
          </p:nvSpPr>
          <p:spPr>
            <a:xfrm>
              <a:off x="1797187" y="218313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0" name="pt910"/>
            <p:cNvSpPr/>
            <p:nvPr/>
          </p:nvSpPr>
          <p:spPr>
            <a:xfrm>
              <a:off x="2682871" y="1693150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1" name="pt911"/>
            <p:cNvSpPr/>
            <p:nvPr/>
          </p:nvSpPr>
          <p:spPr>
            <a:xfrm>
              <a:off x="2472510" y="1943689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" name="pt912"/>
            <p:cNvSpPr/>
            <p:nvPr/>
          </p:nvSpPr>
          <p:spPr>
            <a:xfrm>
              <a:off x="2822948" y="185718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" name="pl913"/>
            <p:cNvSpPr/>
            <p:nvPr/>
          </p:nvSpPr>
          <p:spPr>
            <a:xfrm>
              <a:off x="2571946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4" name="pl914"/>
            <p:cNvSpPr/>
            <p:nvPr/>
          </p:nvSpPr>
          <p:spPr>
            <a:xfrm>
              <a:off x="2571946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" name="pt915"/>
            <p:cNvSpPr/>
            <p:nvPr/>
          </p:nvSpPr>
          <p:spPr>
            <a:xfrm>
              <a:off x="2457922" y="1851238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" name="pt916"/>
            <p:cNvSpPr/>
            <p:nvPr/>
          </p:nvSpPr>
          <p:spPr>
            <a:xfrm>
              <a:off x="2730306" y="1508021"/>
              <a:ext cx="48833" cy="48833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" name="pt917"/>
            <p:cNvSpPr/>
            <p:nvPr/>
          </p:nvSpPr>
          <p:spPr>
            <a:xfrm>
              <a:off x="2447512" y="1855397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8" name="pt918"/>
            <p:cNvSpPr/>
            <p:nvPr/>
          </p:nvSpPr>
          <p:spPr>
            <a:xfrm>
              <a:off x="2917614" y="160231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9" name="pt919"/>
            <p:cNvSpPr/>
            <p:nvPr/>
          </p:nvSpPr>
          <p:spPr>
            <a:xfrm>
              <a:off x="2677463" y="166012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0" name="pt920"/>
            <p:cNvSpPr/>
            <p:nvPr/>
          </p:nvSpPr>
          <p:spPr>
            <a:xfrm>
              <a:off x="2151410" y="2597380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1" name="pt921"/>
            <p:cNvSpPr/>
            <p:nvPr/>
          </p:nvSpPr>
          <p:spPr>
            <a:xfrm>
              <a:off x="2476093" y="271897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2" name="pt922"/>
            <p:cNvSpPr/>
            <p:nvPr/>
          </p:nvSpPr>
          <p:spPr>
            <a:xfrm>
              <a:off x="3268918" y="224259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3" name="pt923"/>
            <p:cNvSpPr/>
            <p:nvPr/>
          </p:nvSpPr>
          <p:spPr>
            <a:xfrm>
              <a:off x="2443303" y="1958431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4" name="pt924"/>
            <p:cNvSpPr/>
            <p:nvPr/>
          </p:nvSpPr>
          <p:spPr>
            <a:xfrm>
              <a:off x="2754893" y="162972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5" name="pt925"/>
            <p:cNvSpPr/>
            <p:nvPr/>
          </p:nvSpPr>
          <p:spPr>
            <a:xfrm>
              <a:off x="2485168" y="1869730"/>
              <a:ext cx="67219" cy="67219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6" name="pt926"/>
            <p:cNvSpPr/>
            <p:nvPr/>
          </p:nvSpPr>
          <p:spPr>
            <a:xfrm>
              <a:off x="2491070" y="1876583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7" name="pt927"/>
            <p:cNvSpPr/>
            <p:nvPr/>
          </p:nvSpPr>
          <p:spPr>
            <a:xfrm>
              <a:off x="2507247" y="195426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8" name="pt928"/>
            <p:cNvSpPr/>
            <p:nvPr/>
          </p:nvSpPr>
          <p:spPr>
            <a:xfrm>
              <a:off x="2299951" y="103791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29" name="pt929"/>
            <p:cNvSpPr/>
            <p:nvPr/>
          </p:nvSpPr>
          <p:spPr>
            <a:xfrm>
              <a:off x="2421664" y="102181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0" name="pt930"/>
            <p:cNvSpPr/>
            <p:nvPr/>
          </p:nvSpPr>
          <p:spPr>
            <a:xfrm>
              <a:off x="2480832" y="1954111"/>
              <a:ext cx="74834" cy="74834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1" name="pt931"/>
            <p:cNvSpPr/>
            <p:nvPr/>
          </p:nvSpPr>
          <p:spPr>
            <a:xfrm>
              <a:off x="3086060" y="2445215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2" name="pt932"/>
            <p:cNvSpPr/>
            <p:nvPr/>
          </p:nvSpPr>
          <p:spPr>
            <a:xfrm>
              <a:off x="2535961" y="2385032"/>
              <a:ext cx="67219" cy="67219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3" name="pt933"/>
            <p:cNvSpPr/>
            <p:nvPr/>
          </p:nvSpPr>
          <p:spPr>
            <a:xfrm>
              <a:off x="2589430" y="194709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4" name="pt934"/>
            <p:cNvSpPr/>
            <p:nvPr/>
          </p:nvSpPr>
          <p:spPr>
            <a:xfrm>
              <a:off x="2625836" y="1838604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5" name="pt935"/>
            <p:cNvSpPr/>
            <p:nvPr/>
          </p:nvSpPr>
          <p:spPr>
            <a:xfrm>
              <a:off x="2452289" y="1860121"/>
              <a:ext cx="89944" cy="89944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6" name="pt936"/>
            <p:cNvSpPr/>
            <p:nvPr/>
          </p:nvSpPr>
          <p:spPr>
            <a:xfrm>
              <a:off x="2466263" y="1883836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7" name="pt937"/>
            <p:cNvSpPr/>
            <p:nvPr/>
          </p:nvSpPr>
          <p:spPr>
            <a:xfrm>
              <a:off x="2843915" y="163241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8" name="pt938"/>
            <p:cNvSpPr/>
            <p:nvPr/>
          </p:nvSpPr>
          <p:spPr>
            <a:xfrm>
              <a:off x="2094505" y="117925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39" name="pt939"/>
            <p:cNvSpPr/>
            <p:nvPr/>
          </p:nvSpPr>
          <p:spPr>
            <a:xfrm>
              <a:off x="2545927" y="2399345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" name="pl940"/>
            <p:cNvSpPr/>
            <p:nvPr/>
          </p:nvSpPr>
          <p:spPr>
            <a:xfrm>
              <a:off x="2545927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" name="pl941"/>
            <p:cNvSpPr/>
            <p:nvPr/>
          </p:nvSpPr>
          <p:spPr>
            <a:xfrm>
              <a:off x="2545927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5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" name="pt942"/>
            <p:cNvSpPr/>
            <p:nvPr/>
          </p:nvSpPr>
          <p:spPr>
            <a:xfrm>
              <a:off x="2195698" y="1074440"/>
              <a:ext cx="48833" cy="48833"/>
            </a:xfrm>
            <a:prstGeom prst="ellipse">
              <a:avLst/>
            </a:prstGeom>
            <a:solidFill>
              <a:srgbClr val="7570B3">
                <a:alpha val="4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3" name="pt943"/>
            <p:cNvSpPr/>
            <p:nvPr/>
          </p:nvSpPr>
          <p:spPr>
            <a:xfrm>
              <a:off x="2470730" y="204902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4" name="pt944"/>
            <p:cNvSpPr/>
            <p:nvPr/>
          </p:nvSpPr>
          <p:spPr>
            <a:xfrm>
              <a:off x="2506307" y="1951090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5" name="pl945"/>
            <p:cNvSpPr/>
            <p:nvPr/>
          </p:nvSpPr>
          <p:spPr>
            <a:xfrm>
              <a:off x="2411265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" name="pl946"/>
            <p:cNvSpPr/>
            <p:nvPr/>
          </p:nvSpPr>
          <p:spPr>
            <a:xfrm>
              <a:off x="2411265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" name="pt947"/>
            <p:cNvSpPr/>
            <p:nvPr/>
          </p:nvSpPr>
          <p:spPr>
            <a:xfrm>
              <a:off x="2550662" y="1859979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8" name="pt948"/>
            <p:cNvSpPr/>
            <p:nvPr/>
          </p:nvSpPr>
          <p:spPr>
            <a:xfrm>
              <a:off x="2798703" y="2628545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49" name="pt949"/>
            <p:cNvSpPr/>
            <p:nvPr/>
          </p:nvSpPr>
          <p:spPr>
            <a:xfrm>
              <a:off x="2516394" y="1937811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0" name="pt950"/>
            <p:cNvSpPr/>
            <p:nvPr/>
          </p:nvSpPr>
          <p:spPr>
            <a:xfrm>
              <a:off x="2570139" y="1538517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1" name="pt951"/>
            <p:cNvSpPr/>
            <p:nvPr/>
          </p:nvSpPr>
          <p:spPr>
            <a:xfrm>
              <a:off x="2661783" y="169501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2" name="pt952"/>
            <p:cNvSpPr/>
            <p:nvPr/>
          </p:nvSpPr>
          <p:spPr>
            <a:xfrm>
              <a:off x="2405003" y="2572848"/>
              <a:ext cx="48833" cy="48833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3" name="pt953"/>
            <p:cNvSpPr/>
            <p:nvPr/>
          </p:nvSpPr>
          <p:spPr>
            <a:xfrm>
              <a:off x="2447221" y="1951196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4" name="pt954"/>
            <p:cNvSpPr/>
            <p:nvPr/>
          </p:nvSpPr>
          <p:spPr>
            <a:xfrm>
              <a:off x="2474307" y="1905616"/>
              <a:ext cx="80678" cy="80678"/>
            </a:xfrm>
            <a:prstGeom prst="ellipse">
              <a:avLst/>
            </a:prstGeom>
            <a:solidFill>
              <a:srgbClr val="7570B3">
                <a:alpha val="4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5" name="pt955"/>
            <p:cNvSpPr/>
            <p:nvPr/>
          </p:nvSpPr>
          <p:spPr>
            <a:xfrm>
              <a:off x="2541248" y="1924260"/>
              <a:ext cx="85604" cy="8560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6" name="pt956"/>
            <p:cNvSpPr/>
            <p:nvPr/>
          </p:nvSpPr>
          <p:spPr>
            <a:xfrm>
              <a:off x="2537727" y="1924127"/>
              <a:ext cx="89944" cy="8994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7" name="pt957"/>
            <p:cNvSpPr/>
            <p:nvPr/>
          </p:nvSpPr>
          <p:spPr>
            <a:xfrm>
              <a:off x="2495274" y="1967934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8" name="pt958"/>
            <p:cNvSpPr/>
            <p:nvPr/>
          </p:nvSpPr>
          <p:spPr>
            <a:xfrm>
              <a:off x="2456933" y="1721393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59" name="pt959"/>
            <p:cNvSpPr/>
            <p:nvPr/>
          </p:nvSpPr>
          <p:spPr>
            <a:xfrm>
              <a:off x="3263095" y="223246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0" name="pt960"/>
            <p:cNvSpPr/>
            <p:nvPr/>
          </p:nvSpPr>
          <p:spPr>
            <a:xfrm>
              <a:off x="2441768" y="1881720"/>
              <a:ext cx="67219" cy="67219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1" name="pt961"/>
            <p:cNvSpPr/>
            <p:nvPr/>
          </p:nvSpPr>
          <p:spPr>
            <a:xfrm>
              <a:off x="2204023" y="1075131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2" name="pt962"/>
            <p:cNvSpPr/>
            <p:nvPr/>
          </p:nvSpPr>
          <p:spPr>
            <a:xfrm>
              <a:off x="2515597" y="214332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3" name="pt963"/>
            <p:cNvSpPr/>
            <p:nvPr/>
          </p:nvSpPr>
          <p:spPr>
            <a:xfrm>
              <a:off x="2570525" y="164917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4" name="pt964"/>
            <p:cNvSpPr/>
            <p:nvPr/>
          </p:nvSpPr>
          <p:spPr>
            <a:xfrm>
              <a:off x="2480732" y="271948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5" name="pg965"/>
            <p:cNvSpPr/>
            <p:nvPr/>
          </p:nvSpPr>
          <p:spPr>
            <a:xfrm>
              <a:off x="2432641" y="19332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6" name="pt966"/>
            <p:cNvSpPr/>
            <p:nvPr/>
          </p:nvSpPr>
          <p:spPr>
            <a:xfrm>
              <a:off x="3052587" y="1554389"/>
              <a:ext cx="67219" cy="67219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7" name="pt967"/>
            <p:cNvSpPr/>
            <p:nvPr/>
          </p:nvSpPr>
          <p:spPr>
            <a:xfrm>
              <a:off x="2769199" y="1720508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8" name="pt968"/>
            <p:cNvSpPr/>
            <p:nvPr/>
          </p:nvSpPr>
          <p:spPr>
            <a:xfrm>
              <a:off x="2527766" y="1951092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69" name="pt969"/>
            <p:cNvSpPr/>
            <p:nvPr/>
          </p:nvSpPr>
          <p:spPr>
            <a:xfrm>
              <a:off x="3067958" y="227909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0" name="pt970"/>
            <p:cNvSpPr/>
            <p:nvPr/>
          </p:nvSpPr>
          <p:spPr>
            <a:xfrm>
              <a:off x="2538984" y="1467471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1" name="pg971"/>
            <p:cNvSpPr/>
            <p:nvPr/>
          </p:nvSpPr>
          <p:spPr>
            <a:xfrm>
              <a:off x="2773596" y="1748267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2" name="pt972"/>
            <p:cNvSpPr/>
            <p:nvPr/>
          </p:nvSpPr>
          <p:spPr>
            <a:xfrm>
              <a:off x="2607643" y="184658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3" name="pl973"/>
            <p:cNvSpPr/>
            <p:nvPr/>
          </p:nvSpPr>
          <p:spPr>
            <a:xfrm>
              <a:off x="2330160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" name="pl974"/>
            <p:cNvSpPr/>
            <p:nvPr/>
          </p:nvSpPr>
          <p:spPr>
            <a:xfrm>
              <a:off x="2330160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5" name="pl975"/>
            <p:cNvSpPr/>
            <p:nvPr/>
          </p:nvSpPr>
          <p:spPr>
            <a:xfrm>
              <a:off x="2320046" y="20178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" name="pl976"/>
            <p:cNvSpPr/>
            <p:nvPr/>
          </p:nvSpPr>
          <p:spPr>
            <a:xfrm>
              <a:off x="2354577" y="19833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" name="pg977"/>
            <p:cNvSpPr/>
            <p:nvPr/>
          </p:nvSpPr>
          <p:spPr>
            <a:xfrm>
              <a:off x="2398762" y="17474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8" name="pt978"/>
            <p:cNvSpPr/>
            <p:nvPr/>
          </p:nvSpPr>
          <p:spPr>
            <a:xfrm>
              <a:off x="2986523" y="171738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9" name="pg979"/>
            <p:cNvSpPr/>
            <p:nvPr/>
          </p:nvSpPr>
          <p:spPr>
            <a:xfrm>
              <a:off x="2412991" y="17749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0" name="pt980"/>
            <p:cNvSpPr/>
            <p:nvPr/>
          </p:nvSpPr>
          <p:spPr>
            <a:xfrm>
              <a:off x="2434169" y="1864905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1" name="pg981"/>
            <p:cNvSpPr/>
            <p:nvPr/>
          </p:nvSpPr>
          <p:spPr>
            <a:xfrm>
              <a:off x="2571264" y="14683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2" name="pt982"/>
            <p:cNvSpPr/>
            <p:nvPr/>
          </p:nvSpPr>
          <p:spPr>
            <a:xfrm>
              <a:off x="3113711" y="245287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3" name="pt983"/>
            <p:cNvSpPr/>
            <p:nvPr/>
          </p:nvSpPr>
          <p:spPr>
            <a:xfrm>
              <a:off x="2483922" y="1899054"/>
              <a:ext cx="67219" cy="67219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4" name="pt984"/>
            <p:cNvSpPr/>
            <p:nvPr/>
          </p:nvSpPr>
          <p:spPr>
            <a:xfrm>
              <a:off x="2417238" y="1796720"/>
              <a:ext cx="74834" cy="74834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" name="pt985"/>
            <p:cNvSpPr/>
            <p:nvPr/>
          </p:nvSpPr>
          <p:spPr>
            <a:xfrm>
              <a:off x="2362414" y="195815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6" name="pt986"/>
            <p:cNvSpPr/>
            <p:nvPr/>
          </p:nvSpPr>
          <p:spPr>
            <a:xfrm>
              <a:off x="2618883" y="1010919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7" name="pt987"/>
            <p:cNvSpPr/>
            <p:nvPr/>
          </p:nvSpPr>
          <p:spPr>
            <a:xfrm>
              <a:off x="2647445" y="103098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" name="pt988"/>
            <p:cNvSpPr/>
            <p:nvPr/>
          </p:nvSpPr>
          <p:spPr>
            <a:xfrm>
              <a:off x="1844440" y="2182810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" name="pt989"/>
            <p:cNvSpPr/>
            <p:nvPr/>
          </p:nvSpPr>
          <p:spPr>
            <a:xfrm>
              <a:off x="2687154" y="169973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" name="pl990"/>
            <p:cNvSpPr/>
            <p:nvPr/>
          </p:nvSpPr>
          <p:spPr>
            <a:xfrm>
              <a:off x="2606805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6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" name="pl991"/>
            <p:cNvSpPr/>
            <p:nvPr/>
          </p:nvSpPr>
          <p:spPr>
            <a:xfrm>
              <a:off x="2606805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6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2" name="pl992"/>
            <p:cNvSpPr/>
            <p:nvPr/>
          </p:nvSpPr>
          <p:spPr>
            <a:xfrm>
              <a:off x="2596691" y="187895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6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3" name="pl993"/>
            <p:cNvSpPr/>
            <p:nvPr/>
          </p:nvSpPr>
          <p:spPr>
            <a:xfrm>
              <a:off x="2631221" y="18444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6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" name="pt994"/>
            <p:cNvSpPr/>
            <p:nvPr/>
          </p:nvSpPr>
          <p:spPr>
            <a:xfrm>
              <a:off x="2475769" y="1897491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" name="pt995"/>
            <p:cNvSpPr/>
            <p:nvPr/>
          </p:nvSpPr>
          <p:spPr>
            <a:xfrm>
              <a:off x="2884724" y="151211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" name="pt996"/>
            <p:cNvSpPr/>
            <p:nvPr/>
          </p:nvSpPr>
          <p:spPr>
            <a:xfrm>
              <a:off x="2497813" y="1853954"/>
              <a:ext cx="80678" cy="80678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" name="pt997"/>
            <p:cNvSpPr/>
            <p:nvPr/>
          </p:nvSpPr>
          <p:spPr>
            <a:xfrm>
              <a:off x="2470474" y="1906944"/>
              <a:ext cx="80678" cy="80678"/>
            </a:xfrm>
            <a:prstGeom prst="ellipse">
              <a:avLst/>
            </a:prstGeom>
            <a:solidFill>
              <a:srgbClr val="D95F02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" name="pt998"/>
            <p:cNvSpPr/>
            <p:nvPr/>
          </p:nvSpPr>
          <p:spPr>
            <a:xfrm>
              <a:off x="2477268" y="170816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" name="pt999"/>
            <p:cNvSpPr/>
            <p:nvPr/>
          </p:nvSpPr>
          <p:spPr>
            <a:xfrm>
              <a:off x="1984488" y="2478940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" name="pt1000"/>
            <p:cNvSpPr/>
            <p:nvPr/>
          </p:nvSpPr>
          <p:spPr>
            <a:xfrm>
              <a:off x="2477355" y="1937155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" name="pt1001"/>
            <p:cNvSpPr/>
            <p:nvPr/>
          </p:nvSpPr>
          <p:spPr>
            <a:xfrm>
              <a:off x="2432751" y="228427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" name="pt1002"/>
            <p:cNvSpPr/>
            <p:nvPr/>
          </p:nvSpPr>
          <p:spPr>
            <a:xfrm>
              <a:off x="2644617" y="1686314"/>
              <a:ext cx="93868" cy="93868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" name="pt1003"/>
            <p:cNvSpPr/>
            <p:nvPr/>
          </p:nvSpPr>
          <p:spPr>
            <a:xfrm>
              <a:off x="2432366" y="1857077"/>
              <a:ext cx="89944" cy="89944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4" name="pt1004"/>
            <p:cNvSpPr/>
            <p:nvPr/>
          </p:nvSpPr>
          <p:spPr>
            <a:xfrm>
              <a:off x="2691160" y="1663252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5" name="pt1005"/>
            <p:cNvSpPr/>
            <p:nvPr/>
          </p:nvSpPr>
          <p:spPr>
            <a:xfrm>
              <a:off x="1738221" y="1565377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" name="pt1006"/>
            <p:cNvSpPr/>
            <p:nvPr/>
          </p:nvSpPr>
          <p:spPr>
            <a:xfrm>
              <a:off x="2488628" y="1941074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" name="pt1007"/>
            <p:cNvSpPr/>
            <p:nvPr/>
          </p:nvSpPr>
          <p:spPr>
            <a:xfrm>
              <a:off x="2571860" y="160001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" name="pt1008"/>
            <p:cNvSpPr/>
            <p:nvPr/>
          </p:nvSpPr>
          <p:spPr>
            <a:xfrm>
              <a:off x="2447871" y="1946784"/>
              <a:ext cx="80678" cy="80678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" name="pt1009"/>
            <p:cNvSpPr/>
            <p:nvPr/>
          </p:nvSpPr>
          <p:spPr>
            <a:xfrm>
              <a:off x="2612661" y="1494775"/>
              <a:ext cx="67219" cy="67219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" name="pt1010"/>
            <p:cNvSpPr/>
            <p:nvPr/>
          </p:nvSpPr>
          <p:spPr>
            <a:xfrm>
              <a:off x="2798711" y="2642975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" name="pt1011"/>
            <p:cNvSpPr/>
            <p:nvPr/>
          </p:nvSpPr>
          <p:spPr>
            <a:xfrm>
              <a:off x="2441101" y="1894819"/>
              <a:ext cx="80678" cy="80678"/>
            </a:xfrm>
            <a:prstGeom prst="ellipse">
              <a:avLst/>
            </a:prstGeom>
            <a:solidFill>
              <a:srgbClr val="D95F02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" name="pt1012"/>
            <p:cNvSpPr/>
            <p:nvPr/>
          </p:nvSpPr>
          <p:spPr>
            <a:xfrm>
              <a:off x="2618943" y="1613293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" name="pt1013"/>
            <p:cNvSpPr/>
            <p:nvPr/>
          </p:nvSpPr>
          <p:spPr>
            <a:xfrm>
              <a:off x="1734017" y="2084480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" name="pt1014"/>
            <p:cNvSpPr/>
            <p:nvPr/>
          </p:nvSpPr>
          <p:spPr>
            <a:xfrm>
              <a:off x="2113355" y="127498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" name="pt1015"/>
            <p:cNvSpPr/>
            <p:nvPr/>
          </p:nvSpPr>
          <p:spPr>
            <a:xfrm>
              <a:off x="2329759" y="1976715"/>
              <a:ext cx="74834" cy="7483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" name="pt1016"/>
            <p:cNvSpPr/>
            <p:nvPr/>
          </p:nvSpPr>
          <p:spPr>
            <a:xfrm>
              <a:off x="2729082" y="1045021"/>
              <a:ext cx="48833" cy="48833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" name="pt1017"/>
            <p:cNvSpPr/>
            <p:nvPr/>
          </p:nvSpPr>
          <p:spPr>
            <a:xfrm>
              <a:off x="2483783" y="1903176"/>
              <a:ext cx="80678" cy="80678"/>
            </a:xfrm>
            <a:prstGeom prst="ellipse">
              <a:avLst/>
            </a:prstGeom>
            <a:solidFill>
              <a:srgbClr val="7570B3">
                <a:alpha val="4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" name="pg1018"/>
            <p:cNvSpPr/>
            <p:nvPr/>
          </p:nvSpPr>
          <p:spPr>
            <a:xfrm>
              <a:off x="3024852" y="11543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" name="pt1019"/>
            <p:cNvSpPr/>
            <p:nvPr/>
          </p:nvSpPr>
          <p:spPr>
            <a:xfrm>
              <a:off x="2425003" y="1730467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" name="pt1020"/>
            <p:cNvSpPr/>
            <p:nvPr/>
          </p:nvSpPr>
          <p:spPr>
            <a:xfrm>
              <a:off x="2497558" y="1877480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" name="pt1021"/>
            <p:cNvSpPr/>
            <p:nvPr/>
          </p:nvSpPr>
          <p:spPr>
            <a:xfrm>
              <a:off x="2327295" y="1359050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" name="pt1022"/>
            <p:cNvSpPr/>
            <p:nvPr/>
          </p:nvSpPr>
          <p:spPr>
            <a:xfrm>
              <a:off x="2431799" y="1813191"/>
              <a:ext cx="67219" cy="67219"/>
            </a:xfrm>
            <a:prstGeom prst="ellipse">
              <a:avLst/>
            </a:pr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" name="pt1023"/>
            <p:cNvSpPr/>
            <p:nvPr/>
          </p:nvSpPr>
          <p:spPr>
            <a:xfrm>
              <a:off x="2411821" y="1689141"/>
              <a:ext cx="48833" cy="48833"/>
            </a:xfrm>
            <a:prstGeom prst="ellipse">
              <a:avLst/>
            </a:prstGeom>
            <a:solidFill>
              <a:srgbClr val="7570B3">
                <a:alpha val="5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" name="pt1024"/>
            <p:cNvSpPr/>
            <p:nvPr/>
          </p:nvSpPr>
          <p:spPr>
            <a:xfrm>
              <a:off x="2696065" y="1840738"/>
              <a:ext cx="85604" cy="8560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" name="pt1025"/>
            <p:cNvSpPr/>
            <p:nvPr/>
          </p:nvSpPr>
          <p:spPr>
            <a:xfrm>
              <a:off x="2488528" y="1995170"/>
              <a:ext cx="80678" cy="80678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" name="pg1026"/>
            <p:cNvSpPr/>
            <p:nvPr/>
          </p:nvSpPr>
          <p:spPr>
            <a:xfrm>
              <a:off x="2438167" y="190119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" name="pt1027"/>
            <p:cNvSpPr/>
            <p:nvPr/>
          </p:nvSpPr>
          <p:spPr>
            <a:xfrm>
              <a:off x="2429125" y="1904900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" name="pt1028"/>
            <p:cNvSpPr/>
            <p:nvPr/>
          </p:nvSpPr>
          <p:spPr>
            <a:xfrm>
              <a:off x="2821852" y="1862208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" name="pt1029"/>
            <p:cNvSpPr/>
            <p:nvPr/>
          </p:nvSpPr>
          <p:spPr>
            <a:xfrm>
              <a:off x="3344255" y="1707973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" name="pt1030"/>
            <p:cNvSpPr/>
            <p:nvPr/>
          </p:nvSpPr>
          <p:spPr>
            <a:xfrm>
              <a:off x="2448128" y="222919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" name="pt1031"/>
            <p:cNvSpPr/>
            <p:nvPr/>
          </p:nvSpPr>
          <p:spPr>
            <a:xfrm>
              <a:off x="2760572" y="1601149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" name="pt1032"/>
            <p:cNvSpPr/>
            <p:nvPr/>
          </p:nvSpPr>
          <p:spPr>
            <a:xfrm>
              <a:off x="2234476" y="1802812"/>
              <a:ext cx="48833" cy="48833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" name="pt1033"/>
            <p:cNvSpPr/>
            <p:nvPr/>
          </p:nvSpPr>
          <p:spPr>
            <a:xfrm>
              <a:off x="2298680" y="1898912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" name="pt1034"/>
            <p:cNvSpPr/>
            <p:nvPr/>
          </p:nvSpPr>
          <p:spPr>
            <a:xfrm>
              <a:off x="2614613" y="1429116"/>
              <a:ext cx="85604" cy="8560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" name="pt1035"/>
            <p:cNvSpPr/>
            <p:nvPr/>
          </p:nvSpPr>
          <p:spPr>
            <a:xfrm>
              <a:off x="2396885" y="1952526"/>
              <a:ext cx="80678" cy="80678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" name="pt1036"/>
            <p:cNvSpPr/>
            <p:nvPr/>
          </p:nvSpPr>
          <p:spPr>
            <a:xfrm>
              <a:off x="2451686" y="1689153"/>
              <a:ext cx="80678" cy="80678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" name="pt1037"/>
            <p:cNvSpPr/>
            <p:nvPr/>
          </p:nvSpPr>
          <p:spPr>
            <a:xfrm>
              <a:off x="2545491" y="1488631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" name="pt1038"/>
            <p:cNvSpPr/>
            <p:nvPr/>
          </p:nvSpPr>
          <p:spPr>
            <a:xfrm>
              <a:off x="3364846" y="1848288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" name="pt1039"/>
            <p:cNvSpPr/>
            <p:nvPr/>
          </p:nvSpPr>
          <p:spPr>
            <a:xfrm>
              <a:off x="2465950" y="169371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0" name="pt1040"/>
            <p:cNvSpPr/>
            <p:nvPr/>
          </p:nvSpPr>
          <p:spPr>
            <a:xfrm>
              <a:off x="2460242" y="1887865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1" name="pt1041"/>
            <p:cNvSpPr/>
            <p:nvPr/>
          </p:nvSpPr>
          <p:spPr>
            <a:xfrm>
              <a:off x="2473279" y="1949356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2" name="pt1042"/>
            <p:cNvSpPr/>
            <p:nvPr/>
          </p:nvSpPr>
          <p:spPr>
            <a:xfrm>
              <a:off x="3139796" y="126615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3" name="pt1043"/>
            <p:cNvSpPr/>
            <p:nvPr/>
          </p:nvSpPr>
          <p:spPr>
            <a:xfrm>
              <a:off x="2845325" y="1769684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4" name="pt1044"/>
            <p:cNvSpPr/>
            <p:nvPr/>
          </p:nvSpPr>
          <p:spPr>
            <a:xfrm>
              <a:off x="2305825" y="2002374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5" name="pt1045"/>
            <p:cNvSpPr/>
            <p:nvPr/>
          </p:nvSpPr>
          <p:spPr>
            <a:xfrm>
              <a:off x="2499016" y="1920623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6" name="pl1046"/>
            <p:cNvSpPr/>
            <p:nvPr/>
          </p:nvSpPr>
          <p:spPr>
            <a:xfrm>
              <a:off x="2398829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" name="pl1047"/>
            <p:cNvSpPr/>
            <p:nvPr/>
          </p:nvSpPr>
          <p:spPr>
            <a:xfrm>
              <a:off x="2398829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" name="pl1048"/>
            <p:cNvSpPr/>
            <p:nvPr/>
          </p:nvSpPr>
          <p:spPr>
            <a:xfrm>
              <a:off x="2378171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" name="pl1049"/>
            <p:cNvSpPr/>
            <p:nvPr/>
          </p:nvSpPr>
          <p:spPr>
            <a:xfrm>
              <a:off x="2378171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" name="pl1050"/>
            <p:cNvSpPr/>
            <p:nvPr/>
          </p:nvSpPr>
          <p:spPr>
            <a:xfrm>
              <a:off x="2374797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" name="pl1051"/>
            <p:cNvSpPr/>
            <p:nvPr/>
          </p:nvSpPr>
          <p:spPr>
            <a:xfrm>
              <a:off x="2374797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" name="pg1052"/>
            <p:cNvSpPr/>
            <p:nvPr/>
          </p:nvSpPr>
          <p:spPr>
            <a:xfrm>
              <a:off x="2450097" y="183653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3" name="pg1053"/>
            <p:cNvSpPr/>
            <p:nvPr/>
          </p:nvSpPr>
          <p:spPr>
            <a:xfrm>
              <a:off x="2544351" y="213816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4" name="pg1054"/>
            <p:cNvSpPr/>
            <p:nvPr/>
          </p:nvSpPr>
          <p:spPr>
            <a:xfrm>
              <a:off x="2446429" y="1655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5" name="pt1055"/>
            <p:cNvSpPr/>
            <p:nvPr/>
          </p:nvSpPr>
          <p:spPr>
            <a:xfrm>
              <a:off x="2440622" y="1893160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6" name="pt1056"/>
            <p:cNvSpPr/>
            <p:nvPr/>
          </p:nvSpPr>
          <p:spPr>
            <a:xfrm>
              <a:off x="2463975" y="1891341"/>
              <a:ext cx="48833" cy="48833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7" name="pt1057"/>
            <p:cNvSpPr/>
            <p:nvPr/>
          </p:nvSpPr>
          <p:spPr>
            <a:xfrm>
              <a:off x="2403580" y="1933614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8" name="pt1058"/>
            <p:cNvSpPr/>
            <p:nvPr/>
          </p:nvSpPr>
          <p:spPr>
            <a:xfrm>
              <a:off x="2451383" y="1882907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59" name="pt1059"/>
            <p:cNvSpPr/>
            <p:nvPr/>
          </p:nvSpPr>
          <p:spPr>
            <a:xfrm>
              <a:off x="2440930" y="1797695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0" name="pt1060"/>
            <p:cNvSpPr/>
            <p:nvPr/>
          </p:nvSpPr>
          <p:spPr>
            <a:xfrm>
              <a:off x="2487937" y="1921169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1" name="pt1061"/>
            <p:cNvSpPr/>
            <p:nvPr/>
          </p:nvSpPr>
          <p:spPr>
            <a:xfrm>
              <a:off x="2473133" y="1903473"/>
              <a:ext cx="80678" cy="80678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2" name="pl1062"/>
            <p:cNvSpPr/>
            <p:nvPr/>
          </p:nvSpPr>
          <p:spPr>
            <a:xfrm>
              <a:off x="2439723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" name="pl1063"/>
            <p:cNvSpPr/>
            <p:nvPr/>
          </p:nvSpPr>
          <p:spPr>
            <a:xfrm>
              <a:off x="2439723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" name="pl1064"/>
            <p:cNvSpPr/>
            <p:nvPr/>
          </p:nvSpPr>
          <p:spPr>
            <a:xfrm>
              <a:off x="2429609" y="1816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" name="pl1065"/>
            <p:cNvSpPr/>
            <p:nvPr/>
          </p:nvSpPr>
          <p:spPr>
            <a:xfrm>
              <a:off x="2464140" y="17820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" name="pt1066"/>
            <p:cNvSpPr/>
            <p:nvPr/>
          </p:nvSpPr>
          <p:spPr>
            <a:xfrm>
              <a:off x="2420767" y="189387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7" name="pt1067"/>
            <p:cNvSpPr/>
            <p:nvPr/>
          </p:nvSpPr>
          <p:spPr>
            <a:xfrm>
              <a:off x="1905788" y="1225375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8" name="pt1068"/>
            <p:cNvSpPr/>
            <p:nvPr/>
          </p:nvSpPr>
          <p:spPr>
            <a:xfrm>
              <a:off x="2438012" y="1920762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69" name="pt1069"/>
            <p:cNvSpPr/>
            <p:nvPr/>
          </p:nvSpPr>
          <p:spPr>
            <a:xfrm>
              <a:off x="2495325" y="1873280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0" name="pt1070"/>
            <p:cNvSpPr/>
            <p:nvPr/>
          </p:nvSpPr>
          <p:spPr>
            <a:xfrm>
              <a:off x="3223402" y="2309449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1" name="pt1071"/>
            <p:cNvSpPr/>
            <p:nvPr/>
          </p:nvSpPr>
          <p:spPr>
            <a:xfrm>
              <a:off x="1872583" y="234454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2" name="pt1072"/>
            <p:cNvSpPr/>
            <p:nvPr/>
          </p:nvSpPr>
          <p:spPr>
            <a:xfrm>
              <a:off x="2518036" y="1864246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3" name="pt1073"/>
            <p:cNvSpPr/>
            <p:nvPr/>
          </p:nvSpPr>
          <p:spPr>
            <a:xfrm>
              <a:off x="3119926" y="154778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4" name="pt1074"/>
            <p:cNvSpPr/>
            <p:nvPr/>
          </p:nvSpPr>
          <p:spPr>
            <a:xfrm>
              <a:off x="2808739" y="1553203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5" name="pt1075"/>
            <p:cNvSpPr/>
            <p:nvPr/>
          </p:nvSpPr>
          <p:spPr>
            <a:xfrm>
              <a:off x="3190366" y="236153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76" name="pl1076"/>
            <p:cNvSpPr/>
            <p:nvPr/>
          </p:nvSpPr>
          <p:spPr>
            <a:xfrm>
              <a:off x="2386982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" name="pl1077"/>
            <p:cNvSpPr/>
            <p:nvPr/>
          </p:nvSpPr>
          <p:spPr>
            <a:xfrm>
              <a:off x="2386982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" name="pl1078"/>
            <p:cNvSpPr/>
            <p:nvPr/>
          </p:nvSpPr>
          <p:spPr>
            <a:xfrm>
              <a:off x="2376868" y="11774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" name="pl1079"/>
            <p:cNvSpPr/>
            <p:nvPr/>
          </p:nvSpPr>
          <p:spPr>
            <a:xfrm>
              <a:off x="2411399" y="1142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" name="pt1080"/>
            <p:cNvSpPr/>
            <p:nvPr/>
          </p:nvSpPr>
          <p:spPr>
            <a:xfrm>
              <a:off x="2521141" y="1862928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1" name="pt1081"/>
            <p:cNvSpPr/>
            <p:nvPr/>
          </p:nvSpPr>
          <p:spPr>
            <a:xfrm>
              <a:off x="2494474" y="200841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2" name="pt1082"/>
            <p:cNvSpPr/>
            <p:nvPr/>
          </p:nvSpPr>
          <p:spPr>
            <a:xfrm>
              <a:off x="2337397" y="137857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3" name="pt1083"/>
            <p:cNvSpPr/>
            <p:nvPr/>
          </p:nvSpPr>
          <p:spPr>
            <a:xfrm>
              <a:off x="2469013" y="1874992"/>
              <a:ext cx="48833" cy="48833"/>
            </a:xfrm>
            <a:prstGeom prst="ellipse">
              <a:avLst/>
            </a:prstGeom>
            <a:solidFill>
              <a:srgbClr val="7570B3">
                <a:alpha val="4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4" name="pt1084"/>
            <p:cNvSpPr/>
            <p:nvPr/>
          </p:nvSpPr>
          <p:spPr>
            <a:xfrm>
              <a:off x="2847458" y="162103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5" name="pt1085"/>
            <p:cNvSpPr/>
            <p:nvPr/>
          </p:nvSpPr>
          <p:spPr>
            <a:xfrm>
              <a:off x="2471105" y="1881848"/>
              <a:ext cx="67219" cy="67219"/>
            </a:xfrm>
            <a:prstGeom prst="ellipse">
              <a:avLst/>
            </a:prstGeom>
            <a:solidFill>
              <a:srgbClr val="D95F02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6" name="pt1086"/>
            <p:cNvSpPr/>
            <p:nvPr/>
          </p:nvSpPr>
          <p:spPr>
            <a:xfrm>
              <a:off x="2726009" y="1511598"/>
              <a:ext cx="48833" cy="48833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" name="pt1087"/>
            <p:cNvSpPr/>
            <p:nvPr/>
          </p:nvSpPr>
          <p:spPr>
            <a:xfrm>
              <a:off x="2450833" y="1852172"/>
              <a:ext cx="67219" cy="67219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" name="pt1088"/>
            <p:cNvSpPr/>
            <p:nvPr/>
          </p:nvSpPr>
          <p:spPr>
            <a:xfrm>
              <a:off x="2510927" y="1948774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" name="pt1089"/>
            <p:cNvSpPr/>
            <p:nvPr/>
          </p:nvSpPr>
          <p:spPr>
            <a:xfrm>
              <a:off x="2501298" y="1883280"/>
              <a:ext cx="67219" cy="67219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" name="pt1090"/>
            <p:cNvSpPr/>
            <p:nvPr/>
          </p:nvSpPr>
          <p:spPr>
            <a:xfrm>
              <a:off x="2382358" y="1146981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1" name="pt1091"/>
            <p:cNvSpPr/>
            <p:nvPr/>
          </p:nvSpPr>
          <p:spPr>
            <a:xfrm>
              <a:off x="2813424" y="1859395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2" name="pt1092"/>
            <p:cNvSpPr/>
            <p:nvPr/>
          </p:nvSpPr>
          <p:spPr>
            <a:xfrm>
              <a:off x="2468777" y="1871387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3" name="pg1093"/>
            <p:cNvSpPr/>
            <p:nvPr/>
          </p:nvSpPr>
          <p:spPr>
            <a:xfrm>
              <a:off x="2366403" y="17703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4" name="pt1094"/>
            <p:cNvSpPr/>
            <p:nvPr/>
          </p:nvSpPr>
          <p:spPr>
            <a:xfrm>
              <a:off x="2782357" y="1872432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" name="pt1095"/>
            <p:cNvSpPr/>
            <p:nvPr/>
          </p:nvSpPr>
          <p:spPr>
            <a:xfrm>
              <a:off x="2536558" y="144897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6" name="pt1096"/>
            <p:cNvSpPr/>
            <p:nvPr/>
          </p:nvSpPr>
          <p:spPr>
            <a:xfrm>
              <a:off x="2422264" y="2151254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7" name="pt1097"/>
            <p:cNvSpPr/>
            <p:nvPr/>
          </p:nvSpPr>
          <p:spPr>
            <a:xfrm>
              <a:off x="2871439" y="152278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8" name="pt1098"/>
            <p:cNvSpPr/>
            <p:nvPr/>
          </p:nvSpPr>
          <p:spPr>
            <a:xfrm>
              <a:off x="2334375" y="2599480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9" name="pt1099"/>
            <p:cNvSpPr/>
            <p:nvPr/>
          </p:nvSpPr>
          <p:spPr>
            <a:xfrm>
              <a:off x="2787270" y="103585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0" name="pg1100"/>
            <p:cNvSpPr/>
            <p:nvPr/>
          </p:nvSpPr>
          <p:spPr>
            <a:xfrm>
              <a:off x="3035294" y="22466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1" name="pt1101"/>
            <p:cNvSpPr/>
            <p:nvPr/>
          </p:nvSpPr>
          <p:spPr>
            <a:xfrm>
              <a:off x="2461171" y="1894493"/>
              <a:ext cx="48833" cy="48833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" name="pt1102"/>
            <p:cNvSpPr/>
            <p:nvPr/>
          </p:nvSpPr>
          <p:spPr>
            <a:xfrm>
              <a:off x="1976406" y="247045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" name="pg1103"/>
            <p:cNvSpPr/>
            <p:nvPr/>
          </p:nvSpPr>
          <p:spPr>
            <a:xfrm>
              <a:off x="2521480" y="146873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4" name="pt1104"/>
            <p:cNvSpPr/>
            <p:nvPr/>
          </p:nvSpPr>
          <p:spPr>
            <a:xfrm>
              <a:off x="1739184" y="1557884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" name="pt1105"/>
            <p:cNvSpPr/>
            <p:nvPr/>
          </p:nvSpPr>
          <p:spPr>
            <a:xfrm>
              <a:off x="2526659" y="199294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" name="pt1106"/>
            <p:cNvSpPr/>
            <p:nvPr/>
          </p:nvSpPr>
          <p:spPr>
            <a:xfrm>
              <a:off x="2049056" y="122023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" name="pt1107"/>
            <p:cNvSpPr/>
            <p:nvPr/>
          </p:nvSpPr>
          <p:spPr>
            <a:xfrm>
              <a:off x="2840915" y="173186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" name="pt1108"/>
            <p:cNvSpPr/>
            <p:nvPr/>
          </p:nvSpPr>
          <p:spPr>
            <a:xfrm>
              <a:off x="2572138" y="1639057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" name="pt1109"/>
            <p:cNvSpPr/>
            <p:nvPr/>
          </p:nvSpPr>
          <p:spPr>
            <a:xfrm>
              <a:off x="2484952" y="187569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" name="pg1110"/>
            <p:cNvSpPr/>
            <p:nvPr/>
          </p:nvSpPr>
          <p:spPr>
            <a:xfrm>
              <a:off x="2697389" y="149786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" name="pt1111"/>
            <p:cNvSpPr/>
            <p:nvPr/>
          </p:nvSpPr>
          <p:spPr>
            <a:xfrm>
              <a:off x="2707284" y="192316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" name="pt1112"/>
            <p:cNvSpPr/>
            <p:nvPr/>
          </p:nvSpPr>
          <p:spPr>
            <a:xfrm>
              <a:off x="1903850" y="1218307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" name="pt1113"/>
            <p:cNvSpPr/>
            <p:nvPr/>
          </p:nvSpPr>
          <p:spPr>
            <a:xfrm>
              <a:off x="2530590" y="1987948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" name="pt1114"/>
            <p:cNvSpPr/>
            <p:nvPr/>
          </p:nvSpPr>
          <p:spPr>
            <a:xfrm>
              <a:off x="2814027" y="1771960"/>
              <a:ext cx="85604" cy="8560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" name="pt1115"/>
            <p:cNvSpPr/>
            <p:nvPr/>
          </p:nvSpPr>
          <p:spPr>
            <a:xfrm>
              <a:off x="2893684" y="178915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6" name="pt1116"/>
            <p:cNvSpPr/>
            <p:nvPr/>
          </p:nvSpPr>
          <p:spPr>
            <a:xfrm>
              <a:off x="2836616" y="161811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" name="pt1117"/>
            <p:cNvSpPr/>
            <p:nvPr/>
          </p:nvSpPr>
          <p:spPr>
            <a:xfrm>
              <a:off x="2389298" y="1679813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" name="pt1118"/>
            <p:cNvSpPr/>
            <p:nvPr/>
          </p:nvSpPr>
          <p:spPr>
            <a:xfrm>
              <a:off x="2456627" y="1894289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" name="pt1119"/>
            <p:cNvSpPr/>
            <p:nvPr/>
          </p:nvSpPr>
          <p:spPr>
            <a:xfrm>
              <a:off x="2569689" y="201493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" name="pt1120"/>
            <p:cNvSpPr/>
            <p:nvPr/>
          </p:nvSpPr>
          <p:spPr>
            <a:xfrm>
              <a:off x="2859991" y="108771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" name="pt1121"/>
            <p:cNvSpPr/>
            <p:nvPr/>
          </p:nvSpPr>
          <p:spPr>
            <a:xfrm>
              <a:off x="1919127" y="1232931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" name="pt1122"/>
            <p:cNvSpPr/>
            <p:nvPr/>
          </p:nvSpPr>
          <p:spPr>
            <a:xfrm>
              <a:off x="2488149" y="1925382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" name="pt1123"/>
            <p:cNvSpPr/>
            <p:nvPr/>
          </p:nvSpPr>
          <p:spPr>
            <a:xfrm>
              <a:off x="2451259" y="1881053"/>
              <a:ext cx="80678" cy="80678"/>
            </a:xfrm>
            <a:prstGeom prst="ellipse">
              <a:avLst/>
            </a:prstGeom>
            <a:solidFill>
              <a:srgbClr val="D95F02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4" name="pt1124"/>
            <p:cNvSpPr/>
            <p:nvPr/>
          </p:nvSpPr>
          <p:spPr>
            <a:xfrm>
              <a:off x="2454374" y="1900650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" name="pt1125"/>
            <p:cNvSpPr/>
            <p:nvPr/>
          </p:nvSpPr>
          <p:spPr>
            <a:xfrm>
              <a:off x="2402415" y="2201435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" name="pt1126"/>
            <p:cNvSpPr/>
            <p:nvPr/>
          </p:nvSpPr>
          <p:spPr>
            <a:xfrm>
              <a:off x="1743768" y="212565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" name="pt1127"/>
            <p:cNvSpPr/>
            <p:nvPr/>
          </p:nvSpPr>
          <p:spPr>
            <a:xfrm>
              <a:off x="2331496" y="2590939"/>
              <a:ext cx="67219" cy="67219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" name="pt1128"/>
            <p:cNvSpPr/>
            <p:nvPr/>
          </p:nvSpPr>
          <p:spPr>
            <a:xfrm>
              <a:off x="2417567" y="1019066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" name="pt1129"/>
            <p:cNvSpPr/>
            <p:nvPr/>
          </p:nvSpPr>
          <p:spPr>
            <a:xfrm>
              <a:off x="2443734" y="1885040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" name="pt1130"/>
            <p:cNvSpPr/>
            <p:nvPr/>
          </p:nvSpPr>
          <p:spPr>
            <a:xfrm>
              <a:off x="2545177" y="2394629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1" name="pl1131"/>
            <p:cNvSpPr/>
            <p:nvPr/>
          </p:nvSpPr>
          <p:spPr>
            <a:xfrm>
              <a:off x="2545177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" name="pl1132"/>
            <p:cNvSpPr/>
            <p:nvPr/>
          </p:nvSpPr>
          <p:spPr>
            <a:xfrm>
              <a:off x="2545177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3" name="pt1133"/>
            <p:cNvSpPr/>
            <p:nvPr/>
          </p:nvSpPr>
          <p:spPr>
            <a:xfrm>
              <a:off x="2467222" y="1892089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" name="pt1134"/>
            <p:cNvSpPr/>
            <p:nvPr/>
          </p:nvSpPr>
          <p:spPr>
            <a:xfrm>
              <a:off x="2350619" y="175823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" name="pg1135"/>
            <p:cNvSpPr/>
            <p:nvPr/>
          </p:nvSpPr>
          <p:spPr>
            <a:xfrm>
              <a:off x="2564758" y="1805028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" name="pg1136"/>
            <p:cNvSpPr/>
            <p:nvPr/>
          </p:nvSpPr>
          <p:spPr>
            <a:xfrm>
              <a:off x="2569181" y="163344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" name="pt1137"/>
            <p:cNvSpPr/>
            <p:nvPr/>
          </p:nvSpPr>
          <p:spPr>
            <a:xfrm>
              <a:off x="2456706" y="2120335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8" name="pg1138"/>
            <p:cNvSpPr/>
            <p:nvPr/>
          </p:nvSpPr>
          <p:spPr>
            <a:xfrm>
              <a:off x="2439901" y="192322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" name="pt1139"/>
            <p:cNvSpPr/>
            <p:nvPr/>
          </p:nvSpPr>
          <p:spPr>
            <a:xfrm>
              <a:off x="2516038" y="1958303"/>
              <a:ext cx="74834" cy="74834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0" name="pg1140"/>
            <p:cNvSpPr/>
            <p:nvPr/>
          </p:nvSpPr>
          <p:spPr>
            <a:xfrm>
              <a:off x="2375880" y="179460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" name="pt1141"/>
            <p:cNvSpPr/>
            <p:nvPr/>
          </p:nvSpPr>
          <p:spPr>
            <a:xfrm>
              <a:off x="2625445" y="184515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" name="pt1142"/>
            <p:cNvSpPr/>
            <p:nvPr/>
          </p:nvSpPr>
          <p:spPr>
            <a:xfrm>
              <a:off x="2446979" y="191217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" name="pt1143"/>
            <p:cNvSpPr/>
            <p:nvPr/>
          </p:nvSpPr>
          <p:spPr>
            <a:xfrm>
              <a:off x="2486274" y="1908438"/>
              <a:ext cx="67219" cy="67219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" name="pt1144"/>
            <p:cNvSpPr/>
            <p:nvPr/>
          </p:nvSpPr>
          <p:spPr>
            <a:xfrm>
              <a:off x="2434391" y="2175450"/>
              <a:ext cx="85604" cy="8560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" name="pt1145"/>
            <p:cNvSpPr/>
            <p:nvPr/>
          </p:nvSpPr>
          <p:spPr>
            <a:xfrm>
              <a:off x="2560697" y="1846601"/>
              <a:ext cx="48833" cy="48833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" name="pt1146"/>
            <p:cNvSpPr/>
            <p:nvPr/>
          </p:nvSpPr>
          <p:spPr>
            <a:xfrm>
              <a:off x="3333865" y="203815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7" name="pt1147"/>
            <p:cNvSpPr/>
            <p:nvPr/>
          </p:nvSpPr>
          <p:spPr>
            <a:xfrm>
              <a:off x="1846109" y="219238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8" name="pt1148"/>
            <p:cNvSpPr/>
            <p:nvPr/>
          </p:nvSpPr>
          <p:spPr>
            <a:xfrm>
              <a:off x="1990936" y="118624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9" name="pt1149"/>
            <p:cNvSpPr/>
            <p:nvPr/>
          </p:nvSpPr>
          <p:spPr>
            <a:xfrm>
              <a:off x="2424478" y="1869837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0" name="pt1150"/>
            <p:cNvSpPr/>
            <p:nvPr/>
          </p:nvSpPr>
          <p:spPr>
            <a:xfrm>
              <a:off x="2493228" y="1927995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1" name="pt1151"/>
            <p:cNvSpPr/>
            <p:nvPr/>
          </p:nvSpPr>
          <p:spPr>
            <a:xfrm>
              <a:off x="2513739" y="1940746"/>
              <a:ext cx="48833" cy="48833"/>
            </a:xfrm>
            <a:prstGeom prst="ellipse">
              <a:avLst/>
            </a:prstGeom>
            <a:solidFill>
              <a:srgbClr val="E7298A">
                <a:alpha val="5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2" name="pt1152"/>
            <p:cNvSpPr/>
            <p:nvPr/>
          </p:nvSpPr>
          <p:spPr>
            <a:xfrm>
              <a:off x="2359017" y="176805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3" name="pt1153"/>
            <p:cNvSpPr/>
            <p:nvPr/>
          </p:nvSpPr>
          <p:spPr>
            <a:xfrm>
              <a:off x="2447258" y="223965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4" name="pt1154"/>
            <p:cNvSpPr/>
            <p:nvPr/>
          </p:nvSpPr>
          <p:spPr>
            <a:xfrm>
              <a:off x="2600187" y="159957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5" name="pt1155"/>
            <p:cNvSpPr/>
            <p:nvPr/>
          </p:nvSpPr>
          <p:spPr>
            <a:xfrm>
              <a:off x="2729088" y="105739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6" name="pg1156"/>
            <p:cNvSpPr/>
            <p:nvPr/>
          </p:nvSpPr>
          <p:spPr>
            <a:xfrm>
              <a:off x="1745495" y="211417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7" name="pt1157"/>
            <p:cNvSpPr/>
            <p:nvPr/>
          </p:nvSpPr>
          <p:spPr>
            <a:xfrm>
              <a:off x="2893899" y="177773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8" name="pt1158"/>
            <p:cNvSpPr/>
            <p:nvPr/>
          </p:nvSpPr>
          <p:spPr>
            <a:xfrm>
              <a:off x="1765620" y="215417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59" name="pt1159"/>
            <p:cNvSpPr/>
            <p:nvPr/>
          </p:nvSpPr>
          <p:spPr>
            <a:xfrm>
              <a:off x="2493765" y="1693084"/>
              <a:ext cx="74834" cy="7483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0" name="pt1160"/>
            <p:cNvSpPr/>
            <p:nvPr/>
          </p:nvSpPr>
          <p:spPr>
            <a:xfrm>
              <a:off x="3357673" y="1820081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1" name="pt1161"/>
            <p:cNvSpPr/>
            <p:nvPr/>
          </p:nvSpPr>
          <p:spPr>
            <a:xfrm>
              <a:off x="2800696" y="1768550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2" name="pt1162"/>
            <p:cNvSpPr/>
            <p:nvPr/>
          </p:nvSpPr>
          <p:spPr>
            <a:xfrm>
              <a:off x="2546876" y="1927027"/>
              <a:ext cx="74834" cy="7483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3" name="pl1163"/>
            <p:cNvSpPr/>
            <p:nvPr/>
          </p:nvSpPr>
          <p:spPr>
            <a:xfrm>
              <a:off x="2444112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" name="pl1164"/>
            <p:cNvSpPr/>
            <p:nvPr/>
          </p:nvSpPr>
          <p:spPr>
            <a:xfrm>
              <a:off x="2444112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" name="pl1165"/>
            <p:cNvSpPr/>
            <p:nvPr/>
          </p:nvSpPr>
          <p:spPr>
            <a:xfrm>
              <a:off x="2411795" y="1963549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" name="pl1166"/>
            <p:cNvSpPr/>
            <p:nvPr/>
          </p:nvSpPr>
          <p:spPr>
            <a:xfrm>
              <a:off x="2522131" y="1853213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" name="pt1167"/>
            <p:cNvSpPr/>
            <p:nvPr/>
          </p:nvSpPr>
          <p:spPr>
            <a:xfrm>
              <a:off x="1909740" y="2391210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8" name="pt1168"/>
            <p:cNvSpPr/>
            <p:nvPr/>
          </p:nvSpPr>
          <p:spPr>
            <a:xfrm>
              <a:off x="2722733" y="1506031"/>
              <a:ext cx="48833" cy="48833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69" name="pt1169"/>
            <p:cNvSpPr/>
            <p:nvPr/>
          </p:nvSpPr>
          <p:spPr>
            <a:xfrm>
              <a:off x="2375933" y="1989151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0" name="pt1170"/>
            <p:cNvSpPr/>
            <p:nvPr/>
          </p:nvSpPr>
          <p:spPr>
            <a:xfrm>
              <a:off x="2629421" y="1922703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1" name="pt1171"/>
            <p:cNvSpPr/>
            <p:nvPr/>
          </p:nvSpPr>
          <p:spPr>
            <a:xfrm>
              <a:off x="2403865" y="1969621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2" name="pl1172"/>
            <p:cNvSpPr/>
            <p:nvPr/>
          </p:nvSpPr>
          <p:spPr>
            <a:xfrm>
              <a:off x="2457111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" name="pl1173"/>
            <p:cNvSpPr/>
            <p:nvPr/>
          </p:nvSpPr>
          <p:spPr>
            <a:xfrm>
              <a:off x="2457111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" name="pl1174"/>
            <p:cNvSpPr/>
            <p:nvPr/>
          </p:nvSpPr>
          <p:spPr>
            <a:xfrm>
              <a:off x="2439382" y="199350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" name="pl1175"/>
            <p:cNvSpPr/>
            <p:nvPr/>
          </p:nvSpPr>
          <p:spPr>
            <a:xfrm>
              <a:off x="2499914" y="1932972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" name="pg1176"/>
            <p:cNvSpPr/>
            <p:nvPr/>
          </p:nvSpPr>
          <p:spPr>
            <a:xfrm>
              <a:off x="2459292" y="204488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7" name="pt1177"/>
            <p:cNvSpPr/>
            <p:nvPr/>
          </p:nvSpPr>
          <p:spPr>
            <a:xfrm>
              <a:off x="2698902" y="169519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8" name="pg1178"/>
            <p:cNvSpPr/>
            <p:nvPr/>
          </p:nvSpPr>
          <p:spPr>
            <a:xfrm>
              <a:off x="2635753" y="18831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79" name="pg1179"/>
            <p:cNvSpPr/>
            <p:nvPr/>
          </p:nvSpPr>
          <p:spPr>
            <a:xfrm>
              <a:off x="2643087" y="18800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0" name="pt1180"/>
            <p:cNvSpPr/>
            <p:nvPr/>
          </p:nvSpPr>
          <p:spPr>
            <a:xfrm>
              <a:off x="1815345" y="154298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1" name="pt1181"/>
            <p:cNvSpPr/>
            <p:nvPr/>
          </p:nvSpPr>
          <p:spPr>
            <a:xfrm>
              <a:off x="2492120" y="1919144"/>
              <a:ext cx="80678" cy="80678"/>
            </a:xfrm>
            <a:prstGeom prst="ellipse">
              <a:avLst/>
            </a:prstGeom>
            <a:solidFill>
              <a:srgbClr val="7570B3">
                <a:alpha val="4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2" name="pg1182"/>
            <p:cNvSpPr/>
            <p:nvPr/>
          </p:nvSpPr>
          <p:spPr>
            <a:xfrm>
              <a:off x="2760611" y="1588461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3" name="pt1183"/>
            <p:cNvSpPr/>
            <p:nvPr/>
          </p:nvSpPr>
          <p:spPr>
            <a:xfrm>
              <a:off x="2551124" y="186212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4" name="pt1184"/>
            <p:cNvSpPr/>
            <p:nvPr/>
          </p:nvSpPr>
          <p:spPr>
            <a:xfrm>
              <a:off x="2468693" y="189901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5" name="pt1185"/>
            <p:cNvSpPr/>
            <p:nvPr/>
          </p:nvSpPr>
          <p:spPr>
            <a:xfrm>
              <a:off x="2487710" y="1919196"/>
              <a:ext cx="67219" cy="67219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6" name="pt1186"/>
            <p:cNvSpPr/>
            <p:nvPr/>
          </p:nvSpPr>
          <p:spPr>
            <a:xfrm>
              <a:off x="2109202" y="1286410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7" name="pt1187"/>
            <p:cNvSpPr/>
            <p:nvPr/>
          </p:nvSpPr>
          <p:spPr>
            <a:xfrm>
              <a:off x="2648822" y="267559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8" name="pt1188"/>
            <p:cNvSpPr/>
            <p:nvPr/>
          </p:nvSpPr>
          <p:spPr>
            <a:xfrm>
              <a:off x="3196703" y="2328668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89" name="pt1189"/>
            <p:cNvSpPr/>
            <p:nvPr/>
          </p:nvSpPr>
          <p:spPr>
            <a:xfrm>
              <a:off x="2803149" y="176930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0" name="pt1190"/>
            <p:cNvSpPr/>
            <p:nvPr/>
          </p:nvSpPr>
          <p:spPr>
            <a:xfrm>
              <a:off x="2763695" y="1660498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1" name="pl1191"/>
            <p:cNvSpPr/>
            <p:nvPr/>
          </p:nvSpPr>
          <p:spPr>
            <a:xfrm>
              <a:off x="2461820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" name="pl1192"/>
            <p:cNvSpPr/>
            <p:nvPr/>
          </p:nvSpPr>
          <p:spPr>
            <a:xfrm>
              <a:off x="2461820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" name="pl1193"/>
            <p:cNvSpPr/>
            <p:nvPr/>
          </p:nvSpPr>
          <p:spPr>
            <a:xfrm>
              <a:off x="2451706" y="19338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" name="pl1194"/>
            <p:cNvSpPr/>
            <p:nvPr/>
          </p:nvSpPr>
          <p:spPr>
            <a:xfrm>
              <a:off x="2486237" y="18993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" name="pt1195"/>
            <p:cNvSpPr/>
            <p:nvPr/>
          </p:nvSpPr>
          <p:spPr>
            <a:xfrm>
              <a:off x="1874416" y="2363860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6" name="pt1196"/>
            <p:cNvSpPr/>
            <p:nvPr/>
          </p:nvSpPr>
          <p:spPr>
            <a:xfrm>
              <a:off x="2474731" y="1972357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7" name="pt1197"/>
            <p:cNvSpPr/>
            <p:nvPr/>
          </p:nvSpPr>
          <p:spPr>
            <a:xfrm>
              <a:off x="2472298" y="1885340"/>
              <a:ext cx="48833" cy="48833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8" name="pt1198"/>
            <p:cNvSpPr/>
            <p:nvPr/>
          </p:nvSpPr>
          <p:spPr>
            <a:xfrm>
              <a:off x="2517019" y="1011790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99" name="pg1199"/>
            <p:cNvSpPr/>
            <p:nvPr/>
          </p:nvSpPr>
          <p:spPr>
            <a:xfrm>
              <a:off x="2563399" y="160986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0" name="pt1200"/>
            <p:cNvSpPr/>
            <p:nvPr/>
          </p:nvSpPr>
          <p:spPr>
            <a:xfrm>
              <a:off x="2693366" y="266800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1" name="pl1201"/>
            <p:cNvSpPr/>
            <p:nvPr/>
          </p:nvSpPr>
          <p:spPr>
            <a:xfrm>
              <a:off x="2571416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" name="pl1202"/>
            <p:cNvSpPr/>
            <p:nvPr/>
          </p:nvSpPr>
          <p:spPr>
            <a:xfrm>
              <a:off x="2571416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" name="pl1203"/>
            <p:cNvSpPr/>
            <p:nvPr/>
          </p:nvSpPr>
          <p:spPr>
            <a:xfrm>
              <a:off x="2561302" y="15082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4" name="pl1204"/>
            <p:cNvSpPr/>
            <p:nvPr/>
          </p:nvSpPr>
          <p:spPr>
            <a:xfrm>
              <a:off x="2595832" y="14736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" name="pg1205"/>
            <p:cNvSpPr/>
            <p:nvPr/>
          </p:nvSpPr>
          <p:spPr>
            <a:xfrm>
              <a:off x="2463115" y="203034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6" name="pt1206"/>
            <p:cNvSpPr/>
            <p:nvPr/>
          </p:nvSpPr>
          <p:spPr>
            <a:xfrm>
              <a:off x="2071174" y="1283256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7" name="pg1207"/>
            <p:cNvSpPr/>
            <p:nvPr/>
          </p:nvSpPr>
          <p:spPr>
            <a:xfrm>
              <a:off x="2510518" y="26788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8" name="pt1208"/>
            <p:cNvSpPr/>
            <p:nvPr/>
          </p:nvSpPr>
          <p:spPr>
            <a:xfrm>
              <a:off x="2445388" y="1956132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9" name="pt1209"/>
            <p:cNvSpPr/>
            <p:nvPr/>
          </p:nvSpPr>
          <p:spPr>
            <a:xfrm>
              <a:off x="2851097" y="1641284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0" name="pt1210"/>
            <p:cNvSpPr/>
            <p:nvPr/>
          </p:nvSpPr>
          <p:spPr>
            <a:xfrm>
              <a:off x="2740573" y="1584149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1" name="pt1211"/>
            <p:cNvSpPr/>
            <p:nvPr/>
          </p:nvSpPr>
          <p:spPr>
            <a:xfrm>
              <a:off x="1713700" y="1775189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2" name="pl1212"/>
            <p:cNvSpPr/>
            <p:nvPr/>
          </p:nvSpPr>
          <p:spPr>
            <a:xfrm>
              <a:off x="2416827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" name="pl1213"/>
            <p:cNvSpPr/>
            <p:nvPr/>
          </p:nvSpPr>
          <p:spPr>
            <a:xfrm>
              <a:off x="2416827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" name="pl1214"/>
            <p:cNvSpPr/>
            <p:nvPr/>
          </p:nvSpPr>
          <p:spPr>
            <a:xfrm>
              <a:off x="2406713" y="19124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" name="pl1215"/>
            <p:cNvSpPr/>
            <p:nvPr/>
          </p:nvSpPr>
          <p:spPr>
            <a:xfrm>
              <a:off x="2441244" y="1877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" name="pt1216"/>
            <p:cNvSpPr/>
            <p:nvPr/>
          </p:nvSpPr>
          <p:spPr>
            <a:xfrm>
              <a:off x="2965818" y="1581799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" name="pt1217"/>
            <p:cNvSpPr/>
            <p:nvPr/>
          </p:nvSpPr>
          <p:spPr>
            <a:xfrm>
              <a:off x="2551700" y="2123363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" name="pt1218"/>
            <p:cNvSpPr/>
            <p:nvPr/>
          </p:nvSpPr>
          <p:spPr>
            <a:xfrm>
              <a:off x="2692863" y="1681424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" name="pt1219"/>
            <p:cNvSpPr/>
            <p:nvPr/>
          </p:nvSpPr>
          <p:spPr>
            <a:xfrm>
              <a:off x="2340930" y="2609290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" name="pt1220"/>
            <p:cNvSpPr/>
            <p:nvPr/>
          </p:nvSpPr>
          <p:spPr>
            <a:xfrm>
              <a:off x="2436498" y="1958478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" name="pt1221"/>
            <p:cNvSpPr/>
            <p:nvPr/>
          </p:nvSpPr>
          <p:spPr>
            <a:xfrm>
              <a:off x="2553385" y="1857765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" name="pt1222"/>
            <p:cNvSpPr/>
            <p:nvPr/>
          </p:nvSpPr>
          <p:spPr>
            <a:xfrm>
              <a:off x="3329579" y="2006725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" name="pt1223"/>
            <p:cNvSpPr/>
            <p:nvPr/>
          </p:nvSpPr>
          <p:spPr>
            <a:xfrm>
              <a:off x="1697126" y="1760470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" name="pt1224"/>
            <p:cNvSpPr/>
            <p:nvPr/>
          </p:nvSpPr>
          <p:spPr>
            <a:xfrm>
              <a:off x="2501325" y="1955161"/>
              <a:ext cx="85604" cy="85604"/>
            </a:xfrm>
            <a:prstGeom prst="ellipse">
              <a:avLst/>
            </a:pr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" name="pt1225"/>
            <p:cNvSpPr/>
            <p:nvPr/>
          </p:nvSpPr>
          <p:spPr>
            <a:xfrm>
              <a:off x="2419864" y="257862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" name="pt1226"/>
            <p:cNvSpPr/>
            <p:nvPr/>
          </p:nvSpPr>
          <p:spPr>
            <a:xfrm>
              <a:off x="2472756" y="1872902"/>
              <a:ext cx="80678" cy="80678"/>
            </a:xfrm>
            <a:prstGeom prst="ellipse">
              <a:avLst/>
            </a:prstGeom>
            <a:solidFill>
              <a:srgbClr val="7570B3">
                <a:alpha val="4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" name="pt1227"/>
            <p:cNvSpPr/>
            <p:nvPr/>
          </p:nvSpPr>
          <p:spPr>
            <a:xfrm>
              <a:off x="2237457" y="180270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" name="pt1228"/>
            <p:cNvSpPr/>
            <p:nvPr/>
          </p:nvSpPr>
          <p:spPr>
            <a:xfrm>
              <a:off x="2731108" y="1501009"/>
              <a:ext cx="48833" cy="48833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" name="pt1229"/>
            <p:cNvSpPr/>
            <p:nvPr/>
          </p:nvSpPr>
          <p:spPr>
            <a:xfrm>
              <a:off x="2592628" y="2219238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" name="pt1230"/>
            <p:cNvSpPr/>
            <p:nvPr/>
          </p:nvSpPr>
          <p:spPr>
            <a:xfrm>
              <a:off x="2544815" y="1985792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" name="pl1231"/>
            <p:cNvSpPr/>
            <p:nvPr/>
          </p:nvSpPr>
          <p:spPr>
            <a:xfrm>
              <a:off x="2529090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" name="pl1232"/>
            <p:cNvSpPr/>
            <p:nvPr/>
          </p:nvSpPr>
          <p:spPr>
            <a:xfrm>
              <a:off x="2529090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" name="pl1233"/>
            <p:cNvSpPr/>
            <p:nvPr/>
          </p:nvSpPr>
          <p:spPr>
            <a:xfrm>
              <a:off x="2518977" y="19620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" name="pl1234"/>
            <p:cNvSpPr/>
            <p:nvPr/>
          </p:nvSpPr>
          <p:spPr>
            <a:xfrm>
              <a:off x="2553507" y="19274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" name="pt1235"/>
            <p:cNvSpPr/>
            <p:nvPr/>
          </p:nvSpPr>
          <p:spPr>
            <a:xfrm>
              <a:off x="3299237" y="149452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" name="pt1236"/>
            <p:cNvSpPr/>
            <p:nvPr/>
          </p:nvSpPr>
          <p:spPr>
            <a:xfrm>
              <a:off x="2505841" y="1893580"/>
              <a:ext cx="67219" cy="67219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" name="pt1237"/>
            <p:cNvSpPr/>
            <p:nvPr/>
          </p:nvSpPr>
          <p:spPr>
            <a:xfrm>
              <a:off x="3019408" y="117598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8" name="pl1238"/>
            <p:cNvSpPr/>
            <p:nvPr/>
          </p:nvSpPr>
          <p:spPr>
            <a:xfrm>
              <a:off x="3019408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9" name="pl1239"/>
            <p:cNvSpPr/>
            <p:nvPr/>
          </p:nvSpPr>
          <p:spPr>
            <a:xfrm>
              <a:off x="3019408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" name="pt1240"/>
            <p:cNvSpPr/>
            <p:nvPr/>
          </p:nvSpPr>
          <p:spPr>
            <a:xfrm>
              <a:off x="2482464" y="1900923"/>
              <a:ext cx="74834" cy="74834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" name="pl1241"/>
            <p:cNvSpPr/>
            <p:nvPr/>
          </p:nvSpPr>
          <p:spPr>
            <a:xfrm>
              <a:off x="2642966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2" name="pl1242"/>
            <p:cNvSpPr/>
            <p:nvPr/>
          </p:nvSpPr>
          <p:spPr>
            <a:xfrm>
              <a:off x="2642966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" name="pl1243"/>
            <p:cNvSpPr/>
            <p:nvPr/>
          </p:nvSpPr>
          <p:spPr>
            <a:xfrm>
              <a:off x="2632852" y="145517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4" name="pl1244"/>
            <p:cNvSpPr/>
            <p:nvPr/>
          </p:nvSpPr>
          <p:spPr>
            <a:xfrm>
              <a:off x="2667383" y="14206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" name="pg1245"/>
            <p:cNvSpPr/>
            <p:nvPr/>
          </p:nvSpPr>
          <p:spPr>
            <a:xfrm>
              <a:off x="2555374" y="209456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" name="pg1246"/>
            <p:cNvSpPr/>
            <p:nvPr/>
          </p:nvSpPr>
          <p:spPr>
            <a:xfrm>
              <a:off x="2627290" y="187112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" name="pt1247"/>
            <p:cNvSpPr/>
            <p:nvPr/>
          </p:nvSpPr>
          <p:spPr>
            <a:xfrm>
              <a:off x="2450483" y="1979995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" name="pl1248"/>
            <p:cNvSpPr/>
            <p:nvPr/>
          </p:nvSpPr>
          <p:spPr>
            <a:xfrm>
              <a:off x="3003161" y="400396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9" name="pl1249"/>
            <p:cNvSpPr/>
            <p:nvPr/>
          </p:nvSpPr>
          <p:spPr>
            <a:xfrm>
              <a:off x="3089795" y="340229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" name="pl1250"/>
            <p:cNvSpPr/>
            <p:nvPr/>
          </p:nvSpPr>
          <p:spPr>
            <a:xfrm>
              <a:off x="3109383" y="3406387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" name="pl1251"/>
            <p:cNvSpPr/>
            <p:nvPr/>
          </p:nvSpPr>
          <p:spPr>
            <a:xfrm>
              <a:off x="2606146" y="418361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" name="pl1252"/>
            <p:cNvSpPr/>
            <p:nvPr/>
          </p:nvSpPr>
          <p:spPr>
            <a:xfrm>
              <a:off x="2609216" y="411016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" name="pl1253"/>
            <p:cNvSpPr/>
            <p:nvPr/>
          </p:nvSpPr>
          <p:spPr>
            <a:xfrm>
              <a:off x="2588599" y="3627130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" name="pl1254"/>
            <p:cNvSpPr/>
            <p:nvPr/>
          </p:nvSpPr>
          <p:spPr>
            <a:xfrm>
              <a:off x="2980697" y="396837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5" name="pl1255"/>
            <p:cNvSpPr/>
            <p:nvPr/>
          </p:nvSpPr>
          <p:spPr>
            <a:xfrm>
              <a:off x="2621980" y="447149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6" name="pl1256"/>
            <p:cNvSpPr/>
            <p:nvPr/>
          </p:nvSpPr>
          <p:spPr>
            <a:xfrm>
              <a:off x="2389205" y="3719805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7" name="pl1257"/>
            <p:cNvSpPr/>
            <p:nvPr/>
          </p:nvSpPr>
          <p:spPr>
            <a:xfrm>
              <a:off x="2597615" y="418784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8" name="pl1258"/>
            <p:cNvSpPr/>
            <p:nvPr/>
          </p:nvSpPr>
          <p:spPr>
            <a:xfrm>
              <a:off x="2580319" y="420408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" name="pl1259"/>
            <p:cNvSpPr/>
            <p:nvPr/>
          </p:nvSpPr>
          <p:spPr>
            <a:xfrm>
              <a:off x="2495302" y="3643531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0" name="pl1260"/>
            <p:cNvSpPr/>
            <p:nvPr/>
          </p:nvSpPr>
          <p:spPr>
            <a:xfrm>
              <a:off x="2244227" y="455368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1" name="pl1261"/>
            <p:cNvSpPr/>
            <p:nvPr/>
          </p:nvSpPr>
          <p:spPr>
            <a:xfrm>
              <a:off x="2512197" y="3640456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" name="pl1262"/>
            <p:cNvSpPr/>
            <p:nvPr/>
          </p:nvSpPr>
          <p:spPr>
            <a:xfrm>
              <a:off x="2539545" y="362906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" name="pl1263"/>
            <p:cNvSpPr/>
            <p:nvPr/>
          </p:nvSpPr>
          <p:spPr>
            <a:xfrm>
              <a:off x="2429104" y="368877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4" name="pl1264"/>
            <p:cNvSpPr/>
            <p:nvPr/>
          </p:nvSpPr>
          <p:spPr>
            <a:xfrm>
              <a:off x="2428802" y="3667624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" name="pl1265"/>
            <p:cNvSpPr/>
            <p:nvPr/>
          </p:nvSpPr>
          <p:spPr>
            <a:xfrm>
              <a:off x="2417932" y="368877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" name="pl1266"/>
            <p:cNvSpPr/>
            <p:nvPr/>
          </p:nvSpPr>
          <p:spPr>
            <a:xfrm>
              <a:off x="2429104" y="368838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" name="pl1267"/>
            <p:cNvSpPr/>
            <p:nvPr/>
          </p:nvSpPr>
          <p:spPr>
            <a:xfrm>
              <a:off x="2429104" y="368742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8" name="pl1268"/>
            <p:cNvSpPr/>
            <p:nvPr/>
          </p:nvSpPr>
          <p:spPr>
            <a:xfrm>
              <a:off x="2669937" y="385563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" name="pl1269"/>
            <p:cNvSpPr/>
            <p:nvPr/>
          </p:nvSpPr>
          <p:spPr>
            <a:xfrm>
              <a:off x="2465133" y="362505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" name="pl1270"/>
            <p:cNvSpPr/>
            <p:nvPr/>
          </p:nvSpPr>
          <p:spPr>
            <a:xfrm>
              <a:off x="2419622" y="3656356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" name="pl1271"/>
            <p:cNvSpPr/>
            <p:nvPr/>
          </p:nvSpPr>
          <p:spPr>
            <a:xfrm>
              <a:off x="2430842" y="365803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" name="pl1272"/>
            <p:cNvSpPr/>
            <p:nvPr/>
          </p:nvSpPr>
          <p:spPr>
            <a:xfrm>
              <a:off x="2156158" y="3187337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" name="pl1273"/>
            <p:cNvSpPr/>
            <p:nvPr/>
          </p:nvSpPr>
          <p:spPr>
            <a:xfrm>
              <a:off x="2444378" y="3689185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" name="pl1274"/>
            <p:cNvSpPr/>
            <p:nvPr/>
          </p:nvSpPr>
          <p:spPr>
            <a:xfrm>
              <a:off x="2444003" y="3689185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" name="pl1275"/>
            <p:cNvSpPr/>
            <p:nvPr/>
          </p:nvSpPr>
          <p:spPr>
            <a:xfrm>
              <a:off x="2444378" y="3689185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" name="pl1276"/>
            <p:cNvSpPr/>
            <p:nvPr/>
          </p:nvSpPr>
          <p:spPr>
            <a:xfrm>
              <a:off x="2444378" y="3689185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" name="pl1277"/>
            <p:cNvSpPr/>
            <p:nvPr/>
          </p:nvSpPr>
          <p:spPr>
            <a:xfrm>
              <a:off x="2441800" y="3689185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" name="pl1278"/>
            <p:cNvSpPr/>
            <p:nvPr/>
          </p:nvSpPr>
          <p:spPr>
            <a:xfrm>
              <a:off x="2444378" y="3689185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" name="pl1279"/>
            <p:cNvSpPr/>
            <p:nvPr/>
          </p:nvSpPr>
          <p:spPr>
            <a:xfrm>
              <a:off x="2715052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" name="pl1280"/>
            <p:cNvSpPr/>
            <p:nvPr/>
          </p:nvSpPr>
          <p:spPr>
            <a:xfrm>
              <a:off x="2715052" y="388863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" name="pl1281"/>
            <p:cNvSpPr/>
            <p:nvPr/>
          </p:nvSpPr>
          <p:spPr>
            <a:xfrm>
              <a:off x="1980270" y="3352397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" name="pl1282"/>
            <p:cNvSpPr/>
            <p:nvPr/>
          </p:nvSpPr>
          <p:spPr>
            <a:xfrm>
              <a:off x="1980270" y="333157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" name="pl1283"/>
            <p:cNvSpPr/>
            <p:nvPr/>
          </p:nvSpPr>
          <p:spPr>
            <a:xfrm>
              <a:off x="2443077" y="3702576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" name="pl1284"/>
            <p:cNvSpPr/>
            <p:nvPr/>
          </p:nvSpPr>
          <p:spPr>
            <a:xfrm>
              <a:off x="2860858" y="3196701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" name="pl1285"/>
            <p:cNvSpPr/>
            <p:nvPr/>
          </p:nvSpPr>
          <p:spPr>
            <a:xfrm>
              <a:off x="2342232" y="3702346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" name="pl1286"/>
            <p:cNvSpPr/>
            <p:nvPr/>
          </p:nvSpPr>
          <p:spPr>
            <a:xfrm>
              <a:off x="2379466" y="365982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" name="pl1287"/>
            <p:cNvSpPr/>
            <p:nvPr/>
          </p:nvSpPr>
          <p:spPr>
            <a:xfrm>
              <a:off x="2366473" y="314623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" name="pl1288"/>
            <p:cNvSpPr/>
            <p:nvPr/>
          </p:nvSpPr>
          <p:spPr>
            <a:xfrm>
              <a:off x="1853100" y="360122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" name="pl1289"/>
            <p:cNvSpPr/>
            <p:nvPr/>
          </p:nvSpPr>
          <p:spPr>
            <a:xfrm>
              <a:off x="1858792" y="3612163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" name="pl1290"/>
            <p:cNvSpPr/>
            <p:nvPr/>
          </p:nvSpPr>
          <p:spPr>
            <a:xfrm>
              <a:off x="2115543" y="396602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" name="pl1291"/>
            <p:cNvSpPr/>
            <p:nvPr/>
          </p:nvSpPr>
          <p:spPr>
            <a:xfrm>
              <a:off x="2699386" y="461391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" name="pl1292"/>
            <p:cNvSpPr/>
            <p:nvPr/>
          </p:nvSpPr>
          <p:spPr>
            <a:xfrm>
              <a:off x="2374666" y="368941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" name="pl1293"/>
            <p:cNvSpPr/>
            <p:nvPr/>
          </p:nvSpPr>
          <p:spPr>
            <a:xfrm>
              <a:off x="2374062" y="3671549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" name="pl1294"/>
            <p:cNvSpPr/>
            <p:nvPr/>
          </p:nvSpPr>
          <p:spPr>
            <a:xfrm>
              <a:off x="2591579" y="405789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" name="pl1295"/>
            <p:cNvSpPr/>
            <p:nvPr/>
          </p:nvSpPr>
          <p:spPr>
            <a:xfrm>
              <a:off x="2574533" y="4085002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" name="pl1296"/>
            <p:cNvSpPr/>
            <p:nvPr/>
          </p:nvSpPr>
          <p:spPr>
            <a:xfrm>
              <a:off x="2406133" y="364368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" name="pl1297"/>
            <p:cNvSpPr/>
            <p:nvPr/>
          </p:nvSpPr>
          <p:spPr>
            <a:xfrm>
              <a:off x="2393850" y="364368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" name="pl1298"/>
            <p:cNvSpPr/>
            <p:nvPr/>
          </p:nvSpPr>
          <p:spPr>
            <a:xfrm>
              <a:off x="2409263" y="364368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" name="pl1299"/>
            <p:cNvSpPr/>
            <p:nvPr/>
          </p:nvSpPr>
          <p:spPr>
            <a:xfrm>
              <a:off x="2400770" y="363064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" name="pl1300"/>
            <p:cNvSpPr/>
            <p:nvPr/>
          </p:nvSpPr>
          <p:spPr>
            <a:xfrm>
              <a:off x="2409263" y="363681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" name="pl1301"/>
            <p:cNvSpPr/>
            <p:nvPr/>
          </p:nvSpPr>
          <p:spPr>
            <a:xfrm>
              <a:off x="2399591" y="364368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" name="pl1302"/>
            <p:cNvSpPr/>
            <p:nvPr/>
          </p:nvSpPr>
          <p:spPr>
            <a:xfrm>
              <a:off x="2419622" y="362094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" name="pl1303"/>
            <p:cNvSpPr/>
            <p:nvPr/>
          </p:nvSpPr>
          <p:spPr>
            <a:xfrm>
              <a:off x="2423777" y="358950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" name="pl1304"/>
            <p:cNvSpPr/>
            <p:nvPr/>
          </p:nvSpPr>
          <p:spPr>
            <a:xfrm>
              <a:off x="2713660" y="4015538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" name="pl1305"/>
            <p:cNvSpPr/>
            <p:nvPr/>
          </p:nvSpPr>
          <p:spPr>
            <a:xfrm>
              <a:off x="2723881" y="4015538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" name="pl1306"/>
            <p:cNvSpPr/>
            <p:nvPr/>
          </p:nvSpPr>
          <p:spPr>
            <a:xfrm>
              <a:off x="2723881" y="4015538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" name="pl1307"/>
            <p:cNvSpPr/>
            <p:nvPr/>
          </p:nvSpPr>
          <p:spPr>
            <a:xfrm>
              <a:off x="2723881" y="4015538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" name="pl1308"/>
            <p:cNvSpPr/>
            <p:nvPr/>
          </p:nvSpPr>
          <p:spPr>
            <a:xfrm>
              <a:off x="2723881" y="4015538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" name="pl1309"/>
            <p:cNvSpPr/>
            <p:nvPr/>
          </p:nvSpPr>
          <p:spPr>
            <a:xfrm>
              <a:off x="2723881" y="4015538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" name="pl1310"/>
            <p:cNvSpPr/>
            <p:nvPr/>
          </p:nvSpPr>
          <p:spPr>
            <a:xfrm>
              <a:off x="2645013" y="4015538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" name="pl1311"/>
            <p:cNvSpPr/>
            <p:nvPr/>
          </p:nvSpPr>
          <p:spPr>
            <a:xfrm>
              <a:off x="2723881" y="4015538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" name="pl1312"/>
            <p:cNvSpPr/>
            <p:nvPr/>
          </p:nvSpPr>
          <p:spPr>
            <a:xfrm>
              <a:off x="2723881" y="400330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" name="pl1313"/>
            <p:cNvSpPr/>
            <p:nvPr/>
          </p:nvSpPr>
          <p:spPr>
            <a:xfrm>
              <a:off x="2723881" y="4015538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" name="pl1314"/>
            <p:cNvSpPr/>
            <p:nvPr/>
          </p:nvSpPr>
          <p:spPr>
            <a:xfrm>
              <a:off x="2723881" y="4015538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" name="pl1315"/>
            <p:cNvSpPr/>
            <p:nvPr/>
          </p:nvSpPr>
          <p:spPr>
            <a:xfrm>
              <a:off x="2723881" y="4006348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" name="pl1316"/>
            <p:cNvSpPr/>
            <p:nvPr/>
          </p:nvSpPr>
          <p:spPr>
            <a:xfrm>
              <a:off x="2719963" y="4015538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" name="pl1317"/>
            <p:cNvSpPr/>
            <p:nvPr/>
          </p:nvSpPr>
          <p:spPr>
            <a:xfrm>
              <a:off x="2708547" y="4015538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8" name="pl1318"/>
            <p:cNvSpPr/>
            <p:nvPr/>
          </p:nvSpPr>
          <p:spPr>
            <a:xfrm>
              <a:off x="2723881" y="4015538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" name="pl1319"/>
            <p:cNvSpPr/>
            <p:nvPr/>
          </p:nvSpPr>
          <p:spPr>
            <a:xfrm>
              <a:off x="2723881" y="4015538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" name="pl1320"/>
            <p:cNvSpPr/>
            <p:nvPr/>
          </p:nvSpPr>
          <p:spPr>
            <a:xfrm>
              <a:off x="2723881" y="4015538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" name="pl1321"/>
            <p:cNvSpPr/>
            <p:nvPr/>
          </p:nvSpPr>
          <p:spPr>
            <a:xfrm>
              <a:off x="2503656" y="363072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" name="pl1322"/>
            <p:cNvSpPr/>
            <p:nvPr/>
          </p:nvSpPr>
          <p:spPr>
            <a:xfrm>
              <a:off x="2452137" y="358597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" name="pl1323"/>
            <p:cNvSpPr/>
            <p:nvPr/>
          </p:nvSpPr>
          <p:spPr>
            <a:xfrm>
              <a:off x="2452137" y="357382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" name="pl1324"/>
            <p:cNvSpPr/>
            <p:nvPr/>
          </p:nvSpPr>
          <p:spPr>
            <a:xfrm>
              <a:off x="2442884" y="3620887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" name="pl1325"/>
            <p:cNvSpPr/>
            <p:nvPr/>
          </p:nvSpPr>
          <p:spPr>
            <a:xfrm>
              <a:off x="2421278" y="3620887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" name="pl1326"/>
            <p:cNvSpPr/>
            <p:nvPr/>
          </p:nvSpPr>
          <p:spPr>
            <a:xfrm>
              <a:off x="2452137" y="360532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" name="pl1327"/>
            <p:cNvSpPr/>
            <p:nvPr/>
          </p:nvSpPr>
          <p:spPr>
            <a:xfrm>
              <a:off x="2452137" y="3608932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" name="pl1328"/>
            <p:cNvSpPr/>
            <p:nvPr/>
          </p:nvSpPr>
          <p:spPr>
            <a:xfrm>
              <a:off x="2452137" y="358191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" name="pl1329"/>
            <p:cNvSpPr/>
            <p:nvPr/>
          </p:nvSpPr>
          <p:spPr>
            <a:xfrm>
              <a:off x="2452137" y="3614427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" name="pl1330"/>
            <p:cNvSpPr/>
            <p:nvPr/>
          </p:nvSpPr>
          <p:spPr>
            <a:xfrm>
              <a:off x="2428802" y="3620887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" name="pl1331"/>
            <p:cNvSpPr/>
            <p:nvPr/>
          </p:nvSpPr>
          <p:spPr>
            <a:xfrm>
              <a:off x="2430552" y="3620887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" name="pl1332"/>
            <p:cNvSpPr/>
            <p:nvPr/>
          </p:nvSpPr>
          <p:spPr>
            <a:xfrm>
              <a:off x="2452137" y="3620887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" name="pl1333"/>
            <p:cNvSpPr/>
            <p:nvPr/>
          </p:nvSpPr>
          <p:spPr>
            <a:xfrm>
              <a:off x="2309682" y="368916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" name="pl1334"/>
            <p:cNvSpPr/>
            <p:nvPr/>
          </p:nvSpPr>
          <p:spPr>
            <a:xfrm>
              <a:off x="2367655" y="370088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" name="pl1335"/>
            <p:cNvSpPr/>
            <p:nvPr/>
          </p:nvSpPr>
          <p:spPr>
            <a:xfrm>
              <a:off x="2486737" y="365109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" name="pl1336"/>
            <p:cNvSpPr/>
            <p:nvPr/>
          </p:nvSpPr>
          <p:spPr>
            <a:xfrm>
              <a:off x="2183520" y="354900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7" name="pl1337"/>
            <p:cNvSpPr/>
            <p:nvPr/>
          </p:nvSpPr>
          <p:spPr>
            <a:xfrm>
              <a:off x="2936758" y="324206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" name="pl1338"/>
            <p:cNvSpPr/>
            <p:nvPr/>
          </p:nvSpPr>
          <p:spPr>
            <a:xfrm>
              <a:off x="1980270" y="3352397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" name="pl1339"/>
            <p:cNvSpPr/>
            <p:nvPr/>
          </p:nvSpPr>
          <p:spPr>
            <a:xfrm>
              <a:off x="2640824" y="399838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0" name="pl1340"/>
            <p:cNvSpPr/>
            <p:nvPr/>
          </p:nvSpPr>
          <p:spPr>
            <a:xfrm>
              <a:off x="2661880" y="385561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" name="pl1341"/>
            <p:cNvSpPr/>
            <p:nvPr/>
          </p:nvSpPr>
          <p:spPr>
            <a:xfrm>
              <a:off x="2661880" y="398086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" name="pl1342"/>
            <p:cNvSpPr/>
            <p:nvPr/>
          </p:nvSpPr>
          <p:spPr>
            <a:xfrm>
              <a:off x="2603174" y="445405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3" name="pl1343"/>
            <p:cNvSpPr/>
            <p:nvPr/>
          </p:nvSpPr>
          <p:spPr>
            <a:xfrm>
              <a:off x="2607716" y="445405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4" name="pl1344"/>
            <p:cNvSpPr/>
            <p:nvPr/>
          </p:nvSpPr>
          <p:spPr>
            <a:xfrm>
              <a:off x="2607365" y="441469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" name="pl1345"/>
            <p:cNvSpPr/>
            <p:nvPr/>
          </p:nvSpPr>
          <p:spPr>
            <a:xfrm>
              <a:off x="2605020" y="445405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" name="pl1346"/>
            <p:cNvSpPr/>
            <p:nvPr/>
          </p:nvSpPr>
          <p:spPr>
            <a:xfrm>
              <a:off x="2584685" y="445405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7" name="pl1347"/>
            <p:cNvSpPr/>
            <p:nvPr/>
          </p:nvSpPr>
          <p:spPr>
            <a:xfrm>
              <a:off x="2607716" y="444727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8" name="pl1348"/>
            <p:cNvSpPr/>
            <p:nvPr/>
          </p:nvSpPr>
          <p:spPr>
            <a:xfrm>
              <a:off x="2465294" y="356200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" name="pl1349"/>
            <p:cNvSpPr/>
            <p:nvPr/>
          </p:nvSpPr>
          <p:spPr>
            <a:xfrm>
              <a:off x="1865545" y="419166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" name="pl1350"/>
            <p:cNvSpPr/>
            <p:nvPr/>
          </p:nvSpPr>
          <p:spPr>
            <a:xfrm>
              <a:off x="2737886" y="380378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" name="pl1351"/>
            <p:cNvSpPr/>
            <p:nvPr/>
          </p:nvSpPr>
          <p:spPr>
            <a:xfrm>
              <a:off x="2728174" y="383684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2" name="pl1352"/>
            <p:cNvSpPr/>
            <p:nvPr/>
          </p:nvSpPr>
          <p:spPr>
            <a:xfrm>
              <a:off x="2723378" y="3811413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" name="pl1353"/>
            <p:cNvSpPr/>
            <p:nvPr/>
          </p:nvSpPr>
          <p:spPr>
            <a:xfrm>
              <a:off x="2728142" y="382119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" name="pl1354"/>
            <p:cNvSpPr/>
            <p:nvPr/>
          </p:nvSpPr>
          <p:spPr>
            <a:xfrm>
              <a:off x="2737886" y="383684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5" name="pl1355"/>
            <p:cNvSpPr/>
            <p:nvPr/>
          </p:nvSpPr>
          <p:spPr>
            <a:xfrm>
              <a:off x="2732789" y="382411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6" name="pl1356"/>
            <p:cNvSpPr/>
            <p:nvPr/>
          </p:nvSpPr>
          <p:spPr>
            <a:xfrm>
              <a:off x="2737886" y="383684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7" name="pl1357"/>
            <p:cNvSpPr/>
            <p:nvPr/>
          </p:nvSpPr>
          <p:spPr>
            <a:xfrm>
              <a:off x="2721164" y="383684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8" name="pl1358"/>
            <p:cNvSpPr/>
            <p:nvPr/>
          </p:nvSpPr>
          <p:spPr>
            <a:xfrm>
              <a:off x="2737886" y="383684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" name="pl1359"/>
            <p:cNvSpPr/>
            <p:nvPr/>
          </p:nvSpPr>
          <p:spPr>
            <a:xfrm>
              <a:off x="2727167" y="383287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0" name="pl1360"/>
            <p:cNvSpPr/>
            <p:nvPr/>
          </p:nvSpPr>
          <p:spPr>
            <a:xfrm>
              <a:off x="2722856" y="383671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" name="pl1361"/>
            <p:cNvSpPr/>
            <p:nvPr/>
          </p:nvSpPr>
          <p:spPr>
            <a:xfrm>
              <a:off x="2737886" y="383684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2" name="pl1362"/>
            <p:cNvSpPr/>
            <p:nvPr/>
          </p:nvSpPr>
          <p:spPr>
            <a:xfrm>
              <a:off x="2737886" y="383684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3" name="pl1363"/>
            <p:cNvSpPr/>
            <p:nvPr/>
          </p:nvSpPr>
          <p:spPr>
            <a:xfrm>
              <a:off x="2737886" y="382510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4" name="pl1364"/>
            <p:cNvSpPr/>
            <p:nvPr/>
          </p:nvSpPr>
          <p:spPr>
            <a:xfrm>
              <a:off x="2737886" y="383684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5" name="pl1365"/>
            <p:cNvSpPr/>
            <p:nvPr/>
          </p:nvSpPr>
          <p:spPr>
            <a:xfrm>
              <a:off x="2737886" y="3833802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" name="pl1366"/>
            <p:cNvSpPr/>
            <p:nvPr/>
          </p:nvSpPr>
          <p:spPr>
            <a:xfrm>
              <a:off x="2737886" y="382826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" name="pl1367"/>
            <p:cNvSpPr/>
            <p:nvPr/>
          </p:nvSpPr>
          <p:spPr>
            <a:xfrm>
              <a:off x="2737886" y="383684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" name="pl1368"/>
            <p:cNvSpPr/>
            <p:nvPr/>
          </p:nvSpPr>
          <p:spPr>
            <a:xfrm>
              <a:off x="2737886" y="3826633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" name="pl1369"/>
            <p:cNvSpPr/>
            <p:nvPr/>
          </p:nvSpPr>
          <p:spPr>
            <a:xfrm>
              <a:off x="2683564" y="383684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" name="pl1370"/>
            <p:cNvSpPr/>
            <p:nvPr/>
          </p:nvSpPr>
          <p:spPr>
            <a:xfrm>
              <a:off x="2726301" y="383684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1" name="pl1371"/>
            <p:cNvSpPr/>
            <p:nvPr/>
          </p:nvSpPr>
          <p:spPr>
            <a:xfrm>
              <a:off x="2727959" y="383684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2" name="pl1372"/>
            <p:cNvSpPr/>
            <p:nvPr/>
          </p:nvSpPr>
          <p:spPr>
            <a:xfrm>
              <a:off x="2737886" y="378669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" name="pl1373"/>
            <p:cNvSpPr/>
            <p:nvPr/>
          </p:nvSpPr>
          <p:spPr>
            <a:xfrm>
              <a:off x="2737886" y="380895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" name="pl1374"/>
            <p:cNvSpPr/>
            <p:nvPr/>
          </p:nvSpPr>
          <p:spPr>
            <a:xfrm>
              <a:off x="2737886" y="3818114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" name="pl1375"/>
            <p:cNvSpPr/>
            <p:nvPr/>
          </p:nvSpPr>
          <p:spPr>
            <a:xfrm>
              <a:off x="2374792" y="364728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" name="pl1376"/>
            <p:cNvSpPr/>
            <p:nvPr/>
          </p:nvSpPr>
          <p:spPr>
            <a:xfrm>
              <a:off x="2709835" y="382189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" name="pl1377"/>
            <p:cNvSpPr/>
            <p:nvPr/>
          </p:nvSpPr>
          <p:spPr>
            <a:xfrm>
              <a:off x="2482973" y="356131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" name="pl1378"/>
            <p:cNvSpPr/>
            <p:nvPr/>
          </p:nvSpPr>
          <p:spPr>
            <a:xfrm>
              <a:off x="2477529" y="356131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" name="pl1379"/>
            <p:cNvSpPr/>
            <p:nvPr/>
          </p:nvSpPr>
          <p:spPr>
            <a:xfrm>
              <a:off x="2460016" y="3600421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" name="pl1380"/>
            <p:cNvSpPr/>
            <p:nvPr/>
          </p:nvSpPr>
          <p:spPr>
            <a:xfrm>
              <a:off x="2460016" y="360414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" name="pl1381"/>
            <p:cNvSpPr/>
            <p:nvPr/>
          </p:nvSpPr>
          <p:spPr>
            <a:xfrm>
              <a:off x="2460016" y="361372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" name="pl1382"/>
            <p:cNvSpPr/>
            <p:nvPr/>
          </p:nvSpPr>
          <p:spPr>
            <a:xfrm>
              <a:off x="2459036" y="360532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" name="pl1383"/>
            <p:cNvSpPr/>
            <p:nvPr/>
          </p:nvSpPr>
          <p:spPr>
            <a:xfrm>
              <a:off x="2428182" y="361372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" name="pl1384"/>
            <p:cNvSpPr/>
            <p:nvPr/>
          </p:nvSpPr>
          <p:spPr>
            <a:xfrm>
              <a:off x="2456922" y="3608932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" name="pl1385"/>
            <p:cNvSpPr/>
            <p:nvPr/>
          </p:nvSpPr>
          <p:spPr>
            <a:xfrm>
              <a:off x="2460016" y="360593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" name="pl1386"/>
            <p:cNvSpPr/>
            <p:nvPr/>
          </p:nvSpPr>
          <p:spPr>
            <a:xfrm>
              <a:off x="2460016" y="357930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" name="pl1387"/>
            <p:cNvSpPr/>
            <p:nvPr/>
          </p:nvSpPr>
          <p:spPr>
            <a:xfrm>
              <a:off x="2460016" y="361372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" name="pl1388"/>
            <p:cNvSpPr/>
            <p:nvPr/>
          </p:nvSpPr>
          <p:spPr>
            <a:xfrm>
              <a:off x="2460016" y="361372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" name="pl1389"/>
            <p:cNvSpPr/>
            <p:nvPr/>
          </p:nvSpPr>
          <p:spPr>
            <a:xfrm>
              <a:off x="2460016" y="360151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" name="pl1390"/>
            <p:cNvSpPr/>
            <p:nvPr/>
          </p:nvSpPr>
          <p:spPr>
            <a:xfrm>
              <a:off x="2374860" y="370171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" name="pl1391"/>
            <p:cNvSpPr/>
            <p:nvPr/>
          </p:nvSpPr>
          <p:spPr>
            <a:xfrm>
              <a:off x="2882114" y="409497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" name="pl1392"/>
            <p:cNvSpPr/>
            <p:nvPr/>
          </p:nvSpPr>
          <p:spPr>
            <a:xfrm>
              <a:off x="2230443" y="444804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" name="pl1393"/>
            <p:cNvSpPr/>
            <p:nvPr/>
          </p:nvSpPr>
          <p:spPr>
            <a:xfrm>
              <a:off x="2224503" y="444804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" name="pl1394"/>
            <p:cNvSpPr/>
            <p:nvPr/>
          </p:nvSpPr>
          <p:spPr>
            <a:xfrm>
              <a:off x="1980270" y="3319434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" name="pl1395"/>
            <p:cNvSpPr/>
            <p:nvPr/>
          </p:nvSpPr>
          <p:spPr>
            <a:xfrm>
              <a:off x="2439820" y="353997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" name="pl1396"/>
            <p:cNvSpPr/>
            <p:nvPr/>
          </p:nvSpPr>
          <p:spPr>
            <a:xfrm>
              <a:off x="2406133" y="366600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" name="pl1397"/>
            <p:cNvSpPr/>
            <p:nvPr/>
          </p:nvSpPr>
          <p:spPr>
            <a:xfrm>
              <a:off x="2393850" y="366276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" name="pl1398"/>
            <p:cNvSpPr/>
            <p:nvPr/>
          </p:nvSpPr>
          <p:spPr>
            <a:xfrm>
              <a:off x="2396018" y="368417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" name="pl1399"/>
            <p:cNvSpPr/>
            <p:nvPr/>
          </p:nvSpPr>
          <p:spPr>
            <a:xfrm>
              <a:off x="2414556" y="3676533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" name="pl1400"/>
            <p:cNvSpPr/>
            <p:nvPr/>
          </p:nvSpPr>
          <p:spPr>
            <a:xfrm>
              <a:off x="2402108" y="368417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" name="pl1401"/>
            <p:cNvSpPr/>
            <p:nvPr/>
          </p:nvSpPr>
          <p:spPr>
            <a:xfrm>
              <a:off x="2414556" y="367294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" name="pl1402"/>
            <p:cNvSpPr/>
            <p:nvPr/>
          </p:nvSpPr>
          <p:spPr>
            <a:xfrm>
              <a:off x="2414556" y="368417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" name="pl1403"/>
            <p:cNvSpPr/>
            <p:nvPr/>
          </p:nvSpPr>
          <p:spPr>
            <a:xfrm>
              <a:off x="2407920" y="368417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" name="pl1404"/>
            <p:cNvSpPr/>
            <p:nvPr/>
          </p:nvSpPr>
          <p:spPr>
            <a:xfrm>
              <a:off x="2410795" y="368417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" name="pl1405"/>
            <p:cNvSpPr/>
            <p:nvPr/>
          </p:nvSpPr>
          <p:spPr>
            <a:xfrm>
              <a:off x="2414556" y="3669678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" name="pl1406"/>
            <p:cNvSpPr/>
            <p:nvPr/>
          </p:nvSpPr>
          <p:spPr>
            <a:xfrm>
              <a:off x="2408115" y="368417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" name="pl1407"/>
            <p:cNvSpPr/>
            <p:nvPr/>
          </p:nvSpPr>
          <p:spPr>
            <a:xfrm>
              <a:off x="2405965" y="368417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" name="pl1408"/>
            <p:cNvSpPr/>
            <p:nvPr/>
          </p:nvSpPr>
          <p:spPr>
            <a:xfrm>
              <a:off x="2397783" y="368417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" name="pl1409"/>
            <p:cNvSpPr/>
            <p:nvPr/>
          </p:nvSpPr>
          <p:spPr>
            <a:xfrm>
              <a:off x="2414556" y="3656356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" name="pl1410"/>
            <p:cNvSpPr/>
            <p:nvPr/>
          </p:nvSpPr>
          <p:spPr>
            <a:xfrm>
              <a:off x="2414556" y="366237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" name="pl1411"/>
            <p:cNvSpPr/>
            <p:nvPr/>
          </p:nvSpPr>
          <p:spPr>
            <a:xfrm>
              <a:off x="2414556" y="3667477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" name="pl1412"/>
            <p:cNvSpPr/>
            <p:nvPr/>
          </p:nvSpPr>
          <p:spPr>
            <a:xfrm>
              <a:off x="2414556" y="3671679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" name="pl1413"/>
            <p:cNvSpPr/>
            <p:nvPr/>
          </p:nvSpPr>
          <p:spPr>
            <a:xfrm>
              <a:off x="2409513" y="368417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" name="pl1414"/>
            <p:cNvSpPr/>
            <p:nvPr/>
          </p:nvSpPr>
          <p:spPr>
            <a:xfrm>
              <a:off x="2414556" y="367653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" name="pl1415"/>
            <p:cNvSpPr/>
            <p:nvPr/>
          </p:nvSpPr>
          <p:spPr>
            <a:xfrm>
              <a:off x="2414556" y="3649023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" name="pl1416"/>
            <p:cNvSpPr/>
            <p:nvPr/>
          </p:nvSpPr>
          <p:spPr>
            <a:xfrm>
              <a:off x="2414556" y="367071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" name="pl1417"/>
            <p:cNvSpPr/>
            <p:nvPr/>
          </p:nvSpPr>
          <p:spPr>
            <a:xfrm>
              <a:off x="2371848" y="368417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" name="pl1418"/>
            <p:cNvSpPr/>
            <p:nvPr/>
          </p:nvSpPr>
          <p:spPr>
            <a:xfrm>
              <a:off x="2378701" y="368417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" name="pl1419"/>
            <p:cNvSpPr/>
            <p:nvPr/>
          </p:nvSpPr>
          <p:spPr>
            <a:xfrm>
              <a:off x="2357431" y="368417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" name="pl1420"/>
            <p:cNvSpPr/>
            <p:nvPr/>
          </p:nvSpPr>
          <p:spPr>
            <a:xfrm>
              <a:off x="2398628" y="368417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" name="pl1421"/>
            <p:cNvSpPr/>
            <p:nvPr/>
          </p:nvSpPr>
          <p:spPr>
            <a:xfrm>
              <a:off x="2414556" y="368417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" name="pl1422"/>
            <p:cNvSpPr/>
            <p:nvPr/>
          </p:nvSpPr>
          <p:spPr>
            <a:xfrm>
              <a:off x="2392470" y="3673050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" name="pl1423"/>
            <p:cNvSpPr/>
            <p:nvPr/>
          </p:nvSpPr>
          <p:spPr>
            <a:xfrm>
              <a:off x="2414556" y="3667624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" name="pl1424"/>
            <p:cNvSpPr/>
            <p:nvPr/>
          </p:nvSpPr>
          <p:spPr>
            <a:xfrm>
              <a:off x="2414556" y="368417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" name="pl1425"/>
            <p:cNvSpPr/>
            <p:nvPr/>
          </p:nvSpPr>
          <p:spPr>
            <a:xfrm>
              <a:off x="2414556" y="3650578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" name="pl1426"/>
            <p:cNvSpPr/>
            <p:nvPr/>
          </p:nvSpPr>
          <p:spPr>
            <a:xfrm>
              <a:off x="2414556" y="368197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" name="pl1427"/>
            <p:cNvSpPr/>
            <p:nvPr/>
          </p:nvSpPr>
          <p:spPr>
            <a:xfrm>
              <a:off x="2401241" y="368417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" name="pl1428"/>
            <p:cNvSpPr/>
            <p:nvPr/>
          </p:nvSpPr>
          <p:spPr>
            <a:xfrm>
              <a:off x="2414556" y="368417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" name="pl1429"/>
            <p:cNvSpPr/>
            <p:nvPr/>
          </p:nvSpPr>
          <p:spPr>
            <a:xfrm>
              <a:off x="2408079" y="368417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" name="pl1430"/>
            <p:cNvSpPr/>
            <p:nvPr/>
          </p:nvSpPr>
          <p:spPr>
            <a:xfrm>
              <a:off x="2412028" y="368417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" name="pl1431"/>
            <p:cNvSpPr/>
            <p:nvPr/>
          </p:nvSpPr>
          <p:spPr>
            <a:xfrm>
              <a:off x="2404274" y="368417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" name="pl1432"/>
            <p:cNvSpPr/>
            <p:nvPr/>
          </p:nvSpPr>
          <p:spPr>
            <a:xfrm>
              <a:off x="2393642" y="368417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3" name="pl1433"/>
            <p:cNvSpPr/>
            <p:nvPr/>
          </p:nvSpPr>
          <p:spPr>
            <a:xfrm>
              <a:off x="2414556" y="368417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" name="pl1434"/>
            <p:cNvSpPr/>
            <p:nvPr/>
          </p:nvSpPr>
          <p:spPr>
            <a:xfrm>
              <a:off x="2406318" y="368417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" name="pl1435"/>
            <p:cNvSpPr/>
            <p:nvPr/>
          </p:nvSpPr>
          <p:spPr>
            <a:xfrm>
              <a:off x="2414556" y="3670866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" name="pl1436"/>
            <p:cNvSpPr/>
            <p:nvPr/>
          </p:nvSpPr>
          <p:spPr>
            <a:xfrm>
              <a:off x="2414556" y="368417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" name="pl1437"/>
            <p:cNvSpPr/>
            <p:nvPr/>
          </p:nvSpPr>
          <p:spPr>
            <a:xfrm>
              <a:off x="2390455" y="368417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" name="pl1438"/>
            <p:cNvSpPr/>
            <p:nvPr/>
          </p:nvSpPr>
          <p:spPr>
            <a:xfrm>
              <a:off x="2387102" y="368417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" name="pl1439"/>
            <p:cNvSpPr/>
            <p:nvPr/>
          </p:nvSpPr>
          <p:spPr>
            <a:xfrm>
              <a:off x="2395972" y="368417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" name="pl1440"/>
            <p:cNvSpPr/>
            <p:nvPr/>
          </p:nvSpPr>
          <p:spPr>
            <a:xfrm>
              <a:off x="2399591" y="365945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" name="pl1441"/>
            <p:cNvSpPr/>
            <p:nvPr/>
          </p:nvSpPr>
          <p:spPr>
            <a:xfrm>
              <a:off x="2740461" y="406881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" name="pl1442"/>
            <p:cNvSpPr/>
            <p:nvPr/>
          </p:nvSpPr>
          <p:spPr>
            <a:xfrm>
              <a:off x="2764758" y="406166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" name="pl1443"/>
            <p:cNvSpPr/>
            <p:nvPr/>
          </p:nvSpPr>
          <p:spPr>
            <a:xfrm>
              <a:off x="3053970" y="4447572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" name="pl1444"/>
            <p:cNvSpPr/>
            <p:nvPr/>
          </p:nvSpPr>
          <p:spPr>
            <a:xfrm>
              <a:off x="2412314" y="364608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" name="pl1445"/>
            <p:cNvSpPr/>
            <p:nvPr/>
          </p:nvSpPr>
          <p:spPr>
            <a:xfrm>
              <a:off x="2142116" y="419846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" name="pl1446"/>
            <p:cNvSpPr/>
            <p:nvPr/>
          </p:nvSpPr>
          <p:spPr>
            <a:xfrm>
              <a:off x="2367850" y="367575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" name="pl1447"/>
            <p:cNvSpPr/>
            <p:nvPr/>
          </p:nvSpPr>
          <p:spPr>
            <a:xfrm>
              <a:off x="2378258" y="3673050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" name="pl1448"/>
            <p:cNvSpPr/>
            <p:nvPr/>
          </p:nvSpPr>
          <p:spPr>
            <a:xfrm>
              <a:off x="2581464" y="447710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9" name="pl1449"/>
            <p:cNvSpPr/>
            <p:nvPr/>
          </p:nvSpPr>
          <p:spPr>
            <a:xfrm>
              <a:off x="2600612" y="447710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" name="pl1450"/>
            <p:cNvSpPr/>
            <p:nvPr/>
          </p:nvSpPr>
          <p:spPr>
            <a:xfrm>
              <a:off x="2946171" y="439961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1" name="pl1451"/>
            <p:cNvSpPr/>
            <p:nvPr/>
          </p:nvSpPr>
          <p:spPr>
            <a:xfrm>
              <a:off x="3251560" y="360833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" name="pl1452"/>
            <p:cNvSpPr/>
            <p:nvPr/>
          </p:nvSpPr>
          <p:spPr>
            <a:xfrm>
              <a:off x="2592319" y="4189642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3" name="pl1453"/>
            <p:cNvSpPr/>
            <p:nvPr/>
          </p:nvSpPr>
          <p:spPr>
            <a:xfrm>
              <a:off x="2593434" y="418784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4" name="pl1454"/>
            <p:cNvSpPr/>
            <p:nvPr/>
          </p:nvSpPr>
          <p:spPr>
            <a:xfrm>
              <a:off x="2591691" y="4189642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5" name="pl1455"/>
            <p:cNvSpPr/>
            <p:nvPr/>
          </p:nvSpPr>
          <p:spPr>
            <a:xfrm>
              <a:off x="2049174" y="4415873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" name="pl1456"/>
            <p:cNvSpPr/>
            <p:nvPr/>
          </p:nvSpPr>
          <p:spPr>
            <a:xfrm>
              <a:off x="2537708" y="4095485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" name="pl1457"/>
            <p:cNvSpPr/>
            <p:nvPr/>
          </p:nvSpPr>
          <p:spPr>
            <a:xfrm>
              <a:off x="2739143" y="404578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8" name="pl1458"/>
            <p:cNvSpPr/>
            <p:nvPr/>
          </p:nvSpPr>
          <p:spPr>
            <a:xfrm>
              <a:off x="2739143" y="404578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9" name="pl1459"/>
            <p:cNvSpPr/>
            <p:nvPr/>
          </p:nvSpPr>
          <p:spPr>
            <a:xfrm>
              <a:off x="2739143" y="404578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0" name="pl1460"/>
            <p:cNvSpPr/>
            <p:nvPr/>
          </p:nvSpPr>
          <p:spPr>
            <a:xfrm>
              <a:off x="2601292" y="312428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" name="pl1461"/>
            <p:cNvSpPr/>
            <p:nvPr/>
          </p:nvSpPr>
          <p:spPr>
            <a:xfrm>
              <a:off x="2720114" y="385828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" name="pl1462"/>
            <p:cNvSpPr/>
            <p:nvPr/>
          </p:nvSpPr>
          <p:spPr>
            <a:xfrm>
              <a:off x="2409499" y="361213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" name="pl1463"/>
            <p:cNvSpPr/>
            <p:nvPr/>
          </p:nvSpPr>
          <p:spPr>
            <a:xfrm>
              <a:off x="2444378" y="367517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" name="pl1464"/>
            <p:cNvSpPr/>
            <p:nvPr/>
          </p:nvSpPr>
          <p:spPr>
            <a:xfrm>
              <a:off x="2409213" y="366847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" name="pl1465"/>
            <p:cNvSpPr/>
            <p:nvPr/>
          </p:nvSpPr>
          <p:spPr>
            <a:xfrm>
              <a:off x="2126717" y="4127638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" name="pl1466"/>
            <p:cNvSpPr/>
            <p:nvPr/>
          </p:nvSpPr>
          <p:spPr>
            <a:xfrm>
              <a:off x="2133384" y="4126670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7" name="pl1467"/>
            <p:cNvSpPr/>
            <p:nvPr/>
          </p:nvSpPr>
          <p:spPr>
            <a:xfrm>
              <a:off x="2444378" y="368080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8" name="pl1468"/>
            <p:cNvSpPr/>
            <p:nvPr/>
          </p:nvSpPr>
          <p:spPr>
            <a:xfrm>
              <a:off x="2783767" y="3157762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" name="pl1469"/>
            <p:cNvSpPr/>
            <p:nvPr/>
          </p:nvSpPr>
          <p:spPr>
            <a:xfrm>
              <a:off x="2570343" y="4095485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0" name="pl1470"/>
            <p:cNvSpPr/>
            <p:nvPr/>
          </p:nvSpPr>
          <p:spPr>
            <a:xfrm>
              <a:off x="2565747" y="409595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1" name="pl1471"/>
            <p:cNvSpPr/>
            <p:nvPr/>
          </p:nvSpPr>
          <p:spPr>
            <a:xfrm>
              <a:off x="2564118" y="409595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" name="pl1472"/>
            <p:cNvSpPr/>
            <p:nvPr/>
          </p:nvSpPr>
          <p:spPr>
            <a:xfrm>
              <a:off x="2485435" y="363832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3" name="pl1473"/>
            <p:cNvSpPr/>
            <p:nvPr/>
          </p:nvSpPr>
          <p:spPr>
            <a:xfrm>
              <a:off x="2362289" y="3151303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" name="pl1474"/>
            <p:cNvSpPr/>
            <p:nvPr/>
          </p:nvSpPr>
          <p:spPr>
            <a:xfrm>
              <a:off x="2325580" y="372133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5" name="pl1475"/>
            <p:cNvSpPr/>
            <p:nvPr/>
          </p:nvSpPr>
          <p:spPr>
            <a:xfrm>
              <a:off x="2827724" y="3787227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6" name="pl1476"/>
            <p:cNvSpPr/>
            <p:nvPr/>
          </p:nvSpPr>
          <p:spPr>
            <a:xfrm>
              <a:off x="2638926" y="3979277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7" name="pl1477"/>
            <p:cNvSpPr/>
            <p:nvPr/>
          </p:nvSpPr>
          <p:spPr>
            <a:xfrm>
              <a:off x="2715052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8" name="pl1478"/>
            <p:cNvSpPr/>
            <p:nvPr/>
          </p:nvSpPr>
          <p:spPr>
            <a:xfrm>
              <a:off x="2723034" y="4005713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" name="pl1479"/>
            <p:cNvSpPr/>
            <p:nvPr/>
          </p:nvSpPr>
          <p:spPr>
            <a:xfrm>
              <a:off x="2723881" y="389425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" name="pl1480"/>
            <p:cNvSpPr/>
            <p:nvPr/>
          </p:nvSpPr>
          <p:spPr>
            <a:xfrm>
              <a:off x="1946899" y="336508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" name="pl1481"/>
            <p:cNvSpPr/>
            <p:nvPr/>
          </p:nvSpPr>
          <p:spPr>
            <a:xfrm>
              <a:off x="2604620" y="424961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" name="pl1482"/>
            <p:cNvSpPr/>
            <p:nvPr/>
          </p:nvSpPr>
          <p:spPr>
            <a:xfrm>
              <a:off x="2600994" y="424961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" name="pl1483"/>
            <p:cNvSpPr/>
            <p:nvPr/>
          </p:nvSpPr>
          <p:spPr>
            <a:xfrm>
              <a:off x="2105627" y="3965127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4" name="pl1484"/>
            <p:cNvSpPr/>
            <p:nvPr/>
          </p:nvSpPr>
          <p:spPr>
            <a:xfrm>
              <a:off x="2481140" y="366997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5" name="pl1485"/>
            <p:cNvSpPr/>
            <p:nvPr/>
          </p:nvSpPr>
          <p:spPr>
            <a:xfrm>
              <a:off x="2485435" y="363180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6" name="pl1486"/>
            <p:cNvSpPr/>
            <p:nvPr/>
          </p:nvSpPr>
          <p:spPr>
            <a:xfrm>
              <a:off x="2413349" y="360139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7" name="pl1487"/>
            <p:cNvSpPr/>
            <p:nvPr/>
          </p:nvSpPr>
          <p:spPr>
            <a:xfrm>
              <a:off x="2738645" y="3796118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" name="pl1488"/>
            <p:cNvSpPr/>
            <p:nvPr/>
          </p:nvSpPr>
          <p:spPr>
            <a:xfrm>
              <a:off x="2736271" y="382973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9" name="pl1489"/>
            <p:cNvSpPr/>
            <p:nvPr/>
          </p:nvSpPr>
          <p:spPr>
            <a:xfrm>
              <a:off x="2731746" y="382973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0" name="pl1490"/>
            <p:cNvSpPr/>
            <p:nvPr/>
          </p:nvSpPr>
          <p:spPr>
            <a:xfrm>
              <a:off x="2737132" y="382973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" name="pl1491"/>
            <p:cNvSpPr/>
            <p:nvPr/>
          </p:nvSpPr>
          <p:spPr>
            <a:xfrm>
              <a:off x="3255234" y="370393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" name="pl1492"/>
            <p:cNvSpPr/>
            <p:nvPr/>
          </p:nvSpPr>
          <p:spPr>
            <a:xfrm>
              <a:off x="1809648" y="387866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3" name="pl1493"/>
            <p:cNvSpPr/>
            <p:nvPr/>
          </p:nvSpPr>
          <p:spPr>
            <a:xfrm>
              <a:off x="1788993" y="3886382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" name="pl1494"/>
            <p:cNvSpPr/>
            <p:nvPr/>
          </p:nvSpPr>
          <p:spPr>
            <a:xfrm>
              <a:off x="2980697" y="401291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" name="pl1495"/>
            <p:cNvSpPr/>
            <p:nvPr/>
          </p:nvSpPr>
          <p:spPr>
            <a:xfrm>
              <a:off x="2604620" y="4348330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" name="pl1496"/>
            <p:cNvSpPr/>
            <p:nvPr/>
          </p:nvSpPr>
          <p:spPr>
            <a:xfrm>
              <a:off x="1859628" y="412368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7" name="pl1497"/>
            <p:cNvSpPr/>
            <p:nvPr/>
          </p:nvSpPr>
          <p:spPr>
            <a:xfrm>
              <a:off x="2121705" y="414650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" name="pl1498"/>
            <p:cNvSpPr/>
            <p:nvPr/>
          </p:nvSpPr>
          <p:spPr>
            <a:xfrm>
              <a:off x="2133384" y="413192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" name="pl1499"/>
            <p:cNvSpPr/>
            <p:nvPr/>
          </p:nvSpPr>
          <p:spPr>
            <a:xfrm>
              <a:off x="2130634" y="414650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" name="pl1500"/>
            <p:cNvSpPr/>
            <p:nvPr/>
          </p:nvSpPr>
          <p:spPr>
            <a:xfrm>
              <a:off x="2139682" y="414650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" name="pl1501"/>
            <p:cNvSpPr/>
            <p:nvPr/>
          </p:nvSpPr>
          <p:spPr>
            <a:xfrm>
              <a:off x="3060421" y="333267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" name="pl1502"/>
            <p:cNvSpPr/>
            <p:nvPr/>
          </p:nvSpPr>
          <p:spPr>
            <a:xfrm>
              <a:off x="2444378" y="3689185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" name="pl1503"/>
            <p:cNvSpPr/>
            <p:nvPr/>
          </p:nvSpPr>
          <p:spPr>
            <a:xfrm>
              <a:off x="2396349" y="361239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" name="pl1504"/>
            <p:cNvSpPr/>
            <p:nvPr/>
          </p:nvSpPr>
          <p:spPr>
            <a:xfrm>
              <a:off x="2384004" y="360015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" name="pl1505"/>
            <p:cNvSpPr/>
            <p:nvPr/>
          </p:nvSpPr>
          <p:spPr>
            <a:xfrm>
              <a:off x="2394293" y="360001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" name="pl1506"/>
            <p:cNvSpPr/>
            <p:nvPr/>
          </p:nvSpPr>
          <p:spPr>
            <a:xfrm>
              <a:off x="2390500" y="359794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" name="pl1507"/>
            <p:cNvSpPr/>
            <p:nvPr/>
          </p:nvSpPr>
          <p:spPr>
            <a:xfrm>
              <a:off x="2386765" y="360200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" name="pl1508"/>
            <p:cNvSpPr/>
            <p:nvPr/>
          </p:nvSpPr>
          <p:spPr>
            <a:xfrm>
              <a:off x="2949404" y="439961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" name="pl1509"/>
            <p:cNvSpPr/>
            <p:nvPr/>
          </p:nvSpPr>
          <p:spPr>
            <a:xfrm>
              <a:off x="3124184" y="3940595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" name="pl1510"/>
            <p:cNvSpPr/>
            <p:nvPr/>
          </p:nvSpPr>
          <p:spPr>
            <a:xfrm>
              <a:off x="2715052" y="3887937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" name="pl1511"/>
            <p:cNvSpPr/>
            <p:nvPr/>
          </p:nvSpPr>
          <p:spPr>
            <a:xfrm>
              <a:off x="3275342" y="408943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" name="pl1512"/>
            <p:cNvSpPr/>
            <p:nvPr/>
          </p:nvSpPr>
          <p:spPr>
            <a:xfrm>
              <a:off x="2324877" y="3643789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" name="pl1513"/>
            <p:cNvSpPr/>
            <p:nvPr/>
          </p:nvSpPr>
          <p:spPr>
            <a:xfrm>
              <a:off x="2335631" y="364836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" name="pl1514"/>
            <p:cNvSpPr/>
            <p:nvPr/>
          </p:nvSpPr>
          <p:spPr>
            <a:xfrm>
              <a:off x="2570343" y="4056495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" name="pl1515"/>
            <p:cNvSpPr/>
            <p:nvPr/>
          </p:nvSpPr>
          <p:spPr>
            <a:xfrm>
              <a:off x="2591869" y="4056495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" name="pl1516"/>
            <p:cNvSpPr/>
            <p:nvPr/>
          </p:nvSpPr>
          <p:spPr>
            <a:xfrm>
              <a:off x="2609216" y="418361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" name="pl1517"/>
            <p:cNvSpPr/>
            <p:nvPr/>
          </p:nvSpPr>
          <p:spPr>
            <a:xfrm>
              <a:off x="2321286" y="459340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" name="pl1518"/>
            <p:cNvSpPr/>
            <p:nvPr/>
          </p:nvSpPr>
          <p:spPr>
            <a:xfrm>
              <a:off x="2764758" y="409497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" name="pl1519"/>
            <p:cNvSpPr/>
            <p:nvPr/>
          </p:nvSpPr>
          <p:spPr>
            <a:xfrm>
              <a:off x="2414607" y="3622525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" name="pl1520"/>
            <p:cNvSpPr/>
            <p:nvPr/>
          </p:nvSpPr>
          <p:spPr>
            <a:xfrm>
              <a:off x="2160121" y="451742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" name="pl1521"/>
            <p:cNvSpPr/>
            <p:nvPr/>
          </p:nvSpPr>
          <p:spPr>
            <a:xfrm>
              <a:off x="3063589" y="436470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" name="pl1522"/>
            <p:cNvSpPr/>
            <p:nvPr/>
          </p:nvSpPr>
          <p:spPr>
            <a:xfrm>
              <a:off x="2781732" y="446165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" name="pl1523"/>
            <p:cNvSpPr/>
            <p:nvPr/>
          </p:nvSpPr>
          <p:spPr>
            <a:xfrm>
              <a:off x="2362234" y="3655316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" name="pl1524"/>
            <p:cNvSpPr/>
            <p:nvPr/>
          </p:nvSpPr>
          <p:spPr>
            <a:xfrm>
              <a:off x="2723881" y="4015538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" name="pl1525"/>
            <p:cNvSpPr/>
            <p:nvPr/>
          </p:nvSpPr>
          <p:spPr>
            <a:xfrm>
              <a:off x="1794835" y="406534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" name="pl1526"/>
            <p:cNvSpPr/>
            <p:nvPr/>
          </p:nvSpPr>
          <p:spPr>
            <a:xfrm>
              <a:off x="2980697" y="396298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" name="pl1527"/>
            <p:cNvSpPr/>
            <p:nvPr/>
          </p:nvSpPr>
          <p:spPr>
            <a:xfrm>
              <a:off x="3002256" y="396298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" name="pl1528"/>
            <p:cNvSpPr/>
            <p:nvPr/>
          </p:nvSpPr>
          <p:spPr>
            <a:xfrm>
              <a:off x="3005323" y="395848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" name="pl1529"/>
            <p:cNvSpPr/>
            <p:nvPr/>
          </p:nvSpPr>
          <p:spPr>
            <a:xfrm>
              <a:off x="2564118" y="409512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" name="pl1530"/>
            <p:cNvSpPr/>
            <p:nvPr/>
          </p:nvSpPr>
          <p:spPr>
            <a:xfrm>
              <a:off x="2570343" y="409512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" name="pl1531"/>
            <p:cNvSpPr/>
            <p:nvPr/>
          </p:nvSpPr>
          <p:spPr>
            <a:xfrm>
              <a:off x="2593864" y="4058739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" name="pl1532"/>
            <p:cNvSpPr/>
            <p:nvPr/>
          </p:nvSpPr>
          <p:spPr>
            <a:xfrm>
              <a:off x="2388276" y="365304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" name="pl1533"/>
            <p:cNvSpPr/>
            <p:nvPr/>
          </p:nvSpPr>
          <p:spPr>
            <a:xfrm>
              <a:off x="2059053" y="441542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" name="pl1534"/>
            <p:cNvSpPr/>
            <p:nvPr/>
          </p:nvSpPr>
          <p:spPr>
            <a:xfrm>
              <a:off x="2721337" y="383902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" name="pl1535"/>
            <p:cNvSpPr/>
            <p:nvPr/>
          </p:nvSpPr>
          <p:spPr>
            <a:xfrm>
              <a:off x="2827923" y="458972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" name="pl1536"/>
            <p:cNvSpPr/>
            <p:nvPr/>
          </p:nvSpPr>
          <p:spPr>
            <a:xfrm>
              <a:off x="1901793" y="426888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" name="pl1537"/>
            <p:cNvSpPr/>
            <p:nvPr/>
          </p:nvSpPr>
          <p:spPr>
            <a:xfrm>
              <a:off x="2342015" y="372133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" name="pl1538"/>
            <p:cNvSpPr/>
            <p:nvPr/>
          </p:nvSpPr>
          <p:spPr>
            <a:xfrm>
              <a:off x="2403071" y="364368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" name="pl1539"/>
            <p:cNvSpPr/>
            <p:nvPr/>
          </p:nvSpPr>
          <p:spPr>
            <a:xfrm>
              <a:off x="2400331" y="365575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" name="pl1540"/>
            <p:cNvSpPr/>
            <p:nvPr/>
          </p:nvSpPr>
          <p:spPr>
            <a:xfrm>
              <a:off x="2428838" y="3649969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" name="pl1541"/>
            <p:cNvSpPr/>
            <p:nvPr/>
          </p:nvSpPr>
          <p:spPr>
            <a:xfrm>
              <a:off x="2422954" y="367071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" name="pl1542"/>
            <p:cNvSpPr/>
            <p:nvPr/>
          </p:nvSpPr>
          <p:spPr>
            <a:xfrm>
              <a:off x="2125678" y="415752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" name="pl1543"/>
            <p:cNvSpPr/>
            <p:nvPr/>
          </p:nvSpPr>
          <p:spPr>
            <a:xfrm>
              <a:off x="2508445" y="412401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" name="pl1544"/>
            <p:cNvSpPr/>
            <p:nvPr/>
          </p:nvSpPr>
          <p:spPr>
            <a:xfrm>
              <a:off x="2136465" y="419846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" name="pl1545"/>
            <p:cNvSpPr/>
            <p:nvPr/>
          </p:nvSpPr>
          <p:spPr>
            <a:xfrm>
              <a:off x="2749200" y="4156474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" name="pl1546"/>
            <p:cNvSpPr/>
            <p:nvPr/>
          </p:nvSpPr>
          <p:spPr>
            <a:xfrm>
              <a:off x="2749200" y="4156474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7" name="pl1547"/>
            <p:cNvSpPr/>
            <p:nvPr/>
          </p:nvSpPr>
          <p:spPr>
            <a:xfrm>
              <a:off x="2749200" y="4156474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" name="pl1548"/>
            <p:cNvSpPr/>
            <p:nvPr/>
          </p:nvSpPr>
          <p:spPr>
            <a:xfrm>
              <a:off x="2749200" y="4156474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" name="pl1549"/>
            <p:cNvSpPr/>
            <p:nvPr/>
          </p:nvSpPr>
          <p:spPr>
            <a:xfrm>
              <a:off x="2715052" y="396525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" name="pl1550"/>
            <p:cNvSpPr/>
            <p:nvPr/>
          </p:nvSpPr>
          <p:spPr>
            <a:xfrm>
              <a:off x="2749200" y="410573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" name="pl1551"/>
            <p:cNvSpPr/>
            <p:nvPr/>
          </p:nvSpPr>
          <p:spPr>
            <a:xfrm>
              <a:off x="2724844" y="4072486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" name="pl1552"/>
            <p:cNvSpPr/>
            <p:nvPr/>
          </p:nvSpPr>
          <p:spPr>
            <a:xfrm>
              <a:off x="2746264" y="4156474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" name="pl1553"/>
            <p:cNvSpPr/>
            <p:nvPr/>
          </p:nvSpPr>
          <p:spPr>
            <a:xfrm>
              <a:off x="2749200" y="4156474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" name="pl1554"/>
            <p:cNvSpPr/>
            <p:nvPr/>
          </p:nvSpPr>
          <p:spPr>
            <a:xfrm>
              <a:off x="2735705" y="4156474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" name="pl1555"/>
            <p:cNvSpPr/>
            <p:nvPr/>
          </p:nvSpPr>
          <p:spPr>
            <a:xfrm>
              <a:off x="2444378" y="3689185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" name="pl1556"/>
            <p:cNvSpPr/>
            <p:nvPr/>
          </p:nvSpPr>
          <p:spPr>
            <a:xfrm>
              <a:off x="1953387" y="3352397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" name="pl1557"/>
            <p:cNvSpPr/>
            <p:nvPr/>
          </p:nvSpPr>
          <p:spPr>
            <a:xfrm>
              <a:off x="2752265" y="407661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" name="pl1558"/>
            <p:cNvSpPr/>
            <p:nvPr/>
          </p:nvSpPr>
          <p:spPr>
            <a:xfrm>
              <a:off x="3298838" y="390847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" name="pl1559"/>
            <p:cNvSpPr/>
            <p:nvPr/>
          </p:nvSpPr>
          <p:spPr>
            <a:xfrm>
              <a:off x="2973034" y="4110309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" name="pl1560"/>
            <p:cNvSpPr/>
            <p:nvPr/>
          </p:nvSpPr>
          <p:spPr>
            <a:xfrm>
              <a:off x="2955444" y="409339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" name="pl1561"/>
            <p:cNvSpPr/>
            <p:nvPr/>
          </p:nvSpPr>
          <p:spPr>
            <a:xfrm>
              <a:off x="1938095" y="3451435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" name="pl1562"/>
            <p:cNvSpPr/>
            <p:nvPr/>
          </p:nvSpPr>
          <p:spPr>
            <a:xfrm>
              <a:off x="2781715" y="385943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" name="pl1563"/>
            <p:cNvSpPr/>
            <p:nvPr/>
          </p:nvSpPr>
          <p:spPr>
            <a:xfrm>
              <a:off x="2781715" y="385943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" name="pl1564"/>
            <p:cNvSpPr/>
            <p:nvPr/>
          </p:nvSpPr>
          <p:spPr>
            <a:xfrm>
              <a:off x="2151263" y="419846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" name="pl1565"/>
            <p:cNvSpPr/>
            <p:nvPr/>
          </p:nvSpPr>
          <p:spPr>
            <a:xfrm>
              <a:off x="2402732" y="364368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6" name="pl1566"/>
            <p:cNvSpPr/>
            <p:nvPr/>
          </p:nvSpPr>
          <p:spPr>
            <a:xfrm>
              <a:off x="2402732" y="364602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" name="pl1567"/>
            <p:cNvSpPr/>
            <p:nvPr/>
          </p:nvSpPr>
          <p:spPr>
            <a:xfrm>
              <a:off x="3046122" y="4447572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" name="pl1568"/>
            <p:cNvSpPr/>
            <p:nvPr/>
          </p:nvSpPr>
          <p:spPr>
            <a:xfrm>
              <a:off x="2748259" y="404089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" name="pl1569"/>
            <p:cNvSpPr/>
            <p:nvPr/>
          </p:nvSpPr>
          <p:spPr>
            <a:xfrm>
              <a:off x="2855411" y="376684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0" name="pl1570"/>
            <p:cNvSpPr/>
            <p:nvPr/>
          </p:nvSpPr>
          <p:spPr>
            <a:xfrm>
              <a:off x="2855411" y="378274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" name="pl1571"/>
            <p:cNvSpPr/>
            <p:nvPr/>
          </p:nvSpPr>
          <p:spPr>
            <a:xfrm>
              <a:off x="2934223" y="401291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2" name="pl1572"/>
            <p:cNvSpPr/>
            <p:nvPr/>
          </p:nvSpPr>
          <p:spPr>
            <a:xfrm>
              <a:off x="2934223" y="407388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3" name="pl1573"/>
            <p:cNvSpPr/>
            <p:nvPr/>
          </p:nvSpPr>
          <p:spPr>
            <a:xfrm>
              <a:off x="2882114" y="407388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" name="pl1574"/>
            <p:cNvSpPr/>
            <p:nvPr/>
          </p:nvSpPr>
          <p:spPr>
            <a:xfrm>
              <a:off x="2934223" y="407388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" name="pl1575"/>
            <p:cNvSpPr/>
            <p:nvPr/>
          </p:nvSpPr>
          <p:spPr>
            <a:xfrm>
              <a:off x="1929139" y="345183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6" name="pl1576"/>
            <p:cNvSpPr/>
            <p:nvPr/>
          </p:nvSpPr>
          <p:spPr>
            <a:xfrm>
              <a:off x="2435325" y="3689185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7" name="pl1577"/>
            <p:cNvSpPr/>
            <p:nvPr/>
          </p:nvSpPr>
          <p:spPr>
            <a:xfrm>
              <a:off x="2597615" y="418361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8" name="pl1578"/>
            <p:cNvSpPr/>
            <p:nvPr/>
          </p:nvSpPr>
          <p:spPr>
            <a:xfrm>
              <a:off x="2593383" y="418784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" name="pl1579"/>
            <p:cNvSpPr/>
            <p:nvPr/>
          </p:nvSpPr>
          <p:spPr>
            <a:xfrm>
              <a:off x="2597615" y="4142439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" name="pl1580"/>
            <p:cNvSpPr/>
            <p:nvPr/>
          </p:nvSpPr>
          <p:spPr>
            <a:xfrm>
              <a:off x="2392470" y="366550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1" name="pl1581"/>
            <p:cNvSpPr/>
            <p:nvPr/>
          </p:nvSpPr>
          <p:spPr>
            <a:xfrm>
              <a:off x="2685977" y="385563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" name="pl1582"/>
            <p:cNvSpPr/>
            <p:nvPr/>
          </p:nvSpPr>
          <p:spPr>
            <a:xfrm>
              <a:off x="2703498" y="383684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" name="pl1583"/>
            <p:cNvSpPr/>
            <p:nvPr/>
          </p:nvSpPr>
          <p:spPr>
            <a:xfrm>
              <a:off x="2695144" y="385563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4" name="pl1584"/>
            <p:cNvSpPr/>
            <p:nvPr/>
          </p:nvSpPr>
          <p:spPr>
            <a:xfrm>
              <a:off x="2391901" y="365868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5" name="pl1585"/>
            <p:cNvSpPr/>
            <p:nvPr/>
          </p:nvSpPr>
          <p:spPr>
            <a:xfrm>
              <a:off x="2337777" y="452335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6" name="pl1586"/>
            <p:cNvSpPr/>
            <p:nvPr/>
          </p:nvSpPr>
          <p:spPr>
            <a:xfrm>
              <a:off x="2737886" y="3825152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7" name="pl1587"/>
            <p:cNvSpPr/>
            <p:nvPr/>
          </p:nvSpPr>
          <p:spPr>
            <a:xfrm>
              <a:off x="2739181" y="3810016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" name="pl1588"/>
            <p:cNvSpPr/>
            <p:nvPr/>
          </p:nvSpPr>
          <p:spPr>
            <a:xfrm>
              <a:off x="2738645" y="3825152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" name="pl1589"/>
            <p:cNvSpPr/>
            <p:nvPr/>
          </p:nvSpPr>
          <p:spPr>
            <a:xfrm>
              <a:off x="2738837" y="381989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" name="pl1590"/>
            <p:cNvSpPr/>
            <p:nvPr/>
          </p:nvSpPr>
          <p:spPr>
            <a:xfrm>
              <a:off x="2739181" y="382482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1" name="pl1591"/>
            <p:cNvSpPr/>
            <p:nvPr/>
          </p:nvSpPr>
          <p:spPr>
            <a:xfrm>
              <a:off x="2660854" y="307578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2" name="pl1592"/>
            <p:cNvSpPr/>
            <p:nvPr/>
          </p:nvSpPr>
          <p:spPr>
            <a:xfrm>
              <a:off x="2160121" y="4526185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3" name="pl1593"/>
            <p:cNvSpPr/>
            <p:nvPr/>
          </p:nvSpPr>
          <p:spPr>
            <a:xfrm>
              <a:off x="2374383" y="314227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4" name="pl1594"/>
            <p:cNvSpPr/>
            <p:nvPr/>
          </p:nvSpPr>
          <p:spPr>
            <a:xfrm>
              <a:off x="2798846" y="383928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" name="pl1595"/>
            <p:cNvSpPr/>
            <p:nvPr/>
          </p:nvSpPr>
          <p:spPr>
            <a:xfrm>
              <a:off x="1769775" y="391763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" name="pl1596"/>
            <p:cNvSpPr/>
            <p:nvPr/>
          </p:nvSpPr>
          <p:spPr>
            <a:xfrm>
              <a:off x="1758694" y="391763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" name="pl1597"/>
            <p:cNvSpPr/>
            <p:nvPr/>
          </p:nvSpPr>
          <p:spPr>
            <a:xfrm>
              <a:off x="1769775" y="3902669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" name="pl1598"/>
            <p:cNvSpPr/>
            <p:nvPr/>
          </p:nvSpPr>
          <p:spPr>
            <a:xfrm>
              <a:off x="1928896" y="336508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" name="pl1599"/>
            <p:cNvSpPr/>
            <p:nvPr/>
          </p:nvSpPr>
          <p:spPr>
            <a:xfrm>
              <a:off x="1797260" y="3712785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0" name="pl1600"/>
            <p:cNvSpPr/>
            <p:nvPr/>
          </p:nvSpPr>
          <p:spPr>
            <a:xfrm>
              <a:off x="1989458" y="401659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1" name="pl1601"/>
            <p:cNvSpPr/>
            <p:nvPr/>
          </p:nvSpPr>
          <p:spPr>
            <a:xfrm>
              <a:off x="1992548" y="401939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2" name="pl1602"/>
            <p:cNvSpPr/>
            <p:nvPr/>
          </p:nvSpPr>
          <p:spPr>
            <a:xfrm>
              <a:off x="1788993" y="3902669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" name="pl1603"/>
            <p:cNvSpPr/>
            <p:nvPr/>
          </p:nvSpPr>
          <p:spPr>
            <a:xfrm>
              <a:off x="2167711" y="4170542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" name="pl1604"/>
            <p:cNvSpPr/>
            <p:nvPr/>
          </p:nvSpPr>
          <p:spPr>
            <a:xfrm>
              <a:off x="2167711" y="4165805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" name="pl1605"/>
            <p:cNvSpPr/>
            <p:nvPr/>
          </p:nvSpPr>
          <p:spPr>
            <a:xfrm>
              <a:off x="2150078" y="4165635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" name="pl1606"/>
            <p:cNvSpPr/>
            <p:nvPr/>
          </p:nvSpPr>
          <p:spPr>
            <a:xfrm>
              <a:off x="2750926" y="420001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" name="pl1607"/>
            <p:cNvSpPr/>
            <p:nvPr/>
          </p:nvSpPr>
          <p:spPr>
            <a:xfrm>
              <a:off x="2589399" y="420408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" name="pl1608"/>
            <p:cNvSpPr/>
            <p:nvPr/>
          </p:nvSpPr>
          <p:spPr>
            <a:xfrm>
              <a:off x="3225733" y="4126199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" name="pl1609"/>
            <p:cNvSpPr/>
            <p:nvPr/>
          </p:nvSpPr>
          <p:spPr>
            <a:xfrm>
              <a:off x="2444378" y="3674842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" name="pl1610"/>
            <p:cNvSpPr/>
            <p:nvPr/>
          </p:nvSpPr>
          <p:spPr>
            <a:xfrm>
              <a:off x="2448948" y="3685175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" name="pl1611"/>
            <p:cNvSpPr/>
            <p:nvPr/>
          </p:nvSpPr>
          <p:spPr>
            <a:xfrm>
              <a:off x="2150078" y="4165635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" name="pl1612"/>
            <p:cNvSpPr/>
            <p:nvPr/>
          </p:nvSpPr>
          <p:spPr>
            <a:xfrm>
              <a:off x="2690614" y="396525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" name="pl1613"/>
            <p:cNvSpPr/>
            <p:nvPr/>
          </p:nvSpPr>
          <p:spPr>
            <a:xfrm>
              <a:off x="2422167" y="461571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" name="pl1614"/>
            <p:cNvSpPr/>
            <p:nvPr/>
          </p:nvSpPr>
          <p:spPr>
            <a:xfrm>
              <a:off x="2775817" y="406166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" name="pl1615"/>
            <p:cNvSpPr/>
            <p:nvPr/>
          </p:nvSpPr>
          <p:spPr>
            <a:xfrm>
              <a:off x="2444378" y="3680319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" name="pl1616"/>
            <p:cNvSpPr/>
            <p:nvPr/>
          </p:nvSpPr>
          <p:spPr>
            <a:xfrm>
              <a:off x="1964088" y="430604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" name="pl1617"/>
            <p:cNvSpPr/>
            <p:nvPr/>
          </p:nvSpPr>
          <p:spPr>
            <a:xfrm>
              <a:off x="3151844" y="3570830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" name="pl1618"/>
            <p:cNvSpPr/>
            <p:nvPr/>
          </p:nvSpPr>
          <p:spPr>
            <a:xfrm>
              <a:off x="3143770" y="356266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" name="pl1619"/>
            <p:cNvSpPr/>
            <p:nvPr/>
          </p:nvSpPr>
          <p:spPr>
            <a:xfrm>
              <a:off x="3151844" y="354943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" name="pl1620"/>
            <p:cNvSpPr/>
            <p:nvPr/>
          </p:nvSpPr>
          <p:spPr>
            <a:xfrm>
              <a:off x="2781732" y="447049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" name="pl1621"/>
            <p:cNvSpPr/>
            <p:nvPr/>
          </p:nvSpPr>
          <p:spPr>
            <a:xfrm>
              <a:off x="2461352" y="356919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" name="pl1622"/>
            <p:cNvSpPr/>
            <p:nvPr/>
          </p:nvSpPr>
          <p:spPr>
            <a:xfrm>
              <a:off x="3124184" y="3947657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" name="pl1623"/>
            <p:cNvSpPr/>
            <p:nvPr/>
          </p:nvSpPr>
          <p:spPr>
            <a:xfrm>
              <a:off x="2422906" y="3678939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" name="pl1624"/>
            <p:cNvSpPr/>
            <p:nvPr/>
          </p:nvSpPr>
          <p:spPr>
            <a:xfrm>
              <a:off x="2400331" y="366550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" name="pl1625"/>
            <p:cNvSpPr/>
            <p:nvPr/>
          </p:nvSpPr>
          <p:spPr>
            <a:xfrm>
              <a:off x="2409213" y="366847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" name="pl1626"/>
            <p:cNvSpPr/>
            <p:nvPr/>
          </p:nvSpPr>
          <p:spPr>
            <a:xfrm>
              <a:off x="2494379" y="366612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" name="pl1627"/>
            <p:cNvSpPr/>
            <p:nvPr/>
          </p:nvSpPr>
          <p:spPr>
            <a:xfrm>
              <a:off x="1786194" y="388939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" name="pl1628"/>
            <p:cNvSpPr/>
            <p:nvPr/>
          </p:nvSpPr>
          <p:spPr>
            <a:xfrm>
              <a:off x="3000875" y="329668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" name="pl1629"/>
            <p:cNvSpPr/>
            <p:nvPr/>
          </p:nvSpPr>
          <p:spPr>
            <a:xfrm>
              <a:off x="2459556" y="366256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" name="pl1630"/>
            <p:cNvSpPr/>
            <p:nvPr/>
          </p:nvSpPr>
          <p:spPr>
            <a:xfrm>
              <a:off x="2432970" y="366256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" name="pl1631"/>
            <p:cNvSpPr/>
            <p:nvPr/>
          </p:nvSpPr>
          <p:spPr>
            <a:xfrm>
              <a:off x="2436741" y="366256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" name="pl1632"/>
            <p:cNvSpPr/>
            <p:nvPr/>
          </p:nvSpPr>
          <p:spPr>
            <a:xfrm>
              <a:off x="2459556" y="364778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" name="pl1633"/>
            <p:cNvSpPr/>
            <p:nvPr/>
          </p:nvSpPr>
          <p:spPr>
            <a:xfrm>
              <a:off x="2459556" y="3649133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" name="pl1634"/>
            <p:cNvSpPr/>
            <p:nvPr/>
          </p:nvSpPr>
          <p:spPr>
            <a:xfrm>
              <a:off x="2428700" y="366256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" name="pl1635"/>
            <p:cNvSpPr/>
            <p:nvPr/>
          </p:nvSpPr>
          <p:spPr>
            <a:xfrm>
              <a:off x="2442884" y="364541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" name="pl1636"/>
            <p:cNvSpPr/>
            <p:nvPr/>
          </p:nvSpPr>
          <p:spPr>
            <a:xfrm>
              <a:off x="2447097" y="366256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" name="pl1637"/>
            <p:cNvSpPr/>
            <p:nvPr/>
          </p:nvSpPr>
          <p:spPr>
            <a:xfrm>
              <a:off x="2452251" y="366256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" name="pl1638"/>
            <p:cNvSpPr/>
            <p:nvPr/>
          </p:nvSpPr>
          <p:spPr>
            <a:xfrm>
              <a:off x="2434961" y="366256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" name="pl1639"/>
            <p:cNvSpPr/>
            <p:nvPr/>
          </p:nvSpPr>
          <p:spPr>
            <a:xfrm>
              <a:off x="2447570" y="366256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" name="pl1640"/>
            <p:cNvSpPr/>
            <p:nvPr/>
          </p:nvSpPr>
          <p:spPr>
            <a:xfrm>
              <a:off x="2459556" y="3627664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" name="pl1641"/>
            <p:cNvSpPr/>
            <p:nvPr/>
          </p:nvSpPr>
          <p:spPr>
            <a:xfrm>
              <a:off x="2459556" y="366256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" name="pl1642"/>
            <p:cNvSpPr/>
            <p:nvPr/>
          </p:nvSpPr>
          <p:spPr>
            <a:xfrm>
              <a:off x="2438665" y="366256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" name="pl1643"/>
            <p:cNvSpPr/>
            <p:nvPr/>
          </p:nvSpPr>
          <p:spPr>
            <a:xfrm>
              <a:off x="2459556" y="3657949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" name="pl1644"/>
            <p:cNvSpPr/>
            <p:nvPr/>
          </p:nvSpPr>
          <p:spPr>
            <a:xfrm>
              <a:off x="2441510" y="366256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" name="pl1645"/>
            <p:cNvSpPr/>
            <p:nvPr/>
          </p:nvSpPr>
          <p:spPr>
            <a:xfrm>
              <a:off x="2424104" y="363681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" name="pl1646"/>
            <p:cNvSpPr/>
            <p:nvPr/>
          </p:nvSpPr>
          <p:spPr>
            <a:xfrm>
              <a:off x="2459556" y="366256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" name="pl1647"/>
            <p:cNvSpPr/>
            <p:nvPr/>
          </p:nvSpPr>
          <p:spPr>
            <a:xfrm>
              <a:off x="2428838" y="366256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" name="pl1648"/>
            <p:cNvSpPr/>
            <p:nvPr/>
          </p:nvSpPr>
          <p:spPr>
            <a:xfrm>
              <a:off x="2459556" y="365556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" name="pl1649"/>
            <p:cNvSpPr/>
            <p:nvPr/>
          </p:nvSpPr>
          <p:spPr>
            <a:xfrm>
              <a:off x="2459556" y="3652497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" name="pl1650"/>
            <p:cNvSpPr/>
            <p:nvPr/>
          </p:nvSpPr>
          <p:spPr>
            <a:xfrm>
              <a:off x="2459556" y="3626823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" name="pl1651"/>
            <p:cNvSpPr/>
            <p:nvPr/>
          </p:nvSpPr>
          <p:spPr>
            <a:xfrm>
              <a:off x="2459556" y="364180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" name="pl1652"/>
            <p:cNvSpPr/>
            <p:nvPr/>
          </p:nvSpPr>
          <p:spPr>
            <a:xfrm>
              <a:off x="2459556" y="365895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" name="pl1653"/>
            <p:cNvSpPr/>
            <p:nvPr/>
          </p:nvSpPr>
          <p:spPr>
            <a:xfrm>
              <a:off x="2459556" y="366256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" name="pl1654"/>
            <p:cNvSpPr/>
            <p:nvPr/>
          </p:nvSpPr>
          <p:spPr>
            <a:xfrm>
              <a:off x="2459556" y="3659651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" name="pl1655"/>
            <p:cNvSpPr/>
            <p:nvPr/>
          </p:nvSpPr>
          <p:spPr>
            <a:xfrm>
              <a:off x="2425909" y="366256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" name="pl1656"/>
            <p:cNvSpPr/>
            <p:nvPr/>
          </p:nvSpPr>
          <p:spPr>
            <a:xfrm>
              <a:off x="2459556" y="366256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" name="pl1657"/>
            <p:cNvSpPr/>
            <p:nvPr/>
          </p:nvSpPr>
          <p:spPr>
            <a:xfrm>
              <a:off x="2459556" y="363809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" name="pl1658"/>
            <p:cNvSpPr/>
            <p:nvPr/>
          </p:nvSpPr>
          <p:spPr>
            <a:xfrm>
              <a:off x="2458626" y="366256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" name="pl1659"/>
            <p:cNvSpPr/>
            <p:nvPr/>
          </p:nvSpPr>
          <p:spPr>
            <a:xfrm>
              <a:off x="2448948" y="366256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" name="pl1660"/>
            <p:cNvSpPr/>
            <p:nvPr/>
          </p:nvSpPr>
          <p:spPr>
            <a:xfrm>
              <a:off x="2459556" y="362490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" name="pl1661"/>
            <p:cNvSpPr/>
            <p:nvPr/>
          </p:nvSpPr>
          <p:spPr>
            <a:xfrm>
              <a:off x="2459556" y="364513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2" name="pl1662"/>
            <p:cNvSpPr/>
            <p:nvPr/>
          </p:nvSpPr>
          <p:spPr>
            <a:xfrm>
              <a:off x="2450001" y="366256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3" name="pl1663"/>
            <p:cNvSpPr/>
            <p:nvPr/>
          </p:nvSpPr>
          <p:spPr>
            <a:xfrm>
              <a:off x="2441894" y="366256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" name="pl1664"/>
            <p:cNvSpPr/>
            <p:nvPr/>
          </p:nvSpPr>
          <p:spPr>
            <a:xfrm>
              <a:off x="2459556" y="3654809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" name="pl1665"/>
            <p:cNvSpPr/>
            <p:nvPr/>
          </p:nvSpPr>
          <p:spPr>
            <a:xfrm>
              <a:off x="2478663" y="365847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" name="pl1666"/>
            <p:cNvSpPr/>
            <p:nvPr/>
          </p:nvSpPr>
          <p:spPr>
            <a:xfrm>
              <a:off x="2781732" y="447049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" name="pl1667"/>
            <p:cNvSpPr/>
            <p:nvPr/>
          </p:nvSpPr>
          <p:spPr>
            <a:xfrm>
              <a:off x="2363620" y="3702346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" name="pl1668"/>
            <p:cNvSpPr/>
            <p:nvPr/>
          </p:nvSpPr>
          <p:spPr>
            <a:xfrm>
              <a:off x="2821419" y="4597599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" name="pl1669"/>
            <p:cNvSpPr/>
            <p:nvPr/>
          </p:nvSpPr>
          <p:spPr>
            <a:xfrm>
              <a:off x="2770589" y="3797708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" name="pl1670"/>
            <p:cNvSpPr/>
            <p:nvPr/>
          </p:nvSpPr>
          <p:spPr>
            <a:xfrm>
              <a:off x="2735640" y="3805975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" name="pl1671"/>
            <p:cNvSpPr/>
            <p:nvPr/>
          </p:nvSpPr>
          <p:spPr>
            <a:xfrm>
              <a:off x="2970561" y="4091866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" name="pl1672"/>
            <p:cNvSpPr/>
            <p:nvPr/>
          </p:nvSpPr>
          <p:spPr>
            <a:xfrm>
              <a:off x="2038419" y="326104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" name="pl1673"/>
            <p:cNvSpPr/>
            <p:nvPr/>
          </p:nvSpPr>
          <p:spPr>
            <a:xfrm>
              <a:off x="2434227" y="368838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" name="pl1674"/>
            <p:cNvSpPr/>
            <p:nvPr/>
          </p:nvSpPr>
          <p:spPr>
            <a:xfrm>
              <a:off x="3180898" y="4262912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" name="pl1675"/>
            <p:cNvSpPr/>
            <p:nvPr/>
          </p:nvSpPr>
          <p:spPr>
            <a:xfrm>
              <a:off x="3170958" y="427964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" name="pl1676"/>
            <p:cNvSpPr/>
            <p:nvPr/>
          </p:nvSpPr>
          <p:spPr>
            <a:xfrm>
              <a:off x="2692831" y="462707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" name="pl1677"/>
            <p:cNvSpPr/>
            <p:nvPr/>
          </p:nvSpPr>
          <p:spPr>
            <a:xfrm>
              <a:off x="2653030" y="3924536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8" name="pl1678"/>
            <p:cNvSpPr/>
            <p:nvPr/>
          </p:nvSpPr>
          <p:spPr>
            <a:xfrm>
              <a:off x="3199731" y="348057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" name="pl1679"/>
            <p:cNvSpPr/>
            <p:nvPr/>
          </p:nvSpPr>
          <p:spPr>
            <a:xfrm>
              <a:off x="2723881" y="387564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0" name="pl1680"/>
            <p:cNvSpPr/>
            <p:nvPr/>
          </p:nvSpPr>
          <p:spPr>
            <a:xfrm>
              <a:off x="2787853" y="404533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" name="pl1681"/>
            <p:cNvSpPr/>
            <p:nvPr/>
          </p:nvSpPr>
          <p:spPr>
            <a:xfrm>
              <a:off x="2732377" y="383684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" name="pl1682"/>
            <p:cNvSpPr/>
            <p:nvPr/>
          </p:nvSpPr>
          <p:spPr>
            <a:xfrm>
              <a:off x="2766105" y="380254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3" name="pl1683"/>
            <p:cNvSpPr/>
            <p:nvPr/>
          </p:nvSpPr>
          <p:spPr>
            <a:xfrm>
              <a:off x="2766105" y="3784196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4" name="pl1684"/>
            <p:cNvSpPr/>
            <p:nvPr/>
          </p:nvSpPr>
          <p:spPr>
            <a:xfrm>
              <a:off x="3287014" y="380041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5" name="pl1685"/>
            <p:cNvSpPr/>
            <p:nvPr/>
          </p:nvSpPr>
          <p:spPr>
            <a:xfrm>
              <a:off x="1974131" y="437780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" name="pl1686"/>
            <p:cNvSpPr/>
            <p:nvPr/>
          </p:nvSpPr>
          <p:spPr>
            <a:xfrm>
              <a:off x="2444378" y="3689185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7" name="pl1687"/>
            <p:cNvSpPr/>
            <p:nvPr/>
          </p:nvSpPr>
          <p:spPr>
            <a:xfrm>
              <a:off x="2436187" y="368742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8" name="pl1688"/>
            <p:cNvSpPr/>
            <p:nvPr/>
          </p:nvSpPr>
          <p:spPr>
            <a:xfrm>
              <a:off x="2151220" y="419846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9" name="pl1689"/>
            <p:cNvSpPr/>
            <p:nvPr/>
          </p:nvSpPr>
          <p:spPr>
            <a:xfrm>
              <a:off x="2374441" y="368945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" name="pl1690"/>
            <p:cNvSpPr/>
            <p:nvPr/>
          </p:nvSpPr>
          <p:spPr>
            <a:xfrm>
              <a:off x="2448948" y="3685175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" name="pl1691"/>
            <p:cNvSpPr/>
            <p:nvPr/>
          </p:nvSpPr>
          <p:spPr>
            <a:xfrm>
              <a:off x="2720624" y="3890859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" name="pl1692"/>
            <p:cNvSpPr/>
            <p:nvPr/>
          </p:nvSpPr>
          <p:spPr>
            <a:xfrm>
              <a:off x="2716844" y="3907965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" name="pl1693"/>
            <p:cNvSpPr/>
            <p:nvPr/>
          </p:nvSpPr>
          <p:spPr>
            <a:xfrm>
              <a:off x="2633125" y="403207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" name="pl1694"/>
            <p:cNvSpPr/>
            <p:nvPr/>
          </p:nvSpPr>
          <p:spPr>
            <a:xfrm>
              <a:off x="2633125" y="3979277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" name="pl1695"/>
            <p:cNvSpPr/>
            <p:nvPr/>
          </p:nvSpPr>
          <p:spPr>
            <a:xfrm>
              <a:off x="2607839" y="405058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6" name="pl1696"/>
            <p:cNvSpPr/>
            <p:nvPr/>
          </p:nvSpPr>
          <p:spPr>
            <a:xfrm>
              <a:off x="2621338" y="405058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7" name="pl1697"/>
            <p:cNvSpPr/>
            <p:nvPr/>
          </p:nvSpPr>
          <p:spPr>
            <a:xfrm>
              <a:off x="2628779" y="405058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" name="pl1698"/>
            <p:cNvSpPr/>
            <p:nvPr/>
          </p:nvSpPr>
          <p:spPr>
            <a:xfrm>
              <a:off x="2439491" y="3591040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" name="pl1699"/>
            <p:cNvSpPr/>
            <p:nvPr/>
          </p:nvSpPr>
          <p:spPr>
            <a:xfrm>
              <a:off x="2431267" y="360722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0" name="pl1700"/>
            <p:cNvSpPr/>
            <p:nvPr/>
          </p:nvSpPr>
          <p:spPr>
            <a:xfrm>
              <a:off x="2442489" y="360722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" name="pl1701"/>
            <p:cNvSpPr/>
            <p:nvPr/>
          </p:nvSpPr>
          <p:spPr>
            <a:xfrm>
              <a:off x="2441784" y="3573583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" name="pt1702"/>
            <p:cNvSpPr/>
            <p:nvPr/>
          </p:nvSpPr>
          <p:spPr>
            <a:xfrm>
              <a:off x="2586605" y="309986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" name="pt1703"/>
            <p:cNvSpPr/>
            <p:nvPr/>
          </p:nvSpPr>
          <p:spPr>
            <a:xfrm>
              <a:off x="2372524" y="3632390"/>
              <a:ext cx="67219" cy="67219"/>
            </a:xfrm>
            <a:prstGeom prst="ellipse">
              <a:avLst/>
            </a:prstGeom>
            <a:solidFill>
              <a:srgbClr val="D95F02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" name="pt1704"/>
            <p:cNvSpPr/>
            <p:nvPr/>
          </p:nvSpPr>
          <p:spPr>
            <a:xfrm>
              <a:off x="2978744" y="3983524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" name="pt1705"/>
            <p:cNvSpPr/>
            <p:nvPr/>
          </p:nvSpPr>
          <p:spPr>
            <a:xfrm>
              <a:off x="2452299" y="363998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" name="pt1706"/>
            <p:cNvSpPr/>
            <p:nvPr/>
          </p:nvSpPr>
          <p:spPr>
            <a:xfrm>
              <a:off x="3075773" y="3372777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" name="pg1707"/>
            <p:cNvSpPr/>
            <p:nvPr/>
          </p:nvSpPr>
          <p:spPr>
            <a:xfrm>
              <a:off x="2568876" y="414327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" name="pt1708"/>
            <p:cNvSpPr/>
            <p:nvPr/>
          </p:nvSpPr>
          <p:spPr>
            <a:xfrm>
              <a:off x="2430132" y="3677526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9" name="pl1709"/>
            <p:cNvSpPr/>
            <p:nvPr/>
          </p:nvSpPr>
          <p:spPr>
            <a:xfrm>
              <a:off x="2575023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" name="pl1710"/>
            <p:cNvSpPr/>
            <p:nvPr/>
          </p:nvSpPr>
          <p:spPr>
            <a:xfrm>
              <a:off x="2575023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" name="pl1711"/>
            <p:cNvSpPr/>
            <p:nvPr/>
          </p:nvSpPr>
          <p:spPr>
            <a:xfrm>
              <a:off x="2564909" y="362713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" name="pl1712"/>
            <p:cNvSpPr/>
            <p:nvPr/>
          </p:nvSpPr>
          <p:spPr>
            <a:xfrm>
              <a:off x="2599440" y="359259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3" name="pt1713"/>
            <p:cNvSpPr/>
            <p:nvPr/>
          </p:nvSpPr>
          <p:spPr>
            <a:xfrm>
              <a:off x="2408532" y="3625552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" name="pg1714"/>
            <p:cNvSpPr/>
            <p:nvPr/>
          </p:nvSpPr>
          <p:spPr>
            <a:xfrm>
              <a:off x="2150636" y="35110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" name="pt1715"/>
            <p:cNvSpPr/>
            <p:nvPr/>
          </p:nvSpPr>
          <p:spPr>
            <a:xfrm>
              <a:off x="2940358" y="3972574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" name="pt1716"/>
            <p:cNvSpPr/>
            <p:nvPr/>
          </p:nvSpPr>
          <p:spPr>
            <a:xfrm>
              <a:off x="2356432" y="3625348"/>
              <a:ext cx="74834" cy="74834"/>
            </a:xfrm>
            <a:prstGeom prst="ellipse">
              <a:avLst/>
            </a:prstGeom>
            <a:solidFill>
              <a:srgbClr val="7570B3">
                <a:alpha val="4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" name="pt1717"/>
            <p:cNvSpPr/>
            <p:nvPr/>
          </p:nvSpPr>
          <p:spPr>
            <a:xfrm>
              <a:off x="2968647" y="3934764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" name="pt1718"/>
            <p:cNvSpPr/>
            <p:nvPr/>
          </p:nvSpPr>
          <p:spPr>
            <a:xfrm>
              <a:off x="2609069" y="4469344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" name="pt1719"/>
            <p:cNvSpPr/>
            <p:nvPr/>
          </p:nvSpPr>
          <p:spPr>
            <a:xfrm>
              <a:off x="2689244" y="4017257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" name="pg1720"/>
            <p:cNvSpPr/>
            <p:nvPr/>
          </p:nvSpPr>
          <p:spPr>
            <a:xfrm>
              <a:off x="2607214" y="39984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" name="pt1721"/>
            <p:cNvSpPr/>
            <p:nvPr/>
          </p:nvSpPr>
          <p:spPr>
            <a:xfrm>
              <a:off x="2794115" y="3770174"/>
              <a:ext cx="67219" cy="67219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" name="pt1722"/>
            <p:cNvSpPr/>
            <p:nvPr/>
          </p:nvSpPr>
          <p:spPr>
            <a:xfrm>
              <a:off x="3065378" y="337787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" name="pg1723"/>
            <p:cNvSpPr/>
            <p:nvPr/>
          </p:nvSpPr>
          <p:spPr>
            <a:xfrm>
              <a:off x="2682909" y="380334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" name="pt1724"/>
            <p:cNvSpPr/>
            <p:nvPr/>
          </p:nvSpPr>
          <p:spPr>
            <a:xfrm>
              <a:off x="2841417" y="317228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" name="pt1725"/>
            <p:cNvSpPr/>
            <p:nvPr/>
          </p:nvSpPr>
          <p:spPr>
            <a:xfrm>
              <a:off x="2364788" y="3710700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" name="pt1726"/>
            <p:cNvSpPr/>
            <p:nvPr/>
          </p:nvSpPr>
          <p:spPr>
            <a:xfrm>
              <a:off x="2371601" y="3663288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" name="pg1727"/>
            <p:cNvSpPr/>
            <p:nvPr/>
          </p:nvSpPr>
          <p:spPr>
            <a:xfrm>
              <a:off x="2574487" y="41661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8" name="pt1728"/>
            <p:cNvSpPr/>
            <p:nvPr/>
          </p:nvSpPr>
          <p:spPr>
            <a:xfrm>
              <a:off x="2698961" y="378699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9" name="pt1729"/>
            <p:cNvSpPr/>
            <p:nvPr/>
          </p:nvSpPr>
          <p:spPr>
            <a:xfrm>
              <a:off x="2126511" y="4493599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0" name="pt1730"/>
            <p:cNvSpPr/>
            <p:nvPr/>
          </p:nvSpPr>
          <p:spPr>
            <a:xfrm>
              <a:off x="2741608" y="418610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1" name="pt1731"/>
            <p:cNvSpPr/>
            <p:nvPr/>
          </p:nvSpPr>
          <p:spPr>
            <a:xfrm>
              <a:off x="2555902" y="4208130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2" name="pt1732"/>
            <p:cNvSpPr/>
            <p:nvPr/>
          </p:nvSpPr>
          <p:spPr>
            <a:xfrm>
              <a:off x="2484076" y="3619114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3" name="pl1733"/>
            <p:cNvSpPr/>
            <p:nvPr/>
          </p:nvSpPr>
          <p:spPr>
            <a:xfrm>
              <a:off x="2224012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" name="pl1734"/>
            <p:cNvSpPr/>
            <p:nvPr/>
          </p:nvSpPr>
          <p:spPr>
            <a:xfrm>
              <a:off x="2224012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" name="pl1735"/>
            <p:cNvSpPr/>
            <p:nvPr/>
          </p:nvSpPr>
          <p:spPr>
            <a:xfrm>
              <a:off x="2213898" y="455368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" name="pl1736"/>
            <p:cNvSpPr/>
            <p:nvPr/>
          </p:nvSpPr>
          <p:spPr>
            <a:xfrm>
              <a:off x="2248429" y="4519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" name="pg1737"/>
            <p:cNvSpPr/>
            <p:nvPr/>
          </p:nvSpPr>
          <p:spPr>
            <a:xfrm>
              <a:off x="2505935" y="36068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8" name="pt1738"/>
            <p:cNvSpPr/>
            <p:nvPr/>
          </p:nvSpPr>
          <p:spPr>
            <a:xfrm>
              <a:off x="2726926" y="4200551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39" name="pt1739"/>
            <p:cNvSpPr/>
            <p:nvPr/>
          </p:nvSpPr>
          <p:spPr>
            <a:xfrm>
              <a:off x="2750732" y="4177114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0" name="pl1740"/>
            <p:cNvSpPr/>
            <p:nvPr/>
          </p:nvSpPr>
          <p:spPr>
            <a:xfrm>
              <a:off x="2386301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" name="pl1741"/>
            <p:cNvSpPr/>
            <p:nvPr/>
          </p:nvSpPr>
          <p:spPr>
            <a:xfrm>
              <a:off x="2386301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" name="pl1742"/>
            <p:cNvSpPr/>
            <p:nvPr/>
          </p:nvSpPr>
          <p:spPr>
            <a:xfrm>
              <a:off x="2368572" y="368877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" name="pl1743"/>
            <p:cNvSpPr/>
            <p:nvPr/>
          </p:nvSpPr>
          <p:spPr>
            <a:xfrm>
              <a:off x="2429104" y="3628239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" name="pt1744"/>
            <p:cNvSpPr/>
            <p:nvPr/>
          </p:nvSpPr>
          <p:spPr>
            <a:xfrm>
              <a:off x="2645520" y="3840312"/>
              <a:ext cx="48833" cy="48833"/>
            </a:xfrm>
            <a:prstGeom prst="ellipse">
              <a:avLst/>
            </a:prstGeom>
            <a:solidFill>
              <a:srgbClr val="1B9E77">
                <a:alpha val="4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5" name="pt1745"/>
            <p:cNvSpPr/>
            <p:nvPr/>
          </p:nvSpPr>
          <p:spPr>
            <a:xfrm>
              <a:off x="2661560" y="384232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46" name="pl1746"/>
            <p:cNvSpPr/>
            <p:nvPr/>
          </p:nvSpPr>
          <p:spPr>
            <a:xfrm>
              <a:off x="2726102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" name="pl1747"/>
            <p:cNvSpPr/>
            <p:nvPr/>
          </p:nvSpPr>
          <p:spPr>
            <a:xfrm>
              <a:off x="2726102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" name="pl1748"/>
            <p:cNvSpPr/>
            <p:nvPr/>
          </p:nvSpPr>
          <p:spPr>
            <a:xfrm>
              <a:off x="2715989" y="42140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" name="pl1749"/>
            <p:cNvSpPr/>
            <p:nvPr/>
          </p:nvSpPr>
          <p:spPr>
            <a:xfrm>
              <a:off x="2750519" y="41794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" name="pl1750"/>
            <p:cNvSpPr/>
            <p:nvPr/>
          </p:nvSpPr>
          <p:spPr>
            <a:xfrm>
              <a:off x="2463102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" name="pl1751"/>
            <p:cNvSpPr/>
            <p:nvPr/>
          </p:nvSpPr>
          <p:spPr>
            <a:xfrm>
              <a:off x="2463102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" name="pl1752"/>
            <p:cNvSpPr/>
            <p:nvPr/>
          </p:nvSpPr>
          <p:spPr>
            <a:xfrm>
              <a:off x="2452988" y="3625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" name="pl1753"/>
            <p:cNvSpPr/>
            <p:nvPr/>
          </p:nvSpPr>
          <p:spPr>
            <a:xfrm>
              <a:off x="2487518" y="3590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" name="pt1754"/>
            <p:cNvSpPr/>
            <p:nvPr/>
          </p:nvSpPr>
          <p:spPr>
            <a:xfrm>
              <a:off x="2569448" y="4034322"/>
              <a:ext cx="48833" cy="48833"/>
            </a:xfrm>
            <a:prstGeom prst="ellipse">
              <a:avLst/>
            </a:prstGeom>
            <a:solidFill>
              <a:srgbClr val="A6761D">
                <a:alpha val="6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55" name="pt1755"/>
            <p:cNvSpPr/>
            <p:nvPr/>
          </p:nvSpPr>
          <p:spPr>
            <a:xfrm>
              <a:off x="2397232" y="3624427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56" name="pl1756"/>
            <p:cNvSpPr/>
            <p:nvPr/>
          </p:nvSpPr>
          <p:spPr>
            <a:xfrm>
              <a:off x="2135615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" name="pl1757"/>
            <p:cNvSpPr/>
            <p:nvPr/>
          </p:nvSpPr>
          <p:spPr>
            <a:xfrm>
              <a:off x="2135615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" name="pl1758"/>
            <p:cNvSpPr/>
            <p:nvPr/>
          </p:nvSpPr>
          <p:spPr>
            <a:xfrm>
              <a:off x="2125501" y="31873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" name="pl1759"/>
            <p:cNvSpPr/>
            <p:nvPr/>
          </p:nvSpPr>
          <p:spPr>
            <a:xfrm>
              <a:off x="2160032" y="31528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" name="pl1760"/>
            <p:cNvSpPr/>
            <p:nvPr/>
          </p:nvSpPr>
          <p:spPr>
            <a:xfrm>
              <a:off x="2383190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" name="pl1761"/>
            <p:cNvSpPr/>
            <p:nvPr/>
          </p:nvSpPr>
          <p:spPr>
            <a:xfrm>
              <a:off x="2383190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" name="pl1762"/>
            <p:cNvSpPr/>
            <p:nvPr/>
          </p:nvSpPr>
          <p:spPr>
            <a:xfrm>
              <a:off x="2357845" y="3689185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" name="pl1763"/>
            <p:cNvSpPr/>
            <p:nvPr/>
          </p:nvSpPr>
          <p:spPr>
            <a:xfrm>
              <a:off x="2444378" y="360265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" name="pl1764"/>
            <p:cNvSpPr/>
            <p:nvPr/>
          </p:nvSpPr>
          <p:spPr>
            <a:xfrm>
              <a:off x="2670079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" name="pl1765"/>
            <p:cNvSpPr/>
            <p:nvPr/>
          </p:nvSpPr>
          <p:spPr>
            <a:xfrm>
              <a:off x="2670079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" name="pl1766"/>
            <p:cNvSpPr/>
            <p:nvPr/>
          </p:nvSpPr>
          <p:spPr>
            <a:xfrm>
              <a:off x="2651451" y="396525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" name="pl1767"/>
            <p:cNvSpPr/>
            <p:nvPr/>
          </p:nvSpPr>
          <p:spPr>
            <a:xfrm>
              <a:off x="2715052" y="390165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" name="pt1768"/>
            <p:cNvSpPr/>
            <p:nvPr/>
          </p:nvSpPr>
          <p:spPr>
            <a:xfrm>
              <a:off x="1962464" y="337163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69" name="pl1769"/>
            <p:cNvSpPr/>
            <p:nvPr/>
          </p:nvSpPr>
          <p:spPr>
            <a:xfrm>
              <a:off x="1960133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" name="pl1770"/>
            <p:cNvSpPr/>
            <p:nvPr/>
          </p:nvSpPr>
          <p:spPr>
            <a:xfrm>
              <a:off x="1960133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" name="pl1771"/>
            <p:cNvSpPr/>
            <p:nvPr/>
          </p:nvSpPr>
          <p:spPr>
            <a:xfrm>
              <a:off x="1950019" y="3331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" name="pl1772"/>
            <p:cNvSpPr/>
            <p:nvPr/>
          </p:nvSpPr>
          <p:spPr>
            <a:xfrm>
              <a:off x="1984550" y="32970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" name="pt1773"/>
            <p:cNvSpPr/>
            <p:nvPr/>
          </p:nvSpPr>
          <p:spPr>
            <a:xfrm>
              <a:off x="2410393" y="3668966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4" name="pl1774"/>
            <p:cNvSpPr/>
            <p:nvPr/>
          </p:nvSpPr>
          <p:spPr>
            <a:xfrm>
              <a:off x="2102300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" name="pl1775"/>
            <p:cNvSpPr/>
            <p:nvPr/>
          </p:nvSpPr>
          <p:spPr>
            <a:xfrm>
              <a:off x="2102300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6" name="pl1776"/>
            <p:cNvSpPr/>
            <p:nvPr/>
          </p:nvSpPr>
          <p:spPr>
            <a:xfrm>
              <a:off x="2092186" y="41276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" name="pl1777"/>
            <p:cNvSpPr/>
            <p:nvPr/>
          </p:nvSpPr>
          <p:spPr>
            <a:xfrm>
              <a:off x="2126717" y="409310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" name="pl1778"/>
            <p:cNvSpPr/>
            <p:nvPr/>
          </p:nvSpPr>
          <p:spPr>
            <a:xfrm>
              <a:off x="2836441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" name="pl1779"/>
            <p:cNvSpPr/>
            <p:nvPr/>
          </p:nvSpPr>
          <p:spPr>
            <a:xfrm>
              <a:off x="2836441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" name="pl1780"/>
            <p:cNvSpPr/>
            <p:nvPr/>
          </p:nvSpPr>
          <p:spPr>
            <a:xfrm>
              <a:off x="2826327" y="32055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" name="pl1781"/>
            <p:cNvSpPr/>
            <p:nvPr/>
          </p:nvSpPr>
          <p:spPr>
            <a:xfrm>
              <a:off x="2860858" y="31710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" name="pt1782"/>
            <p:cNvSpPr/>
            <p:nvPr/>
          </p:nvSpPr>
          <p:spPr>
            <a:xfrm>
              <a:off x="2317815" y="3688220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" name="pt1783"/>
            <p:cNvSpPr/>
            <p:nvPr/>
          </p:nvSpPr>
          <p:spPr>
            <a:xfrm>
              <a:off x="2355049" y="3635412"/>
              <a:ext cx="48833" cy="48833"/>
            </a:xfrm>
            <a:prstGeom prst="ellipse">
              <a:avLst/>
            </a:prstGeom>
            <a:solidFill>
              <a:srgbClr val="A6761D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4" name="pt1784"/>
            <p:cNvSpPr/>
            <p:nvPr/>
          </p:nvSpPr>
          <p:spPr>
            <a:xfrm>
              <a:off x="2342057" y="3121822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5" name="pt1785"/>
            <p:cNvSpPr/>
            <p:nvPr/>
          </p:nvSpPr>
          <p:spPr>
            <a:xfrm>
              <a:off x="2571011" y="4314720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6" name="pt1786"/>
            <p:cNvSpPr/>
            <p:nvPr/>
          </p:nvSpPr>
          <p:spPr>
            <a:xfrm>
              <a:off x="2415075" y="356662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" name="pt1787"/>
            <p:cNvSpPr/>
            <p:nvPr/>
          </p:nvSpPr>
          <p:spPr>
            <a:xfrm>
              <a:off x="1825182" y="3578553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8" name="pt1788"/>
            <p:cNvSpPr/>
            <p:nvPr/>
          </p:nvSpPr>
          <p:spPr>
            <a:xfrm>
              <a:off x="2096949" y="3944485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9" name="pl1789"/>
            <p:cNvSpPr/>
            <p:nvPr/>
          </p:nvSpPr>
          <p:spPr>
            <a:xfrm>
              <a:off x="2675715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" name="pl1790"/>
            <p:cNvSpPr/>
            <p:nvPr/>
          </p:nvSpPr>
          <p:spPr>
            <a:xfrm>
              <a:off x="2675715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" name="pl1791"/>
            <p:cNvSpPr/>
            <p:nvPr/>
          </p:nvSpPr>
          <p:spPr>
            <a:xfrm>
              <a:off x="2665601" y="46139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" name="pl1792"/>
            <p:cNvSpPr/>
            <p:nvPr/>
          </p:nvSpPr>
          <p:spPr>
            <a:xfrm>
              <a:off x="2700132" y="45793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" name="pg1793"/>
            <p:cNvSpPr/>
            <p:nvPr/>
          </p:nvSpPr>
          <p:spPr>
            <a:xfrm>
              <a:off x="2341782" y="365144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" name="pl1794"/>
            <p:cNvSpPr/>
            <p:nvPr/>
          </p:nvSpPr>
          <p:spPr>
            <a:xfrm>
              <a:off x="2349645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" name="pl1795"/>
            <p:cNvSpPr/>
            <p:nvPr/>
          </p:nvSpPr>
          <p:spPr>
            <a:xfrm>
              <a:off x="2349645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" name="pl1796"/>
            <p:cNvSpPr/>
            <p:nvPr/>
          </p:nvSpPr>
          <p:spPr>
            <a:xfrm>
              <a:off x="2339532" y="36715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" name="pl1797"/>
            <p:cNvSpPr/>
            <p:nvPr/>
          </p:nvSpPr>
          <p:spPr>
            <a:xfrm>
              <a:off x="2374062" y="36370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" name="pg1798"/>
            <p:cNvSpPr/>
            <p:nvPr/>
          </p:nvSpPr>
          <p:spPr>
            <a:xfrm>
              <a:off x="2557969" y="405139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" name="pt1799"/>
            <p:cNvSpPr/>
            <p:nvPr/>
          </p:nvSpPr>
          <p:spPr>
            <a:xfrm>
              <a:off x="1748649" y="390322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" name="pl1800"/>
            <p:cNvSpPr/>
            <p:nvPr/>
          </p:nvSpPr>
          <p:spPr>
            <a:xfrm>
              <a:off x="2358845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5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1" name="pl1801"/>
            <p:cNvSpPr/>
            <p:nvPr/>
          </p:nvSpPr>
          <p:spPr>
            <a:xfrm>
              <a:off x="2358845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5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2" name="pl1802"/>
            <p:cNvSpPr/>
            <p:nvPr/>
          </p:nvSpPr>
          <p:spPr>
            <a:xfrm>
              <a:off x="2337962" y="364368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5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" name="pl1803"/>
            <p:cNvSpPr/>
            <p:nvPr/>
          </p:nvSpPr>
          <p:spPr>
            <a:xfrm>
              <a:off x="2409263" y="3572382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5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" name="pl1804"/>
            <p:cNvSpPr/>
            <p:nvPr/>
          </p:nvSpPr>
          <p:spPr>
            <a:xfrm>
              <a:off x="2393849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5" name="pl1805"/>
            <p:cNvSpPr/>
            <p:nvPr/>
          </p:nvSpPr>
          <p:spPr>
            <a:xfrm>
              <a:off x="2393849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6" name="pl1806"/>
            <p:cNvSpPr/>
            <p:nvPr/>
          </p:nvSpPr>
          <p:spPr>
            <a:xfrm>
              <a:off x="2378351" y="362094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7" name="pl1807"/>
            <p:cNvSpPr/>
            <p:nvPr/>
          </p:nvSpPr>
          <p:spPr>
            <a:xfrm>
              <a:off x="2431267" y="356803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" name="pl1808"/>
            <p:cNvSpPr/>
            <p:nvPr/>
          </p:nvSpPr>
          <p:spPr>
            <a:xfrm>
              <a:off x="2805799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" name="pl1809"/>
            <p:cNvSpPr/>
            <p:nvPr/>
          </p:nvSpPr>
          <p:spPr>
            <a:xfrm>
              <a:off x="2805799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0" name="pl1810"/>
            <p:cNvSpPr/>
            <p:nvPr/>
          </p:nvSpPr>
          <p:spPr>
            <a:xfrm>
              <a:off x="2795685" y="41364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" name="pl1811"/>
            <p:cNvSpPr/>
            <p:nvPr/>
          </p:nvSpPr>
          <p:spPr>
            <a:xfrm>
              <a:off x="2830215" y="41018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" name="pl1812"/>
            <p:cNvSpPr/>
            <p:nvPr/>
          </p:nvSpPr>
          <p:spPr>
            <a:xfrm>
              <a:off x="2659394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3" name="pl1813"/>
            <p:cNvSpPr/>
            <p:nvPr/>
          </p:nvSpPr>
          <p:spPr>
            <a:xfrm>
              <a:off x="2659394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4" name="pl1814"/>
            <p:cNvSpPr/>
            <p:nvPr/>
          </p:nvSpPr>
          <p:spPr>
            <a:xfrm>
              <a:off x="2632682" y="4015538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5" name="pl1815"/>
            <p:cNvSpPr/>
            <p:nvPr/>
          </p:nvSpPr>
          <p:spPr>
            <a:xfrm>
              <a:off x="2723881" y="392433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6" name="pt1816"/>
            <p:cNvSpPr/>
            <p:nvPr/>
          </p:nvSpPr>
          <p:spPr>
            <a:xfrm>
              <a:off x="2491848" y="3606305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" name="pl1817"/>
            <p:cNvSpPr/>
            <p:nvPr/>
          </p:nvSpPr>
          <p:spPr>
            <a:xfrm>
              <a:off x="2397232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" name="pl1818"/>
            <p:cNvSpPr/>
            <p:nvPr/>
          </p:nvSpPr>
          <p:spPr>
            <a:xfrm>
              <a:off x="2397232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" name="pl1819"/>
            <p:cNvSpPr/>
            <p:nvPr/>
          </p:nvSpPr>
          <p:spPr>
            <a:xfrm>
              <a:off x="2374489" y="3620887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" name="pl1820"/>
            <p:cNvSpPr/>
            <p:nvPr/>
          </p:nvSpPr>
          <p:spPr>
            <a:xfrm>
              <a:off x="2452137" y="354323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1" name="pl1821"/>
            <p:cNvSpPr/>
            <p:nvPr/>
          </p:nvSpPr>
          <p:spPr>
            <a:xfrm>
              <a:off x="2285266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2" name="pl1822"/>
            <p:cNvSpPr/>
            <p:nvPr/>
          </p:nvSpPr>
          <p:spPr>
            <a:xfrm>
              <a:off x="2285266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3" name="pl1823"/>
            <p:cNvSpPr/>
            <p:nvPr/>
          </p:nvSpPr>
          <p:spPr>
            <a:xfrm>
              <a:off x="2275152" y="368916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4" name="pl1824"/>
            <p:cNvSpPr/>
            <p:nvPr/>
          </p:nvSpPr>
          <p:spPr>
            <a:xfrm>
              <a:off x="2309682" y="36546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" name="pt1825"/>
            <p:cNvSpPr/>
            <p:nvPr/>
          </p:nvSpPr>
          <p:spPr>
            <a:xfrm>
              <a:off x="2343238" y="3718805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" name="pt1826"/>
            <p:cNvSpPr/>
            <p:nvPr/>
          </p:nvSpPr>
          <p:spPr>
            <a:xfrm>
              <a:off x="2498794" y="3626674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7" name="pl1827"/>
            <p:cNvSpPr/>
            <p:nvPr/>
          </p:nvSpPr>
          <p:spPr>
            <a:xfrm>
              <a:off x="2355359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6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" name="pl1828"/>
            <p:cNvSpPr/>
            <p:nvPr/>
          </p:nvSpPr>
          <p:spPr>
            <a:xfrm>
              <a:off x="2355359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6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" name="pl1829"/>
            <p:cNvSpPr/>
            <p:nvPr/>
          </p:nvSpPr>
          <p:spPr>
            <a:xfrm>
              <a:off x="2336731" y="366550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6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0" name="pl1830"/>
            <p:cNvSpPr/>
            <p:nvPr/>
          </p:nvSpPr>
          <p:spPr>
            <a:xfrm>
              <a:off x="2400331" y="3601905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6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1" name="pt1831"/>
            <p:cNvSpPr/>
            <p:nvPr/>
          </p:nvSpPr>
          <p:spPr>
            <a:xfrm>
              <a:off x="2912341" y="3223839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" name="pt1832"/>
            <p:cNvSpPr/>
            <p:nvPr/>
          </p:nvSpPr>
          <p:spPr>
            <a:xfrm>
              <a:off x="1989917" y="333654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" name="pt1833"/>
            <p:cNvSpPr/>
            <p:nvPr/>
          </p:nvSpPr>
          <p:spPr>
            <a:xfrm>
              <a:off x="1965041" y="3992175"/>
              <a:ext cx="48833" cy="48833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4" name="pl1834"/>
            <p:cNvSpPr/>
            <p:nvPr/>
          </p:nvSpPr>
          <p:spPr>
            <a:xfrm>
              <a:off x="2624463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" name="pl1835"/>
            <p:cNvSpPr/>
            <p:nvPr/>
          </p:nvSpPr>
          <p:spPr>
            <a:xfrm>
              <a:off x="2624463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" name="pl1836"/>
            <p:cNvSpPr/>
            <p:nvPr/>
          </p:nvSpPr>
          <p:spPr>
            <a:xfrm>
              <a:off x="2608964" y="399838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" name="pl1837"/>
            <p:cNvSpPr/>
            <p:nvPr/>
          </p:nvSpPr>
          <p:spPr>
            <a:xfrm>
              <a:off x="2661880" y="3945468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" name="pl1838"/>
            <p:cNvSpPr/>
            <p:nvPr/>
          </p:nvSpPr>
          <p:spPr>
            <a:xfrm>
              <a:off x="2562744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" name="pl1839"/>
            <p:cNvSpPr/>
            <p:nvPr/>
          </p:nvSpPr>
          <p:spPr>
            <a:xfrm>
              <a:off x="2562744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" name="pl1840"/>
            <p:cNvSpPr/>
            <p:nvPr/>
          </p:nvSpPr>
          <p:spPr>
            <a:xfrm>
              <a:off x="2544115" y="44540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" name="pl1841"/>
            <p:cNvSpPr/>
            <p:nvPr/>
          </p:nvSpPr>
          <p:spPr>
            <a:xfrm>
              <a:off x="2607716" y="4390452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" name="pl1842"/>
            <p:cNvSpPr/>
            <p:nvPr/>
          </p:nvSpPr>
          <p:spPr>
            <a:xfrm>
              <a:off x="2442298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" name="pl1843"/>
            <p:cNvSpPr/>
            <p:nvPr/>
          </p:nvSpPr>
          <p:spPr>
            <a:xfrm>
              <a:off x="2442298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" name="pl1844"/>
            <p:cNvSpPr/>
            <p:nvPr/>
          </p:nvSpPr>
          <p:spPr>
            <a:xfrm>
              <a:off x="2432184" y="35620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" name="pl1845"/>
            <p:cNvSpPr/>
            <p:nvPr/>
          </p:nvSpPr>
          <p:spPr>
            <a:xfrm>
              <a:off x="2466715" y="35274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" name="pl1846"/>
            <p:cNvSpPr/>
            <p:nvPr/>
          </p:nvSpPr>
          <p:spPr>
            <a:xfrm>
              <a:off x="1841129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" name="pl1847"/>
            <p:cNvSpPr/>
            <p:nvPr/>
          </p:nvSpPr>
          <p:spPr>
            <a:xfrm>
              <a:off x="1841129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" name="pl1848"/>
            <p:cNvSpPr/>
            <p:nvPr/>
          </p:nvSpPr>
          <p:spPr>
            <a:xfrm>
              <a:off x="1831015" y="41916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" name="pl1849"/>
            <p:cNvSpPr/>
            <p:nvPr/>
          </p:nvSpPr>
          <p:spPr>
            <a:xfrm>
              <a:off x="1865545" y="41571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" name="pl1850"/>
            <p:cNvSpPr/>
            <p:nvPr/>
          </p:nvSpPr>
          <p:spPr>
            <a:xfrm>
              <a:off x="2664826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" name="pl1851"/>
            <p:cNvSpPr/>
            <p:nvPr/>
          </p:nvSpPr>
          <p:spPr>
            <a:xfrm>
              <a:off x="2664826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" name="pl1852"/>
            <p:cNvSpPr/>
            <p:nvPr/>
          </p:nvSpPr>
          <p:spPr>
            <a:xfrm>
              <a:off x="2634564" y="383684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" name="pl1853"/>
            <p:cNvSpPr/>
            <p:nvPr/>
          </p:nvSpPr>
          <p:spPr>
            <a:xfrm>
              <a:off x="2737886" y="3733524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" name="pt1854"/>
            <p:cNvSpPr/>
            <p:nvPr/>
          </p:nvSpPr>
          <p:spPr>
            <a:xfrm>
              <a:off x="2399360" y="3642923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5" name="pt1855"/>
            <p:cNvSpPr/>
            <p:nvPr/>
          </p:nvSpPr>
          <p:spPr>
            <a:xfrm>
              <a:off x="2366411" y="3625674"/>
              <a:ext cx="85604" cy="85604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6" name="pt1856"/>
            <p:cNvSpPr/>
            <p:nvPr/>
          </p:nvSpPr>
          <p:spPr>
            <a:xfrm>
              <a:off x="1969609" y="3994978"/>
              <a:ext cx="48833" cy="48833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7" name="pt1857"/>
            <p:cNvSpPr/>
            <p:nvPr/>
          </p:nvSpPr>
          <p:spPr>
            <a:xfrm>
              <a:off x="1734277" y="3896867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58" name="pl1858"/>
            <p:cNvSpPr/>
            <p:nvPr/>
          </p:nvSpPr>
          <p:spPr>
            <a:xfrm>
              <a:off x="2685418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" name="pl1859"/>
            <p:cNvSpPr/>
            <p:nvPr/>
          </p:nvSpPr>
          <p:spPr>
            <a:xfrm>
              <a:off x="2685418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" name="pl1860"/>
            <p:cNvSpPr/>
            <p:nvPr/>
          </p:nvSpPr>
          <p:spPr>
            <a:xfrm>
              <a:off x="2675305" y="38218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" name="pl1861"/>
            <p:cNvSpPr/>
            <p:nvPr/>
          </p:nvSpPr>
          <p:spPr>
            <a:xfrm>
              <a:off x="2709835" y="37873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" name="pt1862"/>
            <p:cNvSpPr/>
            <p:nvPr/>
          </p:nvSpPr>
          <p:spPr>
            <a:xfrm>
              <a:off x="2457931" y="3527708"/>
              <a:ext cx="67219" cy="67219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3" name="pt1863"/>
            <p:cNvSpPr/>
            <p:nvPr/>
          </p:nvSpPr>
          <p:spPr>
            <a:xfrm>
              <a:off x="2406529" y="3560242"/>
              <a:ext cx="106973" cy="10697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4" name="pt1864"/>
            <p:cNvSpPr/>
            <p:nvPr/>
          </p:nvSpPr>
          <p:spPr>
            <a:xfrm>
              <a:off x="2350443" y="369455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5" name="pt1865"/>
            <p:cNvSpPr/>
            <p:nvPr/>
          </p:nvSpPr>
          <p:spPr>
            <a:xfrm>
              <a:off x="2870687" y="4089178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66" name="pl1866"/>
            <p:cNvSpPr/>
            <p:nvPr/>
          </p:nvSpPr>
          <p:spPr>
            <a:xfrm>
              <a:off x="2213620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" name="pl1867"/>
            <p:cNvSpPr/>
            <p:nvPr/>
          </p:nvSpPr>
          <p:spPr>
            <a:xfrm>
              <a:off x="2213620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" name="pl1868"/>
            <p:cNvSpPr/>
            <p:nvPr/>
          </p:nvSpPr>
          <p:spPr>
            <a:xfrm>
              <a:off x="2203506" y="44509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" name="pl1869"/>
            <p:cNvSpPr/>
            <p:nvPr/>
          </p:nvSpPr>
          <p:spPr>
            <a:xfrm>
              <a:off x="2238037" y="44164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" name="pl1870"/>
            <p:cNvSpPr/>
            <p:nvPr/>
          </p:nvSpPr>
          <p:spPr>
            <a:xfrm>
              <a:off x="2200086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" name="pl1871"/>
            <p:cNvSpPr/>
            <p:nvPr/>
          </p:nvSpPr>
          <p:spPr>
            <a:xfrm>
              <a:off x="2200086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" name="pl1872"/>
            <p:cNvSpPr/>
            <p:nvPr/>
          </p:nvSpPr>
          <p:spPr>
            <a:xfrm>
              <a:off x="2189972" y="444804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" name="pl1873"/>
            <p:cNvSpPr/>
            <p:nvPr/>
          </p:nvSpPr>
          <p:spPr>
            <a:xfrm>
              <a:off x="2224503" y="441351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" name="pt1874"/>
            <p:cNvSpPr/>
            <p:nvPr/>
          </p:nvSpPr>
          <p:spPr>
            <a:xfrm>
              <a:off x="2771668" y="409430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5" name="pt1875"/>
            <p:cNvSpPr/>
            <p:nvPr/>
          </p:nvSpPr>
          <p:spPr>
            <a:xfrm>
              <a:off x="2006322" y="329501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76" name="pl1876"/>
            <p:cNvSpPr/>
            <p:nvPr/>
          </p:nvSpPr>
          <p:spPr>
            <a:xfrm>
              <a:off x="2408175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" name="pl1877"/>
            <p:cNvSpPr/>
            <p:nvPr/>
          </p:nvSpPr>
          <p:spPr>
            <a:xfrm>
              <a:off x="2408175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" name="pl1878"/>
            <p:cNvSpPr/>
            <p:nvPr/>
          </p:nvSpPr>
          <p:spPr>
            <a:xfrm>
              <a:off x="2394253" y="35735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" name="pl1879"/>
            <p:cNvSpPr/>
            <p:nvPr/>
          </p:nvSpPr>
          <p:spPr>
            <a:xfrm>
              <a:off x="2441784" y="35260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5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" name="pt1880"/>
            <p:cNvSpPr/>
            <p:nvPr/>
          </p:nvSpPr>
          <p:spPr>
            <a:xfrm>
              <a:off x="2329162" y="3598776"/>
              <a:ext cx="170789" cy="17078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1" name="pg1881"/>
            <p:cNvSpPr/>
            <p:nvPr/>
          </p:nvSpPr>
          <p:spPr>
            <a:xfrm>
              <a:off x="2719786" y="406076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2" name="pt1882"/>
            <p:cNvSpPr/>
            <p:nvPr/>
          </p:nvSpPr>
          <p:spPr>
            <a:xfrm>
              <a:off x="3020361" y="4413962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3" name="pg1883"/>
            <p:cNvSpPr/>
            <p:nvPr/>
          </p:nvSpPr>
          <p:spPr>
            <a:xfrm>
              <a:off x="2416088" y="353370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4" name="pg1884"/>
            <p:cNvSpPr/>
            <p:nvPr/>
          </p:nvSpPr>
          <p:spPr>
            <a:xfrm>
              <a:off x="2369224" y="366750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5" name="pt1885"/>
            <p:cNvSpPr/>
            <p:nvPr/>
          </p:nvSpPr>
          <p:spPr>
            <a:xfrm>
              <a:off x="2424643" y="3678508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6" name="pt1886"/>
            <p:cNvSpPr/>
            <p:nvPr/>
          </p:nvSpPr>
          <p:spPr>
            <a:xfrm>
              <a:off x="2703725" y="379677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7" name="pt1887"/>
            <p:cNvSpPr/>
            <p:nvPr/>
          </p:nvSpPr>
          <p:spPr>
            <a:xfrm>
              <a:off x="2387898" y="362166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8" name="pt1888"/>
            <p:cNvSpPr/>
            <p:nvPr/>
          </p:nvSpPr>
          <p:spPr>
            <a:xfrm>
              <a:off x="2296869" y="4568984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89" name="pt1889"/>
            <p:cNvSpPr/>
            <p:nvPr/>
          </p:nvSpPr>
          <p:spPr>
            <a:xfrm>
              <a:off x="1780185" y="3688368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0" name="pt1890"/>
            <p:cNvSpPr/>
            <p:nvPr/>
          </p:nvSpPr>
          <p:spPr>
            <a:xfrm>
              <a:off x="2791502" y="3849772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" name="pt1891"/>
            <p:cNvSpPr/>
            <p:nvPr/>
          </p:nvSpPr>
          <p:spPr>
            <a:xfrm>
              <a:off x="2117699" y="4188229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" name="pt1892"/>
            <p:cNvSpPr/>
            <p:nvPr/>
          </p:nvSpPr>
          <p:spPr>
            <a:xfrm>
              <a:off x="2109728" y="410225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3" name="pl1893"/>
            <p:cNvSpPr/>
            <p:nvPr/>
          </p:nvSpPr>
          <p:spPr>
            <a:xfrm>
              <a:off x="2344649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" name="pl1894"/>
            <p:cNvSpPr/>
            <p:nvPr/>
          </p:nvSpPr>
          <p:spPr>
            <a:xfrm>
              <a:off x="2344649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" name="pl1895"/>
            <p:cNvSpPr/>
            <p:nvPr/>
          </p:nvSpPr>
          <p:spPr>
            <a:xfrm>
              <a:off x="2330727" y="367575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" name="pl1896"/>
            <p:cNvSpPr/>
            <p:nvPr/>
          </p:nvSpPr>
          <p:spPr>
            <a:xfrm>
              <a:off x="2378258" y="362822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" name="pt1897"/>
            <p:cNvSpPr/>
            <p:nvPr/>
          </p:nvSpPr>
          <p:spPr>
            <a:xfrm>
              <a:off x="2442685" y="3576004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8" name="pt1898"/>
            <p:cNvSpPr/>
            <p:nvPr/>
          </p:nvSpPr>
          <p:spPr>
            <a:xfrm>
              <a:off x="2403131" y="3639340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9" name="pt1899"/>
            <p:cNvSpPr/>
            <p:nvPr/>
          </p:nvSpPr>
          <p:spPr>
            <a:xfrm>
              <a:off x="2887489" y="3742429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0" name="pt1900"/>
            <p:cNvSpPr/>
            <p:nvPr/>
          </p:nvSpPr>
          <p:spPr>
            <a:xfrm>
              <a:off x="2565757" y="4439683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1" name="pt1901"/>
            <p:cNvSpPr/>
            <p:nvPr/>
          </p:nvSpPr>
          <p:spPr>
            <a:xfrm>
              <a:off x="3175314" y="345615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2" name="pt1902"/>
            <p:cNvSpPr/>
            <p:nvPr/>
          </p:nvSpPr>
          <p:spPr>
            <a:xfrm>
              <a:off x="2337872" y="313494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3" name="pt1903"/>
            <p:cNvSpPr/>
            <p:nvPr/>
          </p:nvSpPr>
          <p:spPr>
            <a:xfrm>
              <a:off x="2567902" y="416863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" name="pl1904"/>
            <p:cNvSpPr/>
            <p:nvPr/>
          </p:nvSpPr>
          <p:spPr>
            <a:xfrm>
              <a:off x="2567902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" name="pl1905"/>
            <p:cNvSpPr/>
            <p:nvPr/>
          </p:nvSpPr>
          <p:spPr>
            <a:xfrm>
              <a:off x="2567902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5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" name="pg1906"/>
            <p:cNvSpPr/>
            <p:nvPr/>
          </p:nvSpPr>
          <p:spPr>
            <a:xfrm>
              <a:off x="2921754" y="43803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" name="pt1907"/>
            <p:cNvSpPr/>
            <p:nvPr/>
          </p:nvSpPr>
          <p:spPr>
            <a:xfrm>
              <a:off x="2704178" y="400152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" name="pt1908"/>
            <p:cNvSpPr/>
            <p:nvPr/>
          </p:nvSpPr>
          <p:spPr>
            <a:xfrm>
              <a:off x="2147213" y="415651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" name="pt1909"/>
            <p:cNvSpPr/>
            <p:nvPr/>
          </p:nvSpPr>
          <p:spPr>
            <a:xfrm>
              <a:off x="3227143" y="358391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" name="pt1910"/>
            <p:cNvSpPr/>
            <p:nvPr/>
          </p:nvSpPr>
          <p:spPr>
            <a:xfrm>
              <a:off x="1943542" y="4281630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" name="pt1911"/>
            <p:cNvSpPr/>
            <p:nvPr/>
          </p:nvSpPr>
          <p:spPr>
            <a:xfrm>
              <a:off x="2131741" y="316881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" name="pt1912"/>
            <p:cNvSpPr/>
            <p:nvPr/>
          </p:nvSpPr>
          <p:spPr>
            <a:xfrm>
              <a:off x="2449363" y="3540215"/>
              <a:ext cx="67219" cy="67219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" name="pt1913"/>
            <p:cNvSpPr/>
            <p:nvPr/>
          </p:nvSpPr>
          <p:spPr>
            <a:xfrm>
              <a:off x="2732705" y="377170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" name="pg1914"/>
            <p:cNvSpPr/>
            <p:nvPr/>
          </p:nvSpPr>
          <p:spPr>
            <a:xfrm>
              <a:off x="2556017" y="415222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" name="pt1915"/>
            <p:cNvSpPr/>
            <p:nvPr/>
          </p:nvSpPr>
          <p:spPr>
            <a:xfrm>
              <a:off x="2763361" y="377813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" name="pt1916"/>
            <p:cNvSpPr/>
            <p:nvPr/>
          </p:nvSpPr>
          <p:spPr>
            <a:xfrm>
              <a:off x="2794313" y="4563989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" name="pg1917"/>
            <p:cNvSpPr/>
            <p:nvPr/>
          </p:nvSpPr>
          <p:spPr>
            <a:xfrm>
              <a:off x="2909575" y="320409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" name="pt1918"/>
            <p:cNvSpPr/>
            <p:nvPr/>
          </p:nvSpPr>
          <p:spPr>
            <a:xfrm>
              <a:off x="2981514" y="327285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" name="pt1919"/>
            <p:cNvSpPr/>
            <p:nvPr/>
          </p:nvSpPr>
          <p:spPr>
            <a:xfrm>
              <a:off x="2025444" y="4382263"/>
              <a:ext cx="67219" cy="67219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" name="pt1920"/>
            <p:cNvSpPr/>
            <p:nvPr/>
          </p:nvSpPr>
          <p:spPr>
            <a:xfrm>
              <a:off x="2504098" y="4090402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1" name="pl1921"/>
            <p:cNvSpPr/>
            <p:nvPr/>
          </p:nvSpPr>
          <p:spPr>
            <a:xfrm>
              <a:off x="2537205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" name="pl1922"/>
            <p:cNvSpPr/>
            <p:nvPr/>
          </p:nvSpPr>
          <p:spPr>
            <a:xfrm>
              <a:off x="2537205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" name="pt1923"/>
            <p:cNvSpPr/>
            <p:nvPr/>
          </p:nvSpPr>
          <p:spPr>
            <a:xfrm>
              <a:off x="2541330" y="408088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" name="pt1924"/>
            <p:cNvSpPr/>
            <p:nvPr/>
          </p:nvSpPr>
          <p:spPr>
            <a:xfrm>
              <a:off x="2738434" y="3817176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" name="pt1925"/>
            <p:cNvSpPr/>
            <p:nvPr/>
          </p:nvSpPr>
          <p:spPr>
            <a:xfrm>
              <a:off x="2101261" y="4137337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" name="pt1926"/>
            <p:cNvSpPr/>
            <p:nvPr/>
          </p:nvSpPr>
          <p:spPr>
            <a:xfrm>
              <a:off x="2637490" y="3056461"/>
              <a:ext cx="48833" cy="48833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" name="pt1927"/>
            <p:cNvSpPr/>
            <p:nvPr/>
          </p:nvSpPr>
          <p:spPr>
            <a:xfrm>
              <a:off x="2478588" y="3614176"/>
              <a:ext cx="67219" cy="67219"/>
            </a:xfrm>
            <a:prstGeom prst="ellipse">
              <a:avLst/>
            </a:prstGeom>
            <a:solidFill>
              <a:srgbClr val="D95F02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" name="pt1928"/>
            <p:cNvSpPr/>
            <p:nvPr/>
          </p:nvSpPr>
          <p:spPr>
            <a:xfrm>
              <a:off x="2698804" y="4005448"/>
              <a:ext cx="80678" cy="80678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" name="pt1929"/>
            <p:cNvSpPr/>
            <p:nvPr/>
          </p:nvSpPr>
          <p:spPr>
            <a:xfrm>
              <a:off x="2691235" y="4038876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" name="pt1930"/>
            <p:cNvSpPr/>
            <p:nvPr/>
          </p:nvSpPr>
          <p:spPr>
            <a:xfrm>
              <a:off x="2576875" y="310808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" name="pt1931"/>
            <p:cNvSpPr/>
            <p:nvPr/>
          </p:nvSpPr>
          <p:spPr>
            <a:xfrm>
              <a:off x="2461693" y="3615523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" name="pt1932"/>
            <p:cNvSpPr/>
            <p:nvPr/>
          </p:nvSpPr>
          <p:spPr>
            <a:xfrm>
              <a:off x="2395091" y="3650892"/>
              <a:ext cx="67219" cy="67219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" name="pt1933"/>
            <p:cNvSpPr/>
            <p:nvPr/>
          </p:nvSpPr>
          <p:spPr>
            <a:xfrm>
              <a:off x="2936952" y="4058256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" name="pl1934"/>
            <p:cNvSpPr/>
            <p:nvPr/>
          </p:nvSpPr>
          <p:spPr>
            <a:xfrm>
              <a:off x="2695697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5" name="pl1935"/>
            <p:cNvSpPr/>
            <p:nvPr/>
          </p:nvSpPr>
          <p:spPr>
            <a:xfrm>
              <a:off x="2695697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6" name="pl1936"/>
            <p:cNvSpPr/>
            <p:nvPr/>
          </p:nvSpPr>
          <p:spPr>
            <a:xfrm>
              <a:off x="2685583" y="38680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7" name="pl1937"/>
            <p:cNvSpPr/>
            <p:nvPr/>
          </p:nvSpPr>
          <p:spPr>
            <a:xfrm>
              <a:off x="2720114" y="383353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" name="pt1938"/>
            <p:cNvSpPr/>
            <p:nvPr/>
          </p:nvSpPr>
          <p:spPr>
            <a:xfrm>
              <a:off x="2343433" y="3651660"/>
              <a:ext cx="48833" cy="48833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" name="pt1939"/>
            <p:cNvSpPr/>
            <p:nvPr/>
          </p:nvSpPr>
          <p:spPr>
            <a:xfrm>
              <a:off x="2405467" y="3608000"/>
              <a:ext cx="74834" cy="74834"/>
            </a:xfrm>
            <a:prstGeom prst="ellipse">
              <a:avLst/>
            </a:prstGeom>
            <a:solidFill>
              <a:srgbClr val="7570B3">
                <a:alpha val="4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" name="pg1940"/>
            <p:cNvSpPr/>
            <p:nvPr/>
          </p:nvSpPr>
          <p:spPr>
            <a:xfrm>
              <a:off x="2723339" y="37855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" name="pt1941"/>
            <p:cNvSpPr/>
            <p:nvPr/>
          </p:nvSpPr>
          <p:spPr>
            <a:xfrm>
              <a:off x="2313788" y="449893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" name="pt1942"/>
            <p:cNvSpPr/>
            <p:nvPr/>
          </p:nvSpPr>
          <p:spPr>
            <a:xfrm>
              <a:off x="2383503" y="3667341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" name="pt1943"/>
            <p:cNvSpPr/>
            <p:nvPr/>
          </p:nvSpPr>
          <p:spPr>
            <a:xfrm>
              <a:off x="2588371" y="4437885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" name="pg1944"/>
            <p:cNvSpPr/>
            <p:nvPr/>
          </p:nvSpPr>
          <p:spPr>
            <a:xfrm>
              <a:off x="2088822" y="411054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" name="pt1945"/>
            <p:cNvSpPr/>
            <p:nvPr/>
          </p:nvSpPr>
          <p:spPr>
            <a:xfrm>
              <a:off x="2385082" y="3587714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" name="pt1946"/>
            <p:cNvSpPr/>
            <p:nvPr/>
          </p:nvSpPr>
          <p:spPr>
            <a:xfrm>
              <a:off x="2409679" y="3637760"/>
              <a:ext cx="74834" cy="74834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" name="pt1947"/>
            <p:cNvSpPr/>
            <p:nvPr/>
          </p:nvSpPr>
          <p:spPr>
            <a:xfrm>
              <a:off x="2148875" y="4141388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" name="pt1948"/>
            <p:cNvSpPr/>
            <p:nvPr/>
          </p:nvSpPr>
          <p:spPr>
            <a:xfrm>
              <a:off x="2095966" y="4094511"/>
              <a:ext cx="74834" cy="74834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" name="pt1949"/>
            <p:cNvSpPr/>
            <p:nvPr/>
          </p:nvSpPr>
          <p:spPr>
            <a:xfrm>
              <a:off x="2418641" y="3647195"/>
              <a:ext cx="67219" cy="67219"/>
            </a:xfrm>
            <a:prstGeom prst="ellipse">
              <a:avLst/>
            </a:prstGeom>
            <a:solidFill>
              <a:srgbClr val="7570B3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" name="pt1950"/>
            <p:cNvSpPr/>
            <p:nvPr/>
          </p:nvSpPr>
          <p:spPr>
            <a:xfrm>
              <a:off x="2024757" y="4404786"/>
              <a:ext cx="48833" cy="48833"/>
            </a:xfrm>
            <a:prstGeom prst="ellipse">
              <a:avLst/>
            </a:prstGeom>
            <a:solidFill>
              <a:srgbClr val="1B9E77">
                <a:alpha val="4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" name="pt1951"/>
            <p:cNvSpPr/>
            <p:nvPr/>
          </p:nvSpPr>
          <p:spPr>
            <a:xfrm>
              <a:off x="2709086" y="401102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" name="pt1952"/>
            <p:cNvSpPr/>
            <p:nvPr/>
          </p:nvSpPr>
          <p:spPr>
            <a:xfrm>
              <a:off x="2759350" y="314668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" name="pt1953"/>
            <p:cNvSpPr/>
            <p:nvPr/>
          </p:nvSpPr>
          <p:spPr>
            <a:xfrm>
              <a:off x="2081933" y="3932415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" name="pt1954"/>
            <p:cNvSpPr/>
            <p:nvPr/>
          </p:nvSpPr>
          <p:spPr>
            <a:xfrm>
              <a:off x="2576577" y="4248198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" name="pt1955"/>
            <p:cNvSpPr/>
            <p:nvPr/>
          </p:nvSpPr>
          <p:spPr>
            <a:xfrm>
              <a:off x="2530509" y="4064484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" name="pt1956"/>
            <p:cNvSpPr/>
            <p:nvPr/>
          </p:nvSpPr>
          <p:spPr>
            <a:xfrm>
              <a:off x="2442372" y="3579728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7" name="pl1957"/>
            <p:cNvSpPr/>
            <p:nvPr/>
          </p:nvSpPr>
          <p:spPr>
            <a:xfrm>
              <a:off x="2014002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" name="pl1958"/>
            <p:cNvSpPr/>
            <p:nvPr/>
          </p:nvSpPr>
          <p:spPr>
            <a:xfrm>
              <a:off x="2014002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" name="pl1959"/>
            <p:cNvSpPr/>
            <p:nvPr/>
          </p:nvSpPr>
          <p:spPr>
            <a:xfrm>
              <a:off x="2003888" y="32618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" name="pl1960"/>
            <p:cNvSpPr/>
            <p:nvPr/>
          </p:nvSpPr>
          <p:spPr>
            <a:xfrm>
              <a:off x="2038419" y="322734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" name="pt1961"/>
            <p:cNvSpPr/>
            <p:nvPr/>
          </p:nvSpPr>
          <p:spPr>
            <a:xfrm>
              <a:off x="2380998" y="3588915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2" name="pt1962"/>
            <p:cNvSpPr/>
            <p:nvPr/>
          </p:nvSpPr>
          <p:spPr>
            <a:xfrm>
              <a:off x="2744315" y="4433082"/>
              <a:ext cx="74834" cy="74834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3" name="pg1963"/>
            <p:cNvSpPr/>
            <p:nvPr/>
          </p:nvSpPr>
          <p:spPr>
            <a:xfrm>
              <a:off x="2527541" y="405315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4" name="pt1964"/>
            <p:cNvSpPr/>
            <p:nvPr/>
          </p:nvSpPr>
          <p:spPr>
            <a:xfrm>
              <a:off x="2467271" y="361390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5" name="pt1965"/>
            <p:cNvSpPr/>
            <p:nvPr/>
          </p:nvSpPr>
          <p:spPr>
            <a:xfrm>
              <a:off x="2386378" y="3668743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6" name="pt1966"/>
            <p:cNvSpPr/>
            <p:nvPr/>
          </p:nvSpPr>
          <p:spPr>
            <a:xfrm>
              <a:off x="2708372" y="3799696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7" name="pt1967"/>
            <p:cNvSpPr/>
            <p:nvPr/>
          </p:nvSpPr>
          <p:spPr>
            <a:xfrm>
              <a:off x="2555966" y="4166667"/>
              <a:ext cx="74834" cy="74834"/>
            </a:xfrm>
            <a:prstGeom prst="ellipse">
              <a:avLst/>
            </a:prstGeom>
            <a:solidFill>
              <a:srgbClr val="D95F02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8" name="pg1968"/>
            <p:cNvSpPr/>
            <p:nvPr/>
          </p:nvSpPr>
          <p:spPr>
            <a:xfrm>
              <a:off x="2323990" y="309311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69" name="pt1969"/>
            <p:cNvSpPr/>
            <p:nvPr/>
          </p:nvSpPr>
          <p:spPr>
            <a:xfrm>
              <a:off x="2721847" y="415124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0" name="pt1970"/>
            <p:cNvSpPr/>
            <p:nvPr/>
          </p:nvSpPr>
          <p:spPr>
            <a:xfrm>
              <a:off x="2401352" y="3636068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1" name="pt1971"/>
            <p:cNvSpPr/>
            <p:nvPr/>
          </p:nvSpPr>
          <p:spPr>
            <a:xfrm>
              <a:off x="2301163" y="3714828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2" name="pt1972"/>
            <p:cNvSpPr/>
            <p:nvPr/>
          </p:nvSpPr>
          <p:spPr>
            <a:xfrm>
              <a:off x="1795911" y="3854249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3" name="pt1973"/>
            <p:cNvSpPr/>
            <p:nvPr/>
          </p:nvSpPr>
          <p:spPr>
            <a:xfrm>
              <a:off x="2383698" y="3684098"/>
              <a:ext cx="48833" cy="48833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4" name="pt1974"/>
            <p:cNvSpPr/>
            <p:nvPr/>
          </p:nvSpPr>
          <p:spPr>
            <a:xfrm>
              <a:off x="2843780" y="3762810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5" name="pt1975"/>
            <p:cNvSpPr/>
            <p:nvPr/>
          </p:nvSpPr>
          <p:spPr>
            <a:xfrm>
              <a:off x="2615613" y="3941859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6" name="pt1976"/>
            <p:cNvSpPr/>
            <p:nvPr/>
          </p:nvSpPr>
          <p:spPr>
            <a:xfrm>
              <a:off x="1761777" y="386497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7" name="pt1977"/>
            <p:cNvSpPr/>
            <p:nvPr/>
          </p:nvSpPr>
          <p:spPr>
            <a:xfrm>
              <a:off x="2685617" y="3968295"/>
              <a:ext cx="74834" cy="7483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8" name="pt1978"/>
            <p:cNvSpPr/>
            <p:nvPr/>
          </p:nvSpPr>
          <p:spPr>
            <a:xfrm>
              <a:off x="1828683" y="357681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79" name="pg1979"/>
            <p:cNvSpPr/>
            <p:nvPr/>
          </p:nvSpPr>
          <p:spPr>
            <a:xfrm>
              <a:off x="2691007" y="384198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0" name="pt1980"/>
            <p:cNvSpPr/>
            <p:nvPr/>
          </p:nvSpPr>
          <p:spPr>
            <a:xfrm>
              <a:off x="2915794" y="4366001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1" name="pg1981"/>
            <p:cNvSpPr/>
            <p:nvPr/>
          </p:nvSpPr>
          <p:spPr>
            <a:xfrm>
              <a:off x="2373081" y="36525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2" name="pt1982"/>
            <p:cNvSpPr/>
            <p:nvPr/>
          </p:nvSpPr>
          <p:spPr>
            <a:xfrm>
              <a:off x="2376353" y="3606225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3" name="pt1983"/>
            <p:cNvSpPr/>
            <p:nvPr/>
          </p:nvSpPr>
          <p:spPr>
            <a:xfrm>
              <a:off x="1915970" y="3327669"/>
              <a:ext cx="74834" cy="74834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4" name="pt1984"/>
            <p:cNvSpPr/>
            <p:nvPr/>
          </p:nvSpPr>
          <p:spPr>
            <a:xfrm>
              <a:off x="3131100" y="3556788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5" name="pt1985"/>
            <p:cNvSpPr/>
            <p:nvPr/>
          </p:nvSpPr>
          <p:spPr>
            <a:xfrm>
              <a:off x="2775749" y="3826662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6" name="pt1986"/>
            <p:cNvSpPr/>
            <p:nvPr/>
          </p:nvSpPr>
          <p:spPr>
            <a:xfrm>
              <a:off x="2568728" y="4212199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7" name="pt1987"/>
            <p:cNvSpPr/>
            <p:nvPr/>
          </p:nvSpPr>
          <p:spPr>
            <a:xfrm>
              <a:off x="2081210" y="3940710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8" name="pt1988"/>
            <p:cNvSpPr/>
            <p:nvPr/>
          </p:nvSpPr>
          <p:spPr>
            <a:xfrm>
              <a:off x="2489553" y="365645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89" name="pl1989"/>
            <p:cNvSpPr/>
            <p:nvPr/>
          </p:nvSpPr>
          <p:spPr>
            <a:xfrm>
              <a:off x="2465803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" name="pl1990"/>
            <p:cNvSpPr/>
            <p:nvPr/>
          </p:nvSpPr>
          <p:spPr>
            <a:xfrm>
              <a:off x="2465803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" name="pl1991"/>
            <p:cNvSpPr/>
            <p:nvPr/>
          </p:nvSpPr>
          <p:spPr>
            <a:xfrm>
              <a:off x="2455690" y="36318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" name="pl1992"/>
            <p:cNvSpPr/>
            <p:nvPr/>
          </p:nvSpPr>
          <p:spPr>
            <a:xfrm>
              <a:off x="2490220" y="35972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" name="pl1993"/>
            <p:cNvSpPr/>
            <p:nvPr/>
          </p:nvSpPr>
          <p:spPr>
            <a:xfrm>
              <a:off x="2388932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" name="pl1994"/>
            <p:cNvSpPr/>
            <p:nvPr/>
          </p:nvSpPr>
          <p:spPr>
            <a:xfrm>
              <a:off x="2388932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" name="pl1995"/>
            <p:cNvSpPr/>
            <p:nvPr/>
          </p:nvSpPr>
          <p:spPr>
            <a:xfrm>
              <a:off x="2378818" y="36013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" name="pl1996"/>
            <p:cNvSpPr/>
            <p:nvPr/>
          </p:nvSpPr>
          <p:spPr>
            <a:xfrm>
              <a:off x="2413349" y="35668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" name="pl1997"/>
            <p:cNvSpPr/>
            <p:nvPr/>
          </p:nvSpPr>
          <p:spPr>
            <a:xfrm>
              <a:off x="2695842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" name="pl1998"/>
            <p:cNvSpPr/>
            <p:nvPr/>
          </p:nvSpPr>
          <p:spPr>
            <a:xfrm>
              <a:off x="2695842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" name="pt1999"/>
            <p:cNvSpPr/>
            <p:nvPr/>
          </p:nvSpPr>
          <p:spPr>
            <a:xfrm>
              <a:off x="2714420" y="379547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" name="pl2000"/>
            <p:cNvSpPr/>
            <p:nvPr/>
          </p:nvSpPr>
          <p:spPr>
            <a:xfrm>
              <a:off x="2714420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" name="pl2001"/>
            <p:cNvSpPr/>
            <p:nvPr/>
          </p:nvSpPr>
          <p:spPr>
            <a:xfrm>
              <a:off x="2714420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" name="pt2002"/>
            <p:cNvSpPr/>
            <p:nvPr/>
          </p:nvSpPr>
          <p:spPr>
            <a:xfrm>
              <a:off x="3168054" y="423849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3" name="pt2003"/>
            <p:cNvSpPr/>
            <p:nvPr/>
          </p:nvSpPr>
          <p:spPr>
            <a:xfrm>
              <a:off x="3230817" y="3679513"/>
              <a:ext cx="48833" cy="48833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" name="pt2004"/>
            <p:cNvSpPr/>
            <p:nvPr/>
          </p:nvSpPr>
          <p:spPr>
            <a:xfrm>
              <a:off x="2373366" y="3677426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" name="pt2005"/>
            <p:cNvSpPr/>
            <p:nvPr/>
          </p:nvSpPr>
          <p:spPr>
            <a:xfrm>
              <a:off x="2670727" y="383759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" name="pt2006"/>
            <p:cNvSpPr/>
            <p:nvPr/>
          </p:nvSpPr>
          <p:spPr>
            <a:xfrm>
              <a:off x="2706851" y="4035209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7" name="pg2007"/>
            <p:cNvSpPr/>
            <p:nvPr/>
          </p:nvSpPr>
          <p:spPr>
            <a:xfrm>
              <a:off x="2365294" y="359362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8" name="pt2008"/>
            <p:cNvSpPr/>
            <p:nvPr/>
          </p:nvSpPr>
          <p:spPr>
            <a:xfrm>
              <a:off x="1776038" y="3852772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9" name="pt2009"/>
            <p:cNvSpPr/>
            <p:nvPr/>
          </p:nvSpPr>
          <p:spPr>
            <a:xfrm>
              <a:off x="3000446" y="400299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0" name="pt2010"/>
            <p:cNvSpPr/>
            <p:nvPr/>
          </p:nvSpPr>
          <p:spPr>
            <a:xfrm>
              <a:off x="2783267" y="384583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1" name="pt2011"/>
            <p:cNvSpPr/>
            <p:nvPr/>
          </p:nvSpPr>
          <p:spPr>
            <a:xfrm>
              <a:off x="2573755" y="4381081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" name="pt2012"/>
            <p:cNvSpPr/>
            <p:nvPr/>
          </p:nvSpPr>
          <p:spPr>
            <a:xfrm>
              <a:off x="2574230" y="4108829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3" name="pt2013"/>
            <p:cNvSpPr/>
            <p:nvPr/>
          </p:nvSpPr>
          <p:spPr>
            <a:xfrm>
              <a:off x="2387669" y="3628760"/>
              <a:ext cx="67219" cy="67219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4" name="pt2014"/>
            <p:cNvSpPr/>
            <p:nvPr/>
          </p:nvSpPr>
          <p:spPr>
            <a:xfrm>
              <a:off x="1835211" y="409926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5" name="pt2015"/>
            <p:cNvSpPr/>
            <p:nvPr/>
          </p:nvSpPr>
          <p:spPr>
            <a:xfrm>
              <a:off x="2099343" y="4106165"/>
              <a:ext cx="80678" cy="80678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" name="pt2016"/>
            <p:cNvSpPr/>
            <p:nvPr/>
          </p:nvSpPr>
          <p:spPr>
            <a:xfrm>
              <a:off x="3041599" y="3310123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7" name="pt2017"/>
            <p:cNvSpPr/>
            <p:nvPr/>
          </p:nvSpPr>
          <p:spPr>
            <a:xfrm>
              <a:off x="2413961" y="3633867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8" name="pt2018"/>
            <p:cNvSpPr/>
            <p:nvPr/>
          </p:nvSpPr>
          <p:spPr>
            <a:xfrm>
              <a:off x="2415403" y="3515558"/>
              <a:ext cx="48833" cy="48833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" name="pt2019"/>
            <p:cNvSpPr/>
            <p:nvPr/>
          </p:nvSpPr>
          <p:spPr>
            <a:xfrm>
              <a:off x="2431964" y="3594054"/>
              <a:ext cx="67219" cy="67219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0" name="pt2020"/>
            <p:cNvSpPr/>
            <p:nvPr/>
          </p:nvSpPr>
          <p:spPr>
            <a:xfrm>
              <a:off x="2422209" y="3669189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" name="pt2021"/>
            <p:cNvSpPr/>
            <p:nvPr/>
          </p:nvSpPr>
          <p:spPr>
            <a:xfrm>
              <a:off x="2449483" y="3643256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" name="pt2022"/>
            <p:cNvSpPr/>
            <p:nvPr/>
          </p:nvSpPr>
          <p:spPr>
            <a:xfrm>
              <a:off x="2580604" y="443646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" name="pt2023"/>
            <p:cNvSpPr/>
            <p:nvPr/>
          </p:nvSpPr>
          <p:spPr>
            <a:xfrm>
              <a:off x="2425427" y="3571716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" name="pt2024"/>
            <p:cNvSpPr/>
            <p:nvPr/>
          </p:nvSpPr>
          <p:spPr>
            <a:xfrm>
              <a:off x="2560268" y="444200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" name="pt2025"/>
            <p:cNvSpPr/>
            <p:nvPr/>
          </p:nvSpPr>
          <p:spPr>
            <a:xfrm>
              <a:off x="2405055" y="3638069"/>
              <a:ext cx="67219" cy="67219"/>
            </a:xfrm>
            <a:prstGeom prst="ellipse">
              <a:avLst/>
            </a:prstGeom>
            <a:solidFill>
              <a:srgbClr val="D95F02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" name="pt2026"/>
            <p:cNvSpPr/>
            <p:nvPr/>
          </p:nvSpPr>
          <p:spPr>
            <a:xfrm>
              <a:off x="2353547" y="3569588"/>
              <a:ext cx="85604" cy="85604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" name="pt2027"/>
            <p:cNvSpPr/>
            <p:nvPr/>
          </p:nvSpPr>
          <p:spPr>
            <a:xfrm>
              <a:off x="2385096" y="3674554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" name="pt2028"/>
            <p:cNvSpPr/>
            <p:nvPr/>
          </p:nvSpPr>
          <p:spPr>
            <a:xfrm>
              <a:off x="2934493" y="4381027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" name="pt2029"/>
            <p:cNvSpPr/>
            <p:nvPr/>
          </p:nvSpPr>
          <p:spPr>
            <a:xfrm>
              <a:off x="3100521" y="391617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" name="pt2030"/>
            <p:cNvSpPr/>
            <p:nvPr/>
          </p:nvSpPr>
          <p:spPr>
            <a:xfrm>
              <a:off x="2698136" y="3854327"/>
              <a:ext cx="67219" cy="67219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" name="pg2031"/>
            <p:cNvSpPr/>
            <p:nvPr/>
          </p:nvSpPr>
          <p:spPr>
            <a:xfrm>
              <a:off x="2390894" y="3551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" name="pt2032"/>
            <p:cNvSpPr/>
            <p:nvPr/>
          </p:nvSpPr>
          <p:spPr>
            <a:xfrm>
              <a:off x="3250925" y="4065022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3" name="pt2033"/>
            <p:cNvSpPr/>
            <p:nvPr/>
          </p:nvSpPr>
          <p:spPr>
            <a:xfrm>
              <a:off x="2687554" y="3857249"/>
              <a:ext cx="67219" cy="67219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" name="pt2034"/>
            <p:cNvSpPr/>
            <p:nvPr/>
          </p:nvSpPr>
          <p:spPr>
            <a:xfrm>
              <a:off x="2587728" y="4076554"/>
              <a:ext cx="67219" cy="67219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" name="pt2035"/>
            <p:cNvSpPr/>
            <p:nvPr/>
          </p:nvSpPr>
          <p:spPr>
            <a:xfrm>
              <a:off x="2300460" y="3619372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" name="pt2036"/>
            <p:cNvSpPr/>
            <p:nvPr/>
          </p:nvSpPr>
          <p:spPr>
            <a:xfrm>
              <a:off x="2311214" y="3623951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" name="pt2037"/>
            <p:cNvSpPr/>
            <p:nvPr/>
          </p:nvSpPr>
          <p:spPr>
            <a:xfrm>
              <a:off x="2453128" y="3624339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" name="pl2038"/>
            <p:cNvSpPr/>
            <p:nvPr/>
          </p:nvSpPr>
          <p:spPr>
            <a:xfrm>
              <a:off x="2558259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9" name="pl2039"/>
            <p:cNvSpPr/>
            <p:nvPr/>
          </p:nvSpPr>
          <p:spPr>
            <a:xfrm>
              <a:off x="2558259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0" name="pt2040"/>
            <p:cNvSpPr/>
            <p:nvPr/>
          </p:nvSpPr>
          <p:spPr>
            <a:xfrm>
              <a:off x="3090575" y="3914047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1" name="pt2041"/>
            <p:cNvSpPr/>
            <p:nvPr/>
          </p:nvSpPr>
          <p:spPr>
            <a:xfrm>
              <a:off x="2590983" y="4183018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" name="pt2042"/>
            <p:cNvSpPr/>
            <p:nvPr/>
          </p:nvSpPr>
          <p:spPr>
            <a:xfrm>
              <a:off x="2299574" y="4578990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" name="pt2043"/>
            <p:cNvSpPr/>
            <p:nvPr/>
          </p:nvSpPr>
          <p:spPr>
            <a:xfrm>
              <a:off x="2407900" y="3642927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" name="pt2044"/>
            <p:cNvSpPr/>
            <p:nvPr/>
          </p:nvSpPr>
          <p:spPr>
            <a:xfrm>
              <a:off x="3227378" y="360328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" name="pt2045"/>
            <p:cNvSpPr/>
            <p:nvPr/>
          </p:nvSpPr>
          <p:spPr>
            <a:xfrm>
              <a:off x="2844696" y="4057555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" name="pt2046"/>
            <p:cNvSpPr/>
            <p:nvPr/>
          </p:nvSpPr>
          <p:spPr>
            <a:xfrm>
              <a:off x="2390765" y="3611605"/>
              <a:ext cx="74834" cy="74834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" name="pt2047"/>
            <p:cNvSpPr/>
            <p:nvPr/>
          </p:nvSpPr>
          <p:spPr>
            <a:xfrm>
              <a:off x="2137537" y="4493009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" name="pl2048"/>
            <p:cNvSpPr/>
            <p:nvPr/>
          </p:nvSpPr>
          <p:spPr>
            <a:xfrm>
              <a:off x="3039172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" name="pl2049"/>
            <p:cNvSpPr/>
            <p:nvPr/>
          </p:nvSpPr>
          <p:spPr>
            <a:xfrm>
              <a:off x="3039172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0" name="pt2050"/>
            <p:cNvSpPr/>
            <p:nvPr/>
          </p:nvSpPr>
          <p:spPr>
            <a:xfrm>
              <a:off x="2386686" y="3599396"/>
              <a:ext cx="74834" cy="74834"/>
            </a:xfrm>
            <a:prstGeom prst="ellipse">
              <a:avLst/>
            </a:prstGeom>
            <a:solidFill>
              <a:srgbClr val="D95F02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" name="pt2051"/>
            <p:cNvSpPr/>
            <p:nvPr/>
          </p:nvSpPr>
          <p:spPr>
            <a:xfrm>
              <a:off x="3203358" y="4101782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" name="pt2052"/>
            <p:cNvSpPr/>
            <p:nvPr/>
          </p:nvSpPr>
          <p:spPr>
            <a:xfrm>
              <a:off x="2359587" y="3575733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" name="pt2053"/>
            <p:cNvSpPr/>
            <p:nvPr/>
          </p:nvSpPr>
          <p:spPr>
            <a:xfrm>
              <a:off x="3036004" y="3308259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" name="pt2054"/>
            <p:cNvSpPr/>
            <p:nvPr/>
          </p:nvSpPr>
          <p:spPr>
            <a:xfrm>
              <a:off x="2611404" y="4024286"/>
              <a:ext cx="67219" cy="67219"/>
            </a:xfrm>
            <a:prstGeom prst="ellipse">
              <a:avLst/>
            </a:prstGeom>
            <a:solidFill>
              <a:srgbClr val="1B9E77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5" name="pt2055"/>
            <p:cNvSpPr/>
            <p:nvPr/>
          </p:nvSpPr>
          <p:spPr>
            <a:xfrm>
              <a:off x="2761967" y="443723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" name="pt2056"/>
            <p:cNvSpPr/>
            <p:nvPr/>
          </p:nvSpPr>
          <p:spPr>
            <a:xfrm>
              <a:off x="2423313" y="3575322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" name="pt2057"/>
            <p:cNvSpPr/>
            <p:nvPr/>
          </p:nvSpPr>
          <p:spPr>
            <a:xfrm>
              <a:off x="2324816" y="3617898"/>
              <a:ext cx="74834" cy="74834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" name="pt2058"/>
            <p:cNvSpPr/>
            <p:nvPr/>
          </p:nvSpPr>
          <p:spPr>
            <a:xfrm>
              <a:off x="2604362" y="4063471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" name="pt2059"/>
            <p:cNvSpPr/>
            <p:nvPr/>
          </p:nvSpPr>
          <p:spPr>
            <a:xfrm>
              <a:off x="2716626" y="399347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" name="pt2060"/>
            <p:cNvSpPr/>
            <p:nvPr/>
          </p:nvSpPr>
          <p:spPr>
            <a:xfrm>
              <a:off x="1770418" y="4040929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" name="pg2061"/>
            <p:cNvSpPr/>
            <p:nvPr/>
          </p:nvSpPr>
          <p:spPr>
            <a:xfrm>
              <a:off x="2437929" y="35679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" name="pt2062"/>
            <p:cNvSpPr/>
            <p:nvPr/>
          </p:nvSpPr>
          <p:spPr>
            <a:xfrm>
              <a:off x="2739467" y="382682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" name="pt2063"/>
            <p:cNvSpPr/>
            <p:nvPr/>
          </p:nvSpPr>
          <p:spPr>
            <a:xfrm>
              <a:off x="2398537" y="3646811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4" name="pt2064"/>
            <p:cNvSpPr/>
            <p:nvPr/>
          </p:nvSpPr>
          <p:spPr>
            <a:xfrm>
              <a:off x="3039513" y="4425322"/>
              <a:ext cx="48833" cy="48833"/>
            </a:xfrm>
            <a:prstGeom prst="ellipse">
              <a:avLst/>
            </a:prstGeom>
            <a:solidFill>
              <a:srgbClr val="D95F02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5" name="pg2065"/>
            <p:cNvSpPr/>
            <p:nvPr/>
          </p:nvSpPr>
          <p:spPr>
            <a:xfrm>
              <a:off x="2967905" y="392557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6" name="pt2066"/>
            <p:cNvSpPr/>
            <p:nvPr/>
          </p:nvSpPr>
          <p:spPr>
            <a:xfrm>
              <a:off x="2702750" y="3808456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7" name="pg2067"/>
            <p:cNvSpPr/>
            <p:nvPr/>
          </p:nvSpPr>
          <p:spPr>
            <a:xfrm>
              <a:off x="2537115" y="4057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8" name="pg2068"/>
            <p:cNvSpPr/>
            <p:nvPr/>
          </p:nvSpPr>
          <p:spPr>
            <a:xfrm>
              <a:off x="2560563" y="402548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9" name="pt2069"/>
            <p:cNvSpPr/>
            <p:nvPr/>
          </p:nvSpPr>
          <p:spPr>
            <a:xfrm>
              <a:off x="2363859" y="3628630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0" name="pt2070"/>
            <p:cNvSpPr/>
            <p:nvPr/>
          </p:nvSpPr>
          <p:spPr>
            <a:xfrm>
              <a:off x="2460770" y="3632514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1" name="pt2071"/>
            <p:cNvSpPr/>
            <p:nvPr/>
          </p:nvSpPr>
          <p:spPr>
            <a:xfrm>
              <a:off x="2045446" y="4391011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2" name="pt2072"/>
            <p:cNvSpPr/>
            <p:nvPr/>
          </p:nvSpPr>
          <p:spPr>
            <a:xfrm>
              <a:off x="2696921" y="381974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3" name="pt2073"/>
            <p:cNvSpPr/>
            <p:nvPr/>
          </p:nvSpPr>
          <p:spPr>
            <a:xfrm>
              <a:off x="2809582" y="4565311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74" name="pl2074"/>
            <p:cNvSpPr/>
            <p:nvPr/>
          </p:nvSpPr>
          <p:spPr>
            <a:xfrm>
              <a:off x="1877376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" name="pl2075"/>
            <p:cNvSpPr/>
            <p:nvPr/>
          </p:nvSpPr>
          <p:spPr>
            <a:xfrm>
              <a:off x="1877376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" name="pl2076"/>
            <p:cNvSpPr/>
            <p:nvPr/>
          </p:nvSpPr>
          <p:spPr>
            <a:xfrm>
              <a:off x="1867262" y="427242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" name="pl2077"/>
            <p:cNvSpPr/>
            <p:nvPr/>
          </p:nvSpPr>
          <p:spPr>
            <a:xfrm>
              <a:off x="1901793" y="423789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4941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" name="pl2078"/>
            <p:cNvSpPr/>
            <p:nvPr/>
          </p:nvSpPr>
          <p:spPr>
            <a:xfrm>
              <a:off x="2317598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" name="pl2079"/>
            <p:cNvSpPr/>
            <p:nvPr/>
          </p:nvSpPr>
          <p:spPr>
            <a:xfrm>
              <a:off x="2317598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" name="pl2080"/>
            <p:cNvSpPr/>
            <p:nvPr/>
          </p:nvSpPr>
          <p:spPr>
            <a:xfrm>
              <a:off x="2307484" y="3731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" name="pl2081"/>
            <p:cNvSpPr/>
            <p:nvPr/>
          </p:nvSpPr>
          <p:spPr>
            <a:xfrm>
              <a:off x="2342015" y="3697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" name="pt2082"/>
            <p:cNvSpPr/>
            <p:nvPr/>
          </p:nvSpPr>
          <p:spPr>
            <a:xfrm>
              <a:off x="2369461" y="3622149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3" name="pt2083"/>
            <p:cNvSpPr/>
            <p:nvPr/>
          </p:nvSpPr>
          <p:spPr>
            <a:xfrm>
              <a:off x="2388498" y="3630372"/>
              <a:ext cx="80678" cy="80678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4" name="pt2084"/>
            <p:cNvSpPr/>
            <p:nvPr/>
          </p:nvSpPr>
          <p:spPr>
            <a:xfrm>
              <a:off x="2097024" y="4123911"/>
              <a:ext cx="67219" cy="67219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5" name="pt2085"/>
            <p:cNvSpPr/>
            <p:nvPr/>
          </p:nvSpPr>
          <p:spPr>
            <a:xfrm>
              <a:off x="2443919" y="3548309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6" name="pt2086"/>
            <p:cNvSpPr/>
            <p:nvPr/>
          </p:nvSpPr>
          <p:spPr>
            <a:xfrm>
              <a:off x="2484028" y="4122780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7" name="pt2087"/>
            <p:cNvSpPr/>
            <p:nvPr/>
          </p:nvSpPr>
          <p:spPr>
            <a:xfrm>
              <a:off x="2112048" y="4182328"/>
              <a:ext cx="48833" cy="48833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8" name="pt2088"/>
            <p:cNvSpPr/>
            <p:nvPr/>
          </p:nvSpPr>
          <p:spPr>
            <a:xfrm>
              <a:off x="3146542" y="427153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89" name="pt2089"/>
            <p:cNvSpPr/>
            <p:nvPr/>
          </p:nvSpPr>
          <p:spPr>
            <a:xfrm>
              <a:off x="2697205" y="4104479"/>
              <a:ext cx="103990" cy="103990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0" name="pt2090"/>
            <p:cNvSpPr/>
            <p:nvPr/>
          </p:nvSpPr>
          <p:spPr>
            <a:xfrm>
              <a:off x="2966853" y="4105817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1" name="pt2091"/>
            <p:cNvSpPr/>
            <p:nvPr/>
          </p:nvSpPr>
          <p:spPr>
            <a:xfrm>
              <a:off x="2350024" y="3670413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2" name="pt2092"/>
            <p:cNvSpPr/>
            <p:nvPr/>
          </p:nvSpPr>
          <p:spPr>
            <a:xfrm>
              <a:off x="1922482" y="335656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3" name="pt2093"/>
            <p:cNvSpPr/>
            <p:nvPr/>
          </p:nvSpPr>
          <p:spPr>
            <a:xfrm>
              <a:off x="2431684" y="3545693"/>
              <a:ext cx="67219" cy="67219"/>
            </a:xfrm>
            <a:prstGeom prst="ellipse">
              <a:avLst/>
            </a:prstGeom>
            <a:solidFill>
              <a:srgbClr val="D95F02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4" name="pt2094"/>
            <p:cNvSpPr/>
            <p:nvPr/>
          </p:nvSpPr>
          <p:spPr>
            <a:xfrm>
              <a:off x="2219810" y="4535582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5" name="pt2095"/>
            <p:cNvSpPr/>
            <p:nvPr/>
          </p:nvSpPr>
          <p:spPr>
            <a:xfrm>
              <a:off x="2425639" y="3675068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6" name="pt2096"/>
            <p:cNvSpPr/>
            <p:nvPr/>
          </p:nvSpPr>
          <p:spPr>
            <a:xfrm>
              <a:off x="2442590" y="3631152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7" name="pt2097"/>
            <p:cNvSpPr/>
            <p:nvPr/>
          </p:nvSpPr>
          <p:spPr>
            <a:xfrm>
              <a:off x="1853771" y="4181567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8" name="pt2098"/>
            <p:cNvSpPr/>
            <p:nvPr/>
          </p:nvSpPr>
          <p:spPr>
            <a:xfrm>
              <a:off x="2445240" y="362808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99" name="pt2099"/>
            <p:cNvSpPr/>
            <p:nvPr/>
          </p:nvSpPr>
          <p:spPr>
            <a:xfrm>
              <a:off x="1937467" y="3309594"/>
              <a:ext cx="85604" cy="8560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0" name="pt2100"/>
            <p:cNvSpPr/>
            <p:nvPr/>
          </p:nvSpPr>
          <p:spPr>
            <a:xfrm>
              <a:off x="2698439" y="381229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1" name="pt2101"/>
            <p:cNvSpPr/>
            <p:nvPr/>
          </p:nvSpPr>
          <p:spPr>
            <a:xfrm>
              <a:off x="2347431" y="3675113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2" name="pt2102"/>
            <p:cNvSpPr/>
            <p:nvPr/>
          </p:nvSpPr>
          <p:spPr>
            <a:xfrm>
              <a:off x="2427431" y="3593213"/>
              <a:ext cx="67219" cy="67219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3" name="pt2103"/>
            <p:cNvSpPr/>
            <p:nvPr/>
          </p:nvSpPr>
          <p:spPr>
            <a:xfrm>
              <a:off x="2341284" y="3664928"/>
              <a:ext cx="74834" cy="74834"/>
            </a:xfrm>
            <a:prstGeom prst="ellipse">
              <a:avLst/>
            </a:prstGeom>
            <a:solidFill>
              <a:srgbClr val="7570B3">
                <a:alpha val="4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4" name="pt2104"/>
            <p:cNvSpPr/>
            <p:nvPr/>
          </p:nvSpPr>
          <p:spPr>
            <a:xfrm>
              <a:off x="2744999" y="408186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5" name="pg2105"/>
            <p:cNvSpPr/>
            <p:nvPr/>
          </p:nvSpPr>
          <p:spPr>
            <a:xfrm>
              <a:off x="3268712" y="387050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6" name="pt2106"/>
            <p:cNvSpPr/>
            <p:nvPr/>
          </p:nvSpPr>
          <p:spPr>
            <a:xfrm>
              <a:off x="2939424" y="4076699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7" name="pt2107"/>
            <p:cNvSpPr/>
            <p:nvPr/>
          </p:nvSpPr>
          <p:spPr>
            <a:xfrm>
              <a:off x="2765237" y="3805678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8" name="pt2108"/>
            <p:cNvSpPr/>
            <p:nvPr/>
          </p:nvSpPr>
          <p:spPr>
            <a:xfrm>
              <a:off x="2432868" y="3672278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09" name="pt2109"/>
            <p:cNvSpPr/>
            <p:nvPr/>
          </p:nvSpPr>
          <p:spPr>
            <a:xfrm>
              <a:off x="1919817" y="3427018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0" name="pt2110"/>
            <p:cNvSpPr/>
            <p:nvPr/>
          </p:nvSpPr>
          <p:spPr>
            <a:xfrm>
              <a:off x="2369876" y="3575593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1" name="pt2111"/>
            <p:cNvSpPr/>
            <p:nvPr/>
          </p:nvSpPr>
          <p:spPr>
            <a:xfrm>
              <a:off x="2417384" y="3678653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2" name="pt2112"/>
            <p:cNvSpPr/>
            <p:nvPr/>
          </p:nvSpPr>
          <p:spPr>
            <a:xfrm>
              <a:off x="2744297" y="3822018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3" name="pt2113"/>
            <p:cNvSpPr/>
            <p:nvPr/>
          </p:nvSpPr>
          <p:spPr>
            <a:xfrm>
              <a:off x="2136045" y="4184455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4" name="pt2114"/>
            <p:cNvSpPr/>
            <p:nvPr/>
          </p:nvSpPr>
          <p:spPr>
            <a:xfrm>
              <a:off x="2448018" y="3604392"/>
              <a:ext cx="74834" cy="74834"/>
            </a:xfrm>
            <a:prstGeom prst="ellipse">
              <a:avLst/>
            </a:prstGeom>
            <a:solidFill>
              <a:srgbClr val="D95F02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5" name="pg2115"/>
            <p:cNvSpPr/>
            <p:nvPr/>
          </p:nvSpPr>
          <p:spPr>
            <a:xfrm>
              <a:off x="2307038" y="36631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6" name="pt2116"/>
            <p:cNvSpPr/>
            <p:nvPr/>
          </p:nvSpPr>
          <p:spPr>
            <a:xfrm>
              <a:off x="2730713" y="380069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7" name="pt2117"/>
            <p:cNvSpPr/>
            <p:nvPr/>
          </p:nvSpPr>
          <p:spPr>
            <a:xfrm>
              <a:off x="2726796" y="3818368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8" name="pt2118"/>
            <p:cNvSpPr/>
            <p:nvPr/>
          </p:nvSpPr>
          <p:spPr>
            <a:xfrm>
              <a:off x="2429526" y="3590010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19" name="pt2119"/>
            <p:cNvSpPr/>
            <p:nvPr/>
          </p:nvSpPr>
          <p:spPr>
            <a:xfrm>
              <a:off x="2404463" y="4591295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" name="pt2120"/>
            <p:cNvSpPr/>
            <p:nvPr/>
          </p:nvSpPr>
          <p:spPr>
            <a:xfrm>
              <a:off x="2731414" y="3809385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" name="pt2121"/>
            <p:cNvSpPr/>
            <p:nvPr/>
          </p:nvSpPr>
          <p:spPr>
            <a:xfrm>
              <a:off x="2369122" y="3612420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" name="pt2122"/>
            <p:cNvSpPr/>
            <p:nvPr/>
          </p:nvSpPr>
          <p:spPr>
            <a:xfrm>
              <a:off x="3021705" y="4429313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3" name="pt2123"/>
            <p:cNvSpPr/>
            <p:nvPr/>
          </p:nvSpPr>
          <p:spPr>
            <a:xfrm>
              <a:off x="2894773" y="3758328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4" name="pt2124"/>
            <p:cNvSpPr/>
            <p:nvPr/>
          </p:nvSpPr>
          <p:spPr>
            <a:xfrm>
              <a:off x="2714650" y="4007281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5" name="pt2125"/>
            <p:cNvSpPr/>
            <p:nvPr/>
          </p:nvSpPr>
          <p:spPr>
            <a:xfrm>
              <a:off x="2446191" y="3634542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6" name="pt2126"/>
            <p:cNvSpPr/>
            <p:nvPr/>
          </p:nvSpPr>
          <p:spPr>
            <a:xfrm>
              <a:off x="2817993" y="3760290"/>
              <a:ext cx="74834" cy="74834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7" name="pt2127"/>
            <p:cNvSpPr/>
            <p:nvPr/>
          </p:nvSpPr>
          <p:spPr>
            <a:xfrm>
              <a:off x="2447531" y="3636368"/>
              <a:ext cx="67219" cy="67219"/>
            </a:xfrm>
            <a:prstGeom prst="ellipse">
              <a:avLst/>
            </a:prstGeom>
            <a:solidFill>
              <a:srgbClr val="7570B3">
                <a:alpha val="5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8" name="pt2128"/>
            <p:cNvSpPr/>
            <p:nvPr/>
          </p:nvSpPr>
          <p:spPr>
            <a:xfrm>
              <a:off x="2374211" y="3667374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9" name="pt2129"/>
            <p:cNvSpPr/>
            <p:nvPr/>
          </p:nvSpPr>
          <p:spPr>
            <a:xfrm>
              <a:off x="2979577" y="3979552"/>
              <a:ext cx="48833" cy="48833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0" name="pt2130"/>
            <p:cNvSpPr/>
            <p:nvPr/>
          </p:nvSpPr>
          <p:spPr>
            <a:xfrm>
              <a:off x="2790564" y="4066116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" name="pt2131"/>
            <p:cNvSpPr/>
            <p:nvPr/>
          </p:nvSpPr>
          <p:spPr>
            <a:xfrm>
              <a:off x="2778328" y="380384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2" name="pt2132"/>
            <p:cNvSpPr/>
            <p:nvPr/>
          </p:nvSpPr>
          <p:spPr>
            <a:xfrm>
              <a:off x="2893884" y="4033542"/>
              <a:ext cx="80678" cy="80678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3" name="pt2133"/>
            <p:cNvSpPr/>
            <p:nvPr/>
          </p:nvSpPr>
          <p:spPr>
            <a:xfrm>
              <a:off x="1904722" y="3427754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" name="pt2134"/>
            <p:cNvSpPr/>
            <p:nvPr/>
          </p:nvSpPr>
          <p:spPr>
            <a:xfrm>
              <a:off x="2397908" y="3655907"/>
              <a:ext cx="74834" cy="74834"/>
            </a:xfrm>
            <a:prstGeom prst="ellipse">
              <a:avLst/>
            </a:prstGeom>
            <a:solidFill>
              <a:srgbClr val="D95F02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" name="pl2135"/>
            <p:cNvSpPr/>
            <p:nvPr/>
          </p:nvSpPr>
          <p:spPr>
            <a:xfrm>
              <a:off x="2554812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6" name="pl2136"/>
            <p:cNvSpPr/>
            <p:nvPr/>
          </p:nvSpPr>
          <p:spPr>
            <a:xfrm>
              <a:off x="2554812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" name="pl2137"/>
            <p:cNvSpPr/>
            <p:nvPr/>
          </p:nvSpPr>
          <p:spPr>
            <a:xfrm>
              <a:off x="2716959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8" name="pl2138"/>
            <p:cNvSpPr/>
            <p:nvPr/>
          </p:nvSpPr>
          <p:spPr>
            <a:xfrm>
              <a:off x="2716959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9" name="pg2139"/>
            <p:cNvSpPr/>
            <p:nvPr/>
          </p:nvSpPr>
          <p:spPr>
            <a:xfrm>
              <a:off x="2338142" y="361031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" name="pg2140"/>
            <p:cNvSpPr/>
            <p:nvPr/>
          </p:nvSpPr>
          <p:spPr>
            <a:xfrm>
              <a:off x="2649171" y="379289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" name="pt2141"/>
            <p:cNvSpPr/>
            <p:nvPr/>
          </p:nvSpPr>
          <p:spPr>
            <a:xfrm>
              <a:off x="2108460" y="4155665"/>
              <a:ext cx="85604" cy="85604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" name="pt2142"/>
            <p:cNvSpPr/>
            <p:nvPr/>
          </p:nvSpPr>
          <p:spPr>
            <a:xfrm>
              <a:off x="2367485" y="363426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" name="pt2143"/>
            <p:cNvSpPr/>
            <p:nvPr/>
          </p:nvSpPr>
          <p:spPr>
            <a:xfrm>
              <a:off x="2391385" y="3630206"/>
              <a:ext cx="74834" cy="74834"/>
            </a:xfrm>
            <a:prstGeom prst="ellipse">
              <a:avLst/>
            </a:prstGeom>
            <a:solidFill>
              <a:srgbClr val="D95F02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" name="pt2144"/>
            <p:cNvSpPr/>
            <p:nvPr/>
          </p:nvSpPr>
          <p:spPr>
            <a:xfrm>
              <a:off x="2384323" y="3663309"/>
              <a:ext cx="67219" cy="67219"/>
            </a:xfrm>
            <a:prstGeom prst="ellipse">
              <a:avLst/>
            </a:prstGeom>
            <a:solidFill>
              <a:srgbClr val="D95F02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" name="pt2145"/>
            <p:cNvSpPr/>
            <p:nvPr/>
          </p:nvSpPr>
          <p:spPr>
            <a:xfrm>
              <a:off x="2921835" y="4059789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" name="pt2146"/>
            <p:cNvSpPr/>
            <p:nvPr/>
          </p:nvSpPr>
          <p:spPr>
            <a:xfrm>
              <a:off x="2313360" y="451200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" name="pt2147"/>
            <p:cNvSpPr/>
            <p:nvPr/>
          </p:nvSpPr>
          <p:spPr>
            <a:xfrm>
              <a:off x="2396943" y="3616968"/>
              <a:ext cx="67219" cy="67219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" name="pt2148"/>
            <p:cNvSpPr/>
            <p:nvPr/>
          </p:nvSpPr>
          <p:spPr>
            <a:xfrm>
              <a:off x="2445053" y="3626041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" name="pt2149"/>
            <p:cNvSpPr/>
            <p:nvPr/>
          </p:nvSpPr>
          <p:spPr>
            <a:xfrm>
              <a:off x="2366083" y="3573524"/>
              <a:ext cx="48833" cy="48833"/>
            </a:xfrm>
            <a:prstGeom prst="ellipse">
              <a:avLst/>
            </a:prstGeom>
            <a:solidFill>
              <a:srgbClr val="7570B3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0" name="pt2150"/>
            <p:cNvSpPr/>
            <p:nvPr/>
          </p:nvSpPr>
          <p:spPr>
            <a:xfrm>
              <a:off x="3272442" y="3778069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1" name="pg2151"/>
            <p:cNvSpPr/>
            <p:nvPr/>
          </p:nvSpPr>
          <p:spPr>
            <a:xfrm>
              <a:off x="2696379" y="378234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" name="pl2152"/>
            <p:cNvSpPr/>
            <p:nvPr/>
          </p:nvSpPr>
          <p:spPr>
            <a:xfrm>
              <a:off x="2636437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3" name="pl2153"/>
            <p:cNvSpPr/>
            <p:nvPr/>
          </p:nvSpPr>
          <p:spPr>
            <a:xfrm>
              <a:off x="2636437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" name="pl2154"/>
            <p:cNvSpPr/>
            <p:nvPr/>
          </p:nvSpPr>
          <p:spPr>
            <a:xfrm>
              <a:off x="2626323" y="30757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5" name="pl2155"/>
            <p:cNvSpPr/>
            <p:nvPr/>
          </p:nvSpPr>
          <p:spPr>
            <a:xfrm>
              <a:off x="2660854" y="30412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" name="pt2156"/>
            <p:cNvSpPr/>
            <p:nvPr/>
          </p:nvSpPr>
          <p:spPr>
            <a:xfrm>
              <a:off x="2143332" y="4501768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" name="pt2157"/>
            <p:cNvSpPr/>
            <p:nvPr/>
          </p:nvSpPr>
          <p:spPr>
            <a:xfrm>
              <a:off x="2363958" y="3117857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" name="pt2158"/>
            <p:cNvSpPr/>
            <p:nvPr/>
          </p:nvSpPr>
          <p:spPr>
            <a:xfrm>
              <a:off x="2745089" y="4063235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" name="pt2159"/>
            <p:cNvSpPr/>
            <p:nvPr/>
          </p:nvSpPr>
          <p:spPr>
            <a:xfrm>
              <a:off x="2692427" y="3900976"/>
              <a:ext cx="48833" cy="48833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" name="pt2160"/>
            <p:cNvSpPr/>
            <p:nvPr/>
          </p:nvSpPr>
          <p:spPr>
            <a:xfrm>
              <a:off x="2832962" y="3818243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" name="pg2161"/>
            <p:cNvSpPr/>
            <p:nvPr/>
          </p:nvSpPr>
          <p:spPr>
            <a:xfrm>
              <a:off x="1719383" y="385944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" name="pt2162"/>
            <p:cNvSpPr/>
            <p:nvPr/>
          </p:nvSpPr>
          <p:spPr>
            <a:xfrm>
              <a:off x="2392299" y="3648368"/>
              <a:ext cx="67219" cy="67219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" name="pt2163"/>
            <p:cNvSpPr/>
            <p:nvPr/>
          </p:nvSpPr>
          <p:spPr>
            <a:xfrm>
              <a:off x="1781035" y="4044440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" name="pt2164"/>
            <p:cNvSpPr/>
            <p:nvPr/>
          </p:nvSpPr>
          <p:spPr>
            <a:xfrm>
              <a:off x="3119353" y="353824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" name="pt2165"/>
            <p:cNvSpPr/>
            <p:nvPr/>
          </p:nvSpPr>
          <p:spPr>
            <a:xfrm>
              <a:off x="2586128" y="4422855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" name="pt2166"/>
            <p:cNvSpPr/>
            <p:nvPr/>
          </p:nvSpPr>
          <p:spPr>
            <a:xfrm>
              <a:off x="2715010" y="3823247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" name="pt2167"/>
            <p:cNvSpPr/>
            <p:nvPr/>
          </p:nvSpPr>
          <p:spPr>
            <a:xfrm>
              <a:off x="1904479" y="3342378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" name="pt2168"/>
            <p:cNvSpPr/>
            <p:nvPr/>
          </p:nvSpPr>
          <p:spPr>
            <a:xfrm>
              <a:off x="1772844" y="3693585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" name="pt2169"/>
            <p:cNvSpPr/>
            <p:nvPr/>
          </p:nvSpPr>
          <p:spPr>
            <a:xfrm>
              <a:off x="2557047" y="4483655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" name="pg2170"/>
            <p:cNvSpPr/>
            <p:nvPr/>
          </p:nvSpPr>
          <p:spPr>
            <a:xfrm>
              <a:off x="1958939" y="398936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" name="pt2171"/>
            <p:cNvSpPr/>
            <p:nvPr/>
          </p:nvSpPr>
          <p:spPr>
            <a:xfrm>
              <a:off x="3102354" y="3386015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" name="pt2172"/>
            <p:cNvSpPr/>
            <p:nvPr/>
          </p:nvSpPr>
          <p:spPr>
            <a:xfrm>
              <a:off x="1771534" y="3885485"/>
              <a:ext cx="48833" cy="48833"/>
            </a:xfrm>
            <a:prstGeom prst="ellipse">
              <a:avLst/>
            </a:prstGeom>
            <a:solidFill>
              <a:srgbClr val="1B9E77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" name="pt2173"/>
            <p:cNvSpPr/>
            <p:nvPr/>
          </p:nvSpPr>
          <p:spPr>
            <a:xfrm>
              <a:off x="2443002" y="3652398"/>
              <a:ext cx="67219" cy="67219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" name="pt2174"/>
            <p:cNvSpPr/>
            <p:nvPr/>
          </p:nvSpPr>
          <p:spPr>
            <a:xfrm>
              <a:off x="2130294" y="4133124"/>
              <a:ext cx="74834" cy="74834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" name="pt2175"/>
            <p:cNvSpPr/>
            <p:nvPr/>
          </p:nvSpPr>
          <p:spPr>
            <a:xfrm>
              <a:off x="2717317" y="4166400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" name="pt2176"/>
            <p:cNvSpPr/>
            <p:nvPr/>
          </p:nvSpPr>
          <p:spPr>
            <a:xfrm>
              <a:off x="2564983" y="419107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" name="pt2177"/>
            <p:cNvSpPr/>
            <p:nvPr/>
          </p:nvSpPr>
          <p:spPr>
            <a:xfrm>
              <a:off x="3201316" y="410549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" name="pt2178"/>
            <p:cNvSpPr/>
            <p:nvPr/>
          </p:nvSpPr>
          <p:spPr>
            <a:xfrm>
              <a:off x="2367632" y="3667272"/>
              <a:ext cx="67219" cy="67219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" name="pt2179"/>
            <p:cNvSpPr/>
            <p:nvPr/>
          </p:nvSpPr>
          <p:spPr>
            <a:xfrm>
              <a:off x="2470047" y="3604483"/>
              <a:ext cx="67219" cy="67219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" name="pt2180"/>
            <p:cNvSpPr/>
            <p:nvPr/>
          </p:nvSpPr>
          <p:spPr>
            <a:xfrm>
              <a:off x="2425016" y="3641232"/>
              <a:ext cx="67219" cy="67219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" name="pt2181"/>
            <p:cNvSpPr/>
            <p:nvPr/>
          </p:nvSpPr>
          <p:spPr>
            <a:xfrm>
              <a:off x="2408609" y="3644835"/>
              <a:ext cx="80678" cy="80678"/>
            </a:xfrm>
            <a:prstGeom prst="ellipse">
              <a:avLst/>
            </a:prstGeom>
            <a:solidFill>
              <a:srgbClr val="D95F02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" name="pt2182"/>
            <p:cNvSpPr/>
            <p:nvPr/>
          </p:nvSpPr>
          <p:spPr>
            <a:xfrm>
              <a:off x="3254446" y="4065910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" name="pt2183"/>
            <p:cNvSpPr/>
            <p:nvPr/>
          </p:nvSpPr>
          <p:spPr>
            <a:xfrm>
              <a:off x="1840063" y="359825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" name="pt2184"/>
            <p:cNvSpPr/>
            <p:nvPr/>
          </p:nvSpPr>
          <p:spPr>
            <a:xfrm>
              <a:off x="2196834" y="4414435"/>
              <a:ext cx="67219" cy="67219"/>
            </a:xfrm>
            <a:prstGeom prst="ellipse">
              <a:avLst/>
            </a:prstGeom>
            <a:solidFill>
              <a:srgbClr val="7570B3">
                <a:alpha val="4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" name="pt2185"/>
            <p:cNvSpPr/>
            <p:nvPr/>
          </p:nvSpPr>
          <p:spPr>
            <a:xfrm>
              <a:off x="2112661" y="4128217"/>
              <a:ext cx="74834" cy="74834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6" name="pt2186"/>
            <p:cNvSpPr/>
            <p:nvPr/>
          </p:nvSpPr>
          <p:spPr>
            <a:xfrm>
              <a:off x="2431312" y="3591295"/>
              <a:ext cx="67219" cy="67219"/>
            </a:xfrm>
            <a:prstGeom prst="ellipse">
              <a:avLst/>
            </a:prstGeom>
            <a:solidFill>
              <a:srgbClr val="D95F02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7" name="pt2187"/>
            <p:cNvSpPr/>
            <p:nvPr/>
          </p:nvSpPr>
          <p:spPr>
            <a:xfrm>
              <a:off x="2383663" y="3664746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8" name="pt2188"/>
            <p:cNvSpPr/>
            <p:nvPr/>
          </p:nvSpPr>
          <p:spPr>
            <a:xfrm>
              <a:off x="2704366" y="3978890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9" name="pg2189"/>
            <p:cNvSpPr/>
            <p:nvPr/>
          </p:nvSpPr>
          <p:spPr>
            <a:xfrm>
              <a:off x="1868925" y="42309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0" name="pg2190"/>
            <p:cNvSpPr/>
            <p:nvPr/>
          </p:nvSpPr>
          <p:spPr>
            <a:xfrm>
              <a:off x="2606042" y="394582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1" name="pg2191"/>
            <p:cNvSpPr/>
            <p:nvPr/>
          </p:nvSpPr>
          <p:spPr>
            <a:xfrm>
              <a:off x="2414740" y="358694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2" name="pt2192"/>
            <p:cNvSpPr/>
            <p:nvPr/>
          </p:nvSpPr>
          <p:spPr>
            <a:xfrm>
              <a:off x="2387611" y="3680039"/>
              <a:ext cx="48833" cy="48833"/>
            </a:xfrm>
            <a:prstGeom prst="ellipse">
              <a:avLst/>
            </a:prstGeom>
            <a:solidFill>
              <a:srgbClr val="D95F02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3" name="pg2193"/>
            <p:cNvSpPr/>
            <p:nvPr/>
          </p:nvSpPr>
          <p:spPr>
            <a:xfrm>
              <a:off x="2645350" y="39286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4" name="pt2194"/>
            <p:cNvSpPr/>
            <p:nvPr/>
          </p:nvSpPr>
          <p:spPr>
            <a:xfrm>
              <a:off x="2397750" y="4592543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5" name="pt2195"/>
            <p:cNvSpPr/>
            <p:nvPr/>
          </p:nvSpPr>
          <p:spPr>
            <a:xfrm>
              <a:off x="2724344" y="3997668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6" name="pt2196"/>
            <p:cNvSpPr/>
            <p:nvPr/>
          </p:nvSpPr>
          <p:spPr>
            <a:xfrm>
              <a:off x="2429267" y="3671134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7" name="pt2197"/>
            <p:cNvSpPr/>
            <p:nvPr/>
          </p:nvSpPr>
          <p:spPr>
            <a:xfrm>
              <a:off x="2738400" y="4024248"/>
              <a:ext cx="74834" cy="74834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8" name="pt2198"/>
            <p:cNvSpPr/>
            <p:nvPr/>
          </p:nvSpPr>
          <p:spPr>
            <a:xfrm>
              <a:off x="2412584" y="3642901"/>
              <a:ext cx="74834" cy="74834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99" name="pt2199"/>
            <p:cNvSpPr/>
            <p:nvPr/>
          </p:nvSpPr>
          <p:spPr>
            <a:xfrm>
              <a:off x="1939671" y="429068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0" name="pg2200"/>
            <p:cNvSpPr/>
            <p:nvPr/>
          </p:nvSpPr>
          <p:spPr>
            <a:xfrm>
              <a:off x="3265954" y="38807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1" name="pt2201"/>
            <p:cNvSpPr/>
            <p:nvPr/>
          </p:nvSpPr>
          <p:spPr>
            <a:xfrm>
              <a:off x="3114427" y="3533412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2" name="pt2202"/>
            <p:cNvSpPr/>
            <p:nvPr/>
          </p:nvSpPr>
          <p:spPr>
            <a:xfrm>
              <a:off x="2720585" y="3981931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3" name="pt2203"/>
            <p:cNvSpPr/>
            <p:nvPr/>
          </p:nvSpPr>
          <p:spPr>
            <a:xfrm>
              <a:off x="2379857" y="3690305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4" name="pt2204"/>
            <p:cNvSpPr/>
            <p:nvPr/>
          </p:nvSpPr>
          <p:spPr>
            <a:xfrm>
              <a:off x="2759217" y="4456966"/>
              <a:ext cx="48833" cy="48833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05" name="pl2205"/>
            <p:cNvSpPr/>
            <p:nvPr/>
          </p:nvSpPr>
          <p:spPr>
            <a:xfrm>
              <a:off x="2443013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" name="pl2206"/>
            <p:cNvSpPr/>
            <p:nvPr/>
          </p:nvSpPr>
          <p:spPr>
            <a:xfrm>
              <a:off x="2443013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" name="pl2207"/>
            <p:cNvSpPr/>
            <p:nvPr/>
          </p:nvSpPr>
          <p:spPr>
            <a:xfrm>
              <a:off x="2432900" y="35691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" name="pl2208"/>
            <p:cNvSpPr/>
            <p:nvPr/>
          </p:nvSpPr>
          <p:spPr>
            <a:xfrm>
              <a:off x="2467430" y="35346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" name="pt2209"/>
            <p:cNvSpPr/>
            <p:nvPr/>
          </p:nvSpPr>
          <p:spPr>
            <a:xfrm>
              <a:off x="3104404" y="392754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0" name="pt2210"/>
            <p:cNvSpPr/>
            <p:nvPr/>
          </p:nvSpPr>
          <p:spPr>
            <a:xfrm>
              <a:off x="2360033" y="3668110"/>
              <a:ext cx="67219" cy="67219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1" name="pt2211"/>
            <p:cNvSpPr/>
            <p:nvPr/>
          </p:nvSpPr>
          <p:spPr>
            <a:xfrm>
              <a:off x="2385488" y="3641521"/>
              <a:ext cx="74834" cy="74834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12" name="pl2212"/>
            <p:cNvSpPr/>
            <p:nvPr/>
          </p:nvSpPr>
          <p:spPr>
            <a:xfrm>
              <a:off x="2485993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" name="pl2213"/>
            <p:cNvSpPr/>
            <p:nvPr/>
          </p:nvSpPr>
          <p:spPr>
            <a:xfrm>
              <a:off x="2485993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" name="pl2214"/>
            <p:cNvSpPr/>
            <p:nvPr/>
          </p:nvSpPr>
          <p:spPr>
            <a:xfrm>
              <a:off x="2475879" y="3667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" name="pl2215"/>
            <p:cNvSpPr/>
            <p:nvPr/>
          </p:nvSpPr>
          <p:spPr>
            <a:xfrm>
              <a:off x="2510410" y="3633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4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" name="pl2216"/>
            <p:cNvSpPr/>
            <p:nvPr/>
          </p:nvSpPr>
          <p:spPr>
            <a:xfrm>
              <a:off x="2711288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" name="pl2217"/>
            <p:cNvSpPr/>
            <p:nvPr/>
          </p:nvSpPr>
          <p:spPr>
            <a:xfrm>
              <a:off x="2711288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" name="pl2218"/>
            <p:cNvSpPr/>
            <p:nvPr/>
          </p:nvSpPr>
          <p:spPr>
            <a:xfrm>
              <a:off x="2701174" y="4210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" name="pl2219"/>
            <p:cNvSpPr/>
            <p:nvPr/>
          </p:nvSpPr>
          <p:spPr>
            <a:xfrm>
              <a:off x="2735705" y="417549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" name="pt2220"/>
            <p:cNvSpPr/>
            <p:nvPr/>
          </p:nvSpPr>
          <p:spPr>
            <a:xfrm>
              <a:off x="2695546" y="401110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1" name="pg2221"/>
            <p:cNvSpPr/>
            <p:nvPr/>
          </p:nvSpPr>
          <p:spPr>
            <a:xfrm>
              <a:off x="1734665" y="383993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2" name="pt2222"/>
            <p:cNvSpPr/>
            <p:nvPr/>
          </p:nvSpPr>
          <p:spPr>
            <a:xfrm>
              <a:off x="2576195" y="4480775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3" name="pt2223"/>
            <p:cNvSpPr/>
            <p:nvPr/>
          </p:nvSpPr>
          <p:spPr>
            <a:xfrm>
              <a:off x="2684130" y="4004144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4" name="pt2224"/>
            <p:cNvSpPr/>
            <p:nvPr/>
          </p:nvSpPr>
          <p:spPr>
            <a:xfrm>
              <a:off x="2567274" y="41656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" name="pl2225"/>
            <p:cNvSpPr/>
            <p:nvPr/>
          </p:nvSpPr>
          <p:spPr>
            <a:xfrm>
              <a:off x="2567274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" name="pl2226"/>
            <p:cNvSpPr/>
            <p:nvPr/>
          </p:nvSpPr>
          <p:spPr>
            <a:xfrm>
              <a:off x="2567274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" name="pt2227"/>
            <p:cNvSpPr/>
            <p:nvPr/>
          </p:nvSpPr>
          <p:spPr>
            <a:xfrm>
              <a:off x="2438099" y="3577094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8" name="pt2228"/>
            <p:cNvSpPr/>
            <p:nvPr/>
          </p:nvSpPr>
          <p:spPr>
            <a:xfrm>
              <a:off x="2976458" y="3272271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29" name="pt2229"/>
            <p:cNvSpPr/>
            <p:nvPr/>
          </p:nvSpPr>
          <p:spPr>
            <a:xfrm>
              <a:off x="2754244" y="4011725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0" name="pl2230"/>
            <p:cNvSpPr/>
            <p:nvPr/>
          </p:nvSpPr>
          <p:spPr>
            <a:xfrm>
              <a:off x="2380754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" name="pl2231"/>
            <p:cNvSpPr/>
            <p:nvPr/>
          </p:nvSpPr>
          <p:spPr>
            <a:xfrm>
              <a:off x="2380754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" name="pl2232"/>
            <p:cNvSpPr/>
            <p:nvPr/>
          </p:nvSpPr>
          <p:spPr>
            <a:xfrm>
              <a:off x="2348114" y="366256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" name="pl2233"/>
            <p:cNvSpPr/>
            <p:nvPr/>
          </p:nvSpPr>
          <p:spPr>
            <a:xfrm>
              <a:off x="2459556" y="355112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" name="pl2234"/>
            <p:cNvSpPr/>
            <p:nvPr/>
          </p:nvSpPr>
          <p:spPr>
            <a:xfrm>
              <a:off x="2479405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5" name="pl2235"/>
            <p:cNvSpPr/>
            <p:nvPr/>
          </p:nvSpPr>
          <p:spPr>
            <a:xfrm>
              <a:off x="2479405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" name="pl2236"/>
            <p:cNvSpPr/>
            <p:nvPr/>
          </p:nvSpPr>
          <p:spPr>
            <a:xfrm>
              <a:off x="2469291" y="3658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" name="pl2237"/>
            <p:cNvSpPr/>
            <p:nvPr/>
          </p:nvSpPr>
          <p:spPr>
            <a:xfrm>
              <a:off x="2503822" y="3623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" name="pt2238"/>
            <p:cNvSpPr/>
            <p:nvPr/>
          </p:nvSpPr>
          <p:spPr>
            <a:xfrm>
              <a:off x="2762337" y="4449390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9" name="pt2239"/>
            <p:cNvSpPr/>
            <p:nvPr/>
          </p:nvSpPr>
          <p:spPr>
            <a:xfrm>
              <a:off x="2339204" y="3687476"/>
              <a:ext cx="48833" cy="48833"/>
            </a:xfrm>
            <a:prstGeom prst="ellipse">
              <a:avLst/>
            </a:prstGeom>
            <a:solidFill>
              <a:srgbClr val="E7298A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0" name="pt2240"/>
            <p:cNvSpPr/>
            <p:nvPr/>
          </p:nvSpPr>
          <p:spPr>
            <a:xfrm>
              <a:off x="1949714" y="4353391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" name="pt2241"/>
            <p:cNvSpPr/>
            <p:nvPr/>
          </p:nvSpPr>
          <p:spPr>
            <a:xfrm>
              <a:off x="2797002" y="4576560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2" name="pl2242"/>
            <p:cNvSpPr/>
            <p:nvPr/>
          </p:nvSpPr>
          <p:spPr>
            <a:xfrm>
              <a:off x="3251095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" name="pl2243"/>
            <p:cNvSpPr/>
            <p:nvPr/>
          </p:nvSpPr>
          <p:spPr>
            <a:xfrm>
              <a:off x="3251095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" name="pl2244"/>
            <p:cNvSpPr/>
            <p:nvPr/>
          </p:nvSpPr>
          <p:spPr>
            <a:xfrm>
              <a:off x="3240981" y="370729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" name="pl2245"/>
            <p:cNvSpPr/>
            <p:nvPr/>
          </p:nvSpPr>
          <p:spPr>
            <a:xfrm>
              <a:off x="3275512" y="36727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" name="pt2246"/>
            <p:cNvSpPr/>
            <p:nvPr/>
          </p:nvSpPr>
          <p:spPr>
            <a:xfrm>
              <a:off x="2736979" y="3793023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7" name="pg2247"/>
            <p:cNvSpPr/>
            <p:nvPr/>
          </p:nvSpPr>
          <p:spPr>
            <a:xfrm>
              <a:off x="2702756" y="376800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" name="pt2248"/>
            <p:cNvSpPr/>
            <p:nvPr/>
          </p:nvSpPr>
          <p:spPr>
            <a:xfrm>
              <a:off x="2997266" y="4097963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" name="pt2249"/>
            <p:cNvSpPr/>
            <p:nvPr/>
          </p:nvSpPr>
          <p:spPr>
            <a:xfrm>
              <a:off x="2418660" y="3689631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0" name="pt2250"/>
            <p:cNvSpPr/>
            <p:nvPr/>
          </p:nvSpPr>
          <p:spPr>
            <a:xfrm>
              <a:off x="2015158" y="3236628"/>
              <a:ext cx="48833" cy="48833"/>
            </a:xfrm>
            <a:prstGeom prst="ellipse">
              <a:avLst/>
            </a:prstGeom>
            <a:solidFill>
              <a:srgbClr val="7570B3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" name="pt2251"/>
            <p:cNvSpPr/>
            <p:nvPr/>
          </p:nvSpPr>
          <p:spPr>
            <a:xfrm>
              <a:off x="2396810" y="3650969"/>
              <a:ext cx="74834" cy="74834"/>
            </a:xfrm>
            <a:prstGeom prst="ellipse">
              <a:avLst/>
            </a:prstGeom>
            <a:solidFill>
              <a:srgbClr val="7570B3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" name="pt2252"/>
            <p:cNvSpPr/>
            <p:nvPr/>
          </p:nvSpPr>
          <p:spPr>
            <a:xfrm>
              <a:off x="3147288" y="4246037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" name="pt2253"/>
            <p:cNvSpPr/>
            <p:nvPr/>
          </p:nvSpPr>
          <p:spPr>
            <a:xfrm>
              <a:off x="2749734" y="4003136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" name="pt2254"/>
            <p:cNvSpPr/>
            <p:nvPr/>
          </p:nvSpPr>
          <p:spPr>
            <a:xfrm>
              <a:off x="2718656" y="4043007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" name="pt2255"/>
            <p:cNvSpPr/>
            <p:nvPr/>
          </p:nvSpPr>
          <p:spPr>
            <a:xfrm>
              <a:off x="2981981" y="393406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" name="pt2256"/>
            <p:cNvSpPr/>
            <p:nvPr/>
          </p:nvSpPr>
          <p:spPr>
            <a:xfrm>
              <a:off x="2793634" y="3759779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" name="pt2257"/>
            <p:cNvSpPr/>
            <p:nvPr/>
          </p:nvSpPr>
          <p:spPr>
            <a:xfrm>
              <a:off x="2668415" y="4612917"/>
              <a:ext cx="48833" cy="48833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" name="pt2258"/>
            <p:cNvSpPr/>
            <p:nvPr/>
          </p:nvSpPr>
          <p:spPr>
            <a:xfrm>
              <a:off x="2649955" y="3890926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" name="pt2259"/>
            <p:cNvSpPr/>
            <p:nvPr/>
          </p:nvSpPr>
          <p:spPr>
            <a:xfrm>
              <a:off x="3186024" y="3468680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" name="pt2260"/>
            <p:cNvSpPr/>
            <p:nvPr/>
          </p:nvSpPr>
          <p:spPr>
            <a:xfrm>
              <a:off x="2350375" y="3622869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" name="pt2261"/>
            <p:cNvSpPr/>
            <p:nvPr/>
          </p:nvSpPr>
          <p:spPr>
            <a:xfrm>
              <a:off x="2381901" y="3677554"/>
              <a:ext cx="48833" cy="48833"/>
            </a:xfrm>
            <a:prstGeom prst="ellipse">
              <a:avLst/>
            </a:prstGeom>
            <a:solidFill>
              <a:srgbClr val="D95F02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2" name="pg2262"/>
            <p:cNvSpPr/>
            <p:nvPr/>
          </p:nvSpPr>
          <p:spPr>
            <a:xfrm>
              <a:off x="2691868" y="38233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" name="pt2263"/>
            <p:cNvSpPr/>
            <p:nvPr/>
          </p:nvSpPr>
          <p:spPr>
            <a:xfrm>
              <a:off x="2823937" y="4049936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" name="pt2264"/>
            <p:cNvSpPr/>
            <p:nvPr/>
          </p:nvSpPr>
          <p:spPr>
            <a:xfrm>
              <a:off x="2766426" y="3133345"/>
              <a:ext cx="48833" cy="48833"/>
            </a:xfrm>
            <a:prstGeom prst="ellipse">
              <a:avLst/>
            </a:prstGeom>
            <a:solidFill>
              <a:srgbClr val="1B9E77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" name="pg2265"/>
            <p:cNvSpPr/>
            <p:nvPr/>
          </p:nvSpPr>
          <p:spPr>
            <a:xfrm>
              <a:off x="2694960" y="380160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" name="pg2266"/>
            <p:cNvSpPr/>
            <p:nvPr/>
          </p:nvSpPr>
          <p:spPr>
            <a:xfrm>
              <a:off x="2692691" y="382467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" name="pt2267"/>
            <p:cNvSpPr/>
            <p:nvPr/>
          </p:nvSpPr>
          <p:spPr>
            <a:xfrm>
              <a:off x="2408285" y="3637256"/>
              <a:ext cx="67219" cy="67219"/>
            </a:xfrm>
            <a:prstGeom prst="ellipse">
              <a:avLst/>
            </a:pr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" name="pt2268"/>
            <p:cNvSpPr/>
            <p:nvPr/>
          </p:nvSpPr>
          <p:spPr>
            <a:xfrm>
              <a:off x="2694349" y="3855027"/>
              <a:ext cx="67219" cy="67219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" name="pt2269"/>
            <p:cNvSpPr/>
            <p:nvPr/>
          </p:nvSpPr>
          <p:spPr>
            <a:xfrm>
              <a:off x="2756506" y="3762274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0" name="pt2270"/>
            <p:cNvSpPr/>
            <p:nvPr/>
          </p:nvSpPr>
          <p:spPr>
            <a:xfrm>
              <a:off x="2774506" y="378454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" name="pt2271"/>
            <p:cNvSpPr/>
            <p:nvPr/>
          </p:nvSpPr>
          <p:spPr>
            <a:xfrm>
              <a:off x="1846577" y="4099602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" name="pt2272"/>
            <p:cNvSpPr/>
            <p:nvPr/>
          </p:nvSpPr>
          <p:spPr>
            <a:xfrm>
              <a:off x="2665777" y="4593467"/>
              <a:ext cx="67219" cy="67219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" name="pt2273"/>
            <p:cNvSpPr/>
            <p:nvPr/>
          </p:nvSpPr>
          <p:spPr>
            <a:xfrm>
              <a:off x="2728687" y="3780696"/>
              <a:ext cx="74834" cy="74834"/>
            </a:xfrm>
            <a:prstGeom prst="ellipse">
              <a:avLst/>
            </a:prstGeom>
            <a:solidFill>
              <a:srgbClr val="1B9E77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" name="pt2274"/>
            <p:cNvSpPr/>
            <p:nvPr/>
          </p:nvSpPr>
          <p:spPr>
            <a:xfrm>
              <a:off x="3262597" y="3775998"/>
              <a:ext cx="48833" cy="48833"/>
            </a:xfrm>
            <a:prstGeom prst="ellipse">
              <a:avLst/>
            </a:pr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" name="pt2275"/>
            <p:cNvSpPr/>
            <p:nvPr/>
          </p:nvSpPr>
          <p:spPr>
            <a:xfrm>
              <a:off x="2450533" y="3630392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" name="pt2276"/>
            <p:cNvSpPr/>
            <p:nvPr/>
          </p:nvSpPr>
          <p:spPr>
            <a:xfrm>
              <a:off x="1904486" y="3418223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" name="pl2277"/>
            <p:cNvSpPr/>
            <p:nvPr/>
          </p:nvSpPr>
          <p:spPr>
            <a:xfrm>
              <a:off x="2362348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" name="pl2278"/>
            <p:cNvSpPr/>
            <p:nvPr/>
          </p:nvSpPr>
          <p:spPr>
            <a:xfrm>
              <a:off x="2362348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9" name="pl2279"/>
            <p:cNvSpPr/>
            <p:nvPr/>
          </p:nvSpPr>
          <p:spPr>
            <a:xfrm>
              <a:off x="2352235" y="36020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0" name="pl2280"/>
            <p:cNvSpPr/>
            <p:nvPr/>
          </p:nvSpPr>
          <p:spPr>
            <a:xfrm>
              <a:off x="2386765" y="35674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1" name="pt2281"/>
            <p:cNvSpPr/>
            <p:nvPr/>
          </p:nvSpPr>
          <p:spPr>
            <a:xfrm>
              <a:off x="3138686" y="3525019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" name="pt2282"/>
            <p:cNvSpPr/>
            <p:nvPr/>
          </p:nvSpPr>
          <p:spPr>
            <a:xfrm>
              <a:off x="1968937" y="4367708"/>
              <a:ext cx="48833" cy="48833"/>
            </a:xfrm>
            <a:prstGeom prst="ellipse">
              <a:avLst/>
            </a:prstGeom>
            <a:solidFill>
              <a:srgbClr val="1B9E77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" name="pt2283"/>
            <p:cNvSpPr/>
            <p:nvPr/>
          </p:nvSpPr>
          <p:spPr>
            <a:xfrm>
              <a:off x="2554989" y="3595456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4" name="pt2284"/>
            <p:cNvSpPr/>
            <p:nvPr/>
          </p:nvSpPr>
          <p:spPr>
            <a:xfrm>
              <a:off x="2432439" y="3692735"/>
              <a:ext cx="48833" cy="48833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" name="pt2285"/>
            <p:cNvSpPr/>
            <p:nvPr/>
          </p:nvSpPr>
          <p:spPr>
            <a:xfrm>
              <a:off x="2398770" y="3650004"/>
              <a:ext cx="74834" cy="74834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6" name="pt2286"/>
            <p:cNvSpPr/>
            <p:nvPr/>
          </p:nvSpPr>
          <p:spPr>
            <a:xfrm>
              <a:off x="2126803" y="4194106"/>
              <a:ext cx="48833" cy="48833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" name="pt2287"/>
            <p:cNvSpPr/>
            <p:nvPr/>
          </p:nvSpPr>
          <p:spPr>
            <a:xfrm>
              <a:off x="2350116" y="3649112"/>
              <a:ext cx="80678" cy="80678"/>
            </a:xfrm>
            <a:prstGeom prst="ellipse">
              <a:avLst/>
            </a:prstGeom>
            <a:solidFill>
              <a:srgbClr val="D95F02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" name="pt2288"/>
            <p:cNvSpPr/>
            <p:nvPr/>
          </p:nvSpPr>
          <p:spPr>
            <a:xfrm>
              <a:off x="2453412" y="3686908"/>
              <a:ext cx="48833" cy="48833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" name="pt2289"/>
            <p:cNvSpPr/>
            <p:nvPr/>
          </p:nvSpPr>
          <p:spPr>
            <a:xfrm>
              <a:off x="2362685" y="3676621"/>
              <a:ext cx="48833" cy="48833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" name="pt2290"/>
            <p:cNvSpPr/>
            <p:nvPr/>
          </p:nvSpPr>
          <p:spPr>
            <a:xfrm>
              <a:off x="2362363" y="3686195"/>
              <a:ext cx="67219" cy="67219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" name="pl2291"/>
            <p:cNvSpPr/>
            <p:nvPr/>
          </p:nvSpPr>
          <p:spPr>
            <a:xfrm>
              <a:off x="2687015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" name="pl2292"/>
            <p:cNvSpPr/>
            <p:nvPr/>
          </p:nvSpPr>
          <p:spPr>
            <a:xfrm>
              <a:off x="2687015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" name="pt2293"/>
            <p:cNvSpPr/>
            <p:nvPr/>
          </p:nvSpPr>
          <p:spPr>
            <a:xfrm>
              <a:off x="2365981" y="3625843"/>
              <a:ext cx="67219" cy="67219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4" name="pg2294"/>
            <p:cNvSpPr/>
            <p:nvPr/>
          </p:nvSpPr>
          <p:spPr>
            <a:xfrm>
              <a:off x="3032026" y="432673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5" name="pg2295"/>
            <p:cNvSpPr/>
            <p:nvPr/>
          </p:nvSpPr>
          <p:spPr>
            <a:xfrm>
              <a:off x="2590322" y="40077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6" name="pg2296"/>
            <p:cNvSpPr/>
            <p:nvPr/>
          </p:nvSpPr>
          <p:spPr>
            <a:xfrm>
              <a:off x="2402149" y="356688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7" name="pl2297"/>
            <p:cNvSpPr/>
            <p:nvPr/>
          </p:nvSpPr>
          <p:spPr>
            <a:xfrm>
              <a:off x="2421475" y="5672615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" name="pl2298"/>
            <p:cNvSpPr/>
            <p:nvPr/>
          </p:nvSpPr>
          <p:spPr>
            <a:xfrm>
              <a:off x="2496734" y="5631334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" name="pl2299"/>
            <p:cNvSpPr/>
            <p:nvPr/>
          </p:nvSpPr>
          <p:spPr>
            <a:xfrm>
              <a:off x="2481717" y="5616867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" name="pl2300"/>
            <p:cNvSpPr/>
            <p:nvPr/>
          </p:nvSpPr>
          <p:spPr>
            <a:xfrm>
              <a:off x="2496734" y="5622077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" name="pl2301"/>
            <p:cNvSpPr/>
            <p:nvPr/>
          </p:nvSpPr>
          <p:spPr>
            <a:xfrm>
              <a:off x="2466542" y="5693414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" name="pl2302"/>
            <p:cNvSpPr/>
            <p:nvPr/>
          </p:nvSpPr>
          <p:spPr>
            <a:xfrm>
              <a:off x="2539000" y="6000795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" name="pl2303"/>
            <p:cNvSpPr/>
            <p:nvPr/>
          </p:nvSpPr>
          <p:spPr>
            <a:xfrm>
              <a:off x="2539000" y="6000795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" name="pl2304"/>
            <p:cNvSpPr/>
            <p:nvPr/>
          </p:nvSpPr>
          <p:spPr>
            <a:xfrm>
              <a:off x="2500815" y="5953335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" name="pl2305"/>
            <p:cNvSpPr/>
            <p:nvPr/>
          </p:nvSpPr>
          <p:spPr>
            <a:xfrm>
              <a:off x="2539000" y="6000795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" name="pl2306"/>
            <p:cNvSpPr/>
            <p:nvPr/>
          </p:nvSpPr>
          <p:spPr>
            <a:xfrm>
              <a:off x="2539000" y="6000795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" name="pl2307"/>
            <p:cNvSpPr/>
            <p:nvPr/>
          </p:nvSpPr>
          <p:spPr>
            <a:xfrm>
              <a:off x="2492556" y="5769000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" name="pl2308"/>
            <p:cNvSpPr/>
            <p:nvPr/>
          </p:nvSpPr>
          <p:spPr>
            <a:xfrm>
              <a:off x="2824885" y="5650501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" name="pl2309"/>
            <p:cNvSpPr/>
            <p:nvPr/>
          </p:nvSpPr>
          <p:spPr>
            <a:xfrm>
              <a:off x="2404111" y="5700233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" name="pl2310"/>
            <p:cNvSpPr/>
            <p:nvPr/>
          </p:nvSpPr>
          <p:spPr>
            <a:xfrm>
              <a:off x="3368672" y="5621884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" name="pl2311"/>
            <p:cNvSpPr/>
            <p:nvPr/>
          </p:nvSpPr>
          <p:spPr>
            <a:xfrm>
              <a:off x="3112052" y="5722375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" name="pl2312"/>
            <p:cNvSpPr/>
            <p:nvPr/>
          </p:nvSpPr>
          <p:spPr>
            <a:xfrm>
              <a:off x="2778194" y="5757678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" name="pl2313"/>
            <p:cNvSpPr/>
            <p:nvPr/>
          </p:nvSpPr>
          <p:spPr>
            <a:xfrm>
              <a:off x="2822928" y="5768825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" name="pl2314"/>
            <p:cNvSpPr/>
            <p:nvPr/>
          </p:nvSpPr>
          <p:spPr>
            <a:xfrm>
              <a:off x="2822928" y="5768825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" name="pl2315"/>
            <p:cNvSpPr/>
            <p:nvPr/>
          </p:nvSpPr>
          <p:spPr>
            <a:xfrm>
              <a:off x="2498327" y="5953335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" name="pl2316"/>
            <p:cNvSpPr/>
            <p:nvPr/>
          </p:nvSpPr>
          <p:spPr>
            <a:xfrm>
              <a:off x="2824885" y="5641669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" name="pl2317"/>
            <p:cNvSpPr/>
            <p:nvPr/>
          </p:nvSpPr>
          <p:spPr>
            <a:xfrm>
              <a:off x="2923322" y="5632324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" name="pl2318"/>
            <p:cNvSpPr/>
            <p:nvPr/>
          </p:nvSpPr>
          <p:spPr>
            <a:xfrm>
              <a:off x="2923322" y="5631297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" name="pl2319"/>
            <p:cNvSpPr/>
            <p:nvPr/>
          </p:nvSpPr>
          <p:spPr>
            <a:xfrm>
              <a:off x="2569321" y="5777661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" name="pl2320"/>
            <p:cNvSpPr/>
            <p:nvPr/>
          </p:nvSpPr>
          <p:spPr>
            <a:xfrm>
              <a:off x="2322932" y="4951829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" name="pl2321"/>
            <p:cNvSpPr/>
            <p:nvPr/>
          </p:nvSpPr>
          <p:spPr>
            <a:xfrm>
              <a:off x="2465381" y="5945921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" name="pl2322"/>
            <p:cNvSpPr/>
            <p:nvPr/>
          </p:nvSpPr>
          <p:spPr>
            <a:xfrm>
              <a:off x="2481000" y="5895461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" name="pl2323"/>
            <p:cNvSpPr/>
            <p:nvPr/>
          </p:nvSpPr>
          <p:spPr>
            <a:xfrm>
              <a:off x="2789966" y="5787145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" name="pl2324"/>
            <p:cNvSpPr/>
            <p:nvPr/>
          </p:nvSpPr>
          <p:spPr>
            <a:xfrm>
              <a:off x="2493776" y="5818017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" name="pl2325"/>
            <p:cNvSpPr/>
            <p:nvPr/>
          </p:nvSpPr>
          <p:spPr>
            <a:xfrm>
              <a:off x="2502232" y="5826170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" name="pl2326"/>
            <p:cNvSpPr/>
            <p:nvPr/>
          </p:nvSpPr>
          <p:spPr>
            <a:xfrm>
              <a:off x="2491598" y="5810887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" name="pl2327"/>
            <p:cNvSpPr/>
            <p:nvPr/>
          </p:nvSpPr>
          <p:spPr>
            <a:xfrm>
              <a:off x="2490081" y="5778380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" name="pl2328"/>
            <p:cNvSpPr/>
            <p:nvPr/>
          </p:nvSpPr>
          <p:spPr>
            <a:xfrm>
              <a:off x="2490081" y="5778380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" name="pl2329"/>
            <p:cNvSpPr/>
            <p:nvPr/>
          </p:nvSpPr>
          <p:spPr>
            <a:xfrm>
              <a:off x="2482339" y="5765150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" name="pl2330"/>
            <p:cNvSpPr/>
            <p:nvPr/>
          </p:nvSpPr>
          <p:spPr>
            <a:xfrm>
              <a:off x="2465409" y="5736296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" name="pl2331"/>
            <p:cNvSpPr/>
            <p:nvPr/>
          </p:nvSpPr>
          <p:spPr>
            <a:xfrm>
              <a:off x="2490081" y="5778380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" name="pl2332"/>
            <p:cNvSpPr/>
            <p:nvPr/>
          </p:nvSpPr>
          <p:spPr>
            <a:xfrm>
              <a:off x="2426493" y="5665767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" name="pl2333"/>
            <p:cNvSpPr/>
            <p:nvPr/>
          </p:nvSpPr>
          <p:spPr>
            <a:xfrm>
              <a:off x="2426493" y="5665767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" name="pl2334"/>
            <p:cNvSpPr/>
            <p:nvPr/>
          </p:nvSpPr>
          <p:spPr>
            <a:xfrm>
              <a:off x="2544127" y="5887458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" name="pl2335"/>
            <p:cNvSpPr/>
            <p:nvPr/>
          </p:nvSpPr>
          <p:spPr>
            <a:xfrm>
              <a:off x="2521191" y="5835035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" name="pl2336"/>
            <p:cNvSpPr/>
            <p:nvPr/>
          </p:nvSpPr>
          <p:spPr>
            <a:xfrm>
              <a:off x="2521191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" name="pl2337"/>
            <p:cNvSpPr/>
            <p:nvPr/>
          </p:nvSpPr>
          <p:spPr>
            <a:xfrm>
              <a:off x="2521191" y="5836582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" name="pl2338"/>
            <p:cNvSpPr/>
            <p:nvPr/>
          </p:nvSpPr>
          <p:spPr>
            <a:xfrm>
              <a:off x="2750783" y="5641831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" name="pl2339"/>
            <p:cNvSpPr/>
            <p:nvPr/>
          </p:nvSpPr>
          <p:spPr>
            <a:xfrm>
              <a:off x="2802808" y="5643613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" name="pl2340"/>
            <p:cNvSpPr/>
            <p:nvPr/>
          </p:nvSpPr>
          <p:spPr>
            <a:xfrm>
              <a:off x="2258893" y="5715121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" name="pl2341"/>
            <p:cNvSpPr/>
            <p:nvPr/>
          </p:nvSpPr>
          <p:spPr>
            <a:xfrm>
              <a:off x="2560528" y="6028536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" name="pl2342"/>
            <p:cNvSpPr/>
            <p:nvPr/>
          </p:nvSpPr>
          <p:spPr>
            <a:xfrm>
              <a:off x="2448856" y="5871196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" name="pl2343"/>
            <p:cNvSpPr/>
            <p:nvPr/>
          </p:nvSpPr>
          <p:spPr>
            <a:xfrm>
              <a:off x="2663349" y="5623770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" name="pl2344"/>
            <p:cNvSpPr/>
            <p:nvPr/>
          </p:nvSpPr>
          <p:spPr>
            <a:xfrm>
              <a:off x="2778194" y="5757678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" name="pl2345"/>
            <p:cNvSpPr/>
            <p:nvPr/>
          </p:nvSpPr>
          <p:spPr>
            <a:xfrm>
              <a:off x="2602081" y="5773035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" name="pl2346"/>
            <p:cNvSpPr/>
            <p:nvPr/>
          </p:nvSpPr>
          <p:spPr>
            <a:xfrm>
              <a:off x="2534907" y="5798862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" name="pl2347"/>
            <p:cNvSpPr/>
            <p:nvPr/>
          </p:nvSpPr>
          <p:spPr>
            <a:xfrm>
              <a:off x="2507386" y="5805861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" name="pl2348"/>
            <p:cNvSpPr/>
            <p:nvPr/>
          </p:nvSpPr>
          <p:spPr>
            <a:xfrm>
              <a:off x="2505961" y="5799746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" name="pl2349"/>
            <p:cNvSpPr/>
            <p:nvPr/>
          </p:nvSpPr>
          <p:spPr>
            <a:xfrm>
              <a:off x="2493776" y="5805861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0" name="pl2350"/>
            <p:cNvSpPr/>
            <p:nvPr/>
          </p:nvSpPr>
          <p:spPr>
            <a:xfrm>
              <a:off x="2507386" y="5805861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" name="pl2351"/>
            <p:cNvSpPr/>
            <p:nvPr/>
          </p:nvSpPr>
          <p:spPr>
            <a:xfrm>
              <a:off x="2492556" y="5769000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" name="pl2352"/>
            <p:cNvSpPr/>
            <p:nvPr/>
          </p:nvSpPr>
          <p:spPr>
            <a:xfrm>
              <a:off x="2507386" y="5805861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" name="pl2353"/>
            <p:cNvSpPr/>
            <p:nvPr/>
          </p:nvSpPr>
          <p:spPr>
            <a:xfrm>
              <a:off x="2481440" y="5805861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" name="pl2354"/>
            <p:cNvSpPr/>
            <p:nvPr/>
          </p:nvSpPr>
          <p:spPr>
            <a:xfrm>
              <a:off x="2507386" y="5805861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" name="pl2355"/>
            <p:cNvSpPr/>
            <p:nvPr/>
          </p:nvSpPr>
          <p:spPr>
            <a:xfrm>
              <a:off x="2504425" y="5788758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" name="pl2356"/>
            <p:cNvSpPr/>
            <p:nvPr/>
          </p:nvSpPr>
          <p:spPr>
            <a:xfrm>
              <a:off x="2507386" y="5789604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" name="pl2357"/>
            <p:cNvSpPr/>
            <p:nvPr/>
          </p:nvSpPr>
          <p:spPr>
            <a:xfrm>
              <a:off x="2507386" y="5805861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" name="pl2358"/>
            <p:cNvSpPr/>
            <p:nvPr/>
          </p:nvSpPr>
          <p:spPr>
            <a:xfrm>
              <a:off x="2507386" y="5802736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" name="pl2359"/>
            <p:cNvSpPr/>
            <p:nvPr/>
          </p:nvSpPr>
          <p:spPr>
            <a:xfrm>
              <a:off x="2507386" y="5805861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" name="pl2360"/>
            <p:cNvSpPr/>
            <p:nvPr/>
          </p:nvSpPr>
          <p:spPr>
            <a:xfrm>
              <a:off x="2549912" y="5770086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" name="pl2361"/>
            <p:cNvSpPr/>
            <p:nvPr/>
          </p:nvSpPr>
          <p:spPr>
            <a:xfrm>
              <a:off x="3322365" y="6038819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" name="pl2362"/>
            <p:cNvSpPr/>
            <p:nvPr/>
          </p:nvSpPr>
          <p:spPr>
            <a:xfrm>
              <a:off x="2020885" y="5074010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" name="pl2363"/>
            <p:cNvSpPr/>
            <p:nvPr/>
          </p:nvSpPr>
          <p:spPr>
            <a:xfrm>
              <a:off x="2596764" y="5540206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" name="pl2364"/>
            <p:cNvSpPr/>
            <p:nvPr/>
          </p:nvSpPr>
          <p:spPr>
            <a:xfrm>
              <a:off x="2492025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5" name="pl2365"/>
            <p:cNvSpPr/>
            <p:nvPr/>
          </p:nvSpPr>
          <p:spPr>
            <a:xfrm>
              <a:off x="2434286" y="6490191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" name="pl2366"/>
            <p:cNvSpPr/>
            <p:nvPr/>
          </p:nvSpPr>
          <p:spPr>
            <a:xfrm>
              <a:off x="2429420" y="6486760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" name="pl2367"/>
            <p:cNvSpPr/>
            <p:nvPr/>
          </p:nvSpPr>
          <p:spPr>
            <a:xfrm>
              <a:off x="2434286" y="6490191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8" name="pl2368"/>
            <p:cNvSpPr/>
            <p:nvPr/>
          </p:nvSpPr>
          <p:spPr>
            <a:xfrm>
              <a:off x="2473267" y="5736937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" name="pl2369"/>
            <p:cNvSpPr/>
            <p:nvPr/>
          </p:nvSpPr>
          <p:spPr>
            <a:xfrm>
              <a:off x="2450700" y="5719756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0" name="pl2370"/>
            <p:cNvSpPr/>
            <p:nvPr/>
          </p:nvSpPr>
          <p:spPr>
            <a:xfrm>
              <a:off x="2473267" y="5736937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1" name="pl2371"/>
            <p:cNvSpPr/>
            <p:nvPr/>
          </p:nvSpPr>
          <p:spPr>
            <a:xfrm>
              <a:off x="2473267" y="5736937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2" name="pl2372"/>
            <p:cNvSpPr/>
            <p:nvPr/>
          </p:nvSpPr>
          <p:spPr>
            <a:xfrm>
              <a:off x="2473267" y="5736937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" name="pl2373"/>
            <p:cNvSpPr/>
            <p:nvPr/>
          </p:nvSpPr>
          <p:spPr>
            <a:xfrm>
              <a:off x="2473267" y="5736937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" name="pl2374"/>
            <p:cNvSpPr/>
            <p:nvPr/>
          </p:nvSpPr>
          <p:spPr>
            <a:xfrm>
              <a:off x="2473267" y="5736937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5" name="pl2375"/>
            <p:cNvSpPr/>
            <p:nvPr/>
          </p:nvSpPr>
          <p:spPr>
            <a:xfrm>
              <a:off x="2473267" y="5736937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6" name="pl2376"/>
            <p:cNvSpPr/>
            <p:nvPr/>
          </p:nvSpPr>
          <p:spPr>
            <a:xfrm>
              <a:off x="2473267" y="5736937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" name="pl2377"/>
            <p:cNvSpPr/>
            <p:nvPr/>
          </p:nvSpPr>
          <p:spPr>
            <a:xfrm>
              <a:off x="3363189" y="5902334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" name="pl2378"/>
            <p:cNvSpPr/>
            <p:nvPr/>
          </p:nvSpPr>
          <p:spPr>
            <a:xfrm>
              <a:off x="2680551" y="5333288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" name="pl2379"/>
            <p:cNvSpPr/>
            <p:nvPr/>
          </p:nvSpPr>
          <p:spPr>
            <a:xfrm>
              <a:off x="2697160" y="5296286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" name="pl2380"/>
            <p:cNvSpPr/>
            <p:nvPr/>
          </p:nvSpPr>
          <p:spPr>
            <a:xfrm>
              <a:off x="3013762" y="6442145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" name="pl2381"/>
            <p:cNvSpPr/>
            <p:nvPr/>
          </p:nvSpPr>
          <p:spPr>
            <a:xfrm>
              <a:off x="2673239" y="6589006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2" name="pl2382"/>
            <p:cNvSpPr/>
            <p:nvPr/>
          </p:nvSpPr>
          <p:spPr>
            <a:xfrm>
              <a:off x="2467222" y="5729125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" name="pl2383"/>
            <p:cNvSpPr/>
            <p:nvPr/>
          </p:nvSpPr>
          <p:spPr>
            <a:xfrm>
              <a:off x="2519878" y="5824187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4" name="pl2384"/>
            <p:cNvSpPr/>
            <p:nvPr/>
          </p:nvSpPr>
          <p:spPr>
            <a:xfrm>
              <a:off x="1771435" y="6011392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5" name="pl2385"/>
            <p:cNvSpPr/>
            <p:nvPr/>
          </p:nvSpPr>
          <p:spPr>
            <a:xfrm>
              <a:off x="2451169" y="5953335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" name="pl2386"/>
            <p:cNvSpPr/>
            <p:nvPr/>
          </p:nvSpPr>
          <p:spPr>
            <a:xfrm>
              <a:off x="2441817" y="5813430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7" name="pl2387"/>
            <p:cNvSpPr/>
            <p:nvPr/>
          </p:nvSpPr>
          <p:spPr>
            <a:xfrm>
              <a:off x="2500815" y="5953335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8" name="pl2388"/>
            <p:cNvSpPr/>
            <p:nvPr/>
          </p:nvSpPr>
          <p:spPr>
            <a:xfrm>
              <a:off x="2466542" y="5831813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" name="pl2389"/>
            <p:cNvSpPr/>
            <p:nvPr/>
          </p:nvSpPr>
          <p:spPr>
            <a:xfrm>
              <a:off x="2477193" y="5953335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0" name="pl2390"/>
            <p:cNvSpPr/>
            <p:nvPr/>
          </p:nvSpPr>
          <p:spPr>
            <a:xfrm>
              <a:off x="2564694" y="5780633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" name="pl2391"/>
            <p:cNvSpPr/>
            <p:nvPr/>
          </p:nvSpPr>
          <p:spPr>
            <a:xfrm>
              <a:off x="2569321" y="5760513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2" name="pl2392"/>
            <p:cNvSpPr/>
            <p:nvPr/>
          </p:nvSpPr>
          <p:spPr>
            <a:xfrm>
              <a:off x="2667337" y="5850629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3" name="pl2393"/>
            <p:cNvSpPr/>
            <p:nvPr/>
          </p:nvSpPr>
          <p:spPr>
            <a:xfrm>
              <a:off x="2456822" y="5861038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4" name="pl2394"/>
            <p:cNvSpPr/>
            <p:nvPr/>
          </p:nvSpPr>
          <p:spPr>
            <a:xfrm>
              <a:off x="2478308" y="5861038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5" name="pl2395"/>
            <p:cNvSpPr/>
            <p:nvPr/>
          </p:nvSpPr>
          <p:spPr>
            <a:xfrm>
              <a:off x="2467136" y="5861038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" name="pl2396"/>
            <p:cNvSpPr/>
            <p:nvPr/>
          </p:nvSpPr>
          <p:spPr>
            <a:xfrm>
              <a:off x="2471638" y="5861038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" name="pl2397"/>
            <p:cNvSpPr/>
            <p:nvPr/>
          </p:nvSpPr>
          <p:spPr>
            <a:xfrm>
              <a:off x="2477906" y="5861038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" name="pl2398"/>
            <p:cNvSpPr/>
            <p:nvPr/>
          </p:nvSpPr>
          <p:spPr>
            <a:xfrm>
              <a:off x="2478308" y="5860260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" name="pl2399"/>
            <p:cNvSpPr/>
            <p:nvPr/>
          </p:nvSpPr>
          <p:spPr>
            <a:xfrm>
              <a:off x="2477338" y="5791544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" name="pl2400"/>
            <p:cNvSpPr/>
            <p:nvPr/>
          </p:nvSpPr>
          <p:spPr>
            <a:xfrm>
              <a:off x="2437225" y="5861038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1" name="pl2401"/>
            <p:cNvSpPr/>
            <p:nvPr/>
          </p:nvSpPr>
          <p:spPr>
            <a:xfrm>
              <a:off x="2478308" y="5861038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2" name="pl2402"/>
            <p:cNvSpPr/>
            <p:nvPr/>
          </p:nvSpPr>
          <p:spPr>
            <a:xfrm>
              <a:off x="2469805" y="5861038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3" name="pl2403"/>
            <p:cNvSpPr/>
            <p:nvPr/>
          </p:nvSpPr>
          <p:spPr>
            <a:xfrm>
              <a:off x="2460915" y="5861038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4" name="pl2404"/>
            <p:cNvSpPr/>
            <p:nvPr/>
          </p:nvSpPr>
          <p:spPr>
            <a:xfrm>
              <a:off x="2389610" y="6605138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" name="pl2405"/>
            <p:cNvSpPr/>
            <p:nvPr/>
          </p:nvSpPr>
          <p:spPr>
            <a:xfrm>
              <a:off x="2480030" y="5760494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6" name="pl2406"/>
            <p:cNvSpPr/>
            <p:nvPr/>
          </p:nvSpPr>
          <p:spPr>
            <a:xfrm>
              <a:off x="2494793" y="5809082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7" name="pl2407"/>
            <p:cNvSpPr/>
            <p:nvPr/>
          </p:nvSpPr>
          <p:spPr>
            <a:xfrm>
              <a:off x="2494793" y="5809082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" name="pl2408"/>
            <p:cNvSpPr/>
            <p:nvPr/>
          </p:nvSpPr>
          <p:spPr>
            <a:xfrm>
              <a:off x="2487124" y="5809082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" name="pl2409"/>
            <p:cNvSpPr/>
            <p:nvPr/>
          </p:nvSpPr>
          <p:spPr>
            <a:xfrm>
              <a:off x="2494793" y="5799746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0" name="pl2410"/>
            <p:cNvSpPr/>
            <p:nvPr/>
          </p:nvSpPr>
          <p:spPr>
            <a:xfrm>
              <a:off x="2474141" y="5753843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" name="pl2411"/>
            <p:cNvSpPr/>
            <p:nvPr/>
          </p:nvSpPr>
          <p:spPr>
            <a:xfrm>
              <a:off x="2493776" y="5809082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" name="pl2412"/>
            <p:cNvSpPr/>
            <p:nvPr/>
          </p:nvSpPr>
          <p:spPr>
            <a:xfrm>
              <a:off x="2477477" y="5800831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" name="pl2413"/>
            <p:cNvSpPr/>
            <p:nvPr/>
          </p:nvSpPr>
          <p:spPr>
            <a:xfrm>
              <a:off x="2488394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4" name="pl2414"/>
            <p:cNvSpPr/>
            <p:nvPr/>
          </p:nvSpPr>
          <p:spPr>
            <a:xfrm>
              <a:off x="2494793" y="5809082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" name="pl2415"/>
            <p:cNvSpPr/>
            <p:nvPr/>
          </p:nvSpPr>
          <p:spPr>
            <a:xfrm>
              <a:off x="2494793" y="5809082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" name="pl2416"/>
            <p:cNvSpPr/>
            <p:nvPr/>
          </p:nvSpPr>
          <p:spPr>
            <a:xfrm>
              <a:off x="2474648" y="5809082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" name="pl2417"/>
            <p:cNvSpPr/>
            <p:nvPr/>
          </p:nvSpPr>
          <p:spPr>
            <a:xfrm>
              <a:off x="2481122" y="5778501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" name="pl2418"/>
            <p:cNvSpPr/>
            <p:nvPr/>
          </p:nvSpPr>
          <p:spPr>
            <a:xfrm>
              <a:off x="2490679" y="5797748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" name="pl2419"/>
            <p:cNvSpPr/>
            <p:nvPr/>
          </p:nvSpPr>
          <p:spPr>
            <a:xfrm>
              <a:off x="2494793" y="5809082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" name="pl2420"/>
            <p:cNvSpPr/>
            <p:nvPr/>
          </p:nvSpPr>
          <p:spPr>
            <a:xfrm>
              <a:off x="2475378" y="5804825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" name="pl2421"/>
            <p:cNvSpPr/>
            <p:nvPr/>
          </p:nvSpPr>
          <p:spPr>
            <a:xfrm>
              <a:off x="2494793" y="5809082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" name="pl2422"/>
            <p:cNvSpPr/>
            <p:nvPr/>
          </p:nvSpPr>
          <p:spPr>
            <a:xfrm>
              <a:off x="2494793" y="5809082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" name="pl2423"/>
            <p:cNvSpPr/>
            <p:nvPr/>
          </p:nvSpPr>
          <p:spPr>
            <a:xfrm>
              <a:off x="2477338" y="5791544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" name="pl2424"/>
            <p:cNvSpPr/>
            <p:nvPr/>
          </p:nvSpPr>
          <p:spPr>
            <a:xfrm>
              <a:off x="2481440" y="5809082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" name="pl2425"/>
            <p:cNvSpPr/>
            <p:nvPr/>
          </p:nvSpPr>
          <p:spPr>
            <a:xfrm>
              <a:off x="2483431" y="5809082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" name="pl2426"/>
            <p:cNvSpPr/>
            <p:nvPr/>
          </p:nvSpPr>
          <p:spPr>
            <a:xfrm>
              <a:off x="2484659" y="5801777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" name="pl2427"/>
            <p:cNvSpPr/>
            <p:nvPr/>
          </p:nvSpPr>
          <p:spPr>
            <a:xfrm>
              <a:off x="2465039" y="5807072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" name="pl2428"/>
            <p:cNvSpPr/>
            <p:nvPr/>
          </p:nvSpPr>
          <p:spPr>
            <a:xfrm>
              <a:off x="2494793" y="5809082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" name="pl2429"/>
            <p:cNvSpPr/>
            <p:nvPr/>
          </p:nvSpPr>
          <p:spPr>
            <a:xfrm>
              <a:off x="2484443" y="5775277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" name="pl2430"/>
            <p:cNvSpPr/>
            <p:nvPr/>
          </p:nvSpPr>
          <p:spPr>
            <a:xfrm>
              <a:off x="2494793" y="5806385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" name="pl2431"/>
            <p:cNvSpPr/>
            <p:nvPr/>
          </p:nvSpPr>
          <p:spPr>
            <a:xfrm>
              <a:off x="2485587" y="5808405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" name="pl2432"/>
            <p:cNvSpPr/>
            <p:nvPr/>
          </p:nvSpPr>
          <p:spPr>
            <a:xfrm>
              <a:off x="2481044" y="5808201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" name="pl2433"/>
            <p:cNvSpPr/>
            <p:nvPr/>
          </p:nvSpPr>
          <p:spPr>
            <a:xfrm>
              <a:off x="2491598" y="5809082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" name="pl2434"/>
            <p:cNvSpPr/>
            <p:nvPr/>
          </p:nvSpPr>
          <p:spPr>
            <a:xfrm>
              <a:off x="2478790" y="5809082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" name="pl2435"/>
            <p:cNvSpPr/>
            <p:nvPr/>
          </p:nvSpPr>
          <p:spPr>
            <a:xfrm>
              <a:off x="2477343" y="5808145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" name="pl2436"/>
            <p:cNvSpPr/>
            <p:nvPr/>
          </p:nvSpPr>
          <p:spPr>
            <a:xfrm>
              <a:off x="2491639" y="5806001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" name="pl2437"/>
            <p:cNvSpPr/>
            <p:nvPr/>
          </p:nvSpPr>
          <p:spPr>
            <a:xfrm>
              <a:off x="2494793" y="5799251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" name="pl2438"/>
            <p:cNvSpPr/>
            <p:nvPr/>
          </p:nvSpPr>
          <p:spPr>
            <a:xfrm>
              <a:off x="2494793" y="5802736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" name="pl2439"/>
            <p:cNvSpPr/>
            <p:nvPr/>
          </p:nvSpPr>
          <p:spPr>
            <a:xfrm>
              <a:off x="2666632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" name="pl2440"/>
            <p:cNvSpPr/>
            <p:nvPr/>
          </p:nvSpPr>
          <p:spPr>
            <a:xfrm>
              <a:off x="2513469" y="5827998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" name="pl2441"/>
            <p:cNvSpPr/>
            <p:nvPr/>
          </p:nvSpPr>
          <p:spPr>
            <a:xfrm>
              <a:off x="2498047" y="5827998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" name="pl2442"/>
            <p:cNvSpPr/>
            <p:nvPr/>
          </p:nvSpPr>
          <p:spPr>
            <a:xfrm>
              <a:off x="2507163" y="5828351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" name="pl2443"/>
            <p:cNvSpPr/>
            <p:nvPr/>
          </p:nvSpPr>
          <p:spPr>
            <a:xfrm>
              <a:off x="2658658" y="5373449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" name="pl2444"/>
            <p:cNvSpPr/>
            <p:nvPr/>
          </p:nvSpPr>
          <p:spPr>
            <a:xfrm>
              <a:off x="2474613" y="5571181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" name="pl2445"/>
            <p:cNvSpPr/>
            <p:nvPr/>
          </p:nvSpPr>
          <p:spPr>
            <a:xfrm>
              <a:off x="2653563" y="5850629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" name="pl2446"/>
            <p:cNvSpPr/>
            <p:nvPr/>
          </p:nvSpPr>
          <p:spPr>
            <a:xfrm>
              <a:off x="2667337" y="5850629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" name="pl2447"/>
            <p:cNvSpPr/>
            <p:nvPr/>
          </p:nvSpPr>
          <p:spPr>
            <a:xfrm>
              <a:off x="2277322" y="5807128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" name="pl2448"/>
            <p:cNvSpPr/>
            <p:nvPr/>
          </p:nvSpPr>
          <p:spPr>
            <a:xfrm>
              <a:off x="2532459" y="5848978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" name="pl2449"/>
            <p:cNvSpPr/>
            <p:nvPr/>
          </p:nvSpPr>
          <p:spPr>
            <a:xfrm>
              <a:off x="2826105" y="6548934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" name="pl2450"/>
            <p:cNvSpPr/>
            <p:nvPr/>
          </p:nvSpPr>
          <p:spPr>
            <a:xfrm>
              <a:off x="2426294" y="5829373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" name="pl2451"/>
            <p:cNvSpPr/>
            <p:nvPr/>
          </p:nvSpPr>
          <p:spPr>
            <a:xfrm>
              <a:off x="2427997" y="5829373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" name="pl2452"/>
            <p:cNvSpPr/>
            <p:nvPr/>
          </p:nvSpPr>
          <p:spPr>
            <a:xfrm>
              <a:off x="2378961" y="5319343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" name="pl2453"/>
            <p:cNvSpPr/>
            <p:nvPr/>
          </p:nvSpPr>
          <p:spPr>
            <a:xfrm>
              <a:off x="2596457" y="5499433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" name="pl2454"/>
            <p:cNvSpPr/>
            <p:nvPr/>
          </p:nvSpPr>
          <p:spPr>
            <a:xfrm>
              <a:off x="2542869" y="5451344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" name="pl2455"/>
            <p:cNvSpPr/>
            <p:nvPr/>
          </p:nvSpPr>
          <p:spPr>
            <a:xfrm>
              <a:off x="2587648" y="5461777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" name="pl2456"/>
            <p:cNvSpPr/>
            <p:nvPr/>
          </p:nvSpPr>
          <p:spPr>
            <a:xfrm>
              <a:off x="2594556" y="5452429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" name="pl2457"/>
            <p:cNvSpPr/>
            <p:nvPr/>
          </p:nvSpPr>
          <p:spPr>
            <a:xfrm>
              <a:off x="2575808" y="5420964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" name="pl2458"/>
            <p:cNvSpPr/>
            <p:nvPr/>
          </p:nvSpPr>
          <p:spPr>
            <a:xfrm>
              <a:off x="2497077" y="5865346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" name="pl2459"/>
            <p:cNvSpPr/>
            <p:nvPr/>
          </p:nvSpPr>
          <p:spPr>
            <a:xfrm>
              <a:off x="2096894" y="5106830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" name="pl2460"/>
            <p:cNvSpPr/>
            <p:nvPr/>
          </p:nvSpPr>
          <p:spPr>
            <a:xfrm>
              <a:off x="2073473" y="5134144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" name="pl2461"/>
            <p:cNvSpPr/>
            <p:nvPr/>
          </p:nvSpPr>
          <p:spPr>
            <a:xfrm>
              <a:off x="2579182" y="5506808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" name="pl2462"/>
            <p:cNvSpPr/>
            <p:nvPr/>
          </p:nvSpPr>
          <p:spPr>
            <a:xfrm>
              <a:off x="2417692" y="5672615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" name="pl2463"/>
            <p:cNvSpPr/>
            <p:nvPr/>
          </p:nvSpPr>
          <p:spPr>
            <a:xfrm>
              <a:off x="2415397" y="5682125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4" name="pl2464"/>
            <p:cNvSpPr/>
            <p:nvPr/>
          </p:nvSpPr>
          <p:spPr>
            <a:xfrm>
              <a:off x="1768896" y="6028584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" name="pl2465"/>
            <p:cNvSpPr/>
            <p:nvPr/>
          </p:nvSpPr>
          <p:spPr>
            <a:xfrm>
              <a:off x="2596035" y="5486232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" name="pl2466"/>
            <p:cNvSpPr/>
            <p:nvPr/>
          </p:nvSpPr>
          <p:spPr>
            <a:xfrm>
              <a:off x="2595680" y="5382263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" name="pl2467"/>
            <p:cNvSpPr/>
            <p:nvPr/>
          </p:nvSpPr>
          <p:spPr>
            <a:xfrm>
              <a:off x="2595832" y="5397703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" name="pl2468"/>
            <p:cNvSpPr/>
            <p:nvPr/>
          </p:nvSpPr>
          <p:spPr>
            <a:xfrm>
              <a:off x="2643300" y="4924830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" name="pl2469"/>
            <p:cNvSpPr/>
            <p:nvPr/>
          </p:nvSpPr>
          <p:spPr>
            <a:xfrm>
              <a:off x="1853037" y="5428506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" name="pl2470"/>
            <p:cNvSpPr/>
            <p:nvPr/>
          </p:nvSpPr>
          <p:spPr>
            <a:xfrm>
              <a:off x="1839268" y="5431359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" name="pl2471"/>
            <p:cNvSpPr/>
            <p:nvPr/>
          </p:nvSpPr>
          <p:spPr>
            <a:xfrm>
              <a:off x="1839761" y="5442547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" name="pl2472"/>
            <p:cNvSpPr/>
            <p:nvPr/>
          </p:nvSpPr>
          <p:spPr>
            <a:xfrm>
              <a:off x="2596764" y="5571181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" name="pl2473"/>
            <p:cNvSpPr/>
            <p:nvPr/>
          </p:nvSpPr>
          <p:spPr>
            <a:xfrm>
              <a:off x="2663349" y="5623770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" name="pl2474"/>
            <p:cNvSpPr/>
            <p:nvPr/>
          </p:nvSpPr>
          <p:spPr>
            <a:xfrm>
              <a:off x="2663349" y="5589391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" name="pl2475"/>
            <p:cNvSpPr/>
            <p:nvPr/>
          </p:nvSpPr>
          <p:spPr>
            <a:xfrm>
              <a:off x="2663349" y="5604333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" name="pl2476"/>
            <p:cNvSpPr/>
            <p:nvPr/>
          </p:nvSpPr>
          <p:spPr>
            <a:xfrm>
              <a:off x="2710200" y="5230186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" name="pl2477"/>
            <p:cNvSpPr/>
            <p:nvPr/>
          </p:nvSpPr>
          <p:spPr>
            <a:xfrm>
              <a:off x="2466557" y="6107747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" name="pl2478"/>
            <p:cNvSpPr/>
            <p:nvPr/>
          </p:nvSpPr>
          <p:spPr>
            <a:xfrm>
              <a:off x="2584050" y="5856557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" name="pl2479"/>
            <p:cNvSpPr/>
            <p:nvPr/>
          </p:nvSpPr>
          <p:spPr>
            <a:xfrm>
              <a:off x="2582699" y="5858594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" name="pl2480"/>
            <p:cNvSpPr/>
            <p:nvPr/>
          </p:nvSpPr>
          <p:spPr>
            <a:xfrm>
              <a:off x="2410829" y="6052486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" name="pl2481"/>
            <p:cNvSpPr/>
            <p:nvPr/>
          </p:nvSpPr>
          <p:spPr>
            <a:xfrm>
              <a:off x="2434144" y="6052486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" name="pl2482"/>
            <p:cNvSpPr/>
            <p:nvPr/>
          </p:nvSpPr>
          <p:spPr>
            <a:xfrm>
              <a:off x="2402289" y="6052486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3" name="pl2483"/>
            <p:cNvSpPr/>
            <p:nvPr/>
          </p:nvSpPr>
          <p:spPr>
            <a:xfrm>
              <a:off x="2446681" y="6052486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" name="pl2484"/>
            <p:cNvSpPr/>
            <p:nvPr/>
          </p:nvSpPr>
          <p:spPr>
            <a:xfrm>
              <a:off x="2426832" y="6052486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" name="pl2485"/>
            <p:cNvSpPr/>
            <p:nvPr/>
          </p:nvSpPr>
          <p:spPr>
            <a:xfrm>
              <a:off x="2521191" y="5836582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6" name="pl2486"/>
            <p:cNvSpPr/>
            <p:nvPr/>
          </p:nvSpPr>
          <p:spPr>
            <a:xfrm>
              <a:off x="2542514" y="5845976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" name="pl2487"/>
            <p:cNvSpPr/>
            <p:nvPr/>
          </p:nvSpPr>
          <p:spPr>
            <a:xfrm>
              <a:off x="2528868" y="5925004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" name="pl2488"/>
            <p:cNvSpPr/>
            <p:nvPr/>
          </p:nvSpPr>
          <p:spPr>
            <a:xfrm>
              <a:off x="2351712" y="5272961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9" name="pl2489"/>
            <p:cNvSpPr/>
            <p:nvPr/>
          </p:nvSpPr>
          <p:spPr>
            <a:xfrm>
              <a:off x="2361814" y="5292490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0" name="pl2490"/>
            <p:cNvSpPr/>
            <p:nvPr/>
          </p:nvSpPr>
          <p:spPr>
            <a:xfrm>
              <a:off x="2881954" y="5814869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" name="pl2491"/>
            <p:cNvSpPr/>
            <p:nvPr/>
          </p:nvSpPr>
          <p:spPr>
            <a:xfrm>
              <a:off x="2881954" y="5814869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" name="pl2492"/>
            <p:cNvSpPr/>
            <p:nvPr/>
          </p:nvSpPr>
          <p:spPr>
            <a:xfrm>
              <a:off x="2881954" y="5814869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3" name="pl2493"/>
            <p:cNvSpPr/>
            <p:nvPr/>
          </p:nvSpPr>
          <p:spPr>
            <a:xfrm>
              <a:off x="2572302" y="5631334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4" name="pl2494"/>
            <p:cNvSpPr/>
            <p:nvPr/>
          </p:nvSpPr>
          <p:spPr>
            <a:xfrm>
              <a:off x="2564694" y="5792788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" name="pl2495"/>
            <p:cNvSpPr/>
            <p:nvPr/>
          </p:nvSpPr>
          <p:spPr>
            <a:xfrm>
              <a:off x="2515261" y="5932682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" name="pl2496"/>
            <p:cNvSpPr/>
            <p:nvPr/>
          </p:nvSpPr>
          <p:spPr>
            <a:xfrm>
              <a:off x="2514243" y="5932682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" name="pl2497"/>
            <p:cNvSpPr/>
            <p:nvPr/>
          </p:nvSpPr>
          <p:spPr>
            <a:xfrm>
              <a:off x="2569321" y="5776883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8" name="pl2498"/>
            <p:cNvSpPr/>
            <p:nvPr/>
          </p:nvSpPr>
          <p:spPr>
            <a:xfrm>
              <a:off x="2521191" y="5821545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" name="pl2499"/>
            <p:cNvSpPr/>
            <p:nvPr/>
          </p:nvSpPr>
          <p:spPr>
            <a:xfrm>
              <a:off x="2535939" y="5780633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" name="pl2500"/>
            <p:cNvSpPr/>
            <p:nvPr/>
          </p:nvSpPr>
          <p:spPr>
            <a:xfrm>
              <a:off x="2811687" y="4949686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1" name="pl2501"/>
            <p:cNvSpPr/>
            <p:nvPr/>
          </p:nvSpPr>
          <p:spPr>
            <a:xfrm>
              <a:off x="2461125" y="5631334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2" name="pl2502"/>
            <p:cNvSpPr/>
            <p:nvPr/>
          </p:nvSpPr>
          <p:spPr>
            <a:xfrm>
              <a:off x="2436238" y="5603053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3" name="pl2503"/>
            <p:cNvSpPr/>
            <p:nvPr/>
          </p:nvSpPr>
          <p:spPr>
            <a:xfrm>
              <a:off x="2507498" y="5813274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4" name="pl2504"/>
            <p:cNvSpPr/>
            <p:nvPr/>
          </p:nvSpPr>
          <p:spPr>
            <a:xfrm>
              <a:off x="1723483" y="5835012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" name="pl2505"/>
            <p:cNvSpPr/>
            <p:nvPr/>
          </p:nvSpPr>
          <p:spPr>
            <a:xfrm>
              <a:off x="1723512" y="5846162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6" name="pl2506"/>
            <p:cNvSpPr/>
            <p:nvPr/>
          </p:nvSpPr>
          <p:spPr>
            <a:xfrm>
              <a:off x="2521191" y="5836582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" name="pl2507"/>
            <p:cNvSpPr/>
            <p:nvPr/>
          </p:nvSpPr>
          <p:spPr>
            <a:xfrm>
              <a:off x="2528604" y="5845094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8" name="pl2508"/>
            <p:cNvSpPr/>
            <p:nvPr/>
          </p:nvSpPr>
          <p:spPr>
            <a:xfrm>
              <a:off x="2596764" y="5506846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9" name="pl2509"/>
            <p:cNvSpPr/>
            <p:nvPr/>
          </p:nvSpPr>
          <p:spPr>
            <a:xfrm>
              <a:off x="2466821" y="5807128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0" name="pl2510"/>
            <p:cNvSpPr/>
            <p:nvPr/>
          </p:nvSpPr>
          <p:spPr>
            <a:xfrm>
              <a:off x="2570352" y="5513964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1" name="pl2511"/>
            <p:cNvSpPr/>
            <p:nvPr/>
          </p:nvSpPr>
          <p:spPr>
            <a:xfrm>
              <a:off x="2758061" y="5757678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" name="pl2512"/>
            <p:cNvSpPr/>
            <p:nvPr/>
          </p:nvSpPr>
          <p:spPr>
            <a:xfrm>
              <a:off x="2722043" y="5841933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" name="pl2513"/>
            <p:cNvSpPr/>
            <p:nvPr/>
          </p:nvSpPr>
          <p:spPr>
            <a:xfrm>
              <a:off x="2577219" y="5983349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" name="pl2514"/>
            <p:cNvSpPr/>
            <p:nvPr/>
          </p:nvSpPr>
          <p:spPr>
            <a:xfrm>
              <a:off x="2670078" y="5921626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" name="pl2515"/>
            <p:cNvSpPr/>
            <p:nvPr/>
          </p:nvSpPr>
          <p:spPr>
            <a:xfrm>
              <a:off x="2517329" y="5836582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" name="pl2516"/>
            <p:cNvSpPr/>
            <p:nvPr/>
          </p:nvSpPr>
          <p:spPr>
            <a:xfrm>
              <a:off x="1853037" y="5442547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7" name="pl2517"/>
            <p:cNvSpPr/>
            <p:nvPr/>
          </p:nvSpPr>
          <p:spPr>
            <a:xfrm>
              <a:off x="2421475" y="5664209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8" name="pl2518"/>
            <p:cNvSpPr/>
            <p:nvPr/>
          </p:nvSpPr>
          <p:spPr>
            <a:xfrm>
              <a:off x="2423183" y="5664209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" name="pl2519"/>
            <p:cNvSpPr/>
            <p:nvPr/>
          </p:nvSpPr>
          <p:spPr>
            <a:xfrm>
              <a:off x="2423183" y="5618919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" name="pl2520"/>
            <p:cNvSpPr/>
            <p:nvPr/>
          </p:nvSpPr>
          <p:spPr>
            <a:xfrm>
              <a:off x="2423183" y="5661697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" name="pl2521"/>
            <p:cNvSpPr/>
            <p:nvPr/>
          </p:nvSpPr>
          <p:spPr>
            <a:xfrm>
              <a:off x="2423183" y="5648305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" name="pl2522"/>
            <p:cNvSpPr/>
            <p:nvPr/>
          </p:nvSpPr>
          <p:spPr>
            <a:xfrm>
              <a:off x="2423183" y="5660455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" name="pl2523"/>
            <p:cNvSpPr/>
            <p:nvPr/>
          </p:nvSpPr>
          <p:spPr>
            <a:xfrm>
              <a:off x="2473377" y="5817338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" name="pl2524"/>
            <p:cNvSpPr/>
            <p:nvPr/>
          </p:nvSpPr>
          <p:spPr>
            <a:xfrm>
              <a:off x="2488394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" name="pl2525"/>
            <p:cNvSpPr/>
            <p:nvPr/>
          </p:nvSpPr>
          <p:spPr>
            <a:xfrm>
              <a:off x="2466711" y="5817338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" name="pl2526"/>
            <p:cNvSpPr/>
            <p:nvPr/>
          </p:nvSpPr>
          <p:spPr>
            <a:xfrm>
              <a:off x="2486237" y="5817338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" name="pl2527"/>
            <p:cNvSpPr/>
            <p:nvPr/>
          </p:nvSpPr>
          <p:spPr>
            <a:xfrm>
              <a:off x="2508426" y="5814448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" name="pl2528"/>
            <p:cNvSpPr/>
            <p:nvPr/>
          </p:nvSpPr>
          <p:spPr>
            <a:xfrm>
              <a:off x="2567444" y="6006714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" name="pl2529"/>
            <p:cNvSpPr/>
            <p:nvPr/>
          </p:nvSpPr>
          <p:spPr>
            <a:xfrm>
              <a:off x="2666632" y="5631334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" name="pl2530"/>
            <p:cNvSpPr/>
            <p:nvPr/>
          </p:nvSpPr>
          <p:spPr>
            <a:xfrm>
              <a:off x="1742908" y="5585740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" name="pl2531"/>
            <p:cNvSpPr/>
            <p:nvPr/>
          </p:nvSpPr>
          <p:spPr>
            <a:xfrm>
              <a:off x="2631434" y="5419830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" name="pl2532"/>
            <p:cNvSpPr/>
            <p:nvPr/>
          </p:nvSpPr>
          <p:spPr>
            <a:xfrm>
              <a:off x="2596764" y="5472003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" name="pl2533"/>
            <p:cNvSpPr/>
            <p:nvPr/>
          </p:nvSpPr>
          <p:spPr>
            <a:xfrm>
              <a:off x="2631434" y="5421272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" name="pl2534"/>
            <p:cNvSpPr/>
            <p:nvPr/>
          </p:nvSpPr>
          <p:spPr>
            <a:xfrm>
              <a:off x="2631434" y="5417880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" name="pl2535"/>
            <p:cNvSpPr/>
            <p:nvPr/>
          </p:nvSpPr>
          <p:spPr>
            <a:xfrm>
              <a:off x="2516112" y="5788836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" name="pl2536"/>
            <p:cNvSpPr/>
            <p:nvPr/>
          </p:nvSpPr>
          <p:spPr>
            <a:xfrm>
              <a:off x="2521477" y="5862205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" name="pl2537"/>
            <p:cNvSpPr/>
            <p:nvPr/>
          </p:nvSpPr>
          <p:spPr>
            <a:xfrm>
              <a:off x="2521191" y="5836582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" name="pl2538"/>
            <p:cNvSpPr/>
            <p:nvPr/>
          </p:nvSpPr>
          <p:spPr>
            <a:xfrm>
              <a:off x="2519691" y="5862205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" name="pl2539"/>
            <p:cNvSpPr/>
            <p:nvPr/>
          </p:nvSpPr>
          <p:spPr>
            <a:xfrm>
              <a:off x="3154776" y="5165585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" name="pl2540"/>
            <p:cNvSpPr/>
            <p:nvPr/>
          </p:nvSpPr>
          <p:spPr>
            <a:xfrm>
              <a:off x="2667337" y="5847977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" name="pl2541"/>
            <p:cNvSpPr/>
            <p:nvPr/>
          </p:nvSpPr>
          <p:spPr>
            <a:xfrm>
              <a:off x="3246529" y="5271865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" name="pl2542"/>
            <p:cNvSpPr/>
            <p:nvPr/>
          </p:nvSpPr>
          <p:spPr>
            <a:xfrm>
              <a:off x="2596058" y="5860704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" name="pl2543"/>
            <p:cNvSpPr/>
            <p:nvPr/>
          </p:nvSpPr>
          <p:spPr>
            <a:xfrm>
              <a:off x="2584050" y="5856557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" name="pl2544"/>
            <p:cNvSpPr/>
            <p:nvPr/>
          </p:nvSpPr>
          <p:spPr>
            <a:xfrm>
              <a:off x="2582699" y="5858594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" name="pl2545"/>
            <p:cNvSpPr/>
            <p:nvPr/>
          </p:nvSpPr>
          <p:spPr>
            <a:xfrm>
              <a:off x="2882403" y="5001125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" name="pl2546"/>
            <p:cNvSpPr/>
            <p:nvPr/>
          </p:nvSpPr>
          <p:spPr>
            <a:xfrm>
              <a:off x="2415397" y="5692536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" name="pl2547"/>
            <p:cNvSpPr/>
            <p:nvPr/>
          </p:nvSpPr>
          <p:spPr>
            <a:xfrm>
              <a:off x="2415397" y="5651380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" name="pl2548"/>
            <p:cNvSpPr/>
            <p:nvPr/>
          </p:nvSpPr>
          <p:spPr>
            <a:xfrm>
              <a:off x="2415397" y="5648771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" name="pl2549"/>
            <p:cNvSpPr/>
            <p:nvPr/>
          </p:nvSpPr>
          <p:spPr>
            <a:xfrm>
              <a:off x="2415397" y="5657379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" name="pl2550"/>
            <p:cNvSpPr/>
            <p:nvPr/>
          </p:nvSpPr>
          <p:spPr>
            <a:xfrm>
              <a:off x="2415397" y="5618987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" name="pl2551"/>
            <p:cNvSpPr/>
            <p:nvPr/>
          </p:nvSpPr>
          <p:spPr>
            <a:xfrm>
              <a:off x="2375036" y="5672143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" name="pl2552"/>
            <p:cNvSpPr/>
            <p:nvPr/>
          </p:nvSpPr>
          <p:spPr>
            <a:xfrm>
              <a:off x="2383434" y="5681969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" name="pl2553"/>
            <p:cNvSpPr/>
            <p:nvPr/>
          </p:nvSpPr>
          <p:spPr>
            <a:xfrm>
              <a:off x="2415397" y="5619996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" name="pl2554"/>
            <p:cNvSpPr/>
            <p:nvPr/>
          </p:nvSpPr>
          <p:spPr>
            <a:xfrm>
              <a:off x="2276497" y="5267559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" name="pl2555"/>
            <p:cNvSpPr/>
            <p:nvPr/>
          </p:nvSpPr>
          <p:spPr>
            <a:xfrm>
              <a:off x="2065808" y="5192173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" name="pl2556"/>
            <p:cNvSpPr/>
            <p:nvPr/>
          </p:nvSpPr>
          <p:spPr>
            <a:xfrm>
              <a:off x="2076984" y="5198621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" name="pl2557"/>
            <p:cNvSpPr/>
            <p:nvPr/>
          </p:nvSpPr>
          <p:spPr>
            <a:xfrm>
              <a:off x="2096894" y="5148342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" name="pl2558"/>
            <p:cNvSpPr/>
            <p:nvPr/>
          </p:nvSpPr>
          <p:spPr>
            <a:xfrm>
              <a:off x="2110985" y="5198621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" name="pl2559"/>
            <p:cNvSpPr/>
            <p:nvPr/>
          </p:nvSpPr>
          <p:spPr>
            <a:xfrm>
              <a:off x="2095590" y="5197167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" name="pl2560"/>
            <p:cNvSpPr/>
            <p:nvPr/>
          </p:nvSpPr>
          <p:spPr>
            <a:xfrm>
              <a:off x="2521191" y="5836582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" name="pl2561"/>
            <p:cNvSpPr/>
            <p:nvPr/>
          </p:nvSpPr>
          <p:spPr>
            <a:xfrm>
              <a:off x="2507386" y="5783133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" name="pl2562"/>
            <p:cNvSpPr/>
            <p:nvPr/>
          </p:nvSpPr>
          <p:spPr>
            <a:xfrm>
              <a:off x="2549912" y="5780633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" name="pl2563"/>
            <p:cNvSpPr/>
            <p:nvPr/>
          </p:nvSpPr>
          <p:spPr>
            <a:xfrm>
              <a:off x="2596764" y="5522498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" name="pl2564"/>
            <p:cNvSpPr/>
            <p:nvPr/>
          </p:nvSpPr>
          <p:spPr>
            <a:xfrm>
              <a:off x="1819125" y="6092209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" name="pl2565"/>
            <p:cNvSpPr/>
            <p:nvPr/>
          </p:nvSpPr>
          <p:spPr>
            <a:xfrm>
              <a:off x="2666632" y="5574038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" name="pl2566"/>
            <p:cNvSpPr/>
            <p:nvPr/>
          </p:nvSpPr>
          <p:spPr>
            <a:xfrm>
              <a:off x="2174753" y="6511292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" name="pl2567"/>
            <p:cNvSpPr/>
            <p:nvPr/>
          </p:nvSpPr>
          <p:spPr>
            <a:xfrm>
              <a:off x="2500509" y="6632890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" name="pl2568"/>
            <p:cNvSpPr/>
            <p:nvPr/>
          </p:nvSpPr>
          <p:spPr>
            <a:xfrm>
              <a:off x="3287512" y="6146379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" name="pl2569"/>
            <p:cNvSpPr/>
            <p:nvPr/>
          </p:nvSpPr>
          <p:spPr>
            <a:xfrm>
              <a:off x="2437475" y="5881536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" name="pl2570"/>
            <p:cNvSpPr/>
            <p:nvPr/>
          </p:nvSpPr>
          <p:spPr>
            <a:xfrm>
              <a:off x="2516112" y="5792835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" name="pl2571"/>
            <p:cNvSpPr/>
            <p:nvPr/>
          </p:nvSpPr>
          <p:spPr>
            <a:xfrm>
              <a:off x="2518778" y="5787192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" name="pl2572"/>
            <p:cNvSpPr/>
            <p:nvPr/>
          </p:nvSpPr>
          <p:spPr>
            <a:xfrm>
              <a:off x="2515487" y="5790495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" name="pl2573"/>
            <p:cNvSpPr/>
            <p:nvPr/>
          </p:nvSpPr>
          <p:spPr>
            <a:xfrm>
              <a:off x="2518249" y="5881024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" name="pl2574"/>
            <p:cNvSpPr/>
            <p:nvPr/>
          </p:nvSpPr>
          <p:spPr>
            <a:xfrm>
              <a:off x="3103942" y="6368319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" name="pl2575"/>
            <p:cNvSpPr/>
            <p:nvPr/>
          </p:nvSpPr>
          <p:spPr>
            <a:xfrm>
              <a:off x="3119670" y="6366784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" name="pl2576"/>
            <p:cNvSpPr/>
            <p:nvPr/>
          </p:nvSpPr>
          <p:spPr>
            <a:xfrm>
              <a:off x="2569570" y="6308137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" name="pl2577"/>
            <p:cNvSpPr/>
            <p:nvPr/>
          </p:nvSpPr>
          <p:spPr>
            <a:xfrm>
              <a:off x="2569570" y="6308137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" name="pl2578"/>
            <p:cNvSpPr/>
            <p:nvPr/>
          </p:nvSpPr>
          <p:spPr>
            <a:xfrm>
              <a:off x="2584293" y="5853940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9" name="pl2579"/>
            <p:cNvSpPr/>
            <p:nvPr/>
          </p:nvSpPr>
          <p:spPr>
            <a:xfrm>
              <a:off x="2481374" y="5782906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" name="pl2580"/>
            <p:cNvSpPr/>
            <p:nvPr/>
          </p:nvSpPr>
          <p:spPr>
            <a:xfrm>
              <a:off x="2497261" y="5794588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" name="pl2581"/>
            <p:cNvSpPr/>
            <p:nvPr/>
          </p:nvSpPr>
          <p:spPr>
            <a:xfrm>
              <a:off x="2497261" y="5793211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" name="pl2582"/>
            <p:cNvSpPr/>
            <p:nvPr/>
          </p:nvSpPr>
          <p:spPr>
            <a:xfrm>
              <a:off x="2494793" y="5794588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" name="pl2583"/>
            <p:cNvSpPr/>
            <p:nvPr/>
          </p:nvSpPr>
          <p:spPr>
            <a:xfrm>
              <a:off x="2493430" y="5788904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" name="pl2584"/>
            <p:cNvSpPr/>
            <p:nvPr/>
          </p:nvSpPr>
          <p:spPr>
            <a:xfrm>
              <a:off x="2493194" y="5785299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" name="pl2585"/>
            <p:cNvSpPr/>
            <p:nvPr/>
          </p:nvSpPr>
          <p:spPr>
            <a:xfrm>
              <a:off x="2112772" y="5093162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" name="pl2586"/>
            <p:cNvSpPr/>
            <p:nvPr/>
          </p:nvSpPr>
          <p:spPr>
            <a:xfrm>
              <a:off x="2220115" y="4988351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" name="pl2587"/>
            <p:cNvSpPr/>
            <p:nvPr/>
          </p:nvSpPr>
          <p:spPr>
            <a:xfrm>
              <a:off x="2495147" y="5953335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" name="pl2588"/>
            <p:cNvSpPr/>
            <p:nvPr/>
          </p:nvSpPr>
          <p:spPr>
            <a:xfrm>
              <a:off x="2426945" y="5676201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" name="pl2589"/>
            <p:cNvSpPr/>
            <p:nvPr/>
          </p:nvSpPr>
          <p:spPr>
            <a:xfrm>
              <a:off x="2454067" y="5701428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" name="pl2590"/>
            <p:cNvSpPr/>
            <p:nvPr/>
          </p:nvSpPr>
          <p:spPr>
            <a:xfrm>
              <a:off x="2423183" y="5664209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" name="pl2591"/>
            <p:cNvSpPr/>
            <p:nvPr/>
          </p:nvSpPr>
          <p:spPr>
            <a:xfrm>
              <a:off x="2454067" y="5701428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" name="pl2592"/>
            <p:cNvSpPr/>
            <p:nvPr/>
          </p:nvSpPr>
          <p:spPr>
            <a:xfrm>
              <a:off x="2454067" y="5432336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" name="pl2593"/>
            <p:cNvSpPr/>
            <p:nvPr/>
          </p:nvSpPr>
          <p:spPr>
            <a:xfrm>
              <a:off x="2569321" y="5773891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" name="pl2594"/>
            <p:cNvSpPr/>
            <p:nvPr/>
          </p:nvSpPr>
          <p:spPr>
            <a:xfrm>
              <a:off x="2823120" y="6542457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5" name="pl2595"/>
            <p:cNvSpPr/>
            <p:nvPr/>
          </p:nvSpPr>
          <p:spPr>
            <a:xfrm>
              <a:off x="2666632" y="5608928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" name="pl2596"/>
            <p:cNvSpPr/>
            <p:nvPr/>
          </p:nvSpPr>
          <p:spPr>
            <a:xfrm>
              <a:off x="2514646" y="5835450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7" name="pl2597"/>
            <p:cNvSpPr/>
            <p:nvPr/>
          </p:nvSpPr>
          <p:spPr>
            <a:xfrm>
              <a:off x="2496926" y="5835450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" name="pl2598"/>
            <p:cNvSpPr/>
            <p:nvPr/>
          </p:nvSpPr>
          <p:spPr>
            <a:xfrm>
              <a:off x="2584050" y="5853346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9" name="pl2599"/>
            <p:cNvSpPr/>
            <p:nvPr/>
          </p:nvSpPr>
          <p:spPr>
            <a:xfrm>
              <a:off x="2560455" y="5816311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0" name="pl2600"/>
            <p:cNvSpPr/>
            <p:nvPr/>
          </p:nvSpPr>
          <p:spPr>
            <a:xfrm>
              <a:off x="2582699" y="5858594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1" name="pl2601"/>
            <p:cNvSpPr/>
            <p:nvPr/>
          </p:nvSpPr>
          <p:spPr>
            <a:xfrm>
              <a:off x="2550004" y="5858594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" name="pl2602"/>
            <p:cNvSpPr/>
            <p:nvPr/>
          </p:nvSpPr>
          <p:spPr>
            <a:xfrm>
              <a:off x="2582699" y="5856557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" name="pl2603"/>
            <p:cNvSpPr/>
            <p:nvPr/>
          </p:nvSpPr>
          <p:spPr>
            <a:xfrm>
              <a:off x="2494350" y="5631334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4" name="pl2604"/>
            <p:cNvSpPr/>
            <p:nvPr/>
          </p:nvSpPr>
          <p:spPr>
            <a:xfrm>
              <a:off x="2490367" y="5607625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5" name="pl2605"/>
            <p:cNvSpPr/>
            <p:nvPr/>
          </p:nvSpPr>
          <p:spPr>
            <a:xfrm>
              <a:off x="2594942" y="5563087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6" name="pl2606"/>
            <p:cNvSpPr/>
            <p:nvPr/>
          </p:nvSpPr>
          <p:spPr>
            <a:xfrm>
              <a:off x="3086196" y="5461698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" name="pl2607"/>
            <p:cNvSpPr/>
            <p:nvPr/>
          </p:nvSpPr>
          <p:spPr>
            <a:xfrm>
              <a:off x="2999428" y="5477494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" name="pl2608"/>
            <p:cNvSpPr/>
            <p:nvPr/>
          </p:nvSpPr>
          <p:spPr>
            <a:xfrm>
              <a:off x="2666632" y="5631334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" name="pl2609"/>
            <p:cNvSpPr/>
            <p:nvPr/>
          </p:nvSpPr>
          <p:spPr>
            <a:xfrm>
              <a:off x="2813935" y="5678036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" name="pl2610"/>
            <p:cNvSpPr/>
            <p:nvPr/>
          </p:nvSpPr>
          <p:spPr>
            <a:xfrm>
              <a:off x="2666632" y="5631334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" name="pl2611"/>
            <p:cNvSpPr/>
            <p:nvPr/>
          </p:nvSpPr>
          <p:spPr>
            <a:xfrm>
              <a:off x="2813935" y="5678101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" name="pl2612"/>
            <p:cNvSpPr/>
            <p:nvPr/>
          </p:nvSpPr>
          <p:spPr>
            <a:xfrm>
              <a:off x="2813935" y="5678101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3" name="pl2613"/>
            <p:cNvSpPr/>
            <p:nvPr/>
          </p:nvSpPr>
          <p:spPr>
            <a:xfrm>
              <a:off x="2354577" y="5903628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4" name="pl2614"/>
            <p:cNvSpPr/>
            <p:nvPr/>
          </p:nvSpPr>
          <p:spPr>
            <a:xfrm>
              <a:off x="2423179" y="5661358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" name="pl2615"/>
            <p:cNvSpPr/>
            <p:nvPr/>
          </p:nvSpPr>
          <p:spPr>
            <a:xfrm>
              <a:off x="2460167" y="5710140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6" name="pl2616"/>
            <p:cNvSpPr/>
            <p:nvPr/>
          </p:nvSpPr>
          <p:spPr>
            <a:xfrm>
              <a:off x="2463409" y="5712450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7" name="pl2617"/>
            <p:cNvSpPr/>
            <p:nvPr/>
          </p:nvSpPr>
          <p:spPr>
            <a:xfrm>
              <a:off x="2463409" y="5708581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" name="pl2618"/>
            <p:cNvSpPr/>
            <p:nvPr/>
          </p:nvSpPr>
          <p:spPr>
            <a:xfrm>
              <a:off x="2463409" y="5714868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9" name="pl2619"/>
            <p:cNvSpPr/>
            <p:nvPr/>
          </p:nvSpPr>
          <p:spPr>
            <a:xfrm>
              <a:off x="2463409" y="5714868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" name="pl2620"/>
            <p:cNvSpPr/>
            <p:nvPr/>
          </p:nvSpPr>
          <p:spPr>
            <a:xfrm>
              <a:off x="2461177" y="5711212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1" name="pl2621"/>
            <p:cNvSpPr/>
            <p:nvPr/>
          </p:nvSpPr>
          <p:spPr>
            <a:xfrm>
              <a:off x="2463409" y="5706073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2" name="pl2622"/>
            <p:cNvSpPr/>
            <p:nvPr/>
          </p:nvSpPr>
          <p:spPr>
            <a:xfrm>
              <a:off x="2517532" y="5822159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3" name="pl2623"/>
            <p:cNvSpPr/>
            <p:nvPr/>
          </p:nvSpPr>
          <p:spPr>
            <a:xfrm>
              <a:off x="2507386" y="5805861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4" name="pl2624"/>
            <p:cNvSpPr/>
            <p:nvPr/>
          </p:nvSpPr>
          <p:spPr>
            <a:xfrm>
              <a:off x="2443293" y="5719232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" name="pl2625"/>
            <p:cNvSpPr/>
            <p:nvPr/>
          </p:nvSpPr>
          <p:spPr>
            <a:xfrm>
              <a:off x="2653993" y="4934698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" name="pl2626"/>
            <p:cNvSpPr/>
            <p:nvPr/>
          </p:nvSpPr>
          <p:spPr>
            <a:xfrm>
              <a:off x="1868857" y="6096721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" name="pl2627"/>
            <p:cNvSpPr/>
            <p:nvPr/>
          </p:nvSpPr>
          <p:spPr>
            <a:xfrm>
              <a:off x="2516112" y="5783788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" name="pl2628"/>
            <p:cNvSpPr/>
            <p:nvPr/>
          </p:nvSpPr>
          <p:spPr>
            <a:xfrm>
              <a:off x="2538153" y="5780633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" name="pl2629"/>
            <p:cNvSpPr/>
            <p:nvPr/>
          </p:nvSpPr>
          <p:spPr>
            <a:xfrm>
              <a:off x="2538153" y="5778157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0" name="pl2630"/>
            <p:cNvSpPr/>
            <p:nvPr/>
          </p:nvSpPr>
          <p:spPr>
            <a:xfrm>
              <a:off x="2538153" y="5776840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1" name="pl2631"/>
            <p:cNvSpPr/>
            <p:nvPr/>
          </p:nvSpPr>
          <p:spPr>
            <a:xfrm>
              <a:off x="2510813" y="5836582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2" name="pl2632"/>
            <p:cNvSpPr/>
            <p:nvPr/>
          </p:nvSpPr>
          <p:spPr>
            <a:xfrm>
              <a:off x="2497696" y="5836778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3" name="pl2633"/>
            <p:cNvSpPr/>
            <p:nvPr/>
          </p:nvSpPr>
          <p:spPr>
            <a:xfrm>
              <a:off x="2000823" y="6384364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" name="pl2634"/>
            <p:cNvSpPr/>
            <p:nvPr/>
          </p:nvSpPr>
          <p:spPr>
            <a:xfrm>
              <a:off x="2457168" y="6107747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5" name="pl2635"/>
            <p:cNvSpPr/>
            <p:nvPr/>
          </p:nvSpPr>
          <p:spPr>
            <a:xfrm>
              <a:off x="2691551" y="5622212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6" name="pl2636"/>
            <p:cNvSpPr/>
            <p:nvPr/>
          </p:nvSpPr>
          <p:spPr>
            <a:xfrm>
              <a:off x="2691551" y="5583039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" name="pl2637"/>
            <p:cNvSpPr/>
            <p:nvPr/>
          </p:nvSpPr>
          <p:spPr>
            <a:xfrm>
              <a:off x="2666632" y="5622743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" name="pl2638"/>
            <p:cNvSpPr/>
            <p:nvPr/>
          </p:nvSpPr>
          <p:spPr>
            <a:xfrm>
              <a:off x="2691551" y="5600937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9" name="pl2639"/>
            <p:cNvSpPr/>
            <p:nvPr/>
          </p:nvSpPr>
          <p:spPr>
            <a:xfrm>
              <a:off x="2691551" y="5607062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" name="pl2640"/>
            <p:cNvSpPr/>
            <p:nvPr/>
          </p:nvSpPr>
          <p:spPr>
            <a:xfrm>
              <a:off x="2691551" y="5613650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" name="pl2641"/>
            <p:cNvSpPr/>
            <p:nvPr/>
          </p:nvSpPr>
          <p:spPr>
            <a:xfrm>
              <a:off x="2691551" y="5609103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" name="pl2642"/>
            <p:cNvSpPr/>
            <p:nvPr/>
          </p:nvSpPr>
          <p:spPr>
            <a:xfrm>
              <a:off x="2459123" y="5783449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3" name="pl2643"/>
            <p:cNvSpPr/>
            <p:nvPr/>
          </p:nvSpPr>
          <p:spPr>
            <a:xfrm>
              <a:off x="2458586" y="5778816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" name="pl2644"/>
            <p:cNvSpPr/>
            <p:nvPr/>
          </p:nvSpPr>
          <p:spPr>
            <a:xfrm>
              <a:off x="2448895" y="5783748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" name="pl2645"/>
            <p:cNvSpPr/>
            <p:nvPr/>
          </p:nvSpPr>
          <p:spPr>
            <a:xfrm>
              <a:off x="2666632" y="5590164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" name="pl2646"/>
            <p:cNvSpPr/>
            <p:nvPr/>
          </p:nvSpPr>
          <p:spPr>
            <a:xfrm>
              <a:off x="2728577" y="5543636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" name="pl2647"/>
            <p:cNvSpPr/>
            <p:nvPr/>
          </p:nvSpPr>
          <p:spPr>
            <a:xfrm>
              <a:off x="2596277" y="5513930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" name="pl2648"/>
            <p:cNvSpPr/>
            <p:nvPr/>
          </p:nvSpPr>
          <p:spPr>
            <a:xfrm>
              <a:off x="2424639" y="5876618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" name="pl2649"/>
            <p:cNvSpPr/>
            <p:nvPr/>
          </p:nvSpPr>
          <p:spPr>
            <a:xfrm>
              <a:off x="2474900" y="5876618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" name="pl2650"/>
            <p:cNvSpPr/>
            <p:nvPr/>
          </p:nvSpPr>
          <p:spPr>
            <a:xfrm>
              <a:off x="2823128" y="6548934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" name="pl2651"/>
            <p:cNvSpPr/>
            <p:nvPr/>
          </p:nvSpPr>
          <p:spPr>
            <a:xfrm>
              <a:off x="2469221" y="5824653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" name="pl2652"/>
            <p:cNvSpPr/>
            <p:nvPr/>
          </p:nvSpPr>
          <p:spPr>
            <a:xfrm>
              <a:off x="2462429" y="5824653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" name="pl2653"/>
            <p:cNvSpPr/>
            <p:nvPr/>
          </p:nvSpPr>
          <p:spPr>
            <a:xfrm>
              <a:off x="2656360" y="5540206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" name="pl2654"/>
            <p:cNvSpPr/>
            <p:nvPr/>
          </p:nvSpPr>
          <p:spPr>
            <a:xfrm>
              <a:off x="2656360" y="5509988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" name="pl2655"/>
            <p:cNvSpPr/>
            <p:nvPr/>
          </p:nvSpPr>
          <p:spPr>
            <a:xfrm>
              <a:off x="1771435" y="5972404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" name="pl2656"/>
            <p:cNvSpPr/>
            <p:nvPr/>
          </p:nvSpPr>
          <p:spPr>
            <a:xfrm>
              <a:off x="1743453" y="5973981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" name="pl2657"/>
            <p:cNvSpPr/>
            <p:nvPr/>
          </p:nvSpPr>
          <p:spPr>
            <a:xfrm>
              <a:off x="2367176" y="5892370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" name="pl2658"/>
            <p:cNvSpPr/>
            <p:nvPr/>
          </p:nvSpPr>
          <p:spPr>
            <a:xfrm>
              <a:off x="2330241" y="5903628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" name="pl2659"/>
            <p:cNvSpPr/>
            <p:nvPr/>
          </p:nvSpPr>
          <p:spPr>
            <a:xfrm>
              <a:off x="2521191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" name="pl2660"/>
            <p:cNvSpPr/>
            <p:nvPr/>
          </p:nvSpPr>
          <p:spPr>
            <a:xfrm>
              <a:off x="2524122" y="5833010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" name="pl2661"/>
            <p:cNvSpPr/>
            <p:nvPr/>
          </p:nvSpPr>
          <p:spPr>
            <a:xfrm>
              <a:off x="2462420" y="5631334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" name="pl2662"/>
            <p:cNvSpPr/>
            <p:nvPr/>
          </p:nvSpPr>
          <p:spPr>
            <a:xfrm>
              <a:off x="2413715" y="5593724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" name="pl2663"/>
            <p:cNvSpPr/>
            <p:nvPr/>
          </p:nvSpPr>
          <p:spPr>
            <a:xfrm>
              <a:off x="2516112" y="5791392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" name="pl2664"/>
            <p:cNvSpPr/>
            <p:nvPr/>
          </p:nvSpPr>
          <p:spPr>
            <a:xfrm>
              <a:off x="2738868" y="5773035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" name="pl2665"/>
            <p:cNvSpPr/>
            <p:nvPr/>
          </p:nvSpPr>
          <p:spPr>
            <a:xfrm>
              <a:off x="2666632" y="5631334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" name="pl2666"/>
            <p:cNvSpPr/>
            <p:nvPr/>
          </p:nvSpPr>
          <p:spPr>
            <a:xfrm>
              <a:off x="2738868" y="5742306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" name="pl2667"/>
            <p:cNvSpPr/>
            <p:nvPr/>
          </p:nvSpPr>
          <p:spPr>
            <a:xfrm>
              <a:off x="2738868" y="5773035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" name="pl2668"/>
            <p:cNvSpPr/>
            <p:nvPr/>
          </p:nvSpPr>
          <p:spPr>
            <a:xfrm>
              <a:off x="2528868" y="5925004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" name="pl2669"/>
            <p:cNvSpPr/>
            <p:nvPr/>
          </p:nvSpPr>
          <p:spPr>
            <a:xfrm>
              <a:off x="2528868" y="5925004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" name="pl2670"/>
            <p:cNvSpPr/>
            <p:nvPr/>
          </p:nvSpPr>
          <p:spPr>
            <a:xfrm>
              <a:off x="2478308" y="5842956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" name="pl2671"/>
            <p:cNvSpPr/>
            <p:nvPr/>
          </p:nvSpPr>
          <p:spPr>
            <a:xfrm>
              <a:off x="2386831" y="5831813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" name="pl2672"/>
            <p:cNvSpPr/>
            <p:nvPr/>
          </p:nvSpPr>
          <p:spPr>
            <a:xfrm>
              <a:off x="2666632" y="5524254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" name="pl2673"/>
            <p:cNvSpPr/>
            <p:nvPr/>
          </p:nvSpPr>
          <p:spPr>
            <a:xfrm>
              <a:off x="2323097" y="5807128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" name="pl2674"/>
            <p:cNvSpPr/>
            <p:nvPr/>
          </p:nvSpPr>
          <p:spPr>
            <a:xfrm>
              <a:off x="2637702" y="5361414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" name="pl2675"/>
            <p:cNvSpPr/>
            <p:nvPr/>
          </p:nvSpPr>
          <p:spPr>
            <a:xfrm>
              <a:off x="2657415" y="5304300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" name="pl2676"/>
            <p:cNvSpPr/>
            <p:nvPr/>
          </p:nvSpPr>
          <p:spPr>
            <a:xfrm>
              <a:off x="2656938" y="5344309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" name="pl2677"/>
            <p:cNvSpPr/>
            <p:nvPr/>
          </p:nvSpPr>
          <p:spPr>
            <a:xfrm>
              <a:off x="2646270" y="5361414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" name="pl2678"/>
            <p:cNvSpPr/>
            <p:nvPr/>
          </p:nvSpPr>
          <p:spPr>
            <a:xfrm>
              <a:off x="2424639" y="5882360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" name="pl2679"/>
            <p:cNvSpPr/>
            <p:nvPr/>
          </p:nvSpPr>
          <p:spPr>
            <a:xfrm>
              <a:off x="2395754" y="5882360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" name="pl2680"/>
            <p:cNvSpPr/>
            <p:nvPr/>
          </p:nvSpPr>
          <p:spPr>
            <a:xfrm>
              <a:off x="2400350" y="5882360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" name="pl2681"/>
            <p:cNvSpPr/>
            <p:nvPr/>
          </p:nvSpPr>
          <p:spPr>
            <a:xfrm>
              <a:off x="2492025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" name="pl2682"/>
            <p:cNvSpPr/>
            <p:nvPr/>
          </p:nvSpPr>
          <p:spPr>
            <a:xfrm>
              <a:off x="2470845" y="5569378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" name="pl2683"/>
            <p:cNvSpPr/>
            <p:nvPr/>
          </p:nvSpPr>
          <p:spPr>
            <a:xfrm>
              <a:off x="2825473" y="5678036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" name="pl2684"/>
            <p:cNvSpPr/>
            <p:nvPr/>
          </p:nvSpPr>
          <p:spPr>
            <a:xfrm>
              <a:off x="2856829" y="5692788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" name="pl2685"/>
            <p:cNvSpPr/>
            <p:nvPr/>
          </p:nvSpPr>
          <p:spPr>
            <a:xfrm>
              <a:off x="2532626" y="5843727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" name="pl2686"/>
            <p:cNvSpPr/>
            <p:nvPr/>
          </p:nvSpPr>
          <p:spPr>
            <a:xfrm>
              <a:off x="2504425" y="5788758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" name="pl2687"/>
            <p:cNvSpPr/>
            <p:nvPr/>
          </p:nvSpPr>
          <p:spPr>
            <a:xfrm>
              <a:off x="2577219" y="6028646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" name="pl2688"/>
            <p:cNvSpPr/>
            <p:nvPr/>
          </p:nvSpPr>
          <p:spPr>
            <a:xfrm>
              <a:off x="2594744" y="6085845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" name="pl2689"/>
            <p:cNvSpPr/>
            <p:nvPr/>
          </p:nvSpPr>
          <p:spPr>
            <a:xfrm>
              <a:off x="2594744" y="6085845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" name="pl2690"/>
            <p:cNvSpPr/>
            <p:nvPr/>
          </p:nvSpPr>
          <p:spPr>
            <a:xfrm>
              <a:off x="2463409" y="5711607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" name="pl2691"/>
            <p:cNvSpPr/>
            <p:nvPr/>
          </p:nvSpPr>
          <p:spPr>
            <a:xfrm>
              <a:off x="2521191" y="5836582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" name="pl2692"/>
            <p:cNvSpPr/>
            <p:nvPr/>
          </p:nvSpPr>
          <p:spPr>
            <a:xfrm>
              <a:off x="2513473" y="5833307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3" name="pl2693"/>
            <p:cNvSpPr/>
            <p:nvPr/>
          </p:nvSpPr>
          <p:spPr>
            <a:xfrm>
              <a:off x="2495312" y="5833307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" name="pl2694"/>
            <p:cNvSpPr/>
            <p:nvPr/>
          </p:nvSpPr>
          <p:spPr>
            <a:xfrm>
              <a:off x="2513473" y="5833307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" name="pl2695"/>
            <p:cNvSpPr/>
            <p:nvPr/>
          </p:nvSpPr>
          <p:spPr>
            <a:xfrm>
              <a:off x="2846157" y="5426027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" name="pl2696"/>
            <p:cNvSpPr/>
            <p:nvPr/>
          </p:nvSpPr>
          <p:spPr>
            <a:xfrm>
              <a:off x="2794182" y="5480115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" name="pl2697"/>
            <p:cNvSpPr/>
            <p:nvPr/>
          </p:nvSpPr>
          <p:spPr>
            <a:xfrm>
              <a:off x="2846157" y="5436694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" name="pl2698"/>
            <p:cNvSpPr/>
            <p:nvPr/>
          </p:nvSpPr>
          <p:spPr>
            <a:xfrm>
              <a:off x="2411399" y="5066902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" name="pl2699"/>
            <p:cNvSpPr/>
            <p:nvPr/>
          </p:nvSpPr>
          <p:spPr>
            <a:xfrm>
              <a:off x="2415968" y="5067565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" name="pl2700"/>
            <p:cNvSpPr/>
            <p:nvPr/>
          </p:nvSpPr>
          <p:spPr>
            <a:xfrm>
              <a:off x="2847034" y="5782500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" name="pl2701"/>
            <p:cNvSpPr/>
            <p:nvPr/>
          </p:nvSpPr>
          <p:spPr>
            <a:xfrm>
              <a:off x="2406742" y="5692536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" name="pl2702"/>
            <p:cNvSpPr/>
            <p:nvPr/>
          </p:nvSpPr>
          <p:spPr>
            <a:xfrm>
              <a:off x="2402587" y="5699160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" name="pl2703"/>
            <p:cNvSpPr/>
            <p:nvPr/>
          </p:nvSpPr>
          <p:spPr>
            <a:xfrm>
              <a:off x="2399214" y="5700233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" name="pl2704"/>
            <p:cNvSpPr/>
            <p:nvPr/>
          </p:nvSpPr>
          <p:spPr>
            <a:xfrm>
              <a:off x="3082430" y="6187575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" name="pl2705"/>
            <p:cNvSpPr/>
            <p:nvPr/>
          </p:nvSpPr>
          <p:spPr>
            <a:xfrm>
              <a:off x="3085687" y="6194346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" name="pl2706"/>
            <p:cNvSpPr/>
            <p:nvPr/>
          </p:nvSpPr>
          <p:spPr>
            <a:xfrm>
              <a:off x="3085687" y="6193002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" name="pl2707"/>
            <p:cNvSpPr/>
            <p:nvPr/>
          </p:nvSpPr>
          <p:spPr>
            <a:xfrm>
              <a:off x="2563401" y="5381383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" name="pl2708"/>
            <p:cNvSpPr/>
            <p:nvPr/>
          </p:nvSpPr>
          <p:spPr>
            <a:xfrm>
              <a:off x="2569908" y="5402543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" name="pl2709"/>
            <p:cNvSpPr/>
            <p:nvPr/>
          </p:nvSpPr>
          <p:spPr>
            <a:xfrm>
              <a:off x="2560974" y="5362890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" name="pl2710"/>
            <p:cNvSpPr/>
            <p:nvPr/>
          </p:nvSpPr>
          <p:spPr>
            <a:xfrm>
              <a:off x="1762638" y="5471796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" name="pl2711"/>
            <p:cNvSpPr/>
            <p:nvPr/>
          </p:nvSpPr>
          <p:spPr>
            <a:xfrm>
              <a:off x="2824885" y="5645780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2" name="pl2712"/>
            <p:cNvSpPr/>
            <p:nvPr/>
          </p:nvSpPr>
          <p:spPr>
            <a:xfrm>
              <a:off x="2596555" y="5552968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" name="pl2713"/>
            <p:cNvSpPr/>
            <p:nvPr/>
          </p:nvSpPr>
          <p:spPr>
            <a:xfrm>
              <a:off x="2742361" y="5428211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" name="pl2714"/>
            <p:cNvSpPr/>
            <p:nvPr/>
          </p:nvSpPr>
          <p:spPr>
            <a:xfrm>
              <a:off x="2742361" y="5421932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" name="pl2715"/>
            <p:cNvSpPr/>
            <p:nvPr/>
          </p:nvSpPr>
          <p:spPr>
            <a:xfrm>
              <a:off x="2742361" y="5425509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6" name="pl2716"/>
            <p:cNvSpPr/>
            <p:nvPr/>
          </p:nvSpPr>
          <p:spPr>
            <a:xfrm>
              <a:off x="2742361" y="5419943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" name="pl2717"/>
            <p:cNvSpPr/>
            <p:nvPr/>
          </p:nvSpPr>
          <p:spPr>
            <a:xfrm>
              <a:off x="2742361" y="5414921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8" name="pl2718"/>
            <p:cNvSpPr/>
            <p:nvPr/>
          </p:nvSpPr>
          <p:spPr>
            <a:xfrm>
              <a:off x="2709886" y="5837078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9" name="pl2719"/>
            <p:cNvSpPr/>
            <p:nvPr/>
          </p:nvSpPr>
          <p:spPr>
            <a:xfrm>
              <a:off x="1930204" y="5139287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" name="pl2720"/>
            <p:cNvSpPr/>
            <p:nvPr/>
          </p:nvSpPr>
          <p:spPr>
            <a:xfrm>
              <a:off x="1937460" y="5141412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" name="pl2721"/>
            <p:cNvSpPr/>
            <p:nvPr/>
          </p:nvSpPr>
          <p:spPr>
            <a:xfrm>
              <a:off x="2666632" y="5631334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2" name="pl2722"/>
            <p:cNvSpPr/>
            <p:nvPr/>
          </p:nvSpPr>
          <p:spPr>
            <a:xfrm>
              <a:off x="2805569" y="5704258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3" name="pl2723"/>
            <p:cNvSpPr/>
            <p:nvPr/>
          </p:nvSpPr>
          <p:spPr>
            <a:xfrm>
              <a:off x="2856829" y="5703066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4" name="pl2724"/>
            <p:cNvSpPr/>
            <p:nvPr/>
          </p:nvSpPr>
          <p:spPr>
            <a:xfrm>
              <a:off x="2521191" y="5836582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" name="pl2725"/>
            <p:cNvSpPr/>
            <p:nvPr/>
          </p:nvSpPr>
          <p:spPr>
            <a:xfrm>
              <a:off x="2488392" y="5805253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" name="pl2726"/>
            <p:cNvSpPr/>
            <p:nvPr/>
          </p:nvSpPr>
          <p:spPr>
            <a:xfrm>
              <a:off x="2475799" y="5796819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7" name="pl2727"/>
            <p:cNvSpPr/>
            <p:nvPr/>
          </p:nvSpPr>
          <p:spPr>
            <a:xfrm>
              <a:off x="1768185" y="6032043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" name="pl2728"/>
            <p:cNvSpPr/>
            <p:nvPr/>
          </p:nvSpPr>
          <p:spPr>
            <a:xfrm>
              <a:off x="2358792" y="6513392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" name="pl2729"/>
            <p:cNvSpPr/>
            <p:nvPr/>
          </p:nvSpPr>
          <p:spPr>
            <a:xfrm>
              <a:off x="2365106" y="6514044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0" name="pl2730"/>
            <p:cNvSpPr/>
            <p:nvPr/>
          </p:nvSpPr>
          <p:spPr>
            <a:xfrm>
              <a:off x="2441984" y="4932977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1" name="pl2731"/>
            <p:cNvSpPr/>
            <p:nvPr/>
          </p:nvSpPr>
          <p:spPr>
            <a:xfrm>
              <a:off x="2445184" y="5807791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2" name="pl2732"/>
            <p:cNvSpPr/>
            <p:nvPr/>
          </p:nvSpPr>
          <p:spPr>
            <a:xfrm>
              <a:off x="2569321" y="5767511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3" name="pl2733"/>
            <p:cNvSpPr/>
            <p:nvPr/>
          </p:nvSpPr>
          <p:spPr>
            <a:xfrm>
              <a:off x="2627968" y="5764675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" name="pl2734"/>
            <p:cNvSpPr/>
            <p:nvPr/>
          </p:nvSpPr>
          <p:spPr>
            <a:xfrm>
              <a:off x="2627968" y="5758632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" name="pl2735"/>
            <p:cNvSpPr/>
            <p:nvPr/>
          </p:nvSpPr>
          <p:spPr>
            <a:xfrm>
              <a:off x="2627968" y="5752516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" name="pl2736"/>
            <p:cNvSpPr/>
            <p:nvPr/>
          </p:nvSpPr>
          <p:spPr>
            <a:xfrm>
              <a:off x="2627968" y="5760499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7" name="pl2737"/>
            <p:cNvSpPr/>
            <p:nvPr/>
          </p:nvSpPr>
          <p:spPr>
            <a:xfrm>
              <a:off x="2627968" y="5767511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8" name="pl2738"/>
            <p:cNvSpPr/>
            <p:nvPr/>
          </p:nvSpPr>
          <p:spPr>
            <a:xfrm>
              <a:off x="2627968" y="5759071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9" name="pl2739"/>
            <p:cNvSpPr/>
            <p:nvPr/>
          </p:nvSpPr>
          <p:spPr>
            <a:xfrm>
              <a:off x="2596764" y="5560909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0" name="pl2740"/>
            <p:cNvSpPr/>
            <p:nvPr/>
          </p:nvSpPr>
          <p:spPr>
            <a:xfrm>
              <a:off x="2553455" y="5885215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" name="pl2741"/>
            <p:cNvSpPr/>
            <p:nvPr/>
          </p:nvSpPr>
          <p:spPr>
            <a:xfrm>
              <a:off x="2553455" y="5885215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" name="pl2742"/>
            <p:cNvSpPr/>
            <p:nvPr/>
          </p:nvSpPr>
          <p:spPr>
            <a:xfrm>
              <a:off x="2421145" y="5736370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" name="pl2743"/>
            <p:cNvSpPr/>
            <p:nvPr/>
          </p:nvSpPr>
          <p:spPr>
            <a:xfrm>
              <a:off x="2415397" y="5692536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" name="pl2744"/>
            <p:cNvSpPr/>
            <p:nvPr/>
          </p:nvSpPr>
          <p:spPr>
            <a:xfrm>
              <a:off x="2471396" y="5817338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" name="pl2745"/>
            <p:cNvSpPr/>
            <p:nvPr/>
          </p:nvSpPr>
          <p:spPr>
            <a:xfrm>
              <a:off x="2519883" y="5831542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6" name="pl2746"/>
            <p:cNvSpPr/>
            <p:nvPr/>
          </p:nvSpPr>
          <p:spPr>
            <a:xfrm>
              <a:off x="2472544" y="6107747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7" name="pl2747"/>
            <p:cNvSpPr/>
            <p:nvPr/>
          </p:nvSpPr>
          <p:spPr>
            <a:xfrm>
              <a:off x="2471675" y="6107747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8" name="pl2748"/>
            <p:cNvSpPr/>
            <p:nvPr/>
          </p:nvSpPr>
          <p:spPr>
            <a:xfrm>
              <a:off x="2015353" y="5076945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" name="pl2749"/>
            <p:cNvSpPr/>
            <p:nvPr/>
          </p:nvSpPr>
          <p:spPr>
            <a:xfrm>
              <a:off x="2521191" y="5836582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" name="pl2750"/>
            <p:cNvSpPr/>
            <p:nvPr/>
          </p:nvSpPr>
          <p:spPr>
            <a:xfrm>
              <a:off x="2526837" y="5851099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1" name="pl2751"/>
            <p:cNvSpPr/>
            <p:nvPr/>
          </p:nvSpPr>
          <p:spPr>
            <a:xfrm>
              <a:off x="2528604" y="5845094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" name="pl2752"/>
            <p:cNvSpPr/>
            <p:nvPr/>
          </p:nvSpPr>
          <p:spPr>
            <a:xfrm>
              <a:off x="2596764" y="5513483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" name="pl2753"/>
            <p:cNvSpPr/>
            <p:nvPr/>
          </p:nvSpPr>
          <p:spPr>
            <a:xfrm>
              <a:off x="2753499" y="4958933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" name="pl2754"/>
            <p:cNvSpPr/>
            <p:nvPr/>
          </p:nvSpPr>
          <p:spPr>
            <a:xfrm>
              <a:off x="1773865" y="6032043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" name="pl2755"/>
            <p:cNvSpPr/>
            <p:nvPr/>
          </p:nvSpPr>
          <p:spPr>
            <a:xfrm>
              <a:off x="1795888" y="6061856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" name="pl2756"/>
            <p:cNvSpPr/>
            <p:nvPr/>
          </p:nvSpPr>
          <p:spPr>
            <a:xfrm>
              <a:off x="1790037" y="6061856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7" name="pl2757"/>
            <p:cNvSpPr/>
            <p:nvPr/>
          </p:nvSpPr>
          <p:spPr>
            <a:xfrm>
              <a:off x="2856829" y="5691648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8" name="pl2758"/>
            <p:cNvSpPr/>
            <p:nvPr/>
          </p:nvSpPr>
          <p:spPr>
            <a:xfrm>
              <a:off x="2531182" y="5571181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9" name="pl2759"/>
            <p:cNvSpPr/>
            <p:nvPr/>
          </p:nvSpPr>
          <p:spPr>
            <a:xfrm>
              <a:off x="2531182" y="5619996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0" name="pl2760"/>
            <p:cNvSpPr/>
            <p:nvPr/>
          </p:nvSpPr>
          <p:spPr>
            <a:xfrm>
              <a:off x="3390417" y="5724292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1" name="pl2761"/>
            <p:cNvSpPr/>
            <p:nvPr/>
          </p:nvSpPr>
          <p:spPr>
            <a:xfrm>
              <a:off x="3389262" y="5743185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2" name="pl2762"/>
            <p:cNvSpPr/>
            <p:nvPr/>
          </p:nvSpPr>
          <p:spPr>
            <a:xfrm>
              <a:off x="2522131" y="5853043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3" name="pl2763"/>
            <p:cNvSpPr/>
            <p:nvPr/>
          </p:nvSpPr>
          <p:spPr>
            <a:xfrm>
              <a:off x="2522131" y="5853043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4" name="pl2764"/>
            <p:cNvSpPr/>
            <p:nvPr/>
          </p:nvSpPr>
          <p:spPr>
            <a:xfrm>
              <a:off x="2519878" y="5825045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5" name="pl2765"/>
            <p:cNvSpPr/>
            <p:nvPr/>
          </p:nvSpPr>
          <p:spPr>
            <a:xfrm>
              <a:off x="2507163" y="5828351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6" name="pl2766"/>
            <p:cNvSpPr/>
            <p:nvPr/>
          </p:nvSpPr>
          <p:spPr>
            <a:xfrm>
              <a:off x="2487124" y="5829373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7" name="pl2767"/>
            <p:cNvSpPr/>
            <p:nvPr/>
          </p:nvSpPr>
          <p:spPr>
            <a:xfrm>
              <a:off x="2501366" y="5853043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8" name="pl2768"/>
            <p:cNvSpPr/>
            <p:nvPr/>
          </p:nvSpPr>
          <p:spPr>
            <a:xfrm>
              <a:off x="2522131" y="5853043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69" name="pl2769"/>
            <p:cNvSpPr/>
            <p:nvPr/>
          </p:nvSpPr>
          <p:spPr>
            <a:xfrm>
              <a:off x="2522131" y="5803716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0" name="pl2770"/>
            <p:cNvSpPr/>
            <p:nvPr/>
          </p:nvSpPr>
          <p:spPr>
            <a:xfrm>
              <a:off x="2515261" y="5853043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1" name="pl2771"/>
            <p:cNvSpPr/>
            <p:nvPr/>
          </p:nvSpPr>
          <p:spPr>
            <a:xfrm>
              <a:off x="2515931" y="5853043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2" name="pl2772"/>
            <p:cNvSpPr/>
            <p:nvPr/>
          </p:nvSpPr>
          <p:spPr>
            <a:xfrm>
              <a:off x="2522131" y="5842928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3" name="pl2773"/>
            <p:cNvSpPr/>
            <p:nvPr/>
          </p:nvSpPr>
          <p:spPr>
            <a:xfrm>
              <a:off x="2502281" y="5806662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4" name="pl2774"/>
            <p:cNvSpPr/>
            <p:nvPr/>
          </p:nvSpPr>
          <p:spPr>
            <a:xfrm>
              <a:off x="2521477" y="5853043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5" name="pl2775"/>
            <p:cNvSpPr/>
            <p:nvPr/>
          </p:nvSpPr>
          <p:spPr>
            <a:xfrm>
              <a:off x="2476913" y="5853043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6" name="pl2776"/>
            <p:cNvSpPr/>
            <p:nvPr/>
          </p:nvSpPr>
          <p:spPr>
            <a:xfrm>
              <a:off x="2522131" y="5853043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7" name="pl2777"/>
            <p:cNvSpPr/>
            <p:nvPr/>
          </p:nvSpPr>
          <p:spPr>
            <a:xfrm>
              <a:off x="2518249" y="5853043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8" name="pl2778"/>
            <p:cNvSpPr/>
            <p:nvPr/>
          </p:nvSpPr>
          <p:spPr>
            <a:xfrm>
              <a:off x="2522131" y="5853043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79" name="pl2779"/>
            <p:cNvSpPr/>
            <p:nvPr/>
          </p:nvSpPr>
          <p:spPr>
            <a:xfrm>
              <a:off x="2522131" y="5853043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0" name="pl2780"/>
            <p:cNvSpPr/>
            <p:nvPr/>
          </p:nvSpPr>
          <p:spPr>
            <a:xfrm>
              <a:off x="2522131" y="5853043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1" name="pl2781"/>
            <p:cNvSpPr/>
            <p:nvPr/>
          </p:nvSpPr>
          <p:spPr>
            <a:xfrm>
              <a:off x="2454655" y="5723632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2" name="pl2782"/>
            <p:cNvSpPr/>
            <p:nvPr/>
          </p:nvSpPr>
          <p:spPr>
            <a:xfrm>
              <a:off x="2510813" y="5836778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3" name="pl2783"/>
            <p:cNvSpPr/>
            <p:nvPr/>
          </p:nvSpPr>
          <p:spPr>
            <a:xfrm>
              <a:off x="2510964" y="5853043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4" name="pl2784"/>
            <p:cNvSpPr/>
            <p:nvPr/>
          </p:nvSpPr>
          <p:spPr>
            <a:xfrm>
              <a:off x="2522131" y="5853043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5" name="pl2785"/>
            <p:cNvSpPr/>
            <p:nvPr/>
          </p:nvSpPr>
          <p:spPr>
            <a:xfrm>
              <a:off x="2488210" y="5853043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6" name="pl2786"/>
            <p:cNvSpPr/>
            <p:nvPr/>
          </p:nvSpPr>
          <p:spPr>
            <a:xfrm>
              <a:off x="2522131" y="5853043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7" name="pl2787"/>
            <p:cNvSpPr/>
            <p:nvPr/>
          </p:nvSpPr>
          <p:spPr>
            <a:xfrm>
              <a:off x="2521547" y="5844273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8" name="pl2788"/>
            <p:cNvSpPr/>
            <p:nvPr/>
          </p:nvSpPr>
          <p:spPr>
            <a:xfrm>
              <a:off x="2504714" y="5804953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89" name="pl2789"/>
            <p:cNvSpPr/>
            <p:nvPr/>
          </p:nvSpPr>
          <p:spPr>
            <a:xfrm>
              <a:off x="2521759" y="5848486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0" name="pl2790"/>
            <p:cNvSpPr/>
            <p:nvPr/>
          </p:nvSpPr>
          <p:spPr>
            <a:xfrm>
              <a:off x="2485165" y="5853043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1" name="pl2791"/>
            <p:cNvSpPr/>
            <p:nvPr/>
          </p:nvSpPr>
          <p:spPr>
            <a:xfrm>
              <a:off x="2522131" y="5853043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2" name="pl2792"/>
            <p:cNvSpPr/>
            <p:nvPr/>
          </p:nvSpPr>
          <p:spPr>
            <a:xfrm>
              <a:off x="2522131" y="5853043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3" name="pl2793"/>
            <p:cNvSpPr/>
            <p:nvPr/>
          </p:nvSpPr>
          <p:spPr>
            <a:xfrm>
              <a:off x="2521320" y="5842300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4" name="pl2794"/>
            <p:cNvSpPr/>
            <p:nvPr/>
          </p:nvSpPr>
          <p:spPr>
            <a:xfrm>
              <a:off x="2508341" y="5853043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5" name="pl2795"/>
            <p:cNvSpPr/>
            <p:nvPr/>
          </p:nvSpPr>
          <p:spPr>
            <a:xfrm>
              <a:off x="2522131" y="5853043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6" name="pl2796"/>
            <p:cNvSpPr/>
            <p:nvPr/>
          </p:nvSpPr>
          <p:spPr>
            <a:xfrm>
              <a:off x="2513095" y="5802736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7" name="pl2797"/>
            <p:cNvSpPr/>
            <p:nvPr/>
          </p:nvSpPr>
          <p:spPr>
            <a:xfrm>
              <a:off x="2663031" y="5839895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8" name="pl2798"/>
            <p:cNvSpPr/>
            <p:nvPr/>
          </p:nvSpPr>
          <p:spPr>
            <a:xfrm>
              <a:off x="2584293" y="5845808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99" name="pl2799"/>
            <p:cNvSpPr/>
            <p:nvPr/>
          </p:nvSpPr>
          <p:spPr>
            <a:xfrm>
              <a:off x="2424639" y="5892370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0" name="pl2800"/>
            <p:cNvSpPr/>
            <p:nvPr/>
          </p:nvSpPr>
          <p:spPr>
            <a:xfrm>
              <a:off x="2499914" y="5870215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1" name="pl2801"/>
            <p:cNvSpPr/>
            <p:nvPr/>
          </p:nvSpPr>
          <p:spPr>
            <a:xfrm>
              <a:off x="2499914" y="5881024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2" name="pl2802"/>
            <p:cNvSpPr/>
            <p:nvPr/>
          </p:nvSpPr>
          <p:spPr>
            <a:xfrm>
              <a:off x="2477906" y="5875042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3" name="pl2803"/>
            <p:cNvSpPr/>
            <p:nvPr/>
          </p:nvSpPr>
          <p:spPr>
            <a:xfrm>
              <a:off x="2499914" y="5864178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4" name="pl2804"/>
            <p:cNvSpPr/>
            <p:nvPr/>
          </p:nvSpPr>
          <p:spPr>
            <a:xfrm>
              <a:off x="2488210" y="5876618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5" name="pl2805"/>
            <p:cNvSpPr/>
            <p:nvPr/>
          </p:nvSpPr>
          <p:spPr>
            <a:xfrm>
              <a:off x="2492176" y="5953335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6" name="pl2806"/>
            <p:cNvSpPr/>
            <p:nvPr/>
          </p:nvSpPr>
          <p:spPr>
            <a:xfrm>
              <a:off x="2521191" y="5836582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7" name="pl2807"/>
            <p:cNvSpPr/>
            <p:nvPr/>
          </p:nvSpPr>
          <p:spPr>
            <a:xfrm>
              <a:off x="2532459" y="5848978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8" name="pl2808"/>
            <p:cNvSpPr/>
            <p:nvPr/>
          </p:nvSpPr>
          <p:spPr>
            <a:xfrm>
              <a:off x="2666632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09" name="pl2809"/>
            <p:cNvSpPr/>
            <p:nvPr/>
          </p:nvSpPr>
          <p:spPr>
            <a:xfrm>
              <a:off x="2832646" y="5544856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0" name="pl2810"/>
            <p:cNvSpPr/>
            <p:nvPr/>
          </p:nvSpPr>
          <p:spPr>
            <a:xfrm>
              <a:off x="2832646" y="5497241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1" name="pl2811"/>
            <p:cNvSpPr/>
            <p:nvPr/>
          </p:nvSpPr>
          <p:spPr>
            <a:xfrm>
              <a:off x="2832646" y="5516226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2" name="pl2812"/>
            <p:cNvSpPr/>
            <p:nvPr/>
          </p:nvSpPr>
          <p:spPr>
            <a:xfrm>
              <a:off x="2832646" y="5546329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3" name="pl2813"/>
            <p:cNvSpPr/>
            <p:nvPr/>
          </p:nvSpPr>
          <p:spPr>
            <a:xfrm>
              <a:off x="2728577" y="5561134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4" name="pl2814"/>
            <p:cNvSpPr/>
            <p:nvPr/>
          </p:nvSpPr>
          <p:spPr>
            <a:xfrm>
              <a:off x="2832646" y="5534945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5" name="pl2815"/>
            <p:cNvSpPr/>
            <p:nvPr/>
          </p:nvSpPr>
          <p:spPr>
            <a:xfrm>
              <a:off x="2832646" y="5532030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6" name="pl2816"/>
            <p:cNvSpPr/>
            <p:nvPr/>
          </p:nvSpPr>
          <p:spPr>
            <a:xfrm>
              <a:off x="2832646" y="5555196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7" name="pl2817"/>
            <p:cNvSpPr/>
            <p:nvPr/>
          </p:nvSpPr>
          <p:spPr>
            <a:xfrm>
              <a:off x="2832646" y="5504904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8" name="pl2818"/>
            <p:cNvSpPr/>
            <p:nvPr/>
          </p:nvSpPr>
          <p:spPr>
            <a:xfrm>
              <a:off x="2569321" y="5776038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19" name="pl2819"/>
            <p:cNvSpPr/>
            <p:nvPr/>
          </p:nvSpPr>
          <p:spPr>
            <a:xfrm>
              <a:off x="2493110" y="5809082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0" name="pl2820"/>
            <p:cNvSpPr/>
            <p:nvPr/>
          </p:nvSpPr>
          <p:spPr>
            <a:xfrm>
              <a:off x="2521191" y="5836582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1" name="pl2821"/>
            <p:cNvSpPr/>
            <p:nvPr/>
          </p:nvSpPr>
          <p:spPr>
            <a:xfrm>
              <a:off x="2146619" y="5213322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2" name="pl2822"/>
            <p:cNvSpPr/>
            <p:nvPr/>
          </p:nvSpPr>
          <p:spPr>
            <a:xfrm>
              <a:off x="2137772" y="5188899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3" name="pl2823"/>
            <p:cNvSpPr/>
            <p:nvPr/>
          </p:nvSpPr>
          <p:spPr>
            <a:xfrm>
              <a:off x="3230313" y="6223361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4" name="pl2824"/>
            <p:cNvSpPr/>
            <p:nvPr/>
          </p:nvSpPr>
          <p:spPr>
            <a:xfrm>
              <a:off x="3214783" y="6251773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5" name="pl2825"/>
            <p:cNvSpPr/>
            <p:nvPr/>
          </p:nvSpPr>
          <p:spPr>
            <a:xfrm>
              <a:off x="1892278" y="6290772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6" name="pl2826"/>
            <p:cNvSpPr/>
            <p:nvPr/>
          </p:nvSpPr>
          <p:spPr>
            <a:xfrm>
              <a:off x="1897000" y="6258459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7" name="pl2827"/>
            <p:cNvSpPr/>
            <p:nvPr/>
          </p:nvSpPr>
          <p:spPr>
            <a:xfrm>
              <a:off x="1911833" y="6290772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8" name="pl2828"/>
            <p:cNvSpPr/>
            <p:nvPr/>
          </p:nvSpPr>
          <p:spPr>
            <a:xfrm>
              <a:off x="2541436" y="4922957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29" name="pl2829"/>
            <p:cNvSpPr/>
            <p:nvPr/>
          </p:nvSpPr>
          <p:spPr>
            <a:xfrm>
              <a:off x="2596283" y="5537333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0" name="pl2830"/>
            <p:cNvSpPr/>
            <p:nvPr/>
          </p:nvSpPr>
          <p:spPr>
            <a:xfrm>
              <a:off x="2695783" y="6581912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1" name="pl2831"/>
            <p:cNvSpPr/>
            <p:nvPr/>
          </p:nvSpPr>
          <p:spPr>
            <a:xfrm>
              <a:off x="2500532" y="5953335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2" name="pl2832"/>
            <p:cNvSpPr/>
            <p:nvPr/>
          </p:nvSpPr>
          <p:spPr>
            <a:xfrm>
              <a:off x="2488399" y="5957255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3" name="pl2833"/>
            <p:cNvSpPr/>
            <p:nvPr/>
          </p:nvSpPr>
          <p:spPr>
            <a:xfrm>
              <a:off x="2481123" y="5957255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4" name="pl2834"/>
            <p:cNvSpPr/>
            <p:nvPr/>
          </p:nvSpPr>
          <p:spPr>
            <a:xfrm>
              <a:off x="2534935" y="6592725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5" name="pl2835"/>
            <p:cNvSpPr/>
            <p:nvPr/>
          </p:nvSpPr>
          <p:spPr>
            <a:xfrm>
              <a:off x="2774183" y="5396366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6" name="pl2836"/>
            <p:cNvSpPr/>
            <p:nvPr/>
          </p:nvSpPr>
          <p:spPr>
            <a:xfrm>
              <a:off x="2666632" y="5507253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7" name="pl2837"/>
            <p:cNvSpPr/>
            <p:nvPr/>
          </p:nvSpPr>
          <p:spPr>
            <a:xfrm>
              <a:off x="2441244" y="5801962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8" name="pl2838"/>
            <p:cNvSpPr/>
            <p:nvPr/>
          </p:nvSpPr>
          <p:spPr>
            <a:xfrm>
              <a:off x="2585310" y="6024397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39" name="pl2839"/>
            <p:cNvSpPr/>
            <p:nvPr/>
          </p:nvSpPr>
          <p:spPr>
            <a:xfrm>
              <a:off x="2666632" y="5611258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0" name="pl2840"/>
            <p:cNvSpPr/>
            <p:nvPr/>
          </p:nvSpPr>
          <p:spPr>
            <a:xfrm>
              <a:off x="2733202" y="5591927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1" name="pl2841"/>
            <p:cNvSpPr/>
            <p:nvPr/>
          </p:nvSpPr>
          <p:spPr>
            <a:xfrm>
              <a:off x="2733202" y="5607185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2" name="pl2842"/>
            <p:cNvSpPr/>
            <p:nvPr/>
          </p:nvSpPr>
          <p:spPr>
            <a:xfrm>
              <a:off x="2733202" y="5574410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3" name="pl2843"/>
            <p:cNvSpPr/>
            <p:nvPr/>
          </p:nvSpPr>
          <p:spPr>
            <a:xfrm>
              <a:off x="2569321" y="5771676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4" name="pl2844"/>
            <p:cNvSpPr/>
            <p:nvPr/>
          </p:nvSpPr>
          <p:spPr>
            <a:xfrm>
              <a:off x="3358282" y="5929830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5" name="pl2845"/>
            <p:cNvSpPr/>
            <p:nvPr/>
          </p:nvSpPr>
          <p:spPr>
            <a:xfrm>
              <a:off x="1721543" y="5674381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6" name="pl2846"/>
            <p:cNvSpPr/>
            <p:nvPr/>
          </p:nvSpPr>
          <p:spPr>
            <a:xfrm>
              <a:off x="2544127" y="5887458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7" name="pl2847"/>
            <p:cNvSpPr/>
            <p:nvPr/>
          </p:nvSpPr>
          <p:spPr>
            <a:xfrm>
              <a:off x="2544127" y="5887458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8" name="pl2848"/>
            <p:cNvSpPr/>
            <p:nvPr/>
          </p:nvSpPr>
          <p:spPr>
            <a:xfrm>
              <a:off x="2544127" y="5887458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49" name="pl2849"/>
            <p:cNvSpPr/>
            <p:nvPr/>
          </p:nvSpPr>
          <p:spPr>
            <a:xfrm>
              <a:off x="2513095" y="5793211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0" name="pl2850"/>
            <p:cNvSpPr/>
            <p:nvPr/>
          </p:nvSpPr>
          <p:spPr>
            <a:xfrm>
              <a:off x="2261874" y="5715121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1" name="pl2851"/>
            <p:cNvSpPr/>
            <p:nvPr/>
          </p:nvSpPr>
          <p:spPr>
            <a:xfrm>
              <a:off x="2577219" y="6028646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2" name="pl2852"/>
            <p:cNvSpPr/>
            <p:nvPr/>
          </p:nvSpPr>
          <p:spPr>
            <a:xfrm>
              <a:off x="2542514" y="5845976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3" name="pl2853"/>
            <p:cNvSpPr/>
            <p:nvPr/>
          </p:nvSpPr>
          <p:spPr>
            <a:xfrm>
              <a:off x="3323654" y="5405606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4" name="pl2854"/>
            <p:cNvSpPr/>
            <p:nvPr/>
          </p:nvSpPr>
          <p:spPr>
            <a:xfrm>
              <a:off x="2521191" y="5816685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5" name="pl2855"/>
            <p:cNvSpPr/>
            <p:nvPr/>
          </p:nvSpPr>
          <p:spPr>
            <a:xfrm>
              <a:off x="2539451" y="5780633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6" name="pl2856"/>
            <p:cNvSpPr/>
            <p:nvPr/>
          </p:nvSpPr>
          <p:spPr>
            <a:xfrm>
              <a:off x="3043825" y="5081863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7" name="pl2857"/>
            <p:cNvSpPr/>
            <p:nvPr/>
          </p:nvSpPr>
          <p:spPr>
            <a:xfrm>
              <a:off x="2519881" y="5827836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8" name="pl2858"/>
            <p:cNvSpPr/>
            <p:nvPr/>
          </p:nvSpPr>
          <p:spPr>
            <a:xfrm>
              <a:off x="2519881" y="5824941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59" name="pl2859"/>
            <p:cNvSpPr/>
            <p:nvPr/>
          </p:nvSpPr>
          <p:spPr>
            <a:xfrm>
              <a:off x="2657415" y="5344674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0" name="pl2860"/>
            <p:cNvSpPr/>
            <p:nvPr/>
          </p:nvSpPr>
          <p:spPr>
            <a:xfrm>
              <a:off x="2595714" y="6024397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1" name="pl2861"/>
            <p:cNvSpPr/>
            <p:nvPr/>
          </p:nvSpPr>
          <p:spPr>
            <a:xfrm>
              <a:off x="2595714" y="6024397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2" name="pl2862"/>
            <p:cNvSpPr/>
            <p:nvPr/>
          </p:nvSpPr>
          <p:spPr>
            <a:xfrm>
              <a:off x="2660170" y="5794230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3" name="pl2863"/>
            <p:cNvSpPr/>
            <p:nvPr/>
          </p:nvSpPr>
          <p:spPr>
            <a:xfrm>
              <a:off x="2660900" y="5793934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64" name="pg2864"/>
            <p:cNvSpPr/>
            <p:nvPr/>
          </p:nvSpPr>
          <p:spPr>
            <a:xfrm>
              <a:off x="2393335" y="56425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65" name="pt2865"/>
            <p:cNvSpPr/>
            <p:nvPr/>
          </p:nvSpPr>
          <p:spPr>
            <a:xfrm>
              <a:off x="2689088" y="559779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66" name="pt2866"/>
            <p:cNvSpPr/>
            <p:nvPr/>
          </p:nvSpPr>
          <p:spPr>
            <a:xfrm>
              <a:off x="2699654" y="555862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67" name="pt2867"/>
            <p:cNvSpPr/>
            <p:nvPr/>
          </p:nvSpPr>
          <p:spPr>
            <a:xfrm>
              <a:off x="2502855" y="584152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68" name="pt2868"/>
            <p:cNvSpPr/>
            <p:nvPr/>
          </p:nvSpPr>
          <p:spPr>
            <a:xfrm>
              <a:off x="2509826" y="585044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69" name="pt2869"/>
            <p:cNvSpPr/>
            <p:nvPr/>
          </p:nvSpPr>
          <p:spPr>
            <a:xfrm>
              <a:off x="2456958" y="5758489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0" name="pt2870"/>
            <p:cNvSpPr/>
            <p:nvPr/>
          </p:nvSpPr>
          <p:spPr>
            <a:xfrm>
              <a:off x="2453931" y="5650611"/>
              <a:ext cx="85604" cy="8560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1" name="pt2871"/>
            <p:cNvSpPr/>
            <p:nvPr/>
          </p:nvSpPr>
          <p:spPr>
            <a:xfrm>
              <a:off x="2710668" y="520576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2" name="pg2872"/>
            <p:cNvSpPr/>
            <p:nvPr/>
          </p:nvSpPr>
          <p:spPr>
            <a:xfrm>
              <a:off x="2496198" y="595799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3" name="pg2873"/>
            <p:cNvSpPr/>
            <p:nvPr/>
          </p:nvSpPr>
          <p:spPr>
            <a:xfrm>
              <a:off x="2497554" y="58537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4" name="pt2874"/>
            <p:cNvSpPr/>
            <p:nvPr/>
          </p:nvSpPr>
          <p:spPr>
            <a:xfrm>
              <a:off x="2788687" y="6511516"/>
              <a:ext cx="74834" cy="74834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5" name="pt2875"/>
            <p:cNvSpPr/>
            <p:nvPr/>
          </p:nvSpPr>
          <p:spPr>
            <a:xfrm>
              <a:off x="2526845" y="5782701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6" name="pt2876"/>
            <p:cNvSpPr/>
            <p:nvPr/>
          </p:nvSpPr>
          <p:spPr>
            <a:xfrm>
              <a:off x="2444804" y="580746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7" name="pt2877"/>
            <p:cNvSpPr/>
            <p:nvPr/>
          </p:nvSpPr>
          <p:spPr>
            <a:xfrm>
              <a:off x="2890171" y="577177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8" name="pt2878"/>
            <p:cNvSpPr/>
            <p:nvPr/>
          </p:nvSpPr>
          <p:spPr>
            <a:xfrm>
              <a:off x="2788055" y="5640618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79" name="pg2879"/>
            <p:cNvSpPr/>
            <p:nvPr/>
          </p:nvSpPr>
          <p:spPr>
            <a:xfrm>
              <a:off x="2379694" y="56775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0" name="pt2880"/>
            <p:cNvSpPr/>
            <p:nvPr/>
          </p:nvSpPr>
          <p:spPr>
            <a:xfrm>
              <a:off x="3345338" y="560301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1" name="pg2881"/>
            <p:cNvSpPr/>
            <p:nvPr/>
          </p:nvSpPr>
          <p:spPr>
            <a:xfrm>
              <a:off x="3087636" y="56979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2" name="pg2882"/>
            <p:cNvSpPr/>
            <p:nvPr/>
          </p:nvSpPr>
          <p:spPr>
            <a:xfrm>
              <a:off x="2772536" y="571063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3" name="pt2883"/>
            <p:cNvSpPr/>
            <p:nvPr/>
          </p:nvSpPr>
          <p:spPr>
            <a:xfrm>
              <a:off x="2473911" y="594568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4" name="pt2884"/>
            <p:cNvSpPr/>
            <p:nvPr/>
          </p:nvSpPr>
          <p:spPr>
            <a:xfrm>
              <a:off x="2411577" y="647316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5" name="pt2885"/>
            <p:cNvSpPr/>
            <p:nvPr/>
          </p:nvSpPr>
          <p:spPr>
            <a:xfrm>
              <a:off x="2446421" y="5726885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6" name="pt2886"/>
            <p:cNvSpPr/>
            <p:nvPr/>
          </p:nvSpPr>
          <p:spPr>
            <a:xfrm>
              <a:off x="2844997" y="537195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7" name="pt2887"/>
            <p:cNvSpPr/>
            <p:nvPr/>
          </p:nvSpPr>
          <p:spPr>
            <a:xfrm>
              <a:off x="2885905" y="5604252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88" name="pl2888"/>
            <p:cNvSpPr/>
            <p:nvPr/>
          </p:nvSpPr>
          <p:spPr>
            <a:xfrm>
              <a:off x="2425636" y="57101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89" name="pl2889"/>
            <p:cNvSpPr/>
            <p:nvPr/>
          </p:nvSpPr>
          <p:spPr>
            <a:xfrm>
              <a:off x="2460167" y="567561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0" name="pt2890"/>
            <p:cNvSpPr/>
            <p:nvPr/>
          </p:nvSpPr>
          <p:spPr>
            <a:xfrm>
              <a:off x="2548442" y="5753244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91" name="pl2891"/>
            <p:cNvSpPr/>
            <p:nvPr/>
          </p:nvSpPr>
          <p:spPr>
            <a:xfrm>
              <a:off x="2384057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2" name="pl2892"/>
            <p:cNvSpPr/>
            <p:nvPr/>
          </p:nvSpPr>
          <p:spPr>
            <a:xfrm>
              <a:off x="2384057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3" name="pl2893"/>
            <p:cNvSpPr/>
            <p:nvPr/>
          </p:nvSpPr>
          <p:spPr>
            <a:xfrm>
              <a:off x="2298515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4" name="pl2894"/>
            <p:cNvSpPr/>
            <p:nvPr/>
          </p:nvSpPr>
          <p:spPr>
            <a:xfrm>
              <a:off x="2298515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5" name="pl2895"/>
            <p:cNvSpPr/>
            <p:nvPr/>
          </p:nvSpPr>
          <p:spPr>
            <a:xfrm>
              <a:off x="2288402" y="49607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6" name="pl2896"/>
            <p:cNvSpPr/>
            <p:nvPr/>
          </p:nvSpPr>
          <p:spPr>
            <a:xfrm>
              <a:off x="2322932" y="49262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97" name="pg2897"/>
            <p:cNvSpPr/>
            <p:nvPr/>
          </p:nvSpPr>
          <p:spPr>
            <a:xfrm>
              <a:off x="2447390" y="591231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98" name="pt2898"/>
            <p:cNvSpPr/>
            <p:nvPr/>
          </p:nvSpPr>
          <p:spPr>
            <a:xfrm>
              <a:off x="2079162" y="5073220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899" name="pt2899"/>
            <p:cNvSpPr/>
            <p:nvPr/>
          </p:nvSpPr>
          <p:spPr>
            <a:xfrm>
              <a:off x="2756356" y="5753535"/>
              <a:ext cx="67219" cy="67219"/>
            </a:xfrm>
            <a:prstGeom prst="ellipse">
              <a:avLst/>
            </a:pr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00" name="pl2900"/>
            <p:cNvSpPr/>
            <p:nvPr/>
          </p:nvSpPr>
          <p:spPr>
            <a:xfrm>
              <a:off x="2464815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1" name="pl2901"/>
            <p:cNvSpPr/>
            <p:nvPr/>
          </p:nvSpPr>
          <p:spPr>
            <a:xfrm>
              <a:off x="2464815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2" name="pl2902"/>
            <p:cNvSpPr/>
            <p:nvPr/>
          </p:nvSpPr>
          <p:spPr>
            <a:xfrm>
              <a:off x="2449316" y="5826170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3" name="pl2903"/>
            <p:cNvSpPr/>
            <p:nvPr/>
          </p:nvSpPr>
          <p:spPr>
            <a:xfrm>
              <a:off x="2502232" y="5773254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4" name="pl2904"/>
            <p:cNvSpPr/>
            <p:nvPr/>
          </p:nvSpPr>
          <p:spPr>
            <a:xfrm>
              <a:off x="2447278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5" name="pl2905"/>
            <p:cNvSpPr/>
            <p:nvPr/>
          </p:nvSpPr>
          <p:spPr>
            <a:xfrm>
              <a:off x="2447278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6" name="pl2906"/>
            <p:cNvSpPr/>
            <p:nvPr/>
          </p:nvSpPr>
          <p:spPr>
            <a:xfrm>
              <a:off x="2429549" y="577838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7" name="pl2907"/>
            <p:cNvSpPr/>
            <p:nvPr/>
          </p:nvSpPr>
          <p:spPr>
            <a:xfrm>
              <a:off x="2490081" y="571784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08" name="pt2908"/>
            <p:cNvSpPr/>
            <p:nvPr/>
          </p:nvSpPr>
          <p:spPr>
            <a:xfrm>
              <a:off x="2448961" y="5796299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09" name="pt2909"/>
            <p:cNvSpPr/>
            <p:nvPr/>
          </p:nvSpPr>
          <p:spPr>
            <a:xfrm>
              <a:off x="2384300" y="5852031"/>
              <a:ext cx="80678" cy="80678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10" name="pl2910"/>
            <p:cNvSpPr/>
            <p:nvPr/>
          </p:nvSpPr>
          <p:spPr>
            <a:xfrm>
              <a:off x="2389075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1" name="pl2911"/>
            <p:cNvSpPr/>
            <p:nvPr/>
          </p:nvSpPr>
          <p:spPr>
            <a:xfrm>
              <a:off x="2389075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2" name="pl2912"/>
            <p:cNvSpPr/>
            <p:nvPr/>
          </p:nvSpPr>
          <p:spPr>
            <a:xfrm>
              <a:off x="2373577" y="566576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3" name="pl2913"/>
            <p:cNvSpPr/>
            <p:nvPr/>
          </p:nvSpPr>
          <p:spPr>
            <a:xfrm>
              <a:off x="2426493" y="561285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4" name="pt2914"/>
            <p:cNvSpPr/>
            <p:nvPr/>
          </p:nvSpPr>
          <p:spPr>
            <a:xfrm>
              <a:off x="2439421" y="5688033"/>
              <a:ext cx="48833" cy="48833"/>
            </a:xfrm>
            <a:prstGeom prst="ellipse">
              <a:avLst/>
            </a:prstGeom>
            <a:solidFill>
              <a:srgbClr val="A6761D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15" name="pl2915"/>
            <p:cNvSpPr/>
            <p:nvPr/>
          </p:nvSpPr>
          <p:spPr>
            <a:xfrm>
              <a:off x="2535056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6" name="pl2916"/>
            <p:cNvSpPr/>
            <p:nvPr/>
          </p:nvSpPr>
          <p:spPr>
            <a:xfrm>
              <a:off x="2535056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7" name="pl2917"/>
            <p:cNvSpPr/>
            <p:nvPr/>
          </p:nvSpPr>
          <p:spPr>
            <a:xfrm>
              <a:off x="2524942" y="5906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8" name="pl2918"/>
            <p:cNvSpPr/>
            <p:nvPr/>
          </p:nvSpPr>
          <p:spPr>
            <a:xfrm>
              <a:off x="2559473" y="5872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19" name="pl2919"/>
            <p:cNvSpPr/>
            <p:nvPr/>
          </p:nvSpPr>
          <p:spPr>
            <a:xfrm>
              <a:off x="2450811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0" name="pl2920"/>
            <p:cNvSpPr/>
            <p:nvPr/>
          </p:nvSpPr>
          <p:spPr>
            <a:xfrm>
              <a:off x="2450811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1" name="pl2921"/>
            <p:cNvSpPr/>
            <p:nvPr/>
          </p:nvSpPr>
          <p:spPr>
            <a:xfrm>
              <a:off x="2421658" y="5836582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2" name="pl2922"/>
            <p:cNvSpPr/>
            <p:nvPr/>
          </p:nvSpPr>
          <p:spPr>
            <a:xfrm>
              <a:off x="2521191" y="5737048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3" name="pl2923"/>
            <p:cNvSpPr/>
            <p:nvPr/>
          </p:nvSpPr>
          <p:spPr>
            <a:xfrm>
              <a:off x="2782083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4" name="pl2924"/>
            <p:cNvSpPr/>
            <p:nvPr/>
          </p:nvSpPr>
          <p:spPr>
            <a:xfrm>
              <a:off x="2782083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5" name="pl2925"/>
            <p:cNvSpPr/>
            <p:nvPr/>
          </p:nvSpPr>
          <p:spPr>
            <a:xfrm>
              <a:off x="2764353" y="5650501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6" name="pl2926"/>
            <p:cNvSpPr/>
            <p:nvPr/>
          </p:nvSpPr>
          <p:spPr>
            <a:xfrm>
              <a:off x="2824885" y="5589970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7" name="pl2927"/>
            <p:cNvSpPr/>
            <p:nvPr/>
          </p:nvSpPr>
          <p:spPr>
            <a:xfrm>
              <a:off x="1699067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8" name="pl2928"/>
            <p:cNvSpPr/>
            <p:nvPr/>
          </p:nvSpPr>
          <p:spPr>
            <a:xfrm>
              <a:off x="1699067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29" name="pl2929"/>
            <p:cNvSpPr/>
            <p:nvPr/>
          </p:nvSpPr>
          <p:spPr>
            <a:xfrm>
              <a:off x="1688953" y="58350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0" name="pl2930"/>
            <p:cNvSpPr/>
            <p:nvPr/>
          </p:nvSpPr>
          <p:spPr>
            <a:xfrm>
              <a:off x="1723483" y="5800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1" name="pt2931"/>
            <p:cNvSpPr/>
            <p:nvPr/>
          </p:nvSpPr>
          <p:spPr>
            <a:xfrm>
              <a:off x="2625049" y="5386220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32" name="pl2932"/>
            <p:cNvSpPr/>
            <p:nvPr/>
          </p:nvSpPr>
          <p:spPr>
            <a:xfrm>
              <a:off x="2230607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3" name="pl2933"/>
            <p:cNvSpPr/>
            <p:nvPr/>
          </p:nvSpPr>
          <p:spPr>
            <a:xfrm>
              <a:off x="2230607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4" name="pl2934"/>
            <p:cNvSpPr/>
            <p:nvPr/>
          </p:nvSpPr>
          <p:spPr>
            <a:xfrm>
              <a:off x="2216685" y="571512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5" name="pl2935"/>
            <p:cNvSpPr/>
            <p:nvPr/>
          </p:nvSpPr>
          <p:spPr>
            <a:xfrm>
              <a:off x="2264216" y="56675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6" name="pl2936"/>
            <p:cNvSpPr/>
            <p:nvPr/>
          </p:nvSpPr>
          <p:spPr>
            <a:xfrm>
              <a:off x="2526918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7" name="pl2937"/>
            <p:cNvSpPr/>
            <p:nvPr/>
          </p:nvSpPr>
          <p:spPr>
            <a:xfrm>
              <a:off x="2526918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8" name="pl2938"/>
            <p:cNvSpPr/>
            <p:nvPr/>
          </p:nvSpPr>
          <p:spPr>
            <a:xfrm>
              <a:off x="2512997" y="602853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39" name="pl2939"/>
            <p:cNvSpPr/>
            <p:nvPr/>
          </p:nvSpPr>
          <p:spPr>
            <a:xfrm>
              <a:off x="2560528" y="598100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0" name="pt2940"/>
            <p:cNvSpPr/>
            <p:nvPr/>
          </p:nvSpPr>
          <p:spPr>
            <a:xfrm>
              <a:off x="2423212" y="5837587"/>
              <a:ext cx="67219" cy="67219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41" name="pl2941"/>
            <p:cNvSpPr/>
            <p:nvPr/>
          </p:nvSpPr>
          <p:spPr>
            <a:xfrm>
              <a:off x="2439077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2" name="pl2942"/>
            <p:cNvSpPr/>
            <p:nvPr/>
          </p:nvSpPr>
          <p:spPr>
            <a:xfrm>
              <a:off x="2439077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3" name="pl2943"/>
            <p:cNvSpPr/>
            <p:nvPr/>
          </p:nvSpPr>
          <p:spPr>
            <a:xfrm>
              <a:off x="2428964" y="5708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4" name="pl2944"/>
            <p:cNvSpPr/>
            <p:nvPr/>
          </p:nvSpPr>
          <p:spPr>
            <a:xfrm>
              <a:off x="2463494" y="5674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5" name="pt2945"/>
            <p:cNvSpPr/>
            <p:nvPr/>
          </p:nvSpPr>
          <p:spPr>
            <a:xfrm>
              <a:off x="2536880" y="5988307"/>
              <a:ext cx="80678" cy="8067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46" name="pt2946"/>
            <p:cNvSpPr/>
            <p:nvPr/>
          </p:nvSpPr>
          <p:spPr>
            <a:xfrm>
              <a:off x="2737855" y="5717339"/>
              <a:ext cx="80678" cy="80678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47" name="pt2947"/>
            <p:cNvSpPr/>
            <p:nvPr/>
          </p:nvSpPr>
          <p:spPr>
            <a:xfrm>
              <a:off x="2619953" y="5819736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48" name="pl2948"/>
            <p:cNvSpPr/>
            <p:nvPr/>
          </p:nvSpPr>
          <p:spPr>
            <a:xfrm>
              <a:off x="2568471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49" name="pl2949"/>
            <p:cNvSpPr/>
            <p:nvPr/>
          </p:nvSpPr>
          <p:spPr>
            <a:xfrm>
              <a:off x="2568471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0" name="pl2950"/>
            <p:cNvSpPr/>
            <p:nvPr/>
          </p:nvSpPr>
          <p:spPr>
            <a:xfrm>
              <a:off x="2554550" y="579886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1" name="pl2951"/>
            <p:cNvSpPr/>
            <p:nvPr/>
          </p:nvSpPr>
          <p:spPr>
            <a:xfrm>
              <a:off x="2602081" y="575133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2" name="pl2952"/>
            <p:cNvSpPr/>
            <p:nvPr/>
          </p:nvSpPr>
          <p:spPr>
            <a:xfrm>
              <a:off x="2447366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4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3" name="pl2953"/>
            <p:cNvSpPr/>
            <p:nvPr/>
          </p:nvSpPr>
          <p:spPr>
            <a:xfrm>
              <a:off x="2447366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4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4" name="pl2954"/>
            <p:cNvSpPr/>
            <p:nvPr/>
          </p:nvSpPr>
          <p:spPr>
            <a:xfrm>
              <a:off x="2422504" y="5805861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4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5" name="pl2955"/>
            <p:cNvSpPr/>
            <p:nvPr/>
          </p:nvSpPr>
          <p:spPr>
            <a:xfrm>
              <a:off x="2507386" y="5720979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6" name="pl2956"/>
            <p:cNvSpPr/>
            <p:nvPr/>
          </p:nvSpPr>
          <p:spPr>
            <a:xfrm>
              <a:off x="2535366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7" name="pl2957"/>
            <p:cNvSpPr/>
            <p:nvPr/>
          </p:nvSpPr>
          <p:spPr>
            <a:xfrm>
              <a:off x="2535366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8" name="pl2958"/>
            <p:cNvSpPr/>
            <p:nvPr/>
          </p:nvSpPr>
          <p:spPr>
            <a:xfrm>
              <a:off x="2525253" y="5770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59" name="pl2959"/>
            <p:cNvSpPr/>
            <p:nvPr/>
          </p:nvSpPr>
          <p:spPr>
            <a:xfrm>
              <a:off x="2559783" y="5735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0" name="pg2960"/>
            <p:cNvSpPr/>
            <p:nvPr/>
          </p:nvSpPr>
          <p:spPr>
            <a:xfrm>
              <a:off x="3309041" y="6014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61" name="pl2961"/>
            <p:cNvSpPr/>
            <p:nvPr/>
          </p:nvSpPr>
          <p:spPr>
            <a:xfrm>
              <a:off x="1996468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2" name="pl2962"/>
            <p:cNvSpPr/>
            <p:nvPr/>
          </p:nvSpPr>
          <p:spPr>
            <a:xfrm>
              <a:off x="1996468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3" name="pl2963"/>
            <p:cNvSpPr/>
            <p:nvPr/>
          </p:nvSpPr>
          <p:spPr>
            <a:xfrm>
              <a:off x="1986354" y="50740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4" name="pl2964"/>
            <p:cNvSpPr/>
            <p:nvPr/>
          </p:nvSpPr>
          <p:spPr>
            <a:xfrm>
              <a:off x="2020885" y="50394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5" name="pl2965"/>
            <p:cNvSpPr/>
            <p:nvPr/>
          </p:nvSpPr>
          <p:spPr>
            <a:xfrm>
              <a:off x="2534445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6" name="pl2966"/>
            <p:cNvSpPr/>
            <p:nvPr/>
          </p:nvSpPr>
          <p:spPr>
            <a:xfrm>
              <a:off x="2534445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7" name="pl2967"/>
            <p:cNvSpPr/>
            <p:nvPr/>
          </p:nvSpPr>
          <p:spPr>
            <a:xfrm>
              <a:off x="2508631" y="5571181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8" name="pl2968"/>
            <p:cNvSpPr/>
            <p:nvPr/>
          </p:nvSpPr>
          <p:spPr>
            <a:xfrm>
              <a:off x="2596764" y="5483048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69" name="pg2969"/>
            <p:cNvSpPr/>
            <p:nvPr/>
          </p:nvSpPr>
          <p:spPr>
            <a:xfrm>
              <a:off x="2383893" y="643200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70" name="pl2970"/>
            <p:cNvSpPr/>
            <p:nvPr/>
          </p:nvSpPr>
          <p:spPr>
            <a:xfrm>
              <a:off x="2421272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1" name="pl2971"/>
            <p:cNvSpPr/>
            <p:nvPr/>
          </p:nvSpPr>
          <p:spPr>
            <a:xfrm>
              <a:off x="2421272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2" name="pl2972"/>
            <p:cNvSpPr/>
            <p:nvPr/>
          </p:nvSpPr>
          <p:spPr>
            <a:xfrm>
              <a:off x="2399735" y="5736937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3" name="pl2973"/>
            <p:cNvSpPr/>
            <p:nvPr/>
          </p:nvSpPr>
          <p:spPr>
            <a:xfrm>
              <a:off x="2473267" y="5663404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4" name="pt2974"/>
            <p:cNvSpPr/>
            <p:nvPr/>
          </p:nvSpPr>
          <p:spPr>
            <a:xfrm>
              <a:off x="2504838" y="5814383"/>
              <a:ext cx="67219" cy="67219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75" name="pl2975"/>
            <p:cNvSpPr/>
            <p:nvPr/>
          </p:nvSpPr>
          <p:spPr>
            <a:xfrm>
              <a:off x="2467373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4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6" name="pl2976"/>
            <p:cNvSpPr/>
            <p:nvPr/>
          </p:nvSpPr>
          <p:spPr>
            <a:xfrm>
              <a:off x="2467373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4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7" name="pl2977"/>
            <p:cNvSpPr/>
            <p:nvPr/>
          </p:nvSpPr>
          <p:spPr>
            <a:xfrm>
              <a:off x="2447185" y="5793211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4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8" name="pl2978"/>
            <p:cNvSpPr/>
            <p:nvPr/>
          </p:nvSpPr>
          <p:spPr>
            <a:xfrm>
              <a:off x="2516112" y="5724285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4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79" name="pt2979"/>
            <p:cNvSpPr/>
            <p:nvPr/>
          </p:nvSpPr>
          <p:spPr>
            <a:xfrm>
              <a:off x="2688433" y="5888016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80" name="pt2980"/>
            <p:cNvSpPr/>
            <p:nvPr/>
          </p:nvSpPr>
          <p:spPr>
            <a:xfrm>
              <a:off x="3348620" y="5877917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81" name="pt2981"/>
            <p:cNvSpPr/>
            <p:nvPr/>
          </p:nvSpPr>
          <p:spPr>
            <a:xfrm>
              <a:off x="2723126" y="5403795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82" name="pl2982"/>
            <p:cNvSpPr/>
            <p:nvPr/>
          </p:nvSpPr>
          <p:spPr>
            <a:xfrm>
              <a:off x="2663551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3" name="pl2983"/>
            <p:cNvSpPr/>
            <p:nvPr/>
          </p:nvSpPr>
          <p:spPr>
            <a:xfrm>
              <a:off x="2663551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4" name="pl2984"/>
            <p:cNvSpPr/>
            <p:nvPr/>
          </p:nvSpPr>
          <p:spPr>
            <a:xfrm>
              <a:off x="2649629" y="533328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5" name="pl2985"/>
            <p:cNvSpPr/>
            <p:nvPr/>
          </p:nvSpPr>
          <p:spPr>
            <a:xfrm>
              <a:off x="2697160" y="5285757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6" name="pt2986"/>
            <p:cNvSpPr/>
            <p:nvPr/>
          </p:nvSpPr>
          <p:spPr>
            <a:xfrm>
              <a:off x="2989345" y="641772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87" name="pl2987"/>
            <p:cNvSpPr/>
            <p:nvPr/>
          </p:nvSpPr>
          <p:spPr>
            <a:xfrm>
              <a:off x="2662174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8" name="pl2988"/>
            <p:cNvSpPr/>
            <p:nvPr/>
          </p:nvSpPr>
          <p:spPr>
            <a:xfrm>
              <a:off x="2662174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89" name="pl2989"/>
            <p:cNvSpPr/>
            <p:nvPr/>
          </p:nvSpPr>
          <p:spPr>
            <a:xfrm>
              <a:off x="2648252" y="658900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0" name="pl2990"/>
            <p:cNvSpPr/>
            <p:nvPr/>
          </p:nvSpPr>
          <p:spPr>
            <a:xfrm>
              <a:off x="2695783" y="654147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1" name="pl2991"/>
            <p:cNvSpPr/>
            <p:nvPr/>
          </p:nvSpPr>
          <p:spPr>
            <a:xfrm>
              <a:off x="2433612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2" name="pl2992"/>
            <p:cNvSpPr/>
            <p:nvPr/>
          </p:nvSpPr>
          <p:spPr>
            <a:xfrm>
              <a:off x="2433612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3" name="pl2993"/>
            <p:cNvSpPr/>
            <p:nvPr/>
          </p:nvSpPr>
          <p:spPr>
            <a:xfrm>
              <a:off x="2419690" y="572912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4" name="pl2994"/>
            <p:cNvSpPr/>
            <p:nvPr/>
          </p:nvSpPr>
          <p:spPr>
            <a:xfrm>
              <a:off x="2467222" y="568159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5" name="pt2995"/>
            <p:cNvSpPr/>
            <p:nvPr/>
          </p:nvSpPr>
          <p:spPr>
            <a:xfrm>
              <a:off x="2482461" y="5787627"/>
              <a:ext cx="74834" cy="74834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996" name="pl2996"/>
            <p:cNvSpPr/>
            <p:nvPr/>
          </p:nvSpPr>
          <p:spPr>
            <a:xfrm>
              <a:off x="1733526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7" name="pl2997"/>
            <p:cNvSpPr/>
            <p:nvPr/>
          </p:nvSpPr>
          <p:spPr>
            <a:xfrm>
              <a:off x="1733526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8" name="pl2998"/>
            <p:cNvSpPr/>
            <p:nvPr/>
          </p:nvSpPr>
          <p:spPr>
            <a:xfrm>
              <a:off x="1716817" y="6032043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99" name="pl2999"/>
            <p:cNvSpPr/>
            <p:nvPr/>
          </p:nvSpPr>
          <p:spPr>
            <a:xfrm>
              <a:off x="1773865" y="5974995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0" name="pl3000"/>
            <p:cNvSpPr/>
            <p:nvPr/>
          </p:nvSpPr>
          <p:spPr>
            <a:xfrm>
              <a:off x="2448820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1" name="pl3001"/>
            <p:cNvSpPr/>
            <p:nvPr/>
          </p:nvSpPr>
          <p:spPr>
            <a:xfrm>
              <a:off x="2448820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2" name="pl3002"/>
            <p:cNvSpPr/>
            <p:nvPr/>
          </p:nvSpPr>
          <p:spPr>
            <a:xfrm>
              <a:off x="2427283" y="5953335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3" name="pl3003"/>
            <p:cNvSpPr/>
            <p:nvPr/>
          </p:nvSpPr>
          <p:spPr>
            <a:xfrm>
              <a:off x="2500815" y="5879803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4" name="pt3004"/>
            <p:cNvSpPr/>
            <p:nvPr/>
          </p:nvSpPr>
          <p:spPr>
            <a:xfrm>
              <a:off x="2514415" y="5725727"/>
              <a:ext cx="109811" cy="109811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05" name="pt3005"/>
            <p:cNvSpPr/>
            <p:nvPr/>
          </p:nvSpPr>
          <p:spPr>
            <a:xfrm>
              <a:off x="2436761" y="5686795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06" name="pt3006"/>
            <p:cNvSpPr/>
            <p:nvPr/>
          </p:nvSpPr>
          <p:spPr>
            <a:xfrm>
              <a:off x="2652515" y="5826257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07" name="pg3007"/>
            <p:cNvSpPr/>
            <p:nvPr/>
          </p:nvSpPr>
          <p:spPr>
            <a:xfrm>
              <a:off x="2604092" y="538766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08" name="pl3008"/>
            <p:cNvSpPr/>
            <p:nvPr/>
          </p:nvSpPr>
          <p:spPr>
            <a:xfrm>
              <a:off x="1785515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09" name="pl3009"/>
            <p:cNvSpPr/>
            <p:nvPr/>
          </p:nvSpPr>
          <p:spPr>
            <a:xfrm>
              <a:off x="1785515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0" name="pl3010"/>
            <p:cNvSpPr/>
            <p:nvPr/>
          </p:nvSpPr>
          <p:spPr>
            <a:xfrm>
              <a:off x="1771593" y="6092209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1" name="pl3011"/>
            <p:cNvSpPr/>
            <p:nvPr/>
          </p:nvSpPr>
          <p:spPr>
            <a:xfrm>
              <a:off x="1819125" y="6044678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2" name="pt3012"/>
            <p:cNvSpPr/>
            <p:nvPr/>
          </p:nvSpPr>
          <p:spPr>
            <a:xfrm>
              <a:off x="2423402" y="5806132"/>
              <a:ext cx="109811" cy="109811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13" name="pt3013"/>
            <p:cNvSpPr/>
            <p:nvPr/>
          </p:nvSpPr>
          <p:spPr>
            <a:xfrm>
              <a:off x="2517864" y="5800525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14" name="pg3014"/>
            <p:cNvSpPr/>
            <p:nvPr/>
          </p:nvSpPr>
          <p:spPr>
            <a:xfrm>
              <a:off x="2641907" y="52798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15" name="pt3015"/>
            <p:cNvSpPr/>
            <p:nvPr/>
          </p:nvSpPr>
          <p:spPr>
            <a:xfrm>
              <a:off x="2473630" y="5845331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16" name="pt3016"/>
            <p:cNvSpPr/>
            <p:nvPr/>
          </p:nvSpPr>
          <p:spPr>
            <a:xfrm>
              <a:off x="2531256" y="588300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17" name="pl3017"/>
            <p:cNvSpPr/>
            <p:nvPr/>
          </p:nvSpPr>
          <p:spPr>
            <a:xfrm>
              <a:off x="2365193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8" name="pl3018"/>
            <p:cNvSpPr/>
            <p:nvPr/>
          </p:nvSpPr>
          <p:spPr>
            <a:xfrm>
              <a:off x="2365193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19" name="pl3019"/>
            <p:cNvSpPr/>
            <p:nvPr/>
          </p:nvSpPr>
          <p:spPr>
            <a:xfrm>
              <a:off x="2355079" y="660641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0" name="pl3020"/>
            <p:cNvSpPr/>
            <p:nvPr/>
          </p:nvSpPr>
          <p:spPr>
            <a:xfrm>
              <a:off x="2389610" y="65718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21" name="pt3021"/>
            <p:cNvSpPr/>
            <p:nvPr/>
          </p:nvSpPr>
          <p:spPr>
            <a:xfrm>
              <a:off x="2414459" y="5728748"/>
              <a:ext cx="160668" cy="160668"/>
            </a:xfrm>
            <a:prstGeom prst="ellipse">
              <a:avLst/>
            </a:prstGeom>
            <a:solidFill>
              <a:srgbClr val="7570B3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2" name="pg3022"/>
            <p:cNvSpPr/>
            <p:nvPr/>
          </p:nvSpPr>
          <p:spPr>
            <a:xfrm>
              <a:off x="2599097" y="5563799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3" name="pt3023"/>
            <p:cNvSpPr/>
            <p:nvPr/>
          </p:nvSpPr>
          <p:spPr>
            <a:xfrm>
              <a:off x="2386412" y="608519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4" name="pt3024"/>
            <p:cNvSpPr/>
            <p:nvPr/>
          </p:nvSpPr>
          <p:spPr>
            <a:xfrm>
              <a:off x="2409727" y="606230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5" name="pg3025"/>
            <p:cNvSpPr/>
            <p:nvPr/>
          </p:nvSpPr>
          <p:spPr>
            <a:xfrm>
              <a:off x="2664621" y="578762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6" name="pt3026"/>
            <p:cNvSpPr/>
            <p:nvPr/>
          </p:nvSpPr>
          <p:spPr>
            <a:xfrm>
              <a:off x="2426283" y="5695339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7" name="pt3027"/>
            <p:cNvSpPr/>
            <p:nvPr/>
          </p:nvSpPr>
          <p:spPr>
            <a:xfrm>
              <a:off x="2752815" y="556751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8" name="pt3028"/>
            <p:cNvSpPr/>
            <p:nvPr/>
          </p:nvSpPr>
          <p:spPr>
            <a:xfrm>
              <a:off x="2473130" y="5787659"/>
              <a:ext cx="80678" cy="80678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29" name="pt3029"/>
            <p:cNvSpPr/>
            <p:nvPr/>
          </p:nvSpPr>
          <p:spPr>
            <a:xfrm>
              <a:off x="2469746" y="5790933"/>
              <a:ext cx="74834" cy="74834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0" name="pt3030"/>
            <p:cNvSpPr/>
            <p:nvPr/>
          </p:nvSpPr>
          <p:spPr>
            <a:xfrm>
              <a:off x="2463982" y="598952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1" name="pt3031"/>
            <p:cNvSpPr/>
            <p:nvPr/>
          </p:nvSpPr>
          <p:spPr>
            <a:xfrm>
              <a:off x="2646942" y="5339839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2" name="pt3032"/>
            <p:cNvSpPr/>
            <p:nvPr/>
          </p:nvSpPr>
          <p:spPr>
            <a:xfrm>
              <a:off x="1836565" y="540408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3" name="pt3033"/>
            <p:cNvSpPr/>
            <p:nvPr/>
          </p:nvSpPr>
          <p:spPr>
            <a:xfrm>
              <a:off x="2399721" y="504314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4" name="pt3034"/>
            <p:cNvSpPr/>
            <p:nvPr/>
          </p:nvSpPr>
          <p:spPr>
            <a:xfrm>
              <a:off x="3222112" y="5247448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5" name="pt3035"/>
            <p:cNvSpPr/>
            <p:nvPr/>
          </p:nvSpPr>
          <p:spPr>
            <a:xfrm>
              <a:off x="2441003" y="5585309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6" name="pt3036"/>
            <p:cNvSpPr/>
            <p:nvPr/>
          </p:nvSpPr>
          <p:spPr>
            <a:xfrm>
              <a:off x="2626997" y="5810290"/>
              <a:ext cx="80678" cy="80678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7" name="pt3037"/>
            <p:cNvSpPr/>
            <p:nvPr/>
          </p:nvSpPr>
          <p:spPr>
            <a:xfrm>
              <a:off x="2041391" y="516775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8" name="pt3038"/>
            <p:cNvSpPr/>
            <p:nvPr/>
          </p:nvSpPr>
          <p:spPr>
            <a:xfrm>
              <a:off x="2457301" y="559245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39" name="pt3039"/>
            <p:cNvSpPr/>
            <p:nvPr/>
          </p:nvSpPr>
          <p:spPr>
            <a:xfrm>
              <a:off x="2399075" y="5637280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0" name="pl3040"/>
            <p:cNvSpPr/>
            <p:nvPr/>
          </p:nvSpPr>
          <p:spPr>
            <a:xfrm>
              <a:off x="2399075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1" name="pl3041"/>
            <p:cNvSpPr/>
            <p:nvPr/>
          </p:nvSpPr>
          <p:spPr>
            <a:xfrm>
              <a:off x="2399075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42" name="pg3042"/>
            <p:cNvSpPr/>
            <p:nvPr/>
          </p:nvSpPr>
          <p:spPr>
            <a:xfrm>
              <a:off x="2252905" y="57998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3" name="pt3043"/>
            <p:cNvSpPr/>
            <p:nvPr/>
          </p:nvSpPr>
          <p:spPr>
            <a:xfrm>
              <a:off x="2052567" y="518376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4" name="pt3044"/>
            <p:cNvSpPr/>
            <p:nvPr/>
          </p:nvSpPr>
          <p:spPr>
            <a:xfrm>
              <a:off x="2608595" y="574025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5" name="pt3045"/>
            <p:cNvSpPr/>
            <p:nvPr/>
          </p:nvSpPr>
          <p:spPr>
            <a:xfrm>
              <a:off x="2536255" y="5853125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6" name="pt3046"/>
            <p:cNvSpPr/>
            <p:nvPr/>
          </p:nvSpPr>
          <p:spPr>
            <a:xfrm>
              <a:off x="2809505" y="652549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7" name="pt3047"/>
            <p:cNvSpPr/>
            <p:nvPr/>
          </p:nvSpPr>
          <p:spPr>
            <a:xfrm>
              <a:off x="2446785" y="5789034"/>
              <a:ext cx="80678" cy="80678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8" name="pt3048"/>
            <p:cNvSpPr/>
            <p:nvPr/>
          </p:nvSpPr>
          <p:spPr>
            <a:xfrm>
              <a:off x="2505821" y="5925407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49" name="pt3049"/>
            <p:cNvSpPr/>
            <p:nvPr/>
          </p:nvSpPr>
          <p:spPr>
            <a:xfrm>
              <a:off x="3366000" y="569987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0" name="pt3050"/>
            <p:cNvSpPr/>
            <p:nvPr/>
          </p:nvSpPr>
          <p:spPr>
            <a:xfrm>
              <a:off x="2509259" y="5417734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1" name="pt3051"/>
            <p:cNvSpPr/>
            <p:nvPr/>
          </p:nvSpPr>
          <p:spPr>
            <a:xfrm>
              <a:off x="2553655" y="5456631"/>
              <a:ext cx="85604" cy="8560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2" name="pt3052"/>
            <p:cNvSpPr/>
            <p:nvPr/>
          </p:nvSpPr>
          <p:spPr>
            <a:xfrm>
              <a:off x="2370992" y="658072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3" name="pt3053"/>
            <p:cNvSpPr/>
            <p:nvPr/>
          </p:nvSpPr>
          <p:spPr>
            <a:xfrm>
              <a:off x="2463949" y="5827928"/>
              <a:ext cx="74834" cy="74834"/>
            </a:xfrm>
            <a:prstGeom prst="ellipse">
              <a:avLst/>
            </a:prstGeom>
            <a:solidFill>
              <a:srgbClr val="D95F02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4" name="pt3054"/>
            <p:cNvSpPr/>
            <p:nvPr/>
          </p:nvSpPr>
          <p:spPr>
            <a:xfrm>
              <a:off x="2563231" y="543736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5" name="pt3055"/>
            <p:cNvSpPr/>
            <p:nvPr/>
          </p:nvSpPr>
          <p:spPr>
            <a:xfrm>
              <a:off x="2059477" y="5110925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6" name="pt3056"/>
            <p:cNvSpPr/>
            <p:nvPr/>
          </p:nvSpPr>
          <p:spPr>
            <a:xfrm>
              <a:off x="2554765" y="548239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7" name="pt3057"/>
            <p:cNvSpPr/>
            <p:nvPr/>
          </p:nvSpPr>
          <p:spPr>
            <a:xfrm>
              <a:off x="3304285" y="538118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8" name="pt3058"/>
            <p:cNvSpPr/>
            <p:nvPr/>
          </p:nvSpPr>
          <p:spPr>
            <a:xfrm>
              <a:off x="2574517" y="576837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59" name="pg3059"/>
            <p:cNvSpPr/>
            <p:nvPr/>
          </p:nvSpPr>
          <p:spPr>
            <a:xfrm>
              <a:off x="2384082" y="56485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0" name="pt3060"/>
            <p:cNvSpPr/>
            <p:nvPr/>
          </p:nvSpPr>
          <p:spPr>
            <a:xfrm>
              <a:off x="2730522" y="558276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1" name="pt3061"/>
            <p:cNvSpPr/>
            <p:nvPr/>
          </p:nvSpPr>
          <p:spPr>
            <a:xfrm>
              <a:off x="1744479" y="600416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2" name="pt3062"/>
            <p:cNvSpPr/>
            <p:nvPr/>
          </p:nvSpPr>
          <p:spPr>
            <a:xfrm>
              <a:off x="2558618" y="5448814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3" name="pt3063"/>
            <p:cNvSpPr/>
            <p:nvPr/>
          </p:nvSpPr>
          <p:spPr>
            <a:xfrm>
              <a:off x="2524996" y="4898540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4" name="pt3064"/>
            <p:cNvSpPr/>
            <p:nvPr/>
          </p:nvSpPr>
          <p:spPr>
            <a:xfrm>
              <a:off x="2620383" y="4901089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5" name="pt3065"/>
            <p:cNvSpPr/>
            <p:nvPr/>
          </p:nvSpPr>
          <p:spPr>
            <a:xfrm>
              <a:off x="1812698" y="5402208"/>
              <a:ext cx="80678" cy="8067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66" name="pt3066"/>
            <p:cNvSpPr/>
            <p:nvPr/>
          </p:nvSpPr>
          <p:spPr>
            <a:xfrm>
              <a:off x="3058013" y="61631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7" name="pl3067"/>
            <p:cNvSpPr/>
            <p:nvPr/>
          </p:nvSpPr>
          <p:spPr>
            <a:xfrm>
              <a:off x="3058013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8" name="pl3068"/>
            <p:cNvSpPr/>
            <p:nvPr/>
          </p:nvSpPr>
          <p:spPr>
            <a:xfrm>
              <a:off x="3058013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69" name="pt3069"/>
            <p:cNvSpPr/>
            <p:nvPr/>
          </p:nvSpPr>
          <p:spPr>
            <a:xfrm>
              <a:off x="2620546" y="5580968"/>
              <a:ext cx="85604" cy="8560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0" name="pt3070"/>
            <p:cNvSpPr/>
            <p:nvPr/>
          </p:nvSpPr>
          <p:spPr>
            <a:xfrm>
              <a:off x="2472352" y="5766136"/>
              <a:ext cx="67219" cy="67219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1" name="pt3071"/>
            <p:cNvSpPr/>
            <p:nvPr/>
          </p:nvSpPr>
          <p:spPr>
            <a:xfrm>
              <a:off x="2514011" y="5810618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2" name="pt3072"/>
            <p:cNvSpPr/>
            <p:nvPr/>
          </p:nvSpPr>
          <p:spPr>
            <a:xfrm>
              <a:off x="2676590" y="5262676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3" name="pt3073"/>
            <p:cNvSpPr/>
            <p:nvPr/>
          </p:nvSpPr>
          <p:spPr>
            <a:xfrm>
              <a:off x="2442140" y="613848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4" name="pt3074"/>
            <p:cNvSpPr/>
            <p:nvPr/>
          </p:nvSpPr>
          <p:spPr>
            <a:xfrm>
              <a:off x="2580523" y="5842751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5" name="pt3075"/>
            <p:cNvSpPr/>
            <p:nvPr/>
          </p:nvSpPr>
          <p:spPr>
            <a:xfrm>
              <a:off x="2559977" y="5823287"/>
              <a:ext cx="74834" cy="7483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6" name="pt3076"/>
            <p:cNvSpPr/>
            <p:nvPr/>
          </p:nvSpPr>
          <p:spPr>
            <a:xfrm>
              <a:off x="2503810" y="5847425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7" name="pt3077"/>
            <p:cNvSpPr/>
            <p:nvPr/>
          </p:nvSpPr>
          <p:spPr>
            <a:xfrm>
              <a:off x="2406197" y="6007514"/>
              <a:ext cx="89944" cy="8994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8" name="pt3078"/>
            <p:cNvSpPr/>
            <p:nvPr/>
          </p:nvSpPr>
          <p:spPr>
            <a:xfrm>
              <a:off x="2440532" y="5720233"/>
              <a:ext cx="67219" cy="67219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79" name="pt3079"/>
            <p:cNvSpPr/>
            <p:nvPr/>
          </p:nvSpPr>
          <p:spPr>
            <a:xfrm>
              <a:off x="2505097" y="5808559"/>
              <a:ext cx="74834" cy="74834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0" name="pt3080"/>
            <p:cNvSpPr/>
            <p:nvPr/>
          </p:nvSpPr>
          <p:spPr>
            <a:xfrm>
              <a:off x="2508398" y="591563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1" name="pt3081"/>
            <p:cNvSpPr/>
            <p:nvPr/>
          </p:nvSpPr>
          <p:spPr>
            <a:xfrm>
              <a:off x="2505272" y="5908610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2" name="pt3082"/>
            <p:cNvSpPr/>
            <p:nvPr/>
          </p:nvSpPr>
          <p:spPr>
            <a:xfrm>
              <a:off x="2703052" y="557652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3" name="pt3083"/>
            <p:cNvSpPr/>
            <p:nvPr/>
          </p:nvSpPr>
          <p:spPr>
            <a:xfrm>
              <a:off x="2338622" y="5279004"/>
              <a:ext cx="80678" cy="8067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4" name="pt3084"/>
            <p:cNvSpPr/>
            <p:nvPr/>
          </p:nvSpPr>
          <p:spPr>
            <a:xfrm>
              <a:off x="2841614" y="5774529"/>
              <a:ext cx="80678" cy="80678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5" name="pt3085"/>
            <p:cNvSpPr/>
            <p:nvPr/>
          </p:nvSpPr>
          <p:spPr>
            <a:xfrm>
              <a:off x="2538692" y="5617770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6" name="pt3086"/>
            <p:cNvSpPr/>
            <p:nvPr/>
          </p:nvSpPr>
          <p:spPr>
            <a:xfrm>
              <a:off x="2527277" y="5766298"/>
              <a:ext cx="74834" cy="74834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7" name="pt3087"/>
            <p:cNvSpPr/>
            <p:nvPr/>
          </p:nvSpPr>
          <p:spPr>
            <a:xfrm>
              <a:off x="2490964" y="5950861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8" name="pt3088"/>
            <p:cNvSpPr/>
            <p:nvPr/>
          </p:nvSpPr>
          <p:spPr>
            <a:xfrm>
              <a:off x="2477844" y="5895265"/>
              <a:ext cx="74834" cy="74834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89" name="pt3089"/>
            <p:cNvSpPr/>
            <p:nvPr/>
          </p:nvSpPr>
          <p:spPr>
            <a:xfrm>
              <a:off x="2855463" y="552043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0" name="pt3090"/>
            <p:cNvSpPr/>
            <p:nvPr/>
          </p:nvSpPr>
          <p:spPr>
            <a:xfrm>
              <a:off x="2456359" y="5780600"/>
              <a:ext cx="74834" cy="74834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1" name="pt3091"/>
            <p:cNvSpPr/>
            <p:nvPr/>
          </p:nvSpPr>
          <p:spPr>
            <a:xfrm>
              <a:off x="2552747" y="5752467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2" name="pt3092"/>
            <p:cNvSpPr/>
            <p:nvPr/>
          </p:nvSpPr>
          <p:spPr>
            <a:xfrm>
              <a:off x="2907517" y="547282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3" name="pt3093"/>
            <p:cNvSpPr/>
            <p:nvPr/>
          </p:nvSpPr>
          <p:spPr>
            <a:xfrm>
              <a:off x="2502330" y="5787935"/>
              <a:ext cx="67219" cy="67219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4" name="pt3094"/>
            <p:cNvSpPr/>
            <p:nvPr/>
          </p:nvSpPr>
          <p:spPr>
            <a:xfrm>
              <a:off x="2612849" y="5734215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5" name="pg3095"/>
            <p:cNvSpPr/>
            <p:nvPr/>
          </p:nvSpPr>
          <p:spPr>
            <a:xfrm>
              <a:off x="3289481" y="603351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6" name="pt3096"/>
            <p:cNvSpPr/>
            <p:nvPr/>
          </p:nvSpPr>
          <p:spPr>
            <a:xfrm>
              <a:off x="2795495" y="492526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7" name="pt3097"/>
            <p:cNvSpPr/>
            <p:nvPr/>
          </p:nvSpPr>
          <p:spPr>
            <a:xfrm>
              <a:off x="1749477" y="594798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8" name="pt3098"/>
            <p:cNvSpPr/>
            <p:nvPr/>
          </p:nvSpPr>
          <p:spPr>
            <a:xfrm>
              <a:off x="2453060" y="5776414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099" name="pt3099"/>
            <p:cNvSpPr/>
            <p:nvPr/>
          </p:nvSpPr>
          <p:spPr>
            <a:xfrm>
              <a:off x="2482322" y="5836606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0" name="pt3100"/>
            <p:cNvSpPr/>
            <p:nvPr/>
          </p:nvSpPr>
          <p:spPr>
            <a:xfrm>
              <a:off x="2537717" y="583258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1" name="pt3101"/>
            <p:cNvSpPr/>
            <p:nvPr/>
          </p:nvSpPr>
          <p:spPr>
            <a:xfrm>
              <a:off x="2654615" y="5564974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2" name="pt3102"/>
            <p:cNvSpPr/>
            <p:nvPr/>
          </p:nvSpPr>
          <p:spPr>
            <a:xfrm>
              <a:off x="1719036" y="5949564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3" name="pt3103"/>
            <p:cNvSpPr/>
            <p:nvPr/>
          </p:nvSpPr>
          <p:spPr>
            <a:xfrm>
              <a:off x="2423708" y="5611354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4" name="pt3104"/>
            <p:cNvSpPr/>
            <p:nvPr/>
          </p:nvSpPr>
          <p:spPr>
            <a:xfrm>
              <a:off x="3079525" y="635411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5" name="pt3105"/>
            <p:cNvSpPr/>
            <p:nvPr/>
          </p:nvSpPr>
          <p:spPr>
            <a:xfrm>
              <a:off x="2470081" y="5775857"/>
              <a:ext cx="74834" cy="74834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6" name="pt3106"/>
            <p:cNvSpPr/>
            <p:nvPr/>
          </p:nvSpPr>
          <p:spPr>
            <a:xfrm>
              <a:off x="2150337" y="649320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7" name="pt3107"/>
            <p:cNvSpPr/>
            <p:nvPr/>
          </p:nvSpPr>
          <p:spPr>
            <a:xfrm>
              <a:off x="1689902" y="581255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08" name="pl3108"/>
            <p:cNvSpPr/>
            <p:nvPr/>
          </p:nvSpPr>
          <p:spPr>
            <a:xfrm>
              <a:off x="3087639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09" name="pl3109"/>
            <p:cNvSpPr/>
            <p:nvPr/>
          </p:nvSpPr>
          <p:spPr>
            <a:xfrm>
              <a:off x="3087639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0" name="pl3110"/>
            <p:cNvSpPr/>
            <p:nvPr/>
          </p:nvSpPr>
          <p:spPr>
            <a:xfrm>
              <a:off x="3077525" y="57266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1" name="pl3111"/>
            <p:cNvSpPr/>
            <p:nvPr/>
          </p:nvSpPr>
          <p:spPr>
            <a:xfrm>
              <a:off x="3112056" y="56920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12" name="pt3112"/>
            <p:cNvSpPr/>
            <p:nvPr/>
          </p:nvSpPr>
          <p:spPr>
            <a:xfrm>
              <a:off x="2491187" y="5807676"/>
              <a:ext cx="74834" cy="74834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3" name="pt3113"/>
            <p:cNvSpPr/>
            <p:nvPr/>
          </p:nvSpPr>
          <p:spPr>
            <a:xfrm>
              <a:off x="2585062" y="5482429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4" name="pt3114"/>
            <p:cNvSpPr/>
            <p:nvPr/>
          </p:nvSpPr>
          <p:spPr>
            <a:xfrm>
              <a:off x="2429404" y="5769711"/>
              <a:ext cx="74834" cy="7483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5" name="pt3115"/>
            <p:cNvSpPr/>
            <p:nvPr/>
          </p:nvSpPr>
          <p:spPr>
            <a:xfrm>
              <a:off x="2545935" y="548954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6" name="pt3116"/>
            <p:cNvSpPr/>
            <p:nvPr/>
          </p:nvSpPr>
          <p:spPr>
            <a:xfrm>
              <a:off x="2724452" y="580832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7" name="pt3117"/>
            <p:cNvSpPr/>
            <p:nvPr/>
          </p:nvSpPr>
          <p:spPr>
            <a:xfrm>
              <a:off x="2636468" y="5949739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8" name="pt3118"/>
            <p:cNvSpPr/>
            <p:nvPr/>
          </p:nvSpPr>
          <p:spPr>
            <a:xfrm>
              <a:off x="2442719" y="5844187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19" name="pt3119"/>
            <p:cNvSpPr/>
            <p:nvPr/>
          </p:nvSpPr>
          <p:spPr>
            <a:xfrm>
              <a:off x="2492913" y="5821599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0" name="pt3120"/>
            <p:cNvSpPr/>
            <p:nvPr/>
          </p:nvSpPr>
          <p:spPr>
            <a:xfrm>
              <a:off x="2371337" y="587231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1" name="pt3121"/>
            <p:cNvSpPr/>
            <p:nvPr/>
          </p:nvSpPr>
          <p:spPr>
            <a:xfrm>
              <a:off x="1838175" y="542681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2" name="pg3122"/>
            <p:cNvSpPr/>
            <p:nvPr/>
          </p:nvSpPr>
          <p:spPr>
            <a:xfrm>
              <a:off x="2374445" y="5615471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3" name="pt3123"/>
            <p:cNvSpPr/>
            <p:nvPr/>
          </p:nvSpPr>
          <p:spPr>
            <a:xfrm>
              <a:off x="2540637" y="584664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4" name="pt3124"/>
            <p:cNvSpPr/>
            <p:nvPr/>
          </p:nvSpPr>
          <p:spPr>
            <a:xfrm>
              <a:off x="2455139" y="5731583"/>
              <a:ext cx="74834" cy="74834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5" name="pt3125"/>
            <p:cNvSpPr/>
            <p:nvPr/>
          </p:nvSpPr>
          <p:spPr>
            <a:xfrm>
              <a:off x="2408207" y="5779821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6" name="pt3126"/>
            <p:cNvSpPr/>
            <p:nvPr/>
          </p:nvSpPr>
          <p:spPr>
            <a:xfrm>
              <a:off x="2443422" y="5772365"/>
              <a:ext cx="89944" cy="89944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7" name="pg3127"/>
            <p:cNvSpPr/>
            <p:nvPr/>
          </p:nvSpPr>
          <p:spPr>
            <a:xfrm>
              <a:off x="2432497" y="59333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8" name="pt3128"/>
            <p:cNvSpPr/>
            <p:nvPr/>
          </p:nvSpPr>
          <p:spPr>
            <a:xfrm>
              <a:off x="2401877" y="581253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29" name="pt3129"/>
            <p:cNvSpPr/>
            <p:nvPr/>
          </p:nvSpPr>
          <p:spPr>
            <a:xfrm>
              <a:off x="2468087" y="5774109"/>
              <a:ext cx="80678" cy="80678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0" name="pt3130"/>
            <p:cNvSpPr/>
            <p:nvPr/>
          </p:nvSpPr>
          <p:spPr>
            <a:xfrm>
              <a:off x="1867861" y="627398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1" name="pt3131"/>
            <p:cNvSpPr/>
            <p:nvPr/>
          </p:nvSpPr>
          <p:spPr>
            <a:xfrm>
              <a:off x="2648923" y="5485572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2" name="pt3132"/>
            <p:cNvSpPr/>
            <p:nvPr/>
          </p:nvSpPr>
          <p:spPr>
            <a:xfrm>
              <a:off x="2488633" y="5809319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3" name="pt3133"/>
            <p:cNvSpPr/>
            <p:nvPr/>
          </p:nvSpPr>
          <p:spPr>
            <a:xfrm>
              <a:off x="2632521" y="531989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4" name="pt3134"/>
            <p:cNvSpPr/>
            <p:nvPr/>
          </p:nvSpPr>
          <p:spPr>
            <a:xfrm>
              <a:off x="2519095" y="6024735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5" name="pt3135"/>
            <p:cNvSpPr/>
            <p:nvPr/>
          </p:nvSpPr>
          <p:spPr>
            <a:xfrm>
              <a:off x="2533835" y="5973104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6" name="pt3136"/>
            <p:cNvSpPr/>
            <p:nvPr/>
          </p:nvSpPr>
          <p:spPr>
            <a:xfrm>
              <a:off x="2717173" y="5608221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7" name="pt3137"/>
            <p:cNvSpPr/>
            <p:nvPr/>
          </p:nvSpPr>
          <p:spPr>
            <a:xfrm>
              <a:off x="1730344" y="556337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8" name="pt3138"/>
            <p:cNvSpPr/>
            <p:nvPr/>
          </p:nvSpPr>
          <p:spPr>
            <a:xfrm>
              <a:off x="1718492" y="556132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39" name="pg3139"/>
            <p:cNvSpPr/>
            <p:nvPr/>
          </p:nvSpPr>
          <p:spPr>
            <a:xfrm>
              <a:off x="2577106" y="540927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0" name="pt3140"/>
            <p:cNvSpPr/>
            <p:nvPr/>
          </p:nvSpPr>
          <p:spPr>
            <a:xfrm>
              <a:off x="2450231" y="5786432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1" name="pt3141"/>
            <p:cNvSpPr/>
            <p:nvPr/>
          </p:nvSpPr>
          <p:spPr>
            <a:xfrm>
              <a:off x="2958039" y="5607907"/>
              <a:ext cx="48833" cy="48833"/>
            </a:xfrm>
            <a:prstGeom prst="ellipse">
              <a:avLst/>
            </a:pr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2" name="pt3142"/>
            <p:cNvSpPr/>
            <p:nvPr/>
          </p:nvSpPr>
          <p:spPr>
            <a:xfrm>
              <a:off x="2500122" y="5764419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3" name="pg3143"/>
            <p:cNvSpPr/>
            <p:nvPr/>
          </p:nvSpPr>
          <p:spPr>
            <a:xfrm>
              <a:off x="2457017" y="57543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4" name="pt3144"/>
            <p:cNvSpPr/>
            <p:nvPr/>
          </p:nvSpPr>
          <p:spPr>
            <a:xfrm>
              <a:off x="2481138" y="5821866"/>
              <a:ext cx="80678" cy="80678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5" name="pt3145"/>
            <p:cNvSpPr/>
            <p:nvPr/>
          </p:nvSpPr>
          <p:spPr>
            <a:xfrm>
              <a:off x="2646657" y="557991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6" name="pt3146"/>
            <p:cNvSpPr/>
            <p:nvPr/>
          </p:nvSpPr>
          <p:spPr>
            <a:xfrm>
              <a:off x="1814852" y="540694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7" name="pt3147"/>
            <p:cNvSpPr/>
            <p:nvPr/>
          </p:nvSpPr>
          <p:spPr>
            <a:xfrm>
              <a:off x="3069317" y="618016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8" name="pt3148"/>
            <p:cNvSpPr/>
            <p:nvPr/>
          </p:nvSpPr>
          <p:spPr>
            <a:xfrm>
              <a:off x="3130359" y="514116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49" name="pl3149"/>
            <p:cNvSpPr/>
            <p:nvPr/>
          </p:nvSpPr>
          <p:spPr>
            <a:xfrm>
              <a:off x="2653637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0" name="pl3150"/>
            <p:cNvSpPr/>
            <p:nvPr/>
          </p:nvSpPr>
          <p:spPr>
            <a:xfrm>
              <a:off x="2653637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1" name="pl3151"/>
            <p:cNvSpPr/>
            <p:nvPr/>
          </p:nvSpPr>
          <p:spPr>
            <a:xfrm>
              <a:off x="2643523" y="58479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2" name="pl3152"/>
            <p:cNvSpPr/>
            <p:nvPr/>
          </p:nvSpPr>
          <p:spPr>
            <a:xfrm>
              <a:off x="2678054" y="58134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3" name="pt3153"/>
            <p:cNvSpPr/>
            <p:nvPr/>
          </p:nvSpPr>
          <p:spPr>
            <a:xfrm>
              <a:off x="2472660" y="585193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54" name="pt3154"/>
            <p:cNvSpPr/>
            <p:nvPr/>
          </p:nvSpPr>
          <p:spPr>
            <a:xfrm>
              <a:off x="2649539" y="582717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55" name="pt3155"/>
            <p:cNvSpPr/>
            <p:nvPr/>
          </p:nvSpPr>
          <p:spPr>
            <a:xfrm>
              <a:off x="3226797" y="5250642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56" name="pl3156"/>
            <p:cNvSpPr/>
            <p:nvPr/>
          </p:nvSpPr>
          <p:spPr>
            <a:xfrm>
              <a:off x="2924685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7" name="pl3157"/>
            <p:cNvSpPr/>
            <p:nvPr/>
          </p:nvSpPr>
          <p:spPr>
            <a:xfrm>
              <a:off x="2924685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8" name="pl3158"/>
            <p:cNvSpPr/>
            <p:nvPr/>
          </p:nvSpPr>
          <p:spPr>
            <a:xfrm>
              <a:off x="2914571" y="58428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59" name="pl3159"/>
            <p:cNvSpPr/>
            <p:nvPr/>
          </p:nvSpPr>
          <p:spPr>
            <a:xfrm>
              <a:off x="2949102" y="58083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0" name="pt3160"/>
            <p:cNvSpPr/>
            <p:nvPr/>
          </p:nvSpPr>
          <p:spPr>
            <a:xfrm>
              <a:off x="2424439" y="585227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1" name="pt3161"/>
            <p:cNvSpPr/>
            <p:nvPr/>
          </p:nvSpPr>
          <p:spPr>
            <a:xfrm>
              <a:off x="2442294" y="579577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2" name="pt3162"/>
            <p:cNvSpPr/>
            <p:nvPr/>
          </p:nvSpPr>
          <p:spPr>
            <a:xfrm>
              <a:off x="2501491" y="5799770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3" name="pt3163"/>
            <p:cNvSpPr/>
            <p:nvPr/>
          </p:nvSpPr>
          <p:spPr>
            <a:xfrm>
              <a:off x="2901469" y="580449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4" name="pt3164"/>
            <p:cNvSpPr/>
            <p:nvPr/>
          </p:nvSpPr>
          <p:spPr>
            <a:xfrm>
              <a:off x="2470895" y="5827686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5" name="pt3165"/>
            <p:cNvSpPr/>
            <p:nvPr/>
          </p:nvSpPr>
          <p:spPr>
            <a:xfrm>
              <a:off x="2418876" y="569481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66" name="pl3166"/>
            <p:cNvSpPr/>
            <p:nvPr/>
          </p:nvSpPr>
          <p:spPr>
            <a:xfrm>
              <a:off x="2558641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7" name="pl3167"/>
            <p:cNvSpPr/>
            <p:nvPr/>
          </p:nvSpPr>
          <p:spPr>
            <a:xfrm>
              <a:off x="2558641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8" name="pl3168"/>
            <p:cNvSpPr/>
            <p:nvPr/>
          </p:nvSpPr>
          <p:spPr>
            <a:xfrm>
              <a:off x="2543142" y="5863433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69" name="pl3169"/>
            <p:cNvSpPr/>
            <p:nvPr/>
          </p:nvSpPr>
          <p:spPr>
            <a:xfrm>
              <a:off x="2596058" y="581051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0" name="pl3170"/>
            <p:cNvSpPr/>
            <p:nvPr/>
          </p:nvSpPr>
          <p:spPr>
            <a:xfrm>
              <a:off x="1704933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1" name="pl3171"/>
            <p:cNvSpPr/>
            <p:nvPr/>
          </p:nvSpPr>
          <p:spPr>
            <a:xfrm>
              <a:off x="1704933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2" name="pl3172"/>
            <p:cNvSpPr/>
            <p:nvPr/>
          </p:nvSpPr>
          <p:spPr>
            <a:xfrm>
              <a:off x="1694819" y="58513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3" name="pl3173"/>
            <p:cNvSpPr/>
            <p:nvPr/>
          </p:nvSpPr>
          <p:spPr>
            <a:xfrm>
              <a:off x="1729350" y="581686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4" name="pt3174"/>
            <p:cNvSpPr/>
            <p:nvPr/>
          </p:nvSpPr>
          <p:spPr>
            <a:xfrm>
              <a:off x="2434707" y="575903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75" name="pl3175"/>
            <p:cNvSpPr/>
            <p:nvPr/>
          </p:nvSpPr>
          <p:spPr>
            <a:xfrm>
              <a:off x="2928312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6" name="pl3176"/>
            <p:cNvSpPr/>
            <p:nvPr/>
          </p:nvSpPr>
          <p:spPr>
            <a:xfrm>
              <a:off x="2928312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7" name="pl3177"/>
            <p:cNvSpPr/>
            <p:nvPr/>
          </p:nvSpPr>
          <p:spPr>
            <a:xfrm>
              <a:off x="2918199" y="58284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8" name="pl3178"/>
            <p:cNvSpPr/>
            <p:nvPr/>
          </p:nvSpPr>
          <p:spPr>
            <a:xfrm>
              <a:off x="2952729" y="57938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79" name="pl3179"/>
            <p:cNvSpPr/>
            <p:nvPr/>
          </p:nvSpPr>
          <p:spPr>
            <a:xfrm>
              <a:off x="2511260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0" name="pl3180"/>
            <p:cNvSpPr/>
            <p:nvPr/>
          </p:nvSpPr>
          <p:spPr>
            <a:xfrm>
              <a:off x="2511260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1" name="pl3181"/>
            <p:cNvSpPr/>
            <p:nvPr/>
          </p:nvSpPr>
          <p:spPr>
            <a:xfrm>
              <a:off x="2501146" y="6593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2" name="pl3182"/>
            <p:cNvSpPr/>
            <p:nvPr/>
          </p:nvSpPr>
          <p:spPr>
            <a:xfrm>
              <a:off x="2535677" y="655849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3" name="pt3183"/>
            <p:cNvSpPr/>
            <p:nvPr/>
          </p:nvSpPr>
          <p:spPr>
            <a:xfrm>
              <a:off x="2857986" y="497670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84" name="pt3184"/>
            <p:cNvSpPr/>
            <p:nvPr/>
          </p:nvSpPr>
          <p:spPr>
            <a:xfrm>
              <a:off x="2489826" y="592213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85" name="pl3185"/>
            <p:cNvSpPr/>
            <p:nvPr/>
          </p:nvSpPr>
          <p:spPr>
            <a:xfrm>
              <a:off x="2361911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6" name="pl3186"/>
            <p:cNvSpPr/>
            <p:nvPr/>
          </p:nvSpPr>
          <p:spPr>
            <a:xfrm>
              <a:off x="2361911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7" name="pt3187"/>
            <p:cNvSpPr/>
            <p:nvPr/>
          </p:nvSpPr>
          <p:spPr>
            <a:xfrm>
              <a:off x="2576705" y="600263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8" name="pl3188"/>
            <p:cNvSpPr/>
            <p:nvPr/>
          </p:nvSpPr>
          <p:spPr>
            <a:xfrm>
              <a:off x="2576705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89" name="pl3189"/>
            <p:cNvSpPr/>
            <p:nvPr/>
          </p:nvSpPr>
          <p:spPr>
            <a:xfrm>
              <a:off x="2576705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90" name="pt3190"/>
            <p:cNvSpPr/>
            <p:nvPr/>
          </p:nvSpPr>
          <p:spPr>
            <a:xfrm>
              <a:off x="2242887" y="5233949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1" name="pt3191"/>
            <p:cNvSpPr/>
            <p:nvPr/>
          </p:nvSpPr>
          <p:spPr>
            <a:xfrm>
              <a:off x="2068183" y="5155818"/>
              <a:ext cx="85604" cy="8560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2" name="pt3192"/>
            <p:cNvSpPr/>
            <p:nvPr/>
          </p:nvSpPr>
          <p:spPr>
            <a:xfrm>
              <a:off x="2574572" y="609162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3" name="pt3193"/>
            <p:cNvSpPr/>
            <p:nvPr/>
          </p:nvSpPr>
          <p:spPr>
            <a:xfrm>
              <a:off x="1995503" y="5043335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4" name="pt3194"/>
            <p:cNvSpPr/>
            <p:nvPr/>
          </p:nvSpPr>
          <p:spPr>
            <a:xfrm>
              <a:off x="2500388" y="5812917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5" name="pg3195"/>
            <p:cNvSpPr/>
            <p:nvPr/>
          </p:nvSpPr>
          <p:spPr>
            <a:xfrm>
              <a:off x="2499519" y="57249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6" name="pt3196"/>
            <p:cNvSpPr/>
            <p:nvPr/>
          </p:nvSpPr>
          <p:spPr>
            <a:xfrm>
              <a:off x="2583731" y="609271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7" name="pt3197"/>
            <p:cNvSpPr/>
            <p:nvPr/>
          </p:nvSpPr>
          <p:spPr>
            <a:xfrm>
              <a:off x="2377872" y="611123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8" name="pt3198"/>
            <p:cNvSpPr/>
            <p:nvPr/>
          </p:nvSpPr>
          <p:spPr>
            <a:xfrm>
              <a:off x="2990142" y="643138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199" name="pt3199"/>
            <p:cNvSpPr/>
            <p:nvPr/>
          </p:nvSpPr>
          <p:spPr>
            <a:xfrm>
              <a:off x="2771959" y="5708697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0" name="pt3200"/>
            <p:cNvSpPr/>
            <p:nvPr/>
          </p:nvSpPr>
          <p:spPr>
            <a:xfrm>
              <a:off x="2590010" y="549808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1" name="pt3201"/>
            <p:cNvSpPr/>
            <p:nvPr/>
          </p:nvSpPr>
          <p:spPr>
            <a:xfrm>
              <a:off x="1797187" y="607262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2" name="pt3202"/>
            <p:cNvSpPr/>
            <p:nvPr/>
          </p:nvSpPr>
          <p:spPr>
            <a:xfrm>
              <a:off x="2682871" y="558264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3" name="pt3203"/>
            <p:cNvSpPr/>
            <p:nvPr/>
          </p:nvSpPr>
          <p:spPr>
            <a:xfrm>
              <a:off x="2472510" y="5833183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4" name="pt3204"/>
            <p:cNvSpPr/>
            <p:nvPr/>
          </p:nvSpPr>
          <p:spPr>
            <a:xfrm>
              <a:off x="2822948" y="5746679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5" name="pl3205"/>
            <p:cNvSpPr/>
            <p:nvPr/>
          </p:nvSpPr>
          <p:spPr>
            <a:xfrm>
              <a:off x="2571946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6" name="pl3206"/>
            <p:cNvSpPr/>
            <p:nvPr/>
          </p:nvSpPr>
          <p:spPr>
            <a:xfrm>
              <a:off x="2571946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07" name="pt3207"/>
            <p:cNvSpPr/>
            <p:nvPr/>
          </p:nvSpPr>
          <p:spPr>
            <a:xfrm>
              <a:off x="2457922" y="574073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8" name="pt3208"/>
            <p:cNvSpPr/>
            <p:nvPr/>
          </p:nvSpPr>
          <p:spPr>
            <a:xfrm>
              <a:off x="2730306" y="5397515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09" name="pt3209"/>
            <p:cNvSpPr/>
            <p:nvPr/>
          </p:nvSpPr>
          <p:spPr>
            <a:xfrm>
              <a:off x="2447512" y="5744892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0" name="pt3210"/>
            <p:cNvSpPr/>
            <p:nvPr/>
          </p:nvSpPr>
          <p:spPr>
            <a:xfrm>
              <a:off x="2917614" y="549180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1" name="pt3211"/>
            <p:cNvSpPr/>
            <p:nvPr/>
          </p:nvSpPr>
          <p:spPr>
            <a:xfrm>
              <a:off x="2677463" y="554962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2" name="pt3212"/>
            <p:cNvSpPr/>
            <p:nvPr/>
          </p:nvSpPr>
          <p:spPr>
            <a:xfrm>
              <a:off x="2151410" y="648687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3" name="pt3213"/>
            <p:cNvSpPr/>
            <p:nvPr/>
          </p:nvSpPr>
          <p:spPr>
            <a:xfrm>
              <a:off x="2476093" y="660847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4" name="pt3214"/>
            <p:cNvSpPr/>
            <p:nvPr/>
          </p:nvSpPr>
          <p:spPr>
            <a:xfrm>
              <a:off x="3268918" y="613208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5" name="pt3215"/>
            <p:cNvSpPr/>
            <p:nvPr/>
          </p:nvSpPr>
          <p:spPr>
            <a:xfrm>
              <a:off x="2443303" y="5847926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6" name="pt3216"/>
            <p:cNvSpPr/>
            <p:nvPr/>
          </p:nvSpPr>
          <p:spPr>
            <a:xfrm>
              <a:off x="2754893" y="551921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7" name="pt3217"/>
            <p:cNvSpPr/>
            <p:nvPr/>
          </p:nvSpPr>
          <p:spPr>
            <a:xfrm>
              <a:off x="2485168" y="5759225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8" name="pt3218"/>
            <p:cNvSpPr/>
            <p:nvPr/>
          </p:nvSpPr>
          <p:spPr>
            <a:xfrm>
              <a:off x="2491070" y="576607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19" name="pt3219"/>
            <p:cNvSpPr/>
            <p:nvPr/>
          </p:nvSpPr>
          <p:spPr>
            <a:xfrm>
              <a:off x="2507247" y="584375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0" name="pt3220"/>
            <p:cNvSpPr/>
            <p:nvPr/>
          </p:nvSpPr>
          <p:spPr>
            <a:xfrm>
              <a:off x="2299951" y="492741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1" name="pt3221"/>
            <p:cNvSpPr/>
            <p:nvPr/>
          </p:nvSpPr>
          <p:spPr>
            <a:xfrm>
              <a:off x="2421664" y="491130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2" name="pt3222"/>
            <p:cNvSpPr/>
            <p:nvPr/>
          </p:nvSpPr>
          <p:spPr>
            <a:xfrm>
              <a:off x="2480832" y="5843606"/>
              <a:ext cx="74834" cy="74834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3" name="pt3223"/>
            <p:cNvSpPr/>
            <p:nvPr/>
          </p:nvSpPr>
          <p:spPr>
            <a:xfrm>
              <a:off x="3086060" y="6334709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4" name="pt3224"/>
            <p:cNvSpPr/>
            <p:nvPr/>
          </p:nvSpPr>
          <p:spPr>
            <a:xfrm>
              <a:off x="2535961" y="6274527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5" name="pt3225"/>
            <p:cNvSpPr/>
            <p:nvPr/>
          </p:nvSpPr>
          <p:spPr>
            <a:xfrm>
              <a:off x="2589430" y="583659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6" name="pt3226"/>
            <p:cNvSpPr/>
            <p:nvPr/>
          </p:nvSpPr>
          <p:spPr>
            <a:xfrm>
              <a:off x="2625836" y="5728099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7" name="pt3227"/>
            <p:cNvSpPr/>
            <p:nvPr/>
          </p:nvSpPr>
          <p:spPr>
            <a:xfrm>
              <a:off x="2452289" y="5749615"/>
              <a:ext cx="89944" cy="89944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8" name="pt3228"/>
            <p:cNvSpPr/>
            <p:nvPr/>
          </p:nvSpPr>
          <p:spPr>
            <a:xfrm>
              <a:off x="2466263" y="5773331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29" name="pt3229"/>
            <p:cNvSpPr/>
            <p:nvPr/>
          </p:nvSpPr>
          <p:spPr>
            <a:xfrm>
              <a:off x="2843915" y="552191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30" name="pt3230"/>
            <p:cNvSpPr/>
            <p:nvPr/>
          </p:nvSpPr>
          <p:spPr>
            <a:xfrm>
              <a:off x="2094505" y="506874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31" name="pt3231"/>
            <p:cNvSpPr/>
            <p:nvPr/>
          </p:nvSpPr>
          <p:spPr>
            <a:xfrm>
              <a:off x="2545927" y="6288840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2" name="pl3232"/>
            <p:cNvSpPr/>
            <p:nvPr/>
          </p:nvSpPr>
          <p:spPr>
            <a:xfrm>
              <a:off x="2545927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3" name="pl3233"/>
            <p:cNvSpPr/>
            <p:nvPr/>
          </p:nvSpPr>
          <p:spPr>
            <a:xfrm>
              <a:off x="2545927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4" name="pt3234"/>
            <p:cNvSpPr/>
            <p:nvPr/>
          </p:nvSpPr>
          <p:spPr>
            <a:xfrm>
              <a:off x="2195698" y="4963935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35" name="pt3235"/>
            <p:cNvSpPr/>
            <p:nvPr/>
          </p:nvSpPr>
          <p:spPr>
            <a:xfrm>
              <a:off x="2470730" y="593852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36" name="pt3236"/>
            <p:cNvSpPr/>
            <p:nvPr/>
          </p:nvSpPr>
          <p:spPr>
            <a:xfrm>
              <a:off x="2506307" y="584058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37" name="pl3237"/>
            <p:cNvSpPr/>
            <p:nvPr/>
          </p:nvSpPr>
          <p:spPr>
            <a:xfrm>
              <a:off x="2411265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8" name="pl3238"/>
            <p:cNvSpPr/>
            <p:nvPr/>
          </p:nvSpPr>
          <p:spPr>
            <a:xfrm>
              <a:off x="2411265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39" name="pt3239"/>
            <p:cNvSpPr/>
            <p:nvPr/>
          </p:nvSpPr>
          <p:spPr>
            <a:xfrm>
              <a:off x="2550662" y="5749474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0" name="pt3240"/>
            <p:cNvSpPr/>
            <p:nvPr/>
          </p:nvSpPr>
          <p:spPr>
            <a:xfrm>
              <a:off x="2798703" y="6518040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1" name="pt3241"/>
            <p:cNvSpPr/>
            <p:nvPr/>
          </p:nvSpPr>
          <p:spPr>
            <a:xfrm>
              <a:off x="2516394" y="5827305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2" name="pt3242"/>
            <p:cNvSpPr/>
            <p:nvPr/>
          </p:nvSpPr>
          <p:spPr>
            <a:xfrm>
              <a:off x="2570139" y="5428012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3" name="pt3243"/>
            <p:cNvSpPr/>
            <p:nvPr/>
          </p:nvSpPr>
          <p:spPr>
            <a:xfrm>
              <a:off x="2661783" y="558451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4" name="pt3244"/>
            <p:cNvSpPr/>
            <p:nvPr/>
          </p:nvSpPr>
          <p:spPr>
            <a:xfrm>
              <a:off x="2405003" y="6462343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5" name="pt3245"/>
            <p:cNvSpPr/>
            <p:nvPr/>
          </p:nvSpPr>
          <p:spPr>
            <a:xfrm>
              <a:off x="2447221" y="5840690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6" name="pt3246"/>
            <p:cNvSpPr/>
            <p:nvPr/>
          </p:nvSpPr>
          <p:spPr>
            <a:xfrm>
              <a:off x="2474307" y="5795111"/>
              <a:ext cx="80678" cy="80678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7" name="pt3247"/>
            <p:cNvSpPr/>
            <p:nvPr/>
          </p:nvSpPr>
          <p:spPr>
            <a:xfrm>
              <a:off x="2541248" y="5813755"/>
              <a:ext cx="85604" cy="8560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8" name="pt3248"/>
            <p:cNvSpPr/>
            <p:nvPr/>
          </p:nvSpPr>
          <p:spPr>
            <a:xfrm>
              <a:off x="2537727" y="5813622"/>
              <a:ext cx="89944" cy="8994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49" name="pt3249"/>
            <p:cNvSpPr/>
            <p:nvPr/>
          </p:nvSpPr>
          <p:spPr>
            <a:xfrm>
              <a:off x="2495274" y="5857429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0" name="pt3250"/>
            <p:cNvSpPr/>
            <p:nvPr/>
          </p:nvSpPr>
          <p:spPr>
            <a:xfrm>
              <a:off x="2456933" y="5610888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1" name="pt3251"/>
            <p:cNvSpPr/>
            <p:nvPr/>
          </p:nvSpPr>
          <p:spPr>
            <a:xfrm>
              <a:off x="3263095" y="612196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2" name="pt3252"/>
            <p:cNvSpPr/>
            <p:nvPr/>
          </p:nvSpPr>
          <p:spPr>
            <a:xfrm>
              <a:off x="2441768" y="5771215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3" name="pt3253"/>
            <p:cNvSpPr/>
            <p:nvPr/>
          </p:nvSpPr>
          <p:spPr>
            <a:xfrm>
              <a:off x="2204023" y="496462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4" name="pt3254"/>
            <p:cNvSpPr/>
            <p:nvPr/>
          </p:nvSpPr>
          <p:spPr>
            <a:xfrm>
              <a:off x="2515597" y="603281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5" name="pt3255"/>
            <p:cNvSpPr/>
            <p:nvPr/>
          </p:nvSpPr>
          <p:spPr>
            <a:xfrm>
              <a:off x="2570525" y="553867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6" name="pt3256"/>
            <p:cNvSpPr/>
            <p:nvPr/>
          </p:nvSpPr>
          <p:spPr>
            <a:xfrm>
              <a:off x="2480732" y="6608980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7" name="pg3257"/>
            <p:cNvSpPr/>
            <p:nvPr/>
          </p:nvSpPr>
          <p:spPr>
            <a:xfrm>
              <a:off x="2432641" y="58227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8" name="pt3258"/>
            <p:cNvSpPr/>
            <p:nvPr/>
          </p:nvSpPr>
          <p:spPr>
            <a:xfrm>
              <a:off x="3052587" y="5443884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59" name="pt3259"/>
            <p:cNvSpPr/>
            <p:nvPr/>
          </p:nvSpPr>
          <p:spPr>
            <a:xfrm>
              <a:off x="2769199" y="561000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0" name="pt3260"/>
            <p:cNvSpPr/>
            <p:nvPr/>
          </p:nvSpPr>
          <p:spPr>
            <a:xfrm>
              <a:off x="2527766" y="5840587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1" name="pt3261"/>
            <p:cNvSpPr/>
            <p:nvPr/>
          </p:nvSpPr>
          <p:spPr>
            <a:xfrm>
              <a:off x="3067958" y="616858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2" name="pt3262"/>
            <p:cNvSpPr/>
            <p:nvPr/>
          </p:nvSpPr>
          <p:spPr>
            <a:xfrm>
              <a:off x="2538984" y="535696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3" name="pg3263"/>
            <p:cNvSpPr/>
            <p:nvPr/>
          </p:nvSpPr>
          <p:spPr>
            <a:xfrm>
              <a:off x="2773596" y="5637761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4" name="pt3264"/>
            <p:cNvSpPr/>
            <p:nvPr/>
          </p:nvSpPr>
          <p:spPr>
            <a:xfrm>
              <a:off x="2607643" y="5736083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65" name="pl3265"/>
            <p:cNvSpPr/>
            <p:nvPr/>
          </p:nvSpPr>
          <p:spPr>
            <a:xfrm>
              <a:off x="2330160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6" name="pl3266"/>
            <p:cNvSpPr/>
            <p:nvPr/>
          </p:nvSpPr>
          <p:spPr>
            <a:xfrm>
              <a:off x="2330160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7" name="pl3267"/>
            <p:cNvSpPr/>
            <p:nvPr/>
          </p:nvSpPr>
          <p:spPr>
            <a:xfrm>
              <a:off x="2320046" y="59073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8" name="pl3268"/>
            <p:cNvSpPr/>
            <p:nvPr/>
          </p:nvSpPr>
          <p:spPr>
            <a:xfrm>
              <a:off x="2354577" y="58728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69" name="pg3269"/>
            <p:cNvSpPr/>
            <p:nvPr/>
          </p:nvSpPr>
          <p:spPr>
            <a:xfrm>
              <a:off x="2398762" y="56369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0" name="pt3270"/>
            <p:cNvSpPr/>
            <p:nvPr/>
          </p:nvSpPr>
          <p:spPr>
            <a:xfrm>
              <a:off x="2986523" y="560688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1" name="pg3271"/>
            <p:cNvSpPr/>
            <p:nvPr/>
          </p:nvSpPr>
          <p:spPr>
            <a:xfrm>
              <a:off x="2412991" y="566445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2" name="pt3272"/>
            <p:cNvSpPr/>
            <p:nvPr/>
          </p:nvSpPr>
          <p:spPr>
            <a:xfrm>
              <a:off x="2434169" y="5754399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3" name="pg3273"/>
            <p:cNvSpPr/>
            <p:nvPr/>
          </p:nvSpPr>
          <p:spPr>
            <a:xfrm>
              <a:off x="2571264" y="5357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4" name="pt3274"/>
            <p:cNvSpPr/>
            <p:nvPr/>
          </p:nvSpPr>
          <p:spPr>
            <a:xfrm>
              <a:off x="3113711" y="634236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5" name="pt3275"/>
            <p:cNvSpPr/>
            <p:nvPr/>
          </p:nvSpPr>
          <p:spPr>
            <a:xfrm>
              <a:off x="2483922" y="5788549"/>
              <a:ext cx="67219" cy="67219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6" name="pt3276"/>
            <p:cNvSpPr/>
            <p:nvPr/>
          </p:nvSpPr>
          <p:spPr>
            <a:xfrm>
              <a:off x="2417238" y="5686215"/>
              <a:ext cx="74834" cy="74834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7" name="pt3277"/>
            <p:cNvSpPr/>
            <p:nvPr/>
          </p:nvSpPr>
          <p:spPr>
            <a:xfrm>
              <a:off x="2362414" y="584764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8" name="pt3278"/>
            <p:cNvSpPr/>
            <p:nvPr/>
          </p:nvSpPr>
          <p:spPr>
            <a:xfrm>
              <a:off x="2618883" y="490041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79" name="pt3279"/>
            <p:cNvSpPr/>
            <p:nvPr/>
          </p:nvSpPr>
          <p:spPr>
            <a:xfrm>
              <a:off x="2647445" y="492047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0" name="pt3280"/>
            <p:cNvSpPr/>
            <p:nvPr/>
          </p:nvSpPr>
          <p:spPr>
            <a:xfrm>
              <a:off x="1844440" y="607230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1" name="pt3281"/>
            <p:cNvSpPr/>
            <p:nvPr/>
          </p:nvSpPr>
          <p:spPr>
            <a:xfrm>
              <a:off x="2687154" y="558923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2" name="pl3282"/>
            <p:cNvSpPr/>
            <p:nvPr/>
          </p:nvSpPr>
          <p:spPr>
            <a:xfrm>
              <a:off x="2606805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3" name="pl3283"/>
            <p:cNvSpPr/>
            <p:nvPr/>
          </p:nvSpPr>
          <p:spPr>
            <a:xfrm>
              <a:off x="2606805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4" name="pl3284"/>
            <p:cNvSpPr/>
            <p:nvPr/>
          </p:nvSpPr>
          <p:spPr>
            <a:xfrm>
              <a:off x="2596691" y="576845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5" name="pl3285"/>
            <p:cNvSpPr/>
            <p:nvPr/>
          </p:nvSpPr>
          <p:spPr>
            <a:xfrm>
              <a:off x="2631221" y="573392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86" name="pt3286"/>
            <p:cNvSpPr/>
            <p:nvPr/>
          </p:nvSpPr>
          <p:spPr>
            <a:xfrm>
              <a:off x="2475769" y="578698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7" name="pt3287"/>
            <p:cNvSpPr/>
            <p:nvPr/>
          </p:nvSpPr>
          <p:spPr>
            <a:xfrm>
              <a:off x="2884724" y="540161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8" name="pt3288"/>
            <p:cNvSpPr/>
            <p:nvPr/>
          </p:nvSpPr>
          <p:spPr>
            <a:xfrm>
              <a:off x="2497813" y="5743449"/>
              <a:ext cx="80678" cy="80678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89" name="pt3289"/>
            <p:cNvSpPr/>
            <p:nvPr/>
          </p:nvSpPr>
          <p:spPr>
            <a:xfrm>
              <a:off x="2470474" y="5796438"/>
              <a:ext cx="80678" cy="80678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0" name="pt3290"/>
            <p:cNvSpPr/>
            <p:nvPr/>
          </p:nvSpPr>
          <p:spPr>
            <a:xfrm>
              <a:off x="2477268" y="559766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1" name="pt3291"/>
            <p:cNvSpPr/>
            <p:nvPr/>
          </p:nvSpPr>
          <p:spPr>
            <a:xfrm>
              <a:off x="1984488" y="6368435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2" name="pt3292"/>
            <p:cNvSpPr/>
            <p:nvPr/>
          </p:nvSpPr>
          <p:spPr>
            <a:xfrm>
              <a:off x="2477355" y="5826650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3" name="pt3293"/>
            <p:cNvSpPr/>
            <p:nvPr/>
          </p:nvSpPr>
          <p:spPr>
            <a:xfrm>
              <a:off x="2432751" y="617377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4" name="pt3294"/>
            <p:cNvSpPr/>
            <p:nvPr/>
          </p:nvSpPr>
          <p:spPr>
            <a:xfrm>
              <a:off x="2644617" y="5575808"/>
              <a:ext cx="93868" cy="9386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5" name="pt3295"/>
            <p:cNvSpPr/>
            <p:nvPr/>
          </p:nvSpPr>
          <p:spPr>
            <a:xfrm>
              <a:off x="2432366" y="5746572"/>
              <a:ext cx="89944" cy="89944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6" name="pt3296"/>
            <p:cNvSpPr/>
            <p:nvPr/>
          </p:nvSpPr>
          <p:spPr>
            <a:xfrm>
              <a:off x="2691160" y="5552746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7" name="pt3297"/>
            <p:cNvSpPr/>
            <p:nvPr/>
          </p:nvSpPr>
          <p:spPr>
            <a:xfrm>
              <a:off x="1738221" y="5454872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8" name="pt3298"/>
            <p:cNvSpPr/>
            <p:nvPr/>
          </p:nvSpPr>
          <p:spPr>
            <a:xfrm>
              <a:off x="2488628" y="5830569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299" name="pt3299"/>
            <p:cNvSpPr/>
            <p:nvPr/>
          </p:nvSpPr>
          <p:spPr>
            <a:xfrm>
              <a:off x="2571860" y="548951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0" name="pt3300"/>
            <p:cNvSpPr/>
            <p:nvPr/>
          </p:nvSpPr>
          <p:spPr>
            <a:xfrm>
              <a:off x="2447871" y="5836279"/>
              <a:ext cx="80678" cy="80678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1" name="pt3301"/>
            <p:cNvSpPr/>
            <p:nvPr/>
          </p:nvSpPr>
          <p:spPr>
            <a:xfrm>
              <a:off x="2612661" y="5384270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2" name="pt3302"/>
            <p:cNvSpPr/>
            <p:nvPr/>
          </p:nvSpPr>
          <p:spPr>
            <a:xfrm>
              <a:off x="2798711" y="6532470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3" name="pt3303"/>
            <p:cNvSpPr/>
            <p:nvPr/>
          </p:nvSpPr>
          <p:spPr>
            <a:xfrm>
              <a:off x="2441101" y="5784314"/>
              <a:ext cx="80678" cy="80678"/>
            </a:xfrm>
            <a:prstGeom prst="ellipse">
              <a:avLst/>
            </a:pr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4" name="pt3304"/>
            <p:cNvSpPr/>
            <p:nvPr/>
          </p:nvSpPr>
          <p:spPr>
            <a:xfrm>
              <a:off x="2618943" y="5502788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5" name="pt3305"/>
            <p:cNvSpPr/>
            <p:nvPr/>
          </p:nvSpPr>
          <p:spPr>
            <a:xfrm>
              <a:off x="1734017" y="5973975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6" name="pt3306"/>
            <p:cNvSpPr/>
            <p:nvPr/>
          </p:nvSpPr>
          <p:spPr>
            <a:xfrm>
              <a:off x="2113355" y="516448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7" name="pt3307"/>
            <p:cNvSpPr/>
            <p:nvPr/>
          </p:nvSpPr>
          <p:spPr>
            <a:xfrm>
              <a:off x="2329759" y="5866210"/>
              <a:ext cx="74834" cy="7483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8" name="pt3308"/>
            <p:cNvSpPr/>
            <p:nvPr/>
          </p:nvSpPr>
          <p:spPr>
            <a:xfrm>
              <a:off x="2729082" y="493451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09" name="pt3309"/>
            <p:cNvSpPr/>
            <p:nvPr/>
          </p:nvSpPr>
          <p:spPr>
            <a:xfrm>
              <a:off x="2483783" y="5792671"/>
              <a:ext cx="80678" cy="80678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0" name="pg3310"/>
            <p:cNvSpPr/>
            <p:nvPr/>
          </p:nvSpPr>
          <p:spPr>
            <a:xfrm>
              <a:off x="3024852" y="504389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1" name="pt3311"/>
            <p:cNvSpPr/>
            <p:nvPr/>
          </p:nvSpPr>
          <p:spPr>
            <a:xfrm>
              <a:off x="2425003" y="5619962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2" name="pt3312"/>
            <p:cNvSpPr/>
            <p:nvPr/>
          </p:nvSpPr>
          <p:spPr>
            <a:xfrm>
              <a:off x="2497558" y="576697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3" name="pt3313"/>
            <p:cNvSpPr/>
            <p:nvPr/>
          </p:nvSpPr>
          <p:spPr>
            <a:xfrm>
              <a:off x="2327295" y="524854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4" name="pt3314"/>
            <p:cNvSpPr/>
            <p:nvPr/>
          </p:nvSpPr>
          <p:spPr>
            <a:xfrm>
              <a:off x="2431799" y="5702686"/>
              <a:ext cx="67219" cy="67219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5" name="pt3315"/>
            <p:cNvSpPr/>
            <p:nvPr/>
          </p:nvSpPr>
          <p:spPr>
            <a:xfrm>
              <a:off x="2411821" y="5578636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6" name="pt3316"/>
            <p:cNvSpPr/>
            <p:nvPr/>
          </p:nvSpPr>
          <p:spPr>
            <a:xfrm>
              <a:off x="2696065" y="5730232"/>
              <a:ext cx="85604" cy="8560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7" name="pt3317"/>
            <p:cNvSpPr/>
            <p:nvPr/>
          </p:nvSpPr>
          <p:spPr>
            <a:xfrm>
              <a:off x="2488528" y="5884664"/>
              <a:ext cx="80678" cy="80678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8" name="pg3318"/>
            <p:cNvSpPr/>
            <p:nvPr/>
          </p:nvSpPr>
          <p:spPr>
            <a:xfrm>
              <a:off x="2438167" y="579068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19" name="pt3319"/>
            <p:cNvSpPr/>
            <p:nvPr/>
          </p:nvSpPr>
          <p:spPr>
            <a:xfrm>
              <a:off x="2429125" y="5794395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0" name="pt3320"/>
            <p:cNvSpPr/>
            <p:nvPr/>
          </p:nvSpPr>
          <p:spPr>
            <a:xfrm>
              <a:off x="2821852" y="5751702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1" name="pt3321"/>
            <p:cNvSpPr/>
            <p:nvPr/>
          </p:nvSpPr>
          <p:spPr>
            <a:xfrm>
              <a:off x="3344255" y="5597468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2" name="pt3322"/>
            <p:cNvSpPr/>
            <p:nvPr/>
          </p:nvSpPr>
          <p:spPr>
            <a:xfrm>
              <a:off x="2448128" y="611868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3" name="pt3323"/>
            <p:cNvSpPr/>
            <p:nvPr/>
          </p:nvSpPr>
          <p:spPr>
            <a:xfrm>
              <a:off x="2760572" y="5490644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4" name="pt3324"/>
            <p:cNvSpPr/>
            <p:nvPr/>
          </p:nvSpPr>
          <p:spPr>
            <a:xfrm>
              <a:off x="2234476" y="5692307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5" name="pt3325"/>
            <p:cNvSpPr/>
            <p:nvPr/>
          </p:nvSpPr>
          <p:spPr>
            <a:xfrm>
              <a:off x="2298680" y="5788407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6" name="pt3326"/>
            <p:cNvSpPr/>
            <p:nvPr/>
          </p:nvSpPr>
          <p:spPr>
            <a:xfrm>
              <a:off x="2614613" y="5318611"/>
              <a:ext cx="85604" cy="8560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7" name="pt3327"/>
            <p:cNvSpPr/>
            <p:nvPr/>
          </p:nvSpPr>
          <p:spPr>
            <a:xfrm>
              <a:off x="2396885" y="5842021"/>
              <a:ext cx="80678" cy="80678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8" name="pt3328"/>
            <p:cNvSpPr/>
            <p:nvPr/>
          </p:nvSpPr>
          <p:spPr>
            <a:xfrm>
              <a:off x="2451686" y="5578648"/>
              <a:ext cx="80678" cy="80678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29" name="pt3329"/>
            <p:cNvSpPr/>
            <p:nvPr/>
          </p:nvSpPr>
          <p:spPr>
            <a:xfrm>
              <a:off x="2545491" y="537812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0" name="pt3330"/>
            <p:cNvSpPr/>
            <p:nvPr/>
          </p:nvSpPr>
          <p:spPr>
            <a:xfrm>
              <a:off x="3364846" y="573778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1" name="pt3331"/>
            <p:cNvSpPr/>
            <p:nvPr/>
          </p:nvSpPr>
          <p:spPr>
            <a:xfrm>
              <a:off x="2465950" y="5583208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2" name="pt3332"/>
            <p:cNvSpPr/>
            <p:nvPr/>
          </p:nvSpPr>
          <p:spPr>
            <a:xfrm>
              <a:off x="2460242" y="5777360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3" name="pt3333"/>
            <p:cNvSpPr/>
            <p:nvPr/>
          </p:nvSpPr>
          <p:spPr>
            <a:xfrm>
              <a:off x="2473279" y="5838851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4" name="pt3334"/>
            <p:cNvSpPr/>
            <p:nvPr/>
          </p:nvSpPr>
          <p:spPr>
            <a:xfrm>
              <a:off x="3139796" y="515564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5" name="pt3335"/>
            <p:cNvSpPr/>
            <p:nvPr/>
          </p:nvSpPr>
          <p:spPr>
            <a:xfrm>
              <a:off x="2845325" y="5659178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6" name="pt3336"/>
            <p:cNvSpPr/>
            <p:nvPr/>
          </p:nvSpPr>
          <p:spPr>
            <a:xfrm>
              <a:off x="2305825" y="5891869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7" name="pt3337"/>
            <p:cNvSpPr/>
            <p:nvPr/>
          </p:nvSpPr>
          <p:spPr>
            <a:xfrm>
              <a:off x="2499016" y="5810117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38" name="pl3338"/>
            <p:cNvSpPr/>
            <p:nvPr/>
          </p:nvSpPr>
          <p:spPr>
            <a:xfrm>
              <a:off x="2398829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39" name="pl3339"/>
            <p:cNvSpPr/>
            <p:nvPr/>
          </p:nvSpPr>
          <p:spPr>
            <a:xfrm>
              <a:off x="2398829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0" name="pl3340"/>
            <p:cNvSpPr/>
            <p:nvPr/>
          </p:nvSpPr>
          <p:spPr>
            <a:xfrm>
              <a:off x="2378171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1" name="pl3341"/>
            <p:cNvSpPr/>
            <p:nvPr/>
          </p:nvSpPr>
          <p:spPr>
            <a:xfrm>
              <a:off x="2378171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2" name="pl3342"/>
            <p:cNvSpPr/>
            <p:nvPr/>
          </p:nvSpPr>
          <p:spPr>
            <a:xfrm>
              <a:off x="2374797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3" name="pl3343"/>
            <p:cNvSpPr/>
            <p:nvPr/>
          </p:nvSpPr>
          <p:spPr>
            <a:xfrm>
              <a:off x="2374797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44" name="pg3344"/>
            <p:cNvSpPr/>
            <p:nvPr/>
          </p:nvSpPr>
          <p:spPr>
            <a:xfrm>
              <a:off x="2450097" y="5726025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45" name="pg3345"/>
            <p:cNvSpPr/>
            <p:nvPr/>
          </p:nvSpPr>
          <p:spPr>
            <a:xfrm>
              <a:off x="2544351" y="602765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46" name="pg3346"/>
            <p:cNvSpPr/>
            <p:nvPr/>
          </p:nvSpPr>
          <p:spPr>
            <a:xfrm>
              <a:off x="2446429" y="55449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47" name="pt3347"/>
            <p:cNvSpPr/>
            <p:nvPr/>
          </p:nvSpPr>
          <p:spPr>
            <a:xfrm>
              <a:off x="2440622" y="5782655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48" name="pt3348"/>
            <p:cNvSpPr/>
            <p:nvPr/>
          </p:nvSpPr>
          <p:spPr>
            <a:xfrm>
              <a:off x="2463975" y="578083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49" name="pt3349"/>
            <p:cNvSpPr/>
            <p:nvPr/>
          </p:nvSpPr>
          <p:spPr>
            <a:xfrm>
              <a:off x="2403580" y="582310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0" name="pt3350"/>
            <p:cNvSpPr/>
            <p:nvPr/>
          </p:nvSpPr>
          <p:spPr>
            <a:xfrm>
              <a:off x="2451383" y="577240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1" name="pt3351"/>
            <p:cNvSpPr/>
            <p:nvPr/>
          </p:nvSpPr>
          <p:spPr>
            <a:xfrm>
              <a:off x="2440930" y="5687190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2" name="pt3352"/>
            <p:cNvSpPr/>
            <p:nvPr/>
          </p:nvSpPr>
          <p:spPr>
            <a:xfrm>
              <a:off x="2487937" y="5810664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3" name="pt3353"/>
            <p:cNvSpPr/>
            <p:nvPr/>
          </p:nvSpPr>
          <p:spPr>
            <a:xfrm>
              <a:off x="2473133" y="5792968"/>
              <a:ext cx="80678" cy="80678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4" name="pl3354"/>
            <p:cNvSpPr/>
            <p:nvPr/>
          </p:nvSpPr>
          <p:spPr>
            <a:xfrm>
              <a:off x="2439723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5" name="pl3355"/>
            <p:cNvSpPr/>
            <p:nvPr/>
          </p:nvSpPr>
          <p:spPr>
            <a:xfrm>
              <a:off x="2439723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6" name="pl3356"/>
            <p:cNvSpPr/>
            <p:nvPr/>
          </p:nvSpPr>
          <p:spPr>
            <a:xfrm>
              <a:off x="2429609" y="5706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7" name="pl3357"/>
            <p:cNvSpPr/>
            <p:nvPr/>
          </p:nvSpPr>
          <p:spPr>
            <a:xfrm>
              <a:off x="2464140" y="56715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58" name="pt3358"/>
            <p:cNvSpPr/>
            <p:nvPr/>
          </p:nvSpPr>
          <p:spPr>
            <a:xfrm>
              <a:off x="2420767" y="578337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59" name="pt3359"/>
            <p:cNvSpPr/>
            <p:nvPr/>
          </p:nvSpPr>
          <p:spPr>
            <a:xfrm>
              <a:off x="1905788" y="5114870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0" name="pt3360"/>
            <p:cNvSpPr/>
            <p:nvPr/>
          </p:nvSpPr>
          <p:spPr>
            <a:xfrm>
              <a:off x="2438012" y="581025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1" name="pt3361"/>
            <p:cNvSpPr/>
            <p:nvPr/>
          </p:nvSpPr>
          <p:spPr>
            <a:xfrm>
              <a:off x="2495325" y="5762775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2" name="pt3362"/>
            <p:cNvSpPr/>
            <p:nvPr/>
          </p:nvSpPr>
          <p:spPr>
            <a:xfrm>
              <a:off x="3223402" y="619894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3" name="pt3363"/>
            <p:cNvSpPr/>
            <p:nvPr/>
          </p:nvSpPr>
          <p:spPr>
            <a:xfrm>
              <a:off x="1872583" y="623404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4" name="pt3364"/>
            <p:cNvSpPr/>
            <p:nvPr/>
          </p:nvSpPr>
          <p:spPr>
            <a:xfrm>
              <a:off x="2518036" y="5753740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5" name="pt3365"/>
            <p:cNvSpPr/>
            <p:nvPr/>
          </p:nvSpPr>
          <p:spPr>
            <a:xfrm>
              <a:off x="3119926" y="543728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6" name="pt3366"/>
            <p:cNvSpPr/>
            <p:nvPr/>
          </p:nvSpPr>
          <p:spPr>
            <a:xfrm>
              <a:off x="2808739" y="5442697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7" name="pt3367"/>
            <p:cNvSpPr/>
            <p:nvPr/>
          </p:nvSpPr>
          <p:spPr>
            <a:xfrm>
              <a:off x="3190366" y="625102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68" name="pl3368"/>
            <p:cNvSpPr/>
            <p:nvPr/>
          </p:nvSpPr>
          <p:spPr>
            <a:xfrm>
              <a:off x="2386982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69" name="pl3369"/>
            <p:cNvSpPr/>
            <p:nvPr/>
          </p:nvSpPr>
          <p:spPr>
            <a:xfrm>
              <a:off x="2386982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0" name="pl3370"/>
            <p:cNvSpPr/>
            <p:nvPr/>
          </p:nvSpPr>
          <p:spPr>
            <a:xfrm>
              <a:off x="2376868" y="50669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1" name="pl3371"/>
            <p:cNvSpPr/>
            <p:nvPr/>
          </p:nvSpPr>
          <p:spPr>
            <a:xfrm>
              <a:off x="2411399" y="50323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72" name="pt3372"/>
            <p:cNvSpPr/>
            <p:nvPr/>
          </p:nvSpPr>
          <p:spPr>
            <a:xfrm>
              <a:off x="2521141" y="5752423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3" name="pt3373"/>
            <p:cNvSpPr/>
            <p:nvPr/>
          </p:nvSpPr>
          <p:spPr>
            <a:xfrm>
              <a:off x="2494474" y="589791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4" name="pt3374"/>
            <p:cNvSpPr/>
            <p:nvPr/>
          </p:nvSpPr>
          <p:spPr>
            <a:xfrm>
              <a:off x="2337397" y="526807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5" name="pt3375"/>
            <p:cNvSpPr/>
            <p:nvPr/>
          </p:nvSpPr>
          <p:spPr>
            <a:xfrm>
              <a:off x="2469013" y="5764487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6" name="pt3376"/>
            <p:cNvSpPr/>
            <p:nvPr/>
          </p:nvSpPr>
          <p:spPr>
            <a:xfrm>
              <a:off x="2847458" y="551052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7" name="pt3377"/>
            <p:cNvSpPr/>
            <p:nvPr/>
          </p:nvSpPr>
          <p:spPr>
            <a:xfrm>
              <a:off x="2471105" y="5771343"/>
              <a:ext cx="67219" cy="67219"/>
            </a:xfrm>
            <a:prstGeom prst="ellipse">
              <a:avLst/>
            </a:pr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8" name="pt3378"/>
            <p:cNvSpPr/>
            <p:nvPr/>
          </p:nvSpPr>
          <p:spPr>
            <a:xfrm>
              <a:off x="2726009" y="5401092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79" name="pt3379"/>
            <p:cNvSpPr/>
            <p:nvPr/>
          </p:nvSpPr>
          <p:spPr>
            <a:xfrm>
              <a:off x="2450833" y="5741667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0" name="pt3380"/>
            <p:cNvSpPr/>
            <p:nvPr/>
          </p:nvSpPr>
          <p:spPr>
            <a:xfrm>
              <a:off x="2510927" y="583826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1" name="pt3381"/>
            <p:cNvSpPr/>
            <p:nvPr/>
          </p:nvSpPr>
          <p:spPr>
            <a:xfrm>
              <a:off x="2501298" y="5772775"/>
              <a:ext cx="67219" cy="67219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2" name="pt3382"/>
            <p:cNvSpPr/>
            <p:nvPr/>
          </p:nvSpPr>
          <p:spPr>
            <a:xfrm>
              <a:off x="2382358" y="5036475"/>
              <a:ext cx="67219" cy="67219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3" name="pt3383"/>
            <p:cNvSpPr/>
            <p:nvPr/>
          </p:nvSpPr>
          <p:spPr>
            <a:xfrm>
              <a:off x="2813424" y="5748890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4" name="pt3384"/>
            <p:cNvSpPr/>
            <p:nvPr/>
          </p:nvSpPr>
          <p:spPr>
            <a:xfrm>
              <a:off x="2468777" y="5760882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5" name="pg3385"/>
            <p:cNvSpPr/>
            <p:nvPr/>
          </p:nvSpPr>
          <p:spPr>
            <a:xfrm>
              <a:off x="2366403" y="565989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6" name="pt3386"/>
            <p:cNvSpPr/>
            <p:nvPr/>
          </p:nvSpPr>
          <p:spPr>
            <a:xfrm>
              <a:off x="2782357" y="576192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7" name="pt3387"/>
            <p:cNvSpPr/>
            <p:nvPr/>
          </p:nvSpPr>
          <p:spPr>
            <a:xfrm>
              <a:off x="2536558" y="5338473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8" name="pt3388"/>
            <p:cNvSpPr/>
            <p:nvPr/>
          </p:nvSpPr>
          <p:spPr>
            <a:xfrm>
              <a:off x="2422264" y="604074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89" name="pt3389"/>
            <p:cNvSpPr/>
            <p:nvPr/>
          </p:nvSpPr>
          <p:spPr>
            <a:xfrm>
              <a:off x="2871439" y="541227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0" name="pt3390"/>
            <p:cNvSpPr/>
            <p:nvPr/>
          </p:nvSpPr>
          <p:spPr>
            <a:xfrm>
              <a:off x="2334375" y="648897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1" name="pt3391"/>
            <p:cNvSpPr/>
            <p:nvPr/>
          </p:nvSpPr>
          <p:spPr>
            <a:xfrm>
              <a:off x="2787270" y="492534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2" name="pg3392"/>
            <p:cNvSpPr/>
            <p:nvPr/>
          </p:nvSpPr>
          <p:spPr>
            <a:xfrm>
              <a:off x="3035294" y="613615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3" name="pt3393"/>
            <p:cNvSpPr/>
            <p:nvPr/>
          </p:nvSpPr>
          <p:spPr>
            <a:xfrm>
              <a:off x="2461171" y="5783988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4" name="pt3394"/>
            <p:cNvSpPr/>
            <p:nvPr/>
          </p:nvSpPr>
          <p:spPr>
            <a:xfrm>
              <a:off x="1976406" y="635994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5" name="pg3395"/>
            <p:cNvSpPr/>
            <p:nvPr/>
          </p:nvSpPr>
          <p:spPr>
            <a:xfrm>
              <a:off x="2521480" y="535823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6" name="pt3396"/>
            <p:cNvSpPr/>
            <p:nvPr/>
          </p:nvSpPr>
          <p:spPr>
            <a:xfrm>
              <a:off x="1739184" y="5447379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7" name="pt3397"/>
            <p:cNvSpPr/>
            <p:nvPr/>
          </p:nvSpPr>
          <p:spPr>
            <a:xfrm>
              <a:off x="2526659" y="5882437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8" name="pt3398"/>
            <p:cNvSpPr/>
            <p:nvPr/>
          </p:nvSpPr>
          <p:spPr>
            <a:xfrm>
              <a:off x="2049056" y="510972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399" name="pt3399"/>
            <p:cNvSpPr/>
            <p:nvPr/>
          </p:nvSpPr>
          <p:spPr>
            <a:xfrm>
              <a:off x="2840915" y="5621364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0" name="pt3400"/>
            <p:cNvSpPr/>
            <p:nvPr/>
          </p:nvSpPr>
          <p:spPr>
            <a:xfrm>
              <a:off x="2572138" y="552855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1" name="pt3401"/>
            <p:cNvSpPr/>
            <p:nvPr/>
          </p:nvSpPr>
          <p:spPr>
            <a:xfrm>
              <a:off x="2484952" y="576518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2" name="pg3402"/>
            <p:cNvSpPr/>
            <p:nvPr/>
          </p:nvSpPr>
          <p:spPr>
            <a:xfrm>
              <a:off x="2697389" y="538736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3" name="pt3403"/>
            <p:cNvSpPr/>
            <p:nvPr/>
          </p:nvSpPr>
          <p:spPr>
            <a:xfrm>
              <a:off x="2707284" y="5812661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4" name="pt3404"/>
            <p:cNvSpPr/>
            <p:nvPr/>
          </p:nvSpPr>
          <p:spPr>
            <a:xfrm>
              <a:off x="1903850" y="5107802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5" name="pt3405"/>
            <p:cNvSpPr/>
            <p:nvPr/>
          </p:nvSpPr>
          <p:spPr>
            <a:xfrm>
              <a:off x="2530590" y="587744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6" name="pt3406"/>
            <p:cNvSpPr/>
            <p:nvPr/>
          </p:nvSpPr>
          <p:spPr>
            <a:xfrm>
              <a:off x="2814027" y="5661455"/>
              <a:ext cx="85604" cy="8560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7" name="pt3407"/>
            <p:cNvSpPr/>
            <p:nvPr/>
          </p:nvSpPr>
          <p:spPr>
            <a:xfrm>
              <a:off x="2893684" y="567864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8" name="pt3408"/>
            <p:cNvSpPr/>
            <p:nvPr/>
          </p:nvSpPr>
          <p:spPr>
            <a:xfrm>
              <a:off x="2836616" y="5507613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09" name="pt3409"/>
            <p:cNvSpPr/>
            <p:nvPr/>
          </p:nvSpPr>
          <p:spPr>
            <a:xfrm>
              <a:off x="2389298" y="5569307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0" name="pt3410"/>
            <p:cNvSpPr/>
            <p:nvPr/>
          </p:nvSpPr>
          <p:spPr>
            <a:xfrm>
              <a:off x="2456627" y="5783784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1" name="pt3411"/>
            <p:cNvSpPr/>
            <p:nvPr/>
          </p:nvSpPr>
          <p:spPr>
            <a:xfrm>
              <a:off x="2569689" y="590442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2" name="pt3412"/>
            <p:cNvSpPr/>
            <p:nvPr/>
          </p:nvSpPr>
          <p:spPr>
            <a:xfrm>
              <a:off x="2859991" y="4977205"/>
              <a:ext cx="48833" cy="48833"/>
            </a:xfrm>
            <a:prstGeom prst="ellipse">
              <a:avLst/>
            </a:prstGeom>
            <a:solidFill>
              <a:srgbClr val="D95F02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3" name="pt3413"/>
            <p:cNvSpPr/>
            <p:nvPr/>
          </p:nvSpPr>
          <p:spPr>
            <a:xfrm>
              <a:off x="1919127" y="5122426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4" name="pt3414"/>
            <p:cNvSpPr/>
            <p:nvPr/>
          </p:nvSpPr>
          <p:spPr>
            <a:xfrm>
              <a:off x="2488149" y="5814877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5" name="pt3415"/>
            <p:cNvSpPr/>
            <p:nvPr/>
          </p:nvSpPr>
          <p:spPr>
            <a:xfrm>
              <a:off x="2451259" y="5770547"/>
              <a:ext cx="80678" cy="80678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6" name="pt3416"/>
            <p:cNvSpPr/>
            <p:nvPr/>
          </p:nvSpPr>
          <p:spPr>
            <a:xfrm>
              <a:off x="2454374" y="5790145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7" name="pt3417"/>
            <p:cNvSpPr/>
            <p:nvPr/>
          </p:nvSpPr>
          <p:spPr>
            <a:xfrm>
              <a:off x="2402415" y="609092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8" name="pt3418"/>
            <p:cNvSpPr/>
            <p:nvPr/>
          </p:nvSpPr>
          <p:spPr>
            <a:xfrm>
              <a:off x="1743768" y="601514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19" name="pt3419"/>
            <p:cNvSpPr/>
            <p:nvPr/>
          </p:nvSpPr>
          <p:spPr>
            <a:xfrm>
              <a:off x="2331496" y="6480434"/>
              <a:ext cx="67219" cy="67219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0" name="pt3420"/>
            <p:cNvSpPr/>
            <p:nvPr/>
          </p:nvSpPr>
          <p:spPr>
            <a:xfrm>
              <a:off x="2417567" y="4908560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1" name="pt3421"/>
            <p:cNvSpPr/>
            <p:nvPr/>
          </p:nvSpPr>
          <p:spPr>
            <a:xfrm>
              <a:off x="2443734" y="5774535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2" name="pt3422"/>
            <p:cNvSpPr/>
            <p:nvPr/>
          </p:nvSpPr>
          <p:spPr>
            <a:xfrm>
              <a:off x="2545177" y="628412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3" name="pl3423"/>
            <p:cNvSpPr/>
            <p:nvPr/>
          </p:nvSpPr>
          <p:spPr>
            <a:xfrm>
              <a:off x="2545177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4" name="pl3424"/>
            <p:cNvSpPr/>
            <p:nvPr/>
          </p:nvSpPr>
          <p:spPr>
            <a:xfrm>
              <a:off x="2545177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25" name="pt3425"/>
            <p:cNvSpPr/>
            <p:nvPr/>
          </p:nvSpPr>
          <p:spPr>
            <a:xfrm>
              <a:off x="2467222" y="5781584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6" name="pt3426"/>
            <p:cNvSpPr/>
            <p:nvPr/>
          </p:nvSpPr>
          <p:spPr>
            <a:xfrm>
              <a:off x="2350619" y="564772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7" name="pg3427"/>
            <p:cNvSpPr/>
            <p:nvPr/>
          </p:nvSpPr>
          <p:spPr>
            <a:xfrm>
              <a:off x="2564758" y="5694523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8" name="pg3428"/>
            <p:cNvSpPr/>
            <p:nvPr/>
          </p:nvSpPr>
          <p:spPr>
            <a:xfrm>
              <a:off x="2569181" y="55229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29" name="pt3429"/>
            <p:cNvSpPr/>
            <p:nvPr/>
          </p:nvSpPr>
          <p:spPr>
            <a:xfrm>
              <a:off x="2456706" y="600983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0" name="pg3430"/>
            <p:cNvSpPr/>
            <p:nvPr/>
          </p:nvSpPr>
          <p:spPr>
            <a:xfrm>
              <a:off x="2439901" y="581272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1" name="pt3431"/>
            <p:cNvSpPr/>
            <p:nvPr/>
          </p:nvSpPr>
          <p:spPr>
            <a:xfrm>
              <a:off x="2516038" y="5847798"/>
              <a:ext cx="74834" cy="7483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2" name="pg3432"/>
            <p:cNvSpPr/>
            <p:nvPr/>
          </p:nvSpPr>
          <p:spPr>
            <a:xfrm>
              <a:off x="2375880" y="568410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3" name="pt3433"/>
            <p:cNvSpPr/>
            <p:nvPr/>
          </p:nvSpPr>
          <p:spPr>
            <a:xfrm>
              <a:off x="2625445" y="5734654"/>
              <a:ext cx="48833" cy="48833"/>
            </a:xfrm>
            <a:prstGeom prst="ellipse">
              <a:avLst/>
            </a:prstGeom>
            <a:solidFill>
              <a:srgbClr val="D95F02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4" name="pt3434"/>
            <p:cNvSpPr/>
            <p:nvPr/>
          </p:nvSpPr>
          <p:spPr>
            <a:xfrm>
              <a:off x="2446979" y="580167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5" name="pt3435"/>
            <p:cNvSpPr/>
            <p:nvPr/>
          </p:nvSpPr>
          <p:spPr>
            <a:xfrm>
              <a:off x="2486274" y="5797933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6" name="pt3436"/>
            <p:cNvSpPr/>
            <p:nvPr/>
          </p:nvSpPr>
          <p:spPr>
            <a:xfrm>
              <a:off x="2434391" y="6064944"/>
              <a:ext cx="85604" cy="8560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7" name="pt3437"/>
            <p:cNvSpPr/>
            <p:nvPr/>
          </p:nvSpPr>
          <p:spPr>
            <a:xfrm>
              <a:off x="2560697" y="573609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8" name="pt3438"/>
            <p:cNvSpPr/>
            <p:nvPr/>
          </p:nvSpPr>
          <p:spPr>
            <a:xfrm>
              <a:off x="3333865" y="592764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39" name="pt3439"/>
            <p:cNvSpPr/>
            <p:nvPr/>
          </p:nvSpPr>
          <p:spPr>
            <a:xfrm>
              <a:off x="1846109" y="608187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0" name="pt3440"/>
            <p:cNvSpPr/>
            <p:nvPr/>
          </p:nvSpPr>
          <p:spPr>
            <a:xfrm>
              <a:off x="1990936" y="507574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1" name="pt3441"/>
            <p:cNvSpPr/>
            <p:nvPr/>
          </p:nvSpPr>
          <p:spPr>
            <a:xfrm>
              <a:off x="2424478" y="575933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2" name="pt3442"/>
            <p:cNvSpPr/>
            <p:nvPr/>
          </p:nvSpPr>
          <p:spPr>
            <a:xfrm>
              <a:off x="2493228" y="5817490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3" name="pt3443"/>
            <p:cNvSpPr/>
            <p:nvPr/>
          </p:nvSpPr>
          <p:spPr>
            <a:xfrm>
              <a:off x="2513739" y="5830241"/>
              <a:ext cx="48833" cy="48833"/>
            </a:xfrm>
            <a:prstGeom prst="ellipse">
              <a:avLst/>
            </a:prstGeom>
            <a:solidFill>
              <a:srgbClr val="E7298A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4" name="pt3444"/>
            <p:cNvSpPr/>
            <p:nvPr/>
          </p:nvSpPr>
          <p:spPr>
            <a:xfrm>
              <a:off x="2359017" y="565755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5" name="pt3445"/>
            <p:cNvSpPr/>
            <p:nvPr/>
          </p:nvSpPr>
          <p:spPr>
            <a:xfrm>
              <a:off x="2447258" y="612915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6" name="pt3446"/>
            <p:cNvSpPr/>
            <p:nvPr/>
          </p:nvSpPr>
          <p:spPr>
            <a:xfrm>
              <a:off x="2600187" y="548906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7" name="pt3447"/>
            <p:cNvSpPr/>
            <p:nvPr/>
          </p:nvSpPr>
          <p:spPr>
            <a:xfrm>
              <a:off x="2729088" y="494688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8" name="pg3448"/>
            <p:cNvSpPr/>
            <p:nvPr/>
          </p:nvSpPr>
          <p:spPr>
            <a:xfrm>
              <a:off x="1745495" y="600366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49" name="pt3449"/>
            <p:cNvSpPr/>
            <p:nvPr/>
          </p:nvSpPr>
          <p:spPr>
            <a:xfrm>
              <a:off x="2893899" y="566723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0" name="pt3450"/>
            <p:cNvSpPr/>
            <p:nvPr/>
          </p:nvSpPr>
          <p:spPr>
            <a:xfrm>
              <a:off x="1765620" y="604366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1" name="pt3451"/>
            <p:cNvSpPr/>
            <p:nvPr/>
          </p:nvSpPr>
          <p:spPr>
            <a:xfrm>
              <a:off x="2493765" y="5582579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2" name="pt3452"/>
            <p:cNvSpPr/>
            <p:nvPr/>
          </p:nvSpPr>
          <p:spPr>
            <a:xfrm>
              <a:off x="3357673" y="5709576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3" name="pt3453"/>
            <p:cNvSpPr/>
            <p:nvPr/>
          </p:nvSpPr>
          <p:spPr>
            <a:xfrm>
              <a:off x="2800696" y="565804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4" name="pt3454"/>
            <p:cNvSpPr/>
            <p:nvPr/>
          </p:nvSpPr>
          <p:spPr>
            <a:xfrm>
              <a:off x="2546876" y="5816522"/>
              <a:ext cx="74834" cy="74834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55" name="pl3455"/>
            <p:cNvSpPr/>
            <p:nvPr/>
          </p:nvSpPr>
          <p:spPr>
            <a:xfrm>
              <a:off x="2444112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6" name="pl3456"/>
            <p:cNvSpPr/>
            <p:nvPr/>
          </p:nvSpPr>
          <p:spPr>
            <a:xfrm>
              <a:off x="2444112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7" name="pl3457"/>
            <p:cNvSpPr/>
            <p:nvPr/>
          </p:nvSpPr>
          <p:spPr>
            <a:xfrm>
              <a:off x="2411795" y="5853043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8" name="pl3458"/>
            <p:cNvSpPr/>
            <p:nvPr/>
          </p:nvSpPr>
          <p:spPr>
            <a:xfrm>
              <a:off x="2522131" y="5742707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59" name="pt3459"/>
            <p:cNvSpPr/>
            <p:nvPr/>
          </p:nvSpPr>
          <p:spPr>
            <a:xfrm>
              <a:off x="1909740" y="628070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0" name="pt3460"/>
            <p:cNvSpPr/>
            <p:nvPr/>
          </p:nvSpPr>
          <p:spPr>
            <a:xfrm>
              <a:off x="2722733" y="5395526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1" name="pt3461"/>
            <p:cNvSpPr/>
            <p:nvPr/>
          </p:nvSpPr>
          <p:spPr>
            <a:xfrm>
              <a:off x="2375933" y="5878646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2" name="pt3462"/>
            <p:cNvSpPr/>
            <p:nvPr/>
          </p:nvSpPr>
          <p:spPr>
            <a:xfrm>
              <a:off x="2629421" y="5812198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3" name="pt3463"/>
            <p:cNvSpPr/>
            <p:nvPr/>
          </p:nvSpPr>
          <p:spPr>
            <a:xfrm>
              <a:off x="2403865" y="5859116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4" name="pl3464"/>
            <p:cNvSpPr/>
            <p:nvPr/>
          </p:nvSpPr>
          <p:spPr>
            <a:xfrm>
              <a:off x="2457111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5" name="pl3465"/>
            <p:cNvSpPr/>
            <p:nvPr/>
          </p:nvSpPr>
          <p:spPr>
            <a:xfrm>
              <a:off x="2457111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6" name="pl3466"/>
            <p:cNvSpPr/>
            <p:nvPr/>
          </p:nvSpPr>
          <p:spPr>
            <a:xfrm>
              <a:off x="2439382" y="5882998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7" name="pl3467"/>
            <p:cNvSpPr/>
            <p:nvPr/>
          </p:nvSpPr>
          <p:spPr>
            <a:xfrm>
              <a:off x="2499914" y="5822467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68" name="pg3468"/>
            <p:cNvSpPr/>
            <p:nvPr/>
          </p:nvSpPr>
          <p:spPr>
            <a:xfrm>
              <a:off x="2459292" y="593437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69" name="pt3469"/>
            <p:cNvSpPr/>
            <p:nvPr/>
          </p:nvSpPr>
          <p:spPr>
            <a:xfrm>
              <a:off x="2698902" y="558468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0" name="pg3470"/>
            <p:cNvSpPr/>
            <p:nvPr/>
          </p:nvSpPr>
          <p:spPr>
            <a:xfrm>
              <a:off x="2635753" y="57726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1" name="pg3471"/>
            <p:cNvSpPr/>
            <p:nvPr/>
          </p:nvSpPr>
          <p:spPr>
            <a:xfrm>
              <a:off x="2643087" y="57695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2" name="pt3472"/>
            <p:cNvSpPr/>
            <p:nvPr/>
          </p:nvSpPr>
          <p:spPr>
            <a:xfrm>
              <a:off x="1815345" y="543247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3" name="pt3473"/>
            <p:cNvSpPr/>
            <p:nvPr/>
          </p:nvSpPr>
          <p:spPr>
            <a:xfrm>
              <a:off x="2492120" y="5808639"/>
              <a:ext cx="80678" cy="80678"/>
            </a:xfrm>
            <a:prstGeom prst="ellipse">
              <a:avLst/>
            </a:prstGeom>
            <a:solidFill>
              <a:srgbClr val="7570B3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4" name="pg3474"/>
            <p:cNvSpPr/>
            <p:nvPr/>
          </p:nvSpPr>
          <p:spPr>
            <a:xfrm>
              <a:off x="2760611" y="5477955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5" name="pt3475"/>
            <p:cNvSpPr/>
            <p:nvPr/>
          </p:nvSpPr>
          <p:spPr>
            <a:xfrm>
              <a:off x="2551124" y="5751621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6" name="pt3476"/>
            <p:cNvSpPr/>
            <p:nvPr/>
          </p:nvSpPr>
          <p:spPr>
            <a:xfrm>
              <a:off x="2468693" y="5788511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7" name="pt3477"/>
            <p:cNvSpPr/>
            <p:nvPr/>
          </p:nvSpPr>
          <p:spPr>
            <a:xfrm>
              <a:off x="2487710" y="5808690"/>
              <a:ext cx="67219" cy="67219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8" name="pt3478"/>
            <p:cNvSpPr/>
            <p:nvPr/>
          </p:nvSpPr>
          <p:spPr>
            <a:xfrm>
              <a:off x="2109202" y="5175905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79" name="pt3479"/>
            <p:cNvSpPr/>
            <p:nvPr/>
          </p:nvSpPr>
          <p:spPr>
            <a:xfrm>
              <a:off x="2648822" y="656509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0" name="pt3480"/>
            <p:cNvSpPr/>
            <p:nvPr/>
          </p:nvSpPr>
          <p:spPr>
            <a:xfrm>
              <a:off x="3196703" y="621816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1" name="pt3481"/>
            <p:cNvSpPr/>
            <p:nvPr/>
          </p:nvSpPr>
          <p:spPr>
            <a:xfrm>
              <a:off x="2803149" y="5658799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2" name="pt3482"/>
            <p:cNvSpPr/>
            <p:nvPr/>
          </p:nvSpPr>
          <p:spPr>
            <a:xfrm>
              <a:off x="2763695" y="554999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3" name="pl3483"/>
            <p:cNvSpPr/>
            <p:nvPr/>
          </p:nvSpPr>
          <p:spPr>
            <a:xfrm>
              <a:off x="2461820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4" name="pl3484"/>
            <p:cNvSpPr/>
            <p:nvPr/>
          </p:nvSpPr>
          <p:spPr>
            <a:xfrm>
              <a:off x="2461820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5" name="pl3485"/>
            <p:cNvSpPr/>
            <p:nvPr/>
          </p:nvSpPr>
          <p:spPr>
            <a:xfrm>
              <a:off x="2451706" y="58233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6" name="pl3486"/>
            <p:cNvSpPr/>
            <p:nvPr/>
          </p:nvSpPr>
          <p:spPr>
            <a:xfrm>
              <a:off x="2486237" y="578883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87" name="pt3487"/>
            <p:cNvSpPr/>
            <p:nvPr/>
          </p:nvSpPr>
          <p:spPr>
            <a:xfrm>
              <a:off x="1874416" y="6253355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8" name="pt3488"/>
            <p:cNvSpPr/>
            <p:nvPr/>
          </p:nvSpPr>
          <p:spPr>
            <a:xfrm>
              <a:off x="2474731" y="5861852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89" name="pt3489"/>
            <p:cNvSpPr/>
            <p:nvPr/>
          </p:nvSpPr>
          <p:spPr>
            <a:xfrm>
              <a:off x="2472298" y="5774835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0" name="pt3490"/>
            <p:cNvSpPr/>
            <p:nvPr/>
          </p:nvSpPr>
          <p:spPr>
            <a:xfrm>
              <a:off x="2517019" y="490128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1" name="pg3491"/>
            <p:cNvSpPr/>
            <p:nvPr/>
          </p:nvSpPr>
          <p:spPr>
            <a:xfrm>
              <a:off x="2563399" y="54993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2" name="pt3492"/>
            <p:cNvSpPr/>
            <p:nvPr/>
          </p:nvSpPr>
          <p:spPr>
            <a:xfrm>
              <a:off x="2693366" y="655749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3" name="pl3493"/>
            <p:cNvSpPr/>
            <p:nvPr/>
          </p:nvSpPr>
          <p:spPr>
            <a:xfrm>
              <a:off x="2571416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4" name="pl3494"/>
            <p:cNvSpPr/>
            <p:nvPr/>
          </p:nvSpPr>
          <p:spPr>
            <a:xfrm>
              <a:off x="2571416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5" name="pl3495"/>
            <p:cNvSpPr/>
            <p:nvPr/>
          </p:nvSpPr>
          <p:spPr>
            <a:xfrm>
              <a:off x="2561302" y="53977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6" name="pl3496"/>
            <p:cNvSpPr/>
            <p:nvPr/>
          </p:nvSpPr>
          <p:spPr>
            <a:xfrm>
              <a:off x="2595832" y="53631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97" name="pg3497"/>
            <p:cNvSpPr/>
            <p:nvPr/>
          </p:nvSpPr>
          <p:spPr>
            <a:xfrm>
              <a:off x="2463115" y="591983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8" name="pt3498"/>
            <p:cNvSpPr/>
            <p:nvPr/>
          </p:nvSpPr>
          <p:spPr>
            <a:xfrm>
              <a:off x="2071174" y="5172750"/>
              <a:ext cx="48833" cy="48833"/>
            </a:xfrm>
            <a:prstGeom prst="ellipse">
              <a:avLst/>
            </a:prstGeom>
            <a:solidFill>
              <a:srgbClr val="1B9E77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499" name="pg3499"/>
            <p:cNvSpPr/>
            <p:nvPr/>
          </p:nvSpPr>
          <p:spPr>
            <a:xfrm>
              <a:off x="2510518" y="65683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0" name="pt3500"/>
            <p:cNvSpPr/>
            <p:nvPr/>
          </p:nvSpPr>
          <p:spPr>
            <a:xfrm>
              <a:off x="2445388" y="5845626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1" name="pt3501"/>
            <p:cNvSpPr/>
            <p:nvPr/>
          </p:nvSpPr>
          <p:spPr>
            <a:xfrm>
              <a:off x="2851097" y="5530779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2" name="pt3502"/>
            <p:cNvSpPr/>
            <p:nvPr/>
          </p:nvSpPr>
          <p:spPr>
            <a:xfrm>
              <a:off x="2740573" y="547364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3" name="pt3503"/>
            <p:cNvSpPr/>
            <p:nvPr/>
          </p:nvSpPr>
          <p:spPr>
            <a:xfrm>
              <a:off x="1713700" y="566468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4" name="pl3504"/>
            <p:cNvSpPr/>
            <p:nvPr/>
          </p:nvSpPr>
          <p:spPr>
            <a:xfrm>
              <a:off x="2416827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5" name="pl3505"/>
            <p:cNvSpPr/>
            <p:nvPr/>
          </p:nvSpPr>
          <p:spPr>
            <a:xfrm>
              <a:off x="2416827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6" name="pl3506"/>
            <p:cNvSpPr/>
            <p:nvPr/>
          </p:nvSpPr>
          <p:spPr>
            <a:xfrm>
              <a:off x="2406713" y="58019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7" name="pl3507"/>
            <p:cNvSpPr/>
            <p:nvPr/>
          </p:nvSpPr>
          <p:spPr>
            <a:xfrm>
              <a:off x="2441244" y="57674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08" name="pt3508"/>
            <p:cNvSpPr/>
            <p:nvPr/>
          </p:nvSpPr>
          <p:spPr>
            <a:xfrm>
              <a:off x="2965818" y="5471294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09" name="pt3509"/>
            <p:cNvSpPr/>
            <p:nvPr/>
          </p:nvSpPr>
          <p:spPr>
            <a:xfrm>
              <a:off x="2551700" y="6012858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0" name="pt3510"/>
            <p:cNvSpPr/>
            <p:nvPr/>
          </p:nvSpPr>
          <p:spPr>
            <a:xfrm>
              <a:off x="2692863" y="5570919"/>
              <a:ext cx="80678" cy="8067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1" name="pt3511"/>
            <p:cNvSpPr/>
            <p:nvPr/>
          </p:nvSpPr>
          <p:spPr>
            <a:xfrm>
              <a:off x="2340930" y="649878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2" name="pt3512"/>
            <p:cNvSpPr/>
            <p:nvPr/>
          </p:nvSpPr>
          <p:spPr>
            <a:xfrm>
              <a:off x="2436498" y="5847973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3" name="pt3513"/>
            <p:cNvSpPr/>
            <p:nvPr/>
          </p:nvSpPr>
          <p:spPr>
            <a:xfrm>
              <a:off x="2553385" y="5747259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4" name="pt3514"/>
            <p:cNvSpPr/>
            <p:nvPr/>
          </p:nvSpPr>
          <p:spPr>
            <a:xfrm>
              <a:off x="3329579" y="5896220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5" name="pt3515"/>
            <p:cNvSpPr/>
            <p:nvPr/>
          </p:nvSpPr>
          <p:spPr>
            <a:xfrm>
              <a:off x="1697126" y="5649964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6" name="pt3516"/>
            <p:cNvSpPr/>
            <p:nvPr/>
          </p:nvSpPr>
          <p:spPr>
            <a:xfrm>
              <a:off x="2501325" y="5844655"/>
              <a:ext cx="85604" cy="85604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7" name="pt3517"/>
            <p:cNvSpPr/>
            <p:nvPr/>
          </p:nvSpPr>
          <p:spPr>
            <a:xfrm>
              <a:off x="2419864" y="646812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8" name="pt3518"/>
            <p:cNvSpPr/>
            <p:nvPr/>
          </p:nvSpPr>
          <p:spPr>
            <a:xfrm>
              <a:off x="2472756" y="5762397"/>
              <a:ext cx="80678" cy="80678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19" name="pt3519"/>
            <p:cNvSpPr/>
            <p:nvPr/>
          </p:nvSpPr>
          <p:spPr>
            <a:xfrm>
              <a:off x="2237457" y="5692204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0" name="pt3520"/>
            <p:cNvSpPr/>
            <p:nvPr/>
          </p:nvSpPr>
          <p:spPr>
            <a:xfrm>
              <a:off x="2731108" y="5390504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1" name="pt3521"/>
            <p:cNvSpPr/>
            <p:nvPr/>
          </p:nvSpPr>
          <p:spPr>
            <a:xfrm>
              <a:off x="2592628" y="610873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2" name="pt3522"/>
            <p:cNvSpPr/>
            <p:nvPr/>
          </p:nvSpPr>
          <p:spPr>
            <a:xfrm>
              <a:off x="2544815" y="5875287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3" name="pl3523"/>
            <p:cNvSpPr/>
            <p:nvPr/>
          </p:nvSpPr>
          <p:spPr>
            <a:xfrm>
              <a:off x="2529090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4" name="pl3524"/>
            <p:cNvSpPr/>
            <p:nvPr/>
          </p:nvSpPr>
          <p:spPr>
            <a:xfrm>
              <a:off x="2529090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5" name="pl3525"/>
            <p:cNvSpPr/>
            <p:nvPr/>
          </p:nvSpPr>
          <p:spPr>
            <a:xfrm>
              <a:off x="2518977" y="58515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6" name="pl3526"/>
            <p:cNvSpPr/>
            <p:nvPr/>
          </p:nvSpPr>
          <p:spPr>
            <a:xfrm>
              <a:off x="2553507" y="58169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27" name="pt3527"/>
            <p:cNvSpPr/>
            <p:nvPr/>
          </p:nvSpPr>
          <p:spPr>
            <a:xfrm>
              <a:off x="3299237" y="5384021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8" name="pt3528"/>
            <p:cNvSpPr/>
            <p:nvPr/>
          </p:nvSpPr>
          <p:spPr>
            <a:xfrm>
              <a:off x="2505841" y="5783075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29" name="pt3529"/>
            <p:cNvSpPr/>
            <p:nvPr/>
          </p:nvSpPr>
          <p:spPr>
            <a:xfrm>
              <a:off x="3019408" y="506548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0" name="pl3530"/>
            <p:cNvSpPr/>
            <p:nvPr/>
          </p:nvSpPr>
          <p:spPr>
            <a:xfrm>
              <a:off x="3019408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1" name="pl3531"/>
            <p:cNvSpPr/>
            <p:nvPr/>
          </p:nvSpPr>
          <p:spPr>
            <a:xfrm>
              <a:off x="3019408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2" name="pt3532"/>
            <p:cNvSpPr/>
            <p:nvPr/>
          </p:nvSpPr>
          <p:spPr>
            <a:xfrm>
              <a:off x="2482464" y="5790418"/>
              <a:ext cx="74834" cy="74834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33" name="pl3533"/>
            <p:cNvSpPr/>
            <p:nvPr/>
          </p:nvSpPr>
          <p:spPr>
            <a:xfrm>
              <a:off x="2642966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4" name="pl3534"/>
            <p:cNvSpPr/>
            <p:nvPr/>
          </p:nvSpPr>
          <p:spPr>
            <a:xfrm>
              <a:off x="2642966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5" name="pl3535"/>
            <p:cNvSpPr/>
            <p:nvPr/>
          </p:nvSpPr>
          <p:spPr>
            <a:xfrm>
              <a:off x="2632852" y="53446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6" name="pl3536"/>
            <p:cNvSpPr/>
            <p:nvPr/>
          </p:nvSpPr>
          <p:spPr>
            <a:xfrm>
              <a:off x="2667383" y="53101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37" name="pg3537"/>
            <p:cNvSpPr/>
            <p:nvPr/>
          </p:nvSpPr>
          <p:spPr>
            <a:xfrm>
              <a:off x="2555374" y="598405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38" name="pg3538"/>
            <p:cNvSpPr/>
            <p:nvPr/>
          </p:nvSpPr>
          <p:spPr>
            <a:xfrm>
              <a:off x="2627290" y="576062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39" name="pt3539"/>
            <p:cNvSpPr/>
            <p:nvPr/>
          </p:nvSpPr>
          <p:spPr>
            <a:xfrm>
              <a:off x="2450483" y="586948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540" name="pl3540"/>
            <p:cNvSpPr/>
            <p:nvPr/>
          </p:nvSpPr>
          <p:spPr>
            <a:xfrm>
              <a:off x="3003161" y="7893464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1" name="pl3541"/>
            <p:cNvSpPr/>
            <p:nvPr/>
          </p:nvSpPr>
          <p:spPr>
            <a:xfrm>
              <a:off x="3089795" y="7291786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2" name="pl3542"/>
            <p:cNvSpPr/>
            <p:nvPr/>
          </p:nvSpPr>
          <p:spPr>
            <a:xfrm>
              <a:off x="3109383" y="7295881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3" name="pl3543"/>
            <p:cNvSpPr/>
            <p:nvPr/>
          </p:nvSpPr>
          <p:spPr>
            <a:xfrm>
              <a:off x="2606146" y="8073109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4" name="pl3544"/>
            <p:cNvSpPr/>
            <p:nvPr/>
          </p:nvSpPr>
          <p:spPr>
            <a:xfrm>
              <a:off x="2609216" y="7999659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5" name="pl3545"/>
            <p:cNvSpPr/>
            <p:nvPr/>
          </p:nvSpPr>
          <p:spPr>
            <a:xfrm>
              <a:off x="2588599" y="7516625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6" name="pl3546"/>
            <p:cNvSpPr/>
            <p:nvPr/>
          </p:nvSpPr>
          <p:spPr>
            <a:xfrm>
              <a:off x="2980697" y="7857868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7" name="pl3547"/>
            <p:cNvSpPr/>
            <p:nvPr/>
          </p:nvSpPr>
          <p:spPr>
            <a:xfrm>
              <a:off x="2621980" y="8360990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8" name="pl3548"/>
            <p:cNvSpPr/>
            <p:nvPr/>
          </p:nvSpPr>
          <p:spPr>
            <a:xfrm>
              <a:off x="2389205" y="7609300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49" name="pl3549"/>
            <p:cNvSpPr/>
            <p:nvPr/>
          </p:nvSpPr>
          <p:spPr>
            <a:xfrm>
              <a:off x="2597615" y="8077339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0" name="pl3550"/>
            <p:cNvSpPr/>
            <p:nvPr/>
          </p:nvSpPr>
          <p:spPr>
            <a:xfrm>
              <a:off x="2580319" y="8093579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1" name="pl3551"/>
            <p:cNvSpPr/>
            <p:nvPr/>
          </p:nvSpPr>
          <p:spPr>
            <a:xfrm>
              <a:off x="2495302" y="7533025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2" name="pl3552"/>
            <p:cNvSpPr/>
            <p:nvPr/>
          </p:nvSpPr>
          <p:spPr>
            <a:xfrm>
              <a:off x="2244227" y="8443182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3" name="pl3553"/>
            <p:cNvSpPr/>
            <p:nvPr/>
          </p:nvSpPr>
          <p:spPr>
            <a:xfrm>
              <a:off x="2512197" y="7529951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4" name="pl3554"/>
            <p:cNvSpPr/>
            <p:nvPr/>
          </p:nvSpPr>
          <p:spPr>
            <a:xfrm>
              <a:off x="2539545" y="7518560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5" name="pl3555"/>
            <p:cNvSpPr/>
            <p:nvPr/>
          </p:nvSpPr>
          <p:spPr>
            <a:xfrm>
              <a:off x="2429104" y="7578265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6" name="pl3556"/>
            <p:cNvSpPr/>
            <p:nvPr/>
          </p:nvSpPr>
          <p:spPr>
            <a:xfrm>
              <a:off x="2428802" y="7557118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7" name="pl3557"/>
            <p:cNvSpPr/>
            <p:nvPr/>
          </p:nvSpPr>
          <p:spPr>
            <a:xfrm>
              <a:off x="2417932" y="7578265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8" name="pl3558"/>
            <p:cNvSpPr/>
            <p:nvPr/>
          </p:nvSpPr>
          <p:spPr>
            <a:xfrm>
              <a:off x="2429104" y="7577881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59" name="pl3559"/>
            <p:cNvSpPr/>
            <p:nvPr/>
          </p:nvSpPr>
          <p:spPr>
            <a:xfrm>
              <a:off x="2429104" y="7576916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0" name="pl3560"/>
            <p:cNvSpPr/>
            <p:nvPr/>
          </p:nvSpPr>
          <p:spPr>
            <a:xfrm>
              <a:off x="2669937" y="7745125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1" name="pl3561"/>
            <p:cNvSpPr/>
            <p:nvPr/>
          </p:nvSpPr>
          <p:spPr>
            <a:xfrm>
              <a:off x="2465133" y="7514545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2" name="pl3562"/>
            <p:cNvSpPr/>
            <p:nvPr/>
          </p:nvSpPr>
          <p:spPr>
            <a:xfrm>
              <a:off x="2419622" y="7545850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3" name="pl3563"/>
            <p:cNvSpPr/>
            <p:nvPr/>
          </p:nvSpPr>
          <p:spPr>
            <a:xfrm>
              <a:off x="2430842" y="7547531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4" name="pl3564"/>
            <p:cNvSpPr/>
            <p:nvPr/>
          </p:nvSpPr>
          <p:spPr>
            <a:xfrm>
              <a:off x="2156158" y="7076831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5" name="pl3565"/>
            <p:cNvSpPr/>
            <p:nvPr/>
          </p:nvSpPr>
          <p:spPr>
            <a:xfrm>
              <a:off x="2444378" y="7578680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6" name="pl3566"/>
            <p:cNvSpPr/>
            <p:nvPr/>
          </p:nvSpPr>
          <p:spPr>
            <a:xfrm>
              <a:off x="2444003" y="7578680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7" name="pl3567"/>
            <p:cNvSpPr/>
            <p:nvPr/>
          </p:nvSpPr>
          <p:spPr>
            <a:xfrm>
              <a:off x="2444378" y="7578680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8" name="pl3568"/>
            <p:cNvSpPr/>
            <p:nvPr/>
          </p:nvSpPr>
          <p:spPr>
            <a:xfrm>
              <a:off x="2444378" y="7578680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69" name="pl3569"/>
            <p:cNvSpPr/>
            <p:nvPr/>
          </p:nvSpPr>
          <p:spPr>
            <a:xfrm>
              <a:off x="2441800" y="7578680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0" name="pl3570"/>
            <p:cNvSpPr/>
            <p:nvPr/>
          </p:nvSpPr>
          <p:spPr>
            <a:xfrm>
              <a:off x="2444378" y="7578680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1" name="pl3571"/>
            <p:cNvSpPr/>
            <p:nvPr/>
          </p:nvSpPr>
          <p:spPr>
            <a:xfrm>
              <a:off x="2715052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2" name="pl3572"/>
            <p:cNvSpPr/>
            <p:nvPr/>
          </p:nvSpPr>
          <p:spPr>
            <a:xfrm>
              <a:off x="2715052" y="7778132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3" name="pl3573"/>
            <p:cNvSpPr/>
            <p:nvPr/>
          </p:nvSpPr>
          <p:spPr>
            <a:xfrm>
              <a:off x="1980270" y="7241892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4" name="pl3574"/>
            <p:cNvSpPr/>
            <p:nvPr/>
          </p:nvSpPr>
          <p:spPr>
            <a:xfrm>
              <a:off x="1980270" y="7221073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5" name="pl3575"/>
            <p:cNvSpPr/>
            <p:nvPr/>
          </p:nvSpPr>
          <p:spPr>
            <a:xfrm>
              <a:off x="2443077" y="7592070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6" name="pl3576"/>
            <p:cNvSpPr/>
            <p:nvPr/>
          </p:nvSpPr>
          <p:spPr>
            <a:xfrm>
              <a:off x="2860858" y="7086195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7" name="pl3577"/>
            <p:cNvSpPr/>
            <p:nvPr/>
          </p:nvSpPr>
          <p:spPr>
            <a:xfrm>
              <a:off x="2342232" y="7591840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8" name="pl3578"/>
            <p:cNvSpPr/>
            <p:nvPr/>
          </p:nvSpPr>
          <p:spPr>
            <a:xfrm>
              <a:off x="2379466" y="7549324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79" name="pl3579"/>
            <p:cNvSpPr/>
            <p:nvPr/>
          </p:nvSpPr>
          <p:spPr>
            <a:xfrm>
              <a:off x="2366473" y="7035734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0" name="pl3580"/>
            <p:cNvSpPr/>
            <p:nvPr/>
          </p:nvSpPr>
          <p:spPr>
            <a:xfrm>
              <a:off x="1853100" y="7490723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1" name="pl3581"/>
            <p:cNvSpPr/>
            <p:nvPr/>
          </p:nvSpPr>
          <p:spPr>
            <a:xfrm>
              <a:off x="1858792" y="7501657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2" name="pl3582"/>
            <p:cNvSpPr/>
            <p:nvPr/>
          </p:nvSpPr>
          <p:spPr>
            <a:xfrm>
              <a:off x="2115543" y="7855519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3" name="pl3583"/>
            <p:cNvSpPr/>
            <p:nvPr/>
          </p:nvSpPr>
          <p:spPr>
            <a:xfrm>
              <a:off x="2699386" y="8503410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4" name="pl3584"/>
            <p:cNvSpPr/>
            <p:nvPr/>
          </p:nvSpPr>
          <p:spPr>
            <a:xfrm>
              <a:off x="2374666" y="7578913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5" name="pl3585"/>
            <p:cNvSpPr/>
            <p:nvPr/>
          </p:nvSpPr>
          <p:spPr>
            <a:xfrm>
              <a:off x="2374062" y="7561044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6" name="pl3586"/>
            <p:cNvSpPr/>
            <p:nvPr/>
          </p:nvSpPr>
          <p:spPr>
            <a:xfrm>
              <a:off x="2591579" y="7947390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7" name="pl3587"/>
            <p:cNvSpPr/>
            <p:nvPr/>
          </p:nvSpPr>
          <p:spPr>
            <a:xfrm>
              <a:off x="2574533" y="7974496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8" name="pl3588"/>
            <p:cNvSpPr/>
            <p:nvPr/>
          </p:nvSpPr>
          <p:spPr>
            <a:xfrm>
              <a:off x="2406133" y="7533178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89" name="pl3589"/>
            <p:cNvSpPr/>
            <p:nvPr/>
          </p:nvSpPr>
          <p:spPr>
            <a:xfrm>
              <a:off x="2393850" y="7533178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0" name="pl3590"/>
            <p:cNvSpPr/>
            <p:nvPr/>
          </p:nvSpPr>
          <p:spPr>
            <a:xfrm>
              <a:off x="2409263" y="7533178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1" name="pl3591"/>
            <p:cNvSpPr/>
            <p:nvPr/>
          </p:nvSpPr>
          <p:spPr>
            <a:xfrm>
              <a:off x="2400770" y="7520137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2" name="pl3592"/>
            <p:cNvSpPr/>
            <p:nvPr/>
          </p:nvSpPr>
          <p:spPr>
            <a:xfrm>
              <a:off x="2409263" y="7526308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3" name="pl3593"/>
            <p:cNvSpPr/>
            <p:nvPr/>
          </p:nvSpPr>
          <p:spPr>
            <a:xfrm>
              <a:off x="2399591" y="7533178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4" name="pl3594"/>
            <p:cNvSpPr/>
            <p:nvPr/>
          </p:nvSpPr>
          <p:spPr>
            <a:xfrm>
              <a:off x="2419622" y="7510442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5" name="pl3595"/>
            <p:cNvSpPr/>
            <p:nvPr/>
          </p:nvSpPr>
          <p:spPr>
            <a:xfrm>
              <a:off x="2423777" y="7479004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6" name="pl3596"/>
            <p:cNvSpPr/>
            <p:nvPr/>
          </p:nvSpPr>
          <p:spPr>
            <a:xfrm>
              <a:off x="2713660" y="7905033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7" name="pl3597"/>
            <p:cNvSpPr/>
            <p:nvPr/>
          </p:nvSpPr>
          <p:spPr>
            <a:xfrm>
              <a:off x="2723881" y="7905033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8" name="pl3598"/>
            <p:cNvSpPr/>
            <p:nvPr/>
          </p:nvSpPr>
          <p:spPr>
            <a:xfrm>
              <a:off x="2723881" y="7905033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99" name="pl3599"/>
            <p:cNvSpPr/>
            <p:nvPr/>
          </p:nvSpPr>
          <p:spPr>
            <a:xfrm>
              <a:off x="2723881" y="7905033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0" name="pl3600"/>
            <p:cNvSpPr/>
            <p:nvPr/>
          </p:nvSpPr>
          <p:spPr>
            <a:xfrm>
              <a:off x="2723881" y="7905033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1" name="pl3601"/>
            <p:cNvSpPr/>
            <p:nvPr/>
          </p:nvSpPr>
          <p:spPr>
            <a:xfrm>
              <a:off x="2723881" y="7905033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2" name="pl3602"/>
            <p:cNvSpPr/>
            <p:nvPr/>
          </p:nvSpPr>
          <p:spPr>
            <a:xfrm>
              <a:off x="2645013" y="7905033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3" name="pl3603"/>
            <p:cNvSpPr/>
            <p:nvPr/>
          </p:nvSpPr>
          <p:spPr>
            <a:xfrm>
              <a:off x="2723881" y="7905033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4" name="pl3604"/>
            <p:cNvSpPr/>
            <p:nvPr/>
          </p:nvSpPr>
          <p:spPr>
            <a:xfrm>
              <a:off x="2723881" y="7892802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5" name="pl3605"/>
            <p:cNvSpPr/>
            <p:nvPr/>
          </p:nvSpPr>
          <p:spPr>
            <a:xfrm>
              <a:off x="2723881" y="7905033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6" name="pl3606"/>
            <p:cNvSpPr/>
            <p:nvPr/>
          </p:nvSpPr>
          <p:spPr>
            <a:xfrm>
              <a:off x="2723881" y="7905033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7" name="pl3607"/>
            <p:cNvSpPr/>
            <p:nvPr/>
          </p:nvSpPr>
          <p:spPr>
            <a:xfrm>
              <a:off x="2723881" y="7895842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8" name="pl3608"/>
            <p:cNvSpPr/>
            <p:nvPr/>
          </p:nvSpPr>
          <p:spPr>
            <a:xfrm>
              <a:off x="2719963" y="7905033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09" name="pl3609"/>
            <p:cNvSpPr/>
            <p:nvPr/>
          </p:nvSpPr>
          <p:spPr>
            <a:xfrm>
              <a:off x="2708547" y="7905033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0" name="pl3610"/>
            <p:cNvSpPr/>
            <p:nvPr/>
          </p:nvSpPr>
          <p:spPr>
            <a:xfrm>
              <a:off x="2723881" y="7905033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1" name="pl3611"/>
            <p:cNvSpPr/>
            <p:nvPr/>
          </p:nvSpPr>
          <p:spPr>
            <a:xfrm>
              <a:off x="2723881" y="7905033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2" name="pl3612"/>
            <p:cNvSpPr/>
            <p:nvPr/>
          </p:nvSpPr>
          <p:spPr>
            <a:xfrm>
              <a:off x="2723881" y="7905033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3" name="pl3613"/>
            <p:cNvSpPr/>
            <p:nvPr/>
          </p:nvSpPr>
          <p:spPr>
            <a:xfrm>
              <a:off x="2503656" y="7520217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4" name="pl3614"/>
            <p:cNvSpPr/>
            <p:nvPr/>
          </p:nvSpPr>
          <p:spPr>
            <a:xfrm>
              <a:off x="2452137" y="7475467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5" name="pl3615"/>
            <p:cNvSpPr/>
            <p:nvPr/>
          </p:nvSpPr>
          <p:spPr>
            <a:xfrm>
              <a:off x="2452137" y="7463320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6" name="pl3616"/>
            <p:cNvSpPr/>
            <p:nvPr/>
          </p:nvSpPr>
          <p:spPr>
            <a:xfrm>
              <a:off x="2442884" y="7510382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7" name="pl3617"/>
            <p:cNvSpPr/>
            <p:nvPr/>
          </p:nvSpPr>
          <p:spPr>
            <a:xfrm>
              <a:off x="2421278" y="7510382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8" name="pl3618"/>
            <p:cNvSpPr/>
            <p:nvPr/>
          </p:nvSpPr>
          <p:spPr>
            <a:xfrm>
              <a:off x="2452137" y="7494820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19" name="pl3619"/>
            <p:cNvSpPr/>
            <p:nvPr/>
          </p:nvSpPr>
          <p:spPr>
            <a:xfrm>
              <a:off x="2452137" y="7498427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0" name="pl3620"/>
            <p:cNvSpPr/>
            <p:nvPr/>
          </p:nvSpPr>
          <p:spPr>
            <a:xfrm>
              <a:off x="2452137" y="7471413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1" name="pl3621"/>
            <p:cNvSpPr/>
            <p:nvPr/>
          </p:nvSpPr>
          <p:spPr>
            <a:xfrm>
              <a:off x="2452137" y="7503921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2" name="pl3622"/>
            <p:cNvSpPr/>
            <p:nvPr/>
          </p:nvSpPr>
          <p:spPr>
            <a:xfrm>
              <a:off x="2428802" y="7510382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3" name="pl3623"/>
            <p:cNvSpPr/>
            <p:nvPr/>
          </p:nvSpPr>
          <p:spPr>
            <a:xfrm>
              <a:off x="2430552" y="7510382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4" name="pl3624"/>
            <p:cNvSpPr/>
            <p:nvPr/>
          </p:nvSpPr>
          <p:spPr>
            <a:xfrm>
              <a:off x="2452137" y="7510382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5" name="pl3625"/>
            <p:cNvSpPr/>
            <p:nvPr/>
          </p:nvSpPr>
          <p:spPr>
            <a:xfrm>
              <a:off x="2309682" y="7578660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6" name="pl3626"/>
            <p:cNvSpPr/>
            <p:nvPr/>
          </p:nvSpPr>
          <p:spPr>
            <a:xfrm>
              <a:off x="2367655" y="7590376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7" name="pl3627"/>
            <p:cNvSpPr/>
            <p:nvPr/>
          </p:nvSpPr>
          <p:spPr>
            <a:xfrm>
              <a:off x="2486737" y="7540586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8" name="pl3628"/>
            <p:cNvSpPr/>
            <p:nvPr/>
          </p:nvSpPr>
          <p:spPr>
            <a:xfrm>
              <a:off x="2183520" y="7438503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29" name="pl3629"/>
            <p:cNvSpPr/>
            <p:nvPr/>
          </p:nvSpPr>
          <p:spPr>
            <a:xfrm>
              <a:off x="2936758" y="7131556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0" name="pl3630"/>
            <p:cNvSpPr/>
            <p:nvPr/>
          </p:nvSpPr>
          <p:spPr>
            <a:xfrm>
              <a:off x="1980270" y="7241892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1" name="pl3631"/>
            <p:cNvSpPr/>
            <p:nvPr/>
          </p:nvSpPr>
          <p:spPr>
            <a:xfrm>
              <a:off x="2640824" y="7887879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2" name="pl3632"/>
            <p:cNvSpPr/>
            <p:nvPr/>
          </p:nvSpPr>
          <p:spPr>
            <a:xfrm>
              <a:off x="2661880" y="7745106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3" name="pl3633"/>
            <p:cNvSpPr/>
            <p:nvPr/>
          </p:nvSpPr>
          <p:spPr>
            <a:xfrm>
              <a:off x="2661880" y="7870362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4" name="pl3634"/>
            <p:cNvSpPr/>
            <p:nvPr/>
          </p:nvSpPr>
          <p:spPr>
            <a:xfrm>
              <a:off x="2603174" y="8343547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5" name="pl3635"/>
            <p:cNvSpPr/>
            <p:nvPr/>
          </p:nvSpPr>
          <p:spPr>
            <a:xfrm>
              <a:off x="2607716" y="8343547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6" name="pl3636"/>
            <p:cNvSpPr/>
            <p:nvPr/>
          </p:nvSpPr>
          <p:spPr>
            <a:xfrm>
              <a:off x="2607365" y="8304185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7" name="pl3637"/>
            <p:cNvSpPr/>
            <p:nvPr/>
          </p:nvSpPr>
          <p:spPr>
            <a:xfrm>
              <a:off x="2605020" y="8343547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8" name="pl3638"/>
            <p:cNvSpPr/>
            <p:nvPr/>
          </p:nvSpPr>
          <p:spPr>
            <a:xfrm>
              <a:off x="2584685" y="8343547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39" name="pl3639"/>
            <p:cNvSpPr/>
            <p:nvPr/>
          </p:nvSpPr>
          <p:spPr>
            <a:xfrm>
              <a:off x="2607716" y="8336766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0" name="pl3640"/>
            <p:cNvSpPr/>
            <p:nvPr/>
          </p:nvSpPr>
          <p:spPr>
            <a:xfrm>
              <a:off x="2465294" y="7451497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1" name="pl3641"/>
            <p:cNvSpPr/>
            <p:nvPr/>
          </p:nvSpPr>
          <p:spPr>
            <a:xfrm>
              <a:off x="1865545" y="8081157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2" name="pl3642"/>
            <p:cNvSpPr/>
            <p:nvPr/>
          </p:nvSpPr>
          <p:spPr>
            <a:xfrm>
              <a:off x="2737886" y="7693279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3" name="pl3643"/>
            <p:cNvSpPr/>
            <p:nvPr/>
          </p:nvSpPr>
          <p:spPr>
            <a:xfrm>
              <a:off x="2728174" y="7726341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4" name="pl3644"/>
            <p:cNvSpPr/>
            <p:nvPr/>
          </p:nvSpPr>
          <p:spPr>
            <a:xfrm>
              <a:off x="2723378" y="7700908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5" name="pl3645"/>
            <p:cNvSpPr/>
            <p:nvPr/>
          </p:nvSpPr>
          <p:spPr>
            <a:xfrm>
              <a:off x="2728142" y="7710686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6" name="pl3646"/>
            <p:cNvSpPr/>
            <p:nvPr/>
          </p:nvSpPr>
          <p:spPr>
            <a:xfrm>
              <a:off x="2737886" y="7726341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7" name="pl3647"/>
            <p:cNvSpPr/>
            <p:nvPr/>
          </p:nvSpPr>
          <p:spPr>
            <a:xfrm>
              <a:off x="2732789" y="7713607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8" name="pl3648"/>
            <p:cNvSpPr/>
            <p:nvPr/>
          </p:nvSpPr>
          <p:spPr>
            <a:xfrm>
              <a:off x="2737886" y="7726341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49" name="pl3649"/>
            <p:cNvSpPr/>
            <p:nvPr/>
          </p:nvSpPr>
          <p:spPr>
            <a:xfrm>
              <a:off x="2721164" y="7726341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0" name="pl3650"/>
            <p:cNvSpPr/>
            <p:nvPr/>
          </p:nvSpPr>
          <p:spPr>
            <a:xfrm>
              <a:off x="2737886" y="7726341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1" name="pl3651"/>
            <p:cNvSpPr/>
            <p:nvPr/>
          </p:nvSpPr>
          <p:spPr>
            <a:xfrm>
              <a:off x="2727167" y="7722368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2" name="pl3652"/>
            <p:cNvSpPr/>
            <p:nvPr/>
          </p:nvSpPr>
          <p:spPr>
            <a:xfrm>
              <a:off x="2722856" y="7726208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3" name="pl3653"/>
            <p:cNvSpPr/>
            <p:nvPr/>
          </p:nvSpPr>
          <p:spPr>
            <a:xfrm>
              <a:off x="2737886" y="7726341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4" name="pl3654"/>
            <p:cNvSpPr/>
            <p:nvPr/>
          </p:nvSpPr>
          <p:spPr>
            <a:xfrm>
              <a:off x="2737886" y="7726341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5" name="pl3655"/>
            <p:cNvSpPr/>
            <p:nvPr/>
          </p:nvSpPr>
          <p:spPr>
            <a:xfrm>
              <a:off x="2737886" y="7714603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6" name="pl3656"/>
            <p:cNvSpPr/>
            <p:nvPr/>
          </p:nvSpPr>
          <p:spPr>
            <a:xfrm>
              <a:off x="2737886" y="7726341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7" name="pl3657"/>
            <p:cNvSpPr/>
            <p:nvPr/>
          </p:nvSpPr>
          <p:spPr>
            <a:xfrm>
              <a:off x="2737886" y="7723297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8" name="pl3658"/>
            <p:cNvSpPr/>
            <p:nvPr/>
          </p:nvSpPr>
          <p:spPr>
            <a:xfrm>
              <a:off x="2737886" y="7717757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59" name="pl3659"/>
            <p:cNvSpPr/>
            <p:nvPr/>
          </p:nvSpPr>
          <p:spPr>
            <a:xfrm>
              <a:off x="2737886" y="7726341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0" name="pl3660"/>
            <p:cNvSpPr/>
            <p:nvPr/>
          </p:nvSpPr>
          <p:spPr>
            <a:xfrm>
              <a:off x="2737886" y="7716128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1" name="pl3661"/>
            <p:cNvSpPr/>
            <p:nvPr/>
          </p:nvSpPr>
          <p:spPr>
            <a:xfrm>
              <a:off x="2683564" y="7726341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2" name="pl3662"/>
            <p:cNvSpPr/>
            <p:nvPr/>
          </p:nvSpPr>
          <p:spPr>
            <a:xfrm>
              <a:off x="2726301" y="7726341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3" name="pl3663"/>
            <p:cNvSpPr/>
            <p:nvPr/>
          </p:nvSpPr>
          <p:spPr>
            <a:xfrm>
              <a:off x="2727959" y="7726341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4" name="pl3664"/>
            <p:cNvSpPr/>
            <p:nvPr/>
          </p:nvSpPr>
          <p:spPr>
            <a:xfrm>
              <a:off x="2737886" y="7676185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5" name="pl3665"/>
            <p:cNvSpPr/>
            <p:nvPr/>
          </p:nvSpPr>
          <p:spPr>
            <a:xfrm>
              <a:off x="2737886" y="7698454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6" name="pl3666"/>
            <p:cNvSpPr/>
            <p:nvPr/>
          </p:nvSpPr>
          <p:spPr>
            <a:xfrm>
              <a:off x="2737886" y="7707609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7" name="pl3667"/>
            <p:cNvSpPr/>
            <p:nvPr/>
          </p:nvSpPr>
          <p:spPr>
            <a:xfrm>
              <a:off x="2374792" y="7536781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8" name="pl3668"/>
            <p:cNvSpPr/>
            <p:nvPr/>
          </p:nvSpPr>
          <p:spPr>
            <a:xfrm>
              <a:off x="2709835" y="7711388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69" name="pl3669"/>
            <p:cNvSpPr/>
            <p:nvPr/>
          </p:nvSpPr>
          <p:spPr>
            <a:xfrm>
              <a:off x="2482973" y="7450812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0" name="pl3670"/>
            <p:cNvSpPr/>
            <p:nvPr/>
          </p:nvSpPr>
          <p:spPr>
            <a:xfrm>
              <a:off x="2477529" y="7450812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1" name="pl3671"/>
            <p:cNvSpPr/>
            <p:nvPr/>
          </p:nvSpPr>
          <p:spPr>
            <a:xfrm>
              <a:off x="2460016" y="7489916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2" name="pl3672"/>
            <p:cNvSpPr/>
            <p:nvPr/>
          </p:nvSpPr>
          <p:spPr>
            <a:xfrm>
              <a:off x="2460016" y="7493640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3" name="pl3673"/>
            <p:cNvSpPr/>
            <p:nvPr/>
          </p:nvSpPr>
          <p:spPr>
            <a:xfrm>
              <a:off x="2460016" y="7503224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4" name="pl3674"/>
            <p:cNvSpPr/>
            <p:nvPr/>
          </p:nvSpPr>
          <p:spPr>
            <a:xfrm>
              <a:off x="2459036" y="7494820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5" name="pl3675"/>
            <p:cNvSpPr/>
            <p:nvPr/>
          </p:nvSpPr>
          <p:spPr>
            <a:xfrm>
              <a:off x="2428182" y="7503224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6" name="pl3676"/>
            <p:cNvSpPr/>
            <p:nvPr/>
          </p:nvSpPr>
          <p:spPr>
            <a:xfrm>
              <a:off x="2456922" y="7498427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7" name="pl3677"/>
            <p:cNvSpPr/>
            <p:nvPr/>
          </p:nvSpPr>
          <p:spPr>
            <a:xfrm>
              <a:off x="2460016" y="7495428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8" name="pl3678"/>
            <p:cNvSpPr/>
            <p:nvPr/>
          </p:nvSpPr>
          <p:spPr>
            <a:xfrm>
              <a:off x="2460016" y="7468798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79" name="pl3679"/>
            <p:cNvSpPr/>
            <p:nvPr/>
          </p:nvSpPr>
          <p:spPr>
            <a:xfrm>
              <a:off x="2460016" y="7503224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0" name="pl3680"/>
            <p:cNvSpPr/>
            <p:nvPr/>
          </p:nvSpPr>
          <p:spPr>
            <a:xfrm>
              <a:off x="2460016" y="7503224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1" name="pl3681"/>
            <p:cNvSpPr/>
            <p:nvPr/>
          </p:nvSpPr>
          <p:spPr>
            <a:xfrm>
              <a:off x="2460016" y="7491006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2" name="pl3682"/>
            <p:cNvSpPr/>
            <p:nvPr/>
          </p:nvSpPr>
          <p:spPr>
            <a:xfrm>
              <a:off x="2374860" y="7591214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3" name="pl3683"/>
            <p:cNvSpPr/>
            <p:nvPr/>
          </p:nvSpPr>
          <p:spPr>
            <a:xfrm>
              <a:off x="2882114" y="7984467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4" name="pl3684"/>
            <p:cNvSpPr/>
            <p:nvPr/>
          </p:nvSpPr>
          <p:spPr>
            <a:xfrm>
              <a:off x="2230443" y="8337539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5" name="pl3685"/>
            <p:cNvSpPr/>
            <p:nvPr/>
          </p:nvSpPr>
          <p:spPr>
            <a:xfrm>
              <a:off x="2224503" y="8337537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6" name="pl3686"/>
            <p:cNvSpPr/>
            <p:nvPr/>
          </p:nvSpPr>
          <p:spPr>
            <a:xfrm>
              <a:off x="1980270" y="7208928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7" name="pl3687"/>
            <p:cNvSpPr/>
            <p:nvPr/>
          </p:nvSpPr>
          <p:spPr>
            <a:xfrm>
              <a:off x="2439820" y="7429469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8" name="pl3688"/>
            <p:cNvSpPr/>
            <p:nvPr/>
          </p:nvSpPr>
          <p:spPr>
            <a:xfrm>
              <a:off x="2406133" y="7555495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89" name="pl3689"/>
            <p:cNvSpPr/>
            <p:nvPr/>
          </p:nvSpPr>
          <p:spPr>
            <a:xfrm>
              <a:off x="2393850" y="7552260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0" name="pl3690"/>
            <p:cNvSpPr/>
            <p:nvPr/>
          </p:nvSpPr>
          <p:spPr>
            <a:xfrm>
              <a:off x="2396018" y="7573665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1" name="pl3691"/>
            <p:cNvSpPr/>
            <p:nvPr/>
          </p:nvSpPr>
          <p:spPr>
            <a:xfrm>
              <a:off x="2414556" y="7566028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2" name="pl3692"/>
            <p:cNvSpPr/>
            <p:nvPr/>
          </p:nvSpPr>
          <p:spPr>
            <a:xfrm>
              <a:off x="2402108" y="7573665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3" name="pl3693"/>
            <p:cNvSpPr/>
            <p:nvPr/>
          </p:nvSpPr>
          <p:spPr>
            <a:xfrm>
              <a:off x="2414556" y="7562444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4" name="pl3694"/>
            <p:cNvSpPr/>
            <p:nvPr/>
          </p:nvSpPr>
          <p:spPr>
            <a:xfrm>
              <a:off x="2414556" y="7573665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5" name="pl3695"/>
            <p:cNvSpPr/>
            <p:nvPr/>
          </p:nvSpPr>
          <p:spPr>
            <a:xfrm>
              <a:off x="2407920" y="7573665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6" name="pl3696"/>
            <p:cNvSpPr/>
            <p:nvPr/>
          </p:nvSpPr>
          <p:spPr>
            <a:xfrm>
              <a:off x="2410795" y="7573665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7" name="pl3697"/>
            <p:cNvSpPr/>
            <p:nvPr/>
          </p:nvSpPr>
          <p:spPr>
            <a:xfrm>
              <a:off x="2414556" y="7559173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8" name="pl3698"/>
            <p:cNvSpPr/>
            <p:nvPr/>
          </p:nvSpPr>
          <p:spPr>
            <a:xfrm>
              <a:off x="2408115" y="7573665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99" name="pl3699"/>
            <p:cNvSpPr/>
            <p:nvPr/>
          </p:nvSpPr>
          <p:spPr>
            <a:xfrm>
              <a:off x="2405965" y="7573665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0" name="pl3700"/>
            <p:cNvSpPr/>
            <p:nvPr/>
          </p:nvSpPr>
          <p:spPr>
            <a:xfrm>
              <a:off x="2397783" y="7573665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1" name="pl3701"/>
            <p:cNvSpPr/>
            <p:nvPr/>
          </p:nvSpPr>
          <p:spPr>
            <a:xfrm>
              <a:off x="2414556" y="7545850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2" name="pl3702"/>
            <p:cNvSpPr/>
            <p:nvPr/>
          </p:nvSpPr>
          <p:spPr>
            <a:xfrm>
              <a:off x="2414556" y="7551865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3" name="pl3703"/>
            <p:cNvSpPr/>
            <p:nvPr/>
          </p:nvSpPr>
          <p:spPr>
            <a:xfrm>
              <a:off x="2414556" y="7556971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4" name="pl3704"/>
            <p:cNvSpPr/>
            <p:nvPr/>
          </p:nvSpPr>
          <p:spPr>
            <a:xfrm>
              <a:off x="2414556" y="7561173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5" name="pl3705"/>
            <p:cNvSpPr/>
            <p:nvPr/>
          </p:nvSpPr>
          <p:spPr>
            <a:xfrm>
              <a:off x="2409513" y="7573665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6" name="pl3706"/>
            <p:cNvSpPr/>
            <p:nvPr/>
          </p:nvSpPr>
          <p:spPr>
            <a:xfrm>
              <a:off x="2414556" y="7566031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7" name="pl3707"/>
            <p:cNvSpPr/>
            <p:nvPr/>
          </p:nvSpPr>
          <p:spPr>
            <a:xfrm>
              <a:off x="2414556" y="7538518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8" name="pl3708"/>
            <p:cNvSpPr/>
            <p:nvPr/>
          </p:nvSpPr>
          <p:spPr>
            <a:xfrm>
              <a:off x="2414556" y="7560206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09" name="pl3709"/>
            <p:cNvSpPr/>
            <p:nvPr/>
          </p:nvSpPr>
          <p:spPr>
            <a:xfrm>
              <a:off x="2371848" y="7573665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0" name="pl3710"/>
            <p:cNvSpPr/>
            <p:nvPr/>
          </p:nvSpPr>
          <p:spPr>
            <a:xfrm>
              <a:off x="2378701" y="7573665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1" name="pl3711"/>
            <p:cNvSpPr/>
            <p:nvPr/>
          </p:nvSpPr>
          <p:spPr>
            <a:xfrm>
              <a:off x="2357431" y="7573665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2" name="pl3712"/>
            <p:cNvSpPr/>
            <p:nvPr/>
          </p:nvSpPr>
          <p:spPr>
            <a:xfrm>
              <a:off x="2398628" y="7573665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3" name="pl3713"/>
            <p:cNvSpPr/>
            <p:nvPr/>
          </p:nvSpPr>
          <p:spPr>
            <a:xfrm>
              <a:off x="2414556" y="7573665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4" name="pl3714"/>
            <p:cNvSpPr/>
            <p:nvPr/>
          </p:nvSpPr>
          <p:spPr>
            <a:xfrm>
              <a:off x="2392470" y="7562544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5" name="pl3715"/>
            <p:cNvSpPr/>
            <p:nvPr/>
          </p:nvSpPr>
          <p:spPr>
            <a:xfrm>
              <a:off x="2414556" y="7557118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6" name="pl3716"/>
            <p:cNvSpPr/>
            <p:nvPr/>
          </p:nvSpPr>
          <p:spPr>
            <a:xfrm>
              <a:off x="2414556" y="7573665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7" name="pl3717"/>
            <p:cNvSpPr/>
            <p:nvPr/>
          </p:nvSpPr>
          <p:spPr>
            <a:xfrm>
              <a:off x="2414556" y="7540072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8" name="pl3718"/>
            <p:cNvSpPr/>
            <p:nvPr/>
          </p:nvSpPr>
          <p:spPr>
            <a:xfrm>
              <a:off x="2414556" y="7571472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19" name="pl3719"/>
            <p:cNvSpPr/>
            <p:nvPr/>
          </p:nvSpPr>
          <p:spPr>
            <a:xfrm>
              <a:off x="2401241" y="7573665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0" name="pl3720"/>
            <p:cNvSpPr/>
            <p:nvPr/>
          </p:nvSpPr>
          <p:spPr>
            <a:xfrm>
              <a:off x="2414556" y="7573665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1" name="pl3721"/>
            <p:cNvSpPr/>
            <p:nvPr/>
          </p:nvSpPr>
          <p:spPr>
            <a:xfrm>
              <a:off x="2408079" y="7573665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2" name="pl3722"/>
            <p:cNvSpPr/>
            <p:nvPr/>
          </p:nvSpPr>
          <p:spPr>
            <a:xfrm>
              <a:off x="2412028" y="7573665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3" name="pl3723"/>
            <p:cNvSpPr/>
            <p:nvPr/>
          </p:nvSpPr>
          <p:spPr>
            <a:xfrm>
              <a:off x="2404274" y="7573665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4" name="pl3724"/>
            <p:cNvSpPr/>
            <p:nvPr/>
          </p:nvSpPr>
          <p:spPr>
            <a:xfrm>
              <a:off x="2393642" y="7573665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5" name="pl3725"/>
            <p:cNvSpPr/>
            <p:nvPr/>
          </p:nvSpPr>
          <p:spPr>
            <a:xfrm>
              <a:off x="2414556" y="7573665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6" name="pl3726"/>
            <p:cNvSpPr/>
            <p:nvPr/>
          </p:nvSpPr>
          <p:spPr>
            <a:xfrm>
              <a:off x="2406318" y="7573665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7" name="pl3727"/>
            <p:cNvSpPr/>
            <p:nvPr/>
          </p:nvSpPr>
          <p:spPr>
            <a:xfrm>
              <a:off x="2414556" y="7560361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8" name="pl3728"/>
            <p:cNvSpPr/>
            <p:nvPr/>
          </p:nvSpPr>
          <p:spPr>
            <a:xfrm>
              <a:off x="2414556" y="7573665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29" name="pl3729"/>
            <p:cNvSpPr/>
            <p:nvPr/>
          </p:nvSpPr>
          <p:spPr>
            <a:xfrm>
              <a:off x="2390455" y="7573665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0" name="pl3730"/>
            <p:cNvSpPr/>
            <p:nvPr/>
          </p:nvSpPr>
          <p:spPr>
            <a:xfrm>
              <a:off x="2387102" y="7573665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1" name="pl3731"/>
            <p:cNvSpPr/>
            <p:nvPr/>
          </p:nvSpPr>
          <p:spPr>
            <a:xfrm>
              <a:off x="2395972" y="7573665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2" name="pl3732"/>
            <p:cNvSpPr/>
            <p:nvPr/>
          </p:nvSpPr>
          <p:spPr>
            <a:xfrm>
              <a:off x="2399591" y="7548948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3" name="pl3733"/>
            <p:cNvSpPr/>
            <p:nvPr/>
          </p:nvSpPr>
          <p:spPr>
            <a:xfrm>
              <a:off x="2740461" y="7958313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4" name="pl3734"/>
            <p:cNvSpPr/>
            <p:nvPr/>
          </p:nvSpPr>
          <p:spPr>
            <a:xfrm>
              <a:off x="2764758" y="7951161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5" name="pl3735"/>
            <p:cNvSpPr/>
            <p:nvPr/>
          </p:nvSpPr>
          <p:spPr>
            <a:xfrm>
              <a:off x="3053970" y="8337067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6" name="pl3736"/>
            <p:cNvSpPr/>
            <p:nvPr/>
          </p:nvSpPr>
          <p:spPr>
            <a:xfrm>
              <a:off x="2412314" y="7535575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7" name="pl3737"/>
            <p:cNvSpPr/>
            <p:nvPr/>
          </p:nvSpPr>
          <p:spPr>
            <a:xfrm>
              <a:off x="2142116" y="8087962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8" name="pl3738"/>
            <p:cNvSpPr/>
            <p:nvPr/>
          </p:nvSpPr>
          <p:spPr>
            <a:xfrm>
              <a:off x="2367850" y="7565251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39" name="pl3739"/>
            <p:cNvSpPr/>
            <p:nvPr/>
          </p:nvSpPr>
          <p:spPr>
            <a:xfrm>
              <a:off x="2378258" y="7562544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0" name="pl3740"/>
            <p:cNvSpPr/>
            <p:nvPr/>
          </p:nvSpPr>
          <p:spPr>
            <a:xfrm>
              <a:off x="2581464" y="8366595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1" name="pl3741"/>
            <p:cNvSpPr/>
            <p:nvPr/>
          </p:nvSpPr>
          <p:spPr>
            <a:xfrm>
              <a:off x="2600612" y="8366595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2" name="pl3742"/>
            <p:cNvSpPr/>
            <p:nvPr/>
          </p:nvSpPr>
          <p:spPr>
            <a:xfrm>
              <a:off x="2946171" y="8289105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3" name="pl3743"/>
            <p:cNvSpPr/>
            <p:nvPr/>
          </p:nvSpPr>
          <p:spPr>
            <a:xfrm>
              <a:off x="3251560" y="7497831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4" name="pl3744"/>
            <p:cNvSpPr/>
            <p:nvPr/>
          </p:nvSpPr>
          <p:spPr>
            <a:xfrm>
              <a:off x="2592319" y="8079137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5" name="pl3745"/>
            <p:cNvSpPr/>
            <p:nvPr/>
          </p:nvSpPr>
          <p:spPr>
            <a:xfrm>
              <a:off x="2593434" y="8077339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6" name="pl3746"/>
            <p:cNvSpPr/>
            <p:nvPr/>
          </p:nvSpPr>
          <p:spPr>
            <a:xfrm>
              <a:off x="2591691" y="8079137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7" name="pl3747"/>
            <p:cNvSpPr/>
            <p:nvPr/>
          </p:nvSpPr>
          <p:spPr>
            <a:xfrm>
              <a:off x="2049174" y="8305368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8" name="pl3748"/>
            <p:cNvSpPr/>
            <p:nvPr/>
          </p:nvSpPr>
          <p:spPr>
            <a:xfrm>
              <a:off x="2537708" y="7984979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49" name="pl3749"/>
            <p:cNvSpPr/>
            <p:nvPr/>
          </p:nvSpPr>
          <p:spPr>
            <a:xfrm>
              <a:off x="2739143" y="7935282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0" name="pl3750"/>
            <p:cNvSpPr/>
            <p:nvPr/>
          </p:nvSpPr>
          <p:spPr>
            <a:xfrm>
              <a:off x="2739143" y="7935282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1" name="pl3751"/>
            <p:cNvSpPr/>
            <p:nvPr/>
          </p:nvSpPr>
          <p:spPr>
            <a:xfrm>
              <a:off x="2739143" y="7935282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2" name="pl3752"/>
            <p:cNvSpPr/>
            <p:nvPr/>
          </p:nvSpPr>
          <p:spPr>
            <a:xfrm>
              <a:off x="2601292" y="7013775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3" name="pl3753"/>
            <p:cNvSpPr/>
            <p:nvPr/>
          </p:nvSpPr>
          <p:spPr>
            <a:xfrm>
              <a:off x="2720114" y="7747782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4" name="pl3754"/>
            <p:cNvSpPr/>
            <p:nvPr/>
          </p:nvSpPr>
          <p:spPr>
            <a:xfrm>
              <a:off x="2409499" y="7501626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5" name="pl3755"/>
            <p:cNvSpPr/>
            <p:nvPr/>
          </p:nvSpPr>
          <p:spPr>
            <a:xfrm>
              <a:off x="2444378" y="7564672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6" name="pl3756"/>
            <p:cNvSpPr/>
            <p:nvPr/>
          </p:nvSpPr>
          <p:spPr>
            <a:xfrm>
              <a:off x="2409213" y="7557971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7" name="pl3757"/>
            <p:cNvSpPr/>
            <p:nvPr/>
          </p:nvSpPr>
          <p:spPr>
            <a:xfrm>
              <a:off x="2126717" y="8017132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8" name="pl3758"/>
            <p:cNvSpPr/>
            <p:nvPr/>
          </p:nvSpPr>
          <p:spPr>
            <a:xfrm>
              <a:off x="2133384" y="8016164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59" name="pl3759"/>
            <p:cNvSpPr/>
            <p:nvPr/>
          </p:nvSpPr>
          <p:spPr>
            <a:xfrm>
              <a:off x="2444378" y="7570299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0" name="pl3760"/>
            <p:cNvSpPr/>
            <p:nvPr/>
          </p:nvSpPr>
          <p:spPr>
            <a:xfrm>
              <a:off x="2783767" y="7047256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1" name="pl3761"/>
            <p:cNvSpPr/>
            <p:nvPr/>
          </p:nvSpPr>
          <p:spPr>
            <a:xfrm>
              <a:off x="2570343" y="7984979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2" name="pl3762"/>
            <p:cNvSpPr/>
            <p:nvPr/>
          </p:nvSpPr>
          <p:spPr>
            <a:xfrm>
              <a:off x="2565747" y="7985448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3" name="pl3763"/>
            <p:cNvSpPr/>
            <p:nvPr/>
          </p:nvSpPr>
          <p:spPr>
            <a:xfrm>
              <a:off x="2564118" y="7985448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4" name="pl3764"/>
            <p:cNvSpPr/>
            <p:nvPr/>
          </p:nvSpPr>
          <p:spPr>
            <a:xfrm>
              <a:off x="2485435" y="7527815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5" name="pl3765"/>
            <p:cNvSpPr/>
            <p:nvPr/>
          </p:nvSpPr>
          <p:spPr>
            <a:xfrm>
              <a:off x="2362289" y="7040798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6" name="pl3766"/>
            <p:cNvSpPr/>
            <p:nvPr/>
          </p:nvSpPr>
          <p:spPr>
            <a:xfrm>
              <a:off x="2325580" y="7610833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7" name="pl3767"/>
            <p:cNvSpPr/>
            <p:nvPr/>
          </p:nvSpPr>
          <p:spPr>
            <a:xfrm>
              <a:off x="2827724" y="7676722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8" name="pl3768"/>
            <p:cNvSpPr/>
            <p:nvPr/>
          </p:nvSpPr>
          <p:spPr>
            <a:xfrm>
              <a:off x="2638926" y="7868771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69" name="pl3769"/>
            <p:cNvSpPr/>
            <p:nvPr/>
          </p:nvSpPr>
          <p:spPr>
            <a:xfrm>
              <a:off x="2715052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0" name="pl3770"/>
            <p:cNvSpPr/>
            <p:nvPr/>
          </p:nvSpPr>
          <p:spPr>
            <a:xfrm>
              <a:off x="2723034" y="7895208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1" name="pl3771"/>
            <p:cNvSpPr/>
            <p:nvPr/>
          </p:nvSpPr>
          <p:spPr>
            <a:xfrm>
              <a:off x="2723881" y="7783748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2" name="pl3772"/>
            <p:cNvSpPr/>
            <p:nvPr/>
          </p:nvSpPr>
          <p:spPr>
            <a:xfrm>
              <a:off x="1946899" y="7254581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3" name="pl3773"/>
            <p:cNvSpPr/>
            <p:nvPr/>
          </p:nvSpPr>
          <p:spPr>
            <a:xfrm>
              <a:off x="2604620" y="8139111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4" name="pl3774"/>
            <p:cNvSpPr/>
            <p:nvPr/>
          </p:nvSpPr>
          <p:spPr>
            <a:xfrm>
              <a:off x="2600994" y="8139111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5" name="pl3775"/>
            <p:cNvSpPr/>
            <p:nvPr/>
          </p:nvSpPr>
          <p:spPr>
            <a:xfrm>
              <a:off x="2105627" y="7854622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6" name="pl3776"/>
            <p:cNvSpPr/>
            <p:nvPr/>
          </p:nvSpPr>
          <p:spPr>
            <a:xfrm>
              <a:off x="2481140" y="7559472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7" name="pl3777"/>
            <p:cNvSpPr/>
            <p:nvPr/>
          </p:nvSpPr>
          <p:spPr>
            <a:xfrm>
              <a:off x="2485435" y="7521301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8" name="pl3778"/>
            <p:cNvSpPr/>
            <p:nvPr/>
          </p:nvSpPr>
          <p:spPr>
            <a:xfrm>
              <a:off x="2413349" y="7490886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79" name="pl3779"/>
            <p:cNvSpPr/>
            <p:nvPr/>
          </p:nvSpPr>
          <p:spPr>
            <a:xfrm>
              <a:off x="2738645" y="7685612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0" name="pl3780"/>
            <p:cNvSpPr/>
            <p:nvPr/>
          </p:nvSpPr>
          <p:spPr>
            <a:xfrm>
              <a:off x="2736271" y="7719233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1" name="pl3781"/>
            <p:cNvSpPr/>
            <p:nvPr/>
          </p:nvSpPr>
          <p:spPr>
            <a:xfrm>
              <a:off x="2731746" y="7719233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2" name="pl3782"/>
            <p:cNvSpPr/>
            <p:nvPr/>
          </p:nvSpPr>
          <p:spPr>
            <a:xfrm>
              <a:off x="2737132" y="7719233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3" name="pl3783"/>
            <p:cNvSpPr/>
            <p:nvPr/>
          </p:nvSpPr>
          <p:spPr>
            <a:xfrm>
              <a:off x="3255234" y="7593425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4" name="pl3784"/>
            <p:cNvSpPr/>
            <p:nvPr/>
          </p:nvSpPr>
          <p:spPr>
            <a:xfrm>
              <a:off x="1809648" y="7768161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5" name="pl3785"/>
            <p:cNvSpPr/>
            <p:nvPr/>
          </p:nvSpPr>
          <p:spPr>
            <a:xfrm>
              <a:off x="1788993" y="7775876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6" name="pl3786"/>
            <p:cNvSpPr/>
            <p:nvPr/>
          </p:nvSpPr>
          <p:spPr>
            <a:xfrm>
              <a:off x="2980697" y="7902408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7" name="pl3787"/>
            <p:cNvSpPr/>
            <p:nvPr/>
          </p:nvSpPr>
          <p:spPr>
            <a:xfrm>
              <a:off x="2604620" y="8237825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8" name="pl3788"/>
            <p:cNvSpPr/>
            <p:nvPr/>
          </p:nvSpPr>
          <p:spPr>
            <a:xfrm>
              <a:off x="1859628" y="8013181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89" name="pl3789"/>
            <p:cNvSpPr/>
            <p:nvPr/>
          </p:nvSpPr>
          <p:spPr>
            <a:xfrm>
              <a:off x="2121705" y="8035999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0" name="pl3790"/>
            <p:cNvSpPr/>
            <p:nvPr/>
          </p:nvSpPr>
          <p:spPr>
            <a:xfrm>
              <a:off x="2133384" y="8021423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1" name="pl3791"/>
            <p:cNvSpPr/>
            <p:nvPr/>
          </p:nvSpPr>
          <p:spPr>
            <a:xfrm>
              <a:off x="2130634" y="8035999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2" name="pl3792"/>
            <p:cNvSpPr/>
            <p:nvPr/>
          </p:nvSpPr>
          <p:spPr>
            <a:xfrm>
              <a:off x="2139682" y="8035999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3" name="pl3793"/>
            <p:cNvSpPr/>
            <p:nvPr/>
          </p:nvSpPr>
          <p:spPr>
            <a:xfrm>
              <a:off x="3060421" y="7222171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4" name="pl3794"/>
            <p:cNvSpPr/>
            <p:nvPr/>
          </p:nvSpPr>
          <p:spPr>
            <a:xfrm>
              <a:off x="2444378" y="7578680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5" name="pl3795"/>
            <p:cNvSpPr/>
            <p:nvPr/>
          </p:nvSpPr>
          <p:spPr>
            <a:xfrm>
              <a:off x="2396349" y="7501885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6" name="pl3796"/>
            <p:cNvSpPr/>
            <p:nvPr/>
          </p:nvSpPr>
          <p:spPr>
            <a:xfrm>
              <a:off x="2384004" y="7489645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7" name="pl3797"/>
            <p:cNvSpPr/>
            <p:nvPr/>
          </p:nvSpPr>
          <p:spPr>
            <a:xfrm>
              <a:off x="2394293" y="7489505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8" name="pl3798"/>
            <p:cNvSpPr/>
            <p:nvPr/>
          </p:nvSpPr>
          <p:spPr>
            <a:xfrm>
              <a:off x="2390500" y="7487435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99" name="pl3799"/>
            <p:cNvSpPr/>
            <p:nvPr/>
          </p:nvSpPr>
          <p:spPr>
            <a:xfrm>
              <a:off x="2386765" y="7491496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0" name="pl3800"/>
            <p:cNvSpPr/>
            <p:nvPr/>
          </p:nvSpPr>
          <p:spPr>
            <a:xfrm>
              <a:off x="2949404" y="8289105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1" name="pl3801"/>
            <p:cNvSpPr/>
            <p:nvPr/>
          </p:nvSpPr>
          <p:spPr>
            <a:xfrm>
              <a:off x="3124184" y="7830090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2" name="pl3802"/>
            <p:cNvSpPr/>
            <p:nvPr/>
          </p:nvSpPr>
          <p:spPr>
            <a:xfrm>
              <a:off x="2715052" y="7777432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3" name="pl3803"/>
            <p:cNvSpPr/>
            <p:nvPr/>
          </p:nvSpPr>
          <p:spPr>
            <a:xfrm>
              <a:off x="3275342" y="7978934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4" name="pl3804"/>
            <p:cNvSpPr/>
            <p:nvPr/>
          </p:nvSpPr>
          <p:spPr>
            <a:xfrm>
              <a:off x="2324877" y="7533284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5" name="pl3805"/>
            <p:cNvSpPr/>
            <p:nvPr/>
          </p:nvSpPr>
          <p:spPr>
            <a:xfrm>
              <a:off x="2335631" y="7537863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6" name="pl3806"/>
            <p:cNvSpPr/>
            <p:nvPr/>
          </p:nvSpPr>
          <p:spPr>
            <a:xfrm>
              <a:off x="2570343" y="7945990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7" name="pl3807"/>
            <p:cNvSpPr/>
            <p:nvPr/>
          </p:nvSpPr>
          <p:spPr>
            <a:xfrm>
              <a:off x="2591869" y="7945990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8" name="pl3808"/>
            <p:cNvSpPr/>
            <p:nvPr/>
          </p:nvSpPr>
          <p:spPr>
            <a:xfrm>
              <a:off x="2609216" y="8073109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09" name="pl3809"/>
            <p:cNvSpPr/>
            <p:nvPr/>
          </p:nvSpPr>
          <p:spPr>
            <a:xfrm>
              <a:off x="2321286" y="8482896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0" name="pl3810"/>
            <p:cNvSpPr/>
            <p:nvPr/>
          </p:nvSpPr>
          <p:spPr>
            <a:xfrm>
              <a:off x="2764758" y="7984467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1" name="pl3811"/>
            <p:cNvSpPr/>
            <p:nvPr/>
          </p:nvSpPr>
          <p:spPr>
            <a:xfrm>
              <a:off x="2414607" y="7512019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2" name="pl3812"/>
            <p:cNvSpPr/>
            <p:nvPr/>
          </p:nvSpPr>
          <p:spPr>
            <a:xfrm>
              <a:off x="2160121" y="8406921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3" name="pl3813"/>
            <p:cNvSpPr/>
            <p:nvPr/>
          </p:nvSpPr>
          <p:spPr>
            <a:xfrm>
              <a:off x="3063589" y="8254197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4" name="pl3814"/>
            <p:cNvSpPr/>
            <p:nvPr/>
          </p:nvSpPr>
          <p:spPr>
            <a:xfrm>
              <a:off x="2781732" y="8351148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5" name="pl3815"/>
            <p:cNvSpPr/>
            <p:nvPr/>
          </p:nvSpPr>
          <p:spPr>
            <a:xfrm>
              <a:off x="2362234" y="7544811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6" name="pl3816"/>
            <p:cNvSpPr/>
            <p:nvPr/>
          </p:nvSpPr>
          <p:spPr>
            <a:xfrm>
              <a:off x="2723881" y="7905033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7" name="pl3817"/>
            <p:cNvSpPr/>
            <p:nvPr/>
          </p:nvSpPr>
          <p:spPr>
            <a:xfrm>
              <a:off x="1794835" y="7954841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8" name="pl3818"/>
            <p:cNvSpPr/>
            <p:nvPr/>
          </p:nvSpPr>
          <p:spPr>
            <a:xfrm>
              <a:off x="2980697" y="7852482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19" name="pl3819"/>
            <p:cNvSpPr/>
            <p:nvPr/>
          </p:nvSpPr>
          <p:spPr>
            <a:xfrm>
              <a:off x="3002256" y="7852482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0" name="pl3820"/>
            <p:cNvSpPr/>
            <p:nvPr/>
          </p:nvSpPr>
          <p:spPr>
            <a:xfrm>
              <a:off x="3005323" y="7847977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1" name="pl3821"/>
            <p:cNvSpPr/>
            <p:nvPr/>
          </p:nvSpPr>
          <p:spPr>
            <a:xfrm>
              <a:off x="2564118" y="7984615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2" name="pl3822"/>
            <p:cNvSpPr/>
            <p:nvPr/>
          </p:nvSpPr>
          <p:spPr>
            <a:xfrm>
              <a:off x="2570343" y="7984615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3" name="pl3823"/>
            <p:cNvSpPr/>
            <p:nvPr/>
          </p:nvSpPr>
          <p:spPr>
            <a:xfrm>
              <a:off x="2593864" y="7948234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4" name="pl3824"/>
            <p:cNvSpPr/>
            <p:nvPr/>
          </p:nvSpPr>
          <p:spPr>
            <a:xfrm>
              <a:off x="2388276" y="7542541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5" name="pl3825"/>
            <p:cNvSpPr/>
            <p:nvPr/>
          </p:nvSpPr>
          <p:spPr>
            <a:xfrm>
              <a:off x="2059053" y="8304923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6" name="pl3826"/>
            <p:cNvSpPr/>
            <p:nvPr/>
          </p:nvSpPr>
          <p:spPr>
            <a:xfrm>
              <a:off x="2721337" y="7728516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7" name="pl3827"/>
            <p:cNvSpPr/>
            <p:nvPr/>
          </p:nvSpPr>
          <p:spPr>
            <a:xfrm>
              <a:off x="2827923" y="8479223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8" name="pl3828"/>
            <p:cNvSpPr/>
            <p:nvPr/>
          </p:nvSpPr>
          <p:spPr>
            <a:xfrm>
              <a:off x="1901793" y="8158376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29" name="pl3829"/>
            <p:cNvSpPr/>
            <p:nvPr/>
          </p:nvSpPr>
          <p:spPr>
            <a:xfrm>
              <a:off x="2342015" y="7610833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0" name="pl3830"/>
            <p:cNvSpPr/>
            <p:nvPr/>
          </p:nvSpPr>
          <p:spPr>
            <a:xfrm>
              <a:off x="2403071" y="7533178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1" name="pl3831"/>
            <p:cNvSpPr/>
            <p:nvPr/>
          </p:nvSpPr>
          <p:spPr>
            <a:xfrm>
              <a:off x="2400331" y="7545253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2" name="pl3832"/>
            <p:cNvSpPr/>
            <p:nvPr/>
          </p:nvSpPr>
          <p:spPr>
            <a:xfrm>
              <a:off x="2428838" y="7539463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3" name="pl3833"/>
            <p:cNvSpPr/>
            <p:nvPr/>
          </p:nvSpPr>
          <p:spPr>
            <a:xfrm>
              <a:off x="2422954" y="7560206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4" name="pl3834"/>
            <p:cNvSpPr/>
            <p:nvPr/>
          </p:nvSpPr>
          <p:spPr>
            <a:xfrm>
              <a:off x="2125678" y="8047016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5" name="pl3835"/>
            <p:cNvSpPr/>
            <p:nvPr/>
          </p:nvSpPr>
          <p:spPr>
            <a:xfrm>
              <a:off x="2508445" y="8013507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6" name="pl3836"/>
            <p:cNvSpPr/>
            <p:nvPr/>
          </p:nvSpPr>
          <p:spPr>
            <a:xfrm>
              <a:off x="2136465" y="8087962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7" name="pl3837"/>
            <p:cNvSpPr/>
            <p:nvPr/>
          </p:nvSpPr>
          <p:spPr>
            <a:xfrm>
              <a:off x="2749200" y="8045969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8" name="pl3838"/>
            <p:cNvSpPr/>
            <p:nvPr/>
          </p:nvSpPr>
          <p:spPr>
            <a:xfrm>
              <a:off x="2749200" y="8045969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39" name="pl3839"/>
            <p:cNvSpPr/>
            <p:nvPr/>
          </p:nvSpPr>
          <p:spPr>
            <a:xfrm>
              <a:off x="2749200" y="8045969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0" name="pl3840"/>
            <p:cNvSpPr/>
            <p:nvPr/>
          </p:nvSpPr>
          <p:spPr>
            <a:xfrm>
              <a:off x="2749200" y="8045969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1" name="pl3841"/>
            <p:cNvSpPr/>
            <p:nvPr/>
          </p:nvSpPr>
          <p:spPr>
            <a:xfrm>
              <a:off x="2715052" y="7854752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2" name="pl3842"/>
            <p:cNvSpPr/>
            <p:nvPr/>
          </p:nvSpPr>
          <p:spPr>
            <a:xfrm>
              <a:off x="2749200" y="7995229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3" name="pl3843"/>
            <p:cNvSpPr/>
            <p:nvPr/>
          </p:nvSpPr>
          <p:spPr>
            <a:xfrm>
              <a:off x="2724844" y="7961980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4" name="pl3844"/>
            <p:cNvSpPr/>
            <p:nvPr/>
          </p:nvSpPr>
          <p:spPr>
            <a:xfrm>
              <a:off x="2746264" y="8045969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5" name="pl3845"/>
            <p:cNvSpPr/>
            <p:nvPr/>
          </p:nvSpPr>
          <p:spPr>
            <a:xfrm>
              <a:off x="2749200" y="8045969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6" name="pl3846"/>
            <p:cNvSpPr/>
            <p:nvPr/>
          </p:nvSpPr>
          <p:spPr>
            <a:xfrm>
              <a:off x="2735705" y="8045969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7" name="pl3847"/>
            <p:cNvSpPr/>
            <p:nvPr/>
          </p:nvSpPr>
          <p:spPr>
            <a:xfrm>
              <a:off x="2444378" y="7578680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8" name="pl3848"/>
            <p:cNvSpPr/>
            <p:nvPr/>
          </p:nvSpPr>
          <p:spPr>
            <a:xfrm>
              <a:off x="1953387" y="7241892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49" name="pl3849"/>
            <p:cNvSpPr/>
            <p:nvPr/>
          </p:nvSpPr>
          <p:spPr>
            <a:xfrm>
              <a:off x="2752265" y="7966112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0" name="pl3850"/>
            <p:cNvSpPr/>
            <p:nvPr/>
          </p:nvSpPr>
          <p:spPr>
            <a:xfrm>
              <a:off x="3298838" y="7797973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1" name="pl3851"/>
            <p:cNvSpPr/>
            <p:nvPr/>
          </p:nvSpPr>
          <p:spPr>
            <a:xfrm>
              <a:off x="2973034" y="7999803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2" name="pl3852"/>
            <p:cNvSpPr/>
            <p:nvPr/>
          </p:nvSpPr>
          <p:spPr>
            <a:xfrm>
              <a:off x="2955444" y="7982893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3" name="pl3853"/>
            <p:cNvSpPr/>
            <p:nvPr/>
          </p:nvSpPr>
          <p:spPr>
            <a:xfrm>
              <a:off x="1938095" y="7340929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4" name="pl3854"/>
            <p:cNvSpPr/>
            <p:nvPr/>
          </p:nvSpPr>
          <p:spPr>
            <a:xfrm>
              <a:off x="2781715" y="7748930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5" name="pl3855"/>
            <p:cNvSpPr/>
            <p:nvPr/>
          </p:nvSpPr>
          <p:spPr>
            <a:xfrm>
              <a:off x="2781715" y="7748930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6" name="pl3856"/>
            <p:cNvSpPr/>
            <p:nvPr/>
          </p:nvSpPr>
          <p:spPr>
            <a:xfrm>
              <a:off x="2151263" y="8087962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7" name="pl3857"/>
            <p:cNvSpPr/>
            <p:nvPr/>
          </p:nvSpPr>
          <p:spPr>
            <a:xfrm>
              <a:off x="2402732" y="7533178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8" name="pl3858"/>
            <p:cNvSpPr/>
            <p:nvPr/>
          </p:nvSpPr>
          <p:spPr>
            <a:xfrm>
              <a:off x="2402732" y="7535524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59" name="pl3859"/>
            <p:cNvSpPr/>
            <p:nvPr/>
          </p:nvSpPr>
          <p:spPr>
            <a:xfrm>
              <a:off x="3046122" y="8337067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0" name="pl3860"/>
            <p:cNvSpPr/>
            <p:nvPr/>
          </p:nvSpPr>
          <p:spPr>
            <a:xfrm>
              <a:off x="2748259" y="7930386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1" name="pl3861"/>
            <p:cNvSpPr/>
            <p:nvPr/>
          </p:nvSpPr>
          <p:spPr>
            <a:xfrm>
              <a:off x="2855411" y="7656341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2" name="pl3862"/>
            <p:cNvSpPr/>
            <p:nvPr/>
          </p:nvSpPr>
          <p:spPr>
            <a:xfrm>
              <a:off x="2855411" y="7672240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3" name="pl3863"/>
            <p:cNvSpPr/>
            <p:nvPr/>
          </p:nvSpPr>
          <p:spPr>
            <a:xfrm>
              <a:off x="2934223" y="7902408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4" name="pl3864"/>
            <p:cNvSpPr/>
            <p:nvPr/>
          </p:nvSpPr>
          <p:spPr>
            <a:xfrm>
              <a:off x="2934223" y="7963376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5" name="pl3865"/>
            <p:cNvSpPr/>
            <p:nvPr/>
          </p:nvSpPr>
          <p:spPr>
            <a:xfrm>
              <a:off x="2882114" y="7963376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6" name="pl3866"/>
            <p:cNvSpPr/>
            <p:nvPr/>
          </p:nvSpPr>
          <p:spPr>
            <a:xfrm>
              <a:off x="2934223" y="7963376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7" name="pl3867"/>
            <p:cNvSpPr/>
            <p:nvPr/>
          </p:nvSpPr>
          <p:spPr>
            <a:xfrm>
              <a:off x="1929139" y="7341327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8" name="pl3868"/>
            <p:cNvSpPr/>
            <p:nvPr/>
          </p:nvSpPr>
          <p:spPr>
            <a:xfrm>
              <a:off x="2435325" y="7578680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69" name="pl3869"/>
            <p:cNvSpPr/>
            <p:nvPr/>
          </p:nvSpPr>
          <p:spPr>
            <a:xfrm>
              <a:off x="2597615" y="8073109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0" name="pl3870"/>
            <p:cNvSpPr/>
            <p:nvPr/>
          </p:nvSpPr>
          <p:spPr>
            <a:xfrm>
              <a:off x="2593383" y="8077339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1" name="pl3871"/>
            <p:cNvSpPr/>
            <p:nvPr/>
          </p:nvSpPr>
          <p:spPr>
            <a:xfrm>
              <a:off x="2597615" y="8031933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2" name="pl3872"/>
            <p:cNvSpPr/>
            <p:nvPr/>
          </p:nvSpPr>
          <p:spPr>
            <a:xfrm>
              <a:off x="2392470" y="7555000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3" name="pl3873"/>
            <p:cNvSpPr/>
            <p:nvPr/>
          </p:nvSpPr>
          <p:spPr>
            <a:xfrm>
              <a:off x="2685977" y="7745125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4" name="pl3874"/>
            <p:cNvSpPr/>
            <p:nvPr/>
          </p:nvSpPr>
          <p:spPr>
            <a:xfrm>
              <a:off x="2703498" y="7726341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5" name="pl3875"/>
            <p:cNvSpPr/>
            <p:nvPr/>
          </p:nvSpPr>
          <p:spPr>
            <a:xfrm>
              <a:off x="2695144" y="7745125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6" name="pl3876"/>
            <p:cNvSpPr/>
            <p:nvPr/>
          </p:nvSpPr>
          <p:spPr>
            <a:xfrm>
              <a:off x="2391901" y="7548179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7" name="pl3877"/>
            <p:cNvSpPr/>
            <p:nvPr/>
          </p:nvSpPr>
          <p:spPr>
            <a:xfrm>
              <a:off x="2337777" y="8412851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8" name="pl3878"/>
            <p:cNvSpPr/>
            <p:nvPr/>
          </p:nvSpPr>
          <p:spPr>
            <a:xfrm>
              <a:off x="2737886" y="7714646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79" name="pl3879"/>
            <p:cNvSpPr/>
            <p:nvPr/>
          </p:nvSpPr>
          <p:spPr>
            <a:xfrm>
              <a:off x="2739181" y="7699511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0" name="pl3880"/>
            <p:cNvSpPr/>
            <p:nvPr/>
          </p:nvSpPr>
          <p:spPr>
            <a:xfrm>
              <a:off x="2738645" y="7714646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1" name="pl3881"/>
            <p:cNvSpPr/>
            <p:nvPr/>
          </p:nvSpPr>
          <p:spPr>
            <a:xfrm>
              <a:off x="2738837" y="7709385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2" name="pl3882"/>
            <p:cNvSpPr/>
            <p:nvPr/>
          </p:nvSpPr>
          <p:spPr>
            <a:xfrm>
              <a:off x="2739181" y="7714324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3" name="pl3883"/>
            <p:cNvSpPr/>
            <p:nvPr/>
          </p:nvSpPr>
          <p:spPr>
            <a:xfrm>
              <a:off x="2660854" y="6965277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4" name="pl3884"/>
            <p:cNvSpPr/>
            <p:nvPr/>
          </p:nvSpPr>
          <p:spPr>
            <a:xfrm>
              <a:off x="2160121" y="8415680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5" name="pl3885"/>
            <p:cNvSpPr/>
            <p:nvPr/>
          </p:nvSpPr>
          <p:spPr>
            <a:xfrm>
              <a:off x="2374383" y="7031769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6" name="pl3886"/>
            <p:cNvSpPr/>
            <p:nvPr/>
          </p:nvSpPr>
          <p:spPr>
            <a:xfrm>
              <a:off x="2798846" y="7728783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7" name="pl3887"/>
            <p:cNvSpPr/>
            <p:nvPr/>
          </p:nvSpPr>
          <p:spPr>
            <a:xfrm>
              <a:off x="1769775" y="7807128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8" name="pl3888"/>
            <p:cNvSpPr/>
            <p:nvPr/>
          </p:nvSpPr>
          <p:spPr>
            <a:xfrm>
              <a:off x="1758694" y="7807128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89" name="pl3889"/>
            <p:cNvSpPr/>
            <p:nvPr/>
          </p:nvSpPr>
          <p:spPr>
            <a:xfrm>
              <a:off x="1769775" y="7792164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0" name="pl3890"/>
            <p:cNvSpPr/>
            <p:nvPr/>
          </p:nvSpPr>
          <p:spPr>
            <a:xfrm>
              <a:off x="1928896" y="7254581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1" name="pl3891"/>
            <p:cNvSpPr/>
            <p:nvPr/>
          </p:nvSpPr>
          <p:spPr>
            <a:xfrm>
              <a:off x="1797260" y="7602280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2" name="pl3892"/>
            <p:cNvSpPr/>
            <p:nvPr/>
          </p:nvSpPr>
          <p:spPr>
            <a:xfrm>
              <a:off x="1989458" y="7906087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3" name="pl3893"/>
            <p:cNvSpPr/>
            <p:nvPr/>
          </p:nvSpPr>
          <p:spPr>
            <a:xfrm>
              <a:off x="1992548" y="7908889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4" name="pl3894"/>
            <p:cNvSpPr/>
            <p:nvPr/>
          </p:nvSpPr>
          <p:spPr>
            <a:xfrm>
              <a:off x="1788993" y="7792164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5" name="pl3895"/>
            <p:cNvSpPr/>
            <p:nvPr/>
          </p:nvSpPr>
          <p:spPr>
            <a:xfrm>
              <a:off x="2167711" y="8060036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6" name="pl3896"/>
            <p:cNvSpPr/>
            <p:nvPr/>
          </p:nvSpPr>
          <p:spPr>
            <a:xfrm>
              <a:off x="2167711" y="8055300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7" name="pl3897"/>
            <p:cNvSpPr/>
            <p:nvPr/>
          </p:nvSpPr>
          <p:spPr>
            <a:xfrm>
              <a:off x="2150078" y="8055130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8" name="pl3898"/>
            <p:cNvSpPr/>
            <p:nvPr/>
          </p:nvSpPr>
          <p:spPr>
            <a:xfrm>
              <a:off x="2750926" y="8089505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99" name="pl3899"/>
            <p:cNvSpPr/>
            <p:nvPr/>
          </p:nvSpPr>
          <p:spPr>
            <a:xfrm>
              <a:off x="2589399" y="8093579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0" name="pl3900"/>
            <p:cNvSpPr/>
            <p:nvPr/>
          </p:nvSpPr>
          <p:spPr>
            <a:xfrm>
              <a:off x="3225733" y="8015694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1" name="pl3901"/>
            <p:cNvSpPr/>
            <p:nvPr/>
          </p:nvSpPr>
          <p:spPr>
            <a:xfrm>
              <a:off x="2444378" y="7564337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2" name="pl3902"/>
            <p:cNvSpPr/>
            <p:nvPr/>
          </p:nvSpPr>
          <p:spPr>
            <a:xfrm>
              <a:off x="2448948" y="7574669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3" name="pl3903"/>
            <p:cNvSpPr/>
            <p:nvPr/>
          </p:nvSpPr>
          <p:spPr>
            <a:xfrm>
              <a:off x="2150078" y="8055130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4" name="pl3904"/>
            <p:cNvSpPr/>
            <p:nvPr/>
          </p:nvSpPr>
          <p:spPr>
            <a:xfrm>
              <a:off x="2690614" y="7854752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5" name="pl3905"/>
            <p:cNvSpPr/>
            <p:nvPr/>
          </p:nvSpPr>
          <p:spPr>
            <a:xfrm>
              <a:off x="2422167" y="8505207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6" name="pl3906"/>
            <p:cNvSpPr/>
            <p:nvPr/>
          </p:nvSpPr>
          <p:spPr>
            <a:xfrm>
              <a:off x="2775817" y="7951161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7" name="pl3907"/>
            <p:cNvSpPr/>
            <p:nvPr/>
          </p:nvSpPr>
          <p:spPr>
            <a:xfrm>
              <a:off x="2444378" y="7569813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8" name="pl3908"/>
            <p:cNvSpPr/>
            <p:nvPr/>
          </p:nvSpPr>
          <p:spPr>
            <a:xfrm>
              <a:off x="1964088" y="8195542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09" name="pl3909"/>
            <p:cNvSpPr/>
            <p:nvPr/>
          </p:nvSpPr>
          <p:spPr>
            <a:xfrm>
              <a:off x="3151844" y="7460324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0" name="pl3910"/>
            <p:cNvSpPr/>
            <p:nvPr/>
          </p:nvSpPr>
          <p:spPr>
            <a:xfrm>
              <a:off x="3143770" y="7452155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1" name="pl3911"/>
            <p:cNvSpPr/>
            <p:nvPr/>
          </p:nvSpPr>
          <p:spPr>
            <a:xfrm>
              <a:off x="3151844" y="7438930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2" name="pl3912"/>
            <p:cNvSpPr/>
            <p:nvPr/>
          </p:nvSpPr>
          <p:spPr>
            <a:xfrm>
              <a:off x="2781732" y="8359994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3" name="pl3913"/>
            <p:cNvSpPr/>
            <p:nvPr/>
          </p:nvSpPr>
          <p:spPr>
            <a:xfrm>
              <a:off x="2461352" y="7458688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4" name="pl3914"/>
            <p:cNvSpPr/>
            <p:nvPr/>
          </p:nvSpPr>
          <p:spPr>
            <a:xfrm>
              <a:off x="3124184" y="7837151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5" name="pl3915"/>
            <p:cNvSpPr/>
            <p:nvPr/>
          </p:nvSpPr>
          <p:spPr>
            <a:xfrm>
              <a:off x="2422906" y="7568434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6" name="pl3916"/>
            <p:cNvSpPr/>
            <p:nvPr/>
          </p:nvSpPr>
          <p:spPr>
            <a:xfrm>
              <a:off x="2400331" y="7555000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7" name="pl3917"/>
            <p:cNvSpPr/>
            <p:nvPr/>
          </p:nvSpPr>
          <p:spPr>
            <a:xfrm>
              <a:off x="2409213" y="7557971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8" name="pl3918"/>
            <p:cNvSpPr/>
            <p:nvPr/>
          </p:nvSpPr>
          <p:spPr>
            <a:xfrm>
              <a:off x="2494379" y="7555618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19" name="pl3919"/>
            <p:cNvSpPr/>
            <p:nvPr/>
          </p:nvSpPr>
          <p:spPr>
            <a:xfrm>
              <a:off x="1786194" y="7778889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0" name="pl3920"/>
            <p:cNvSpPr/>
            <p:nvPr/>
          </p:nvSpPr>
          <p:spPr>
            <a:xfrm>
              <a:off x="3000875" y="7186183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1" name="pl3921"/>
            <p:cNvSpPr/>
            <p:nvPr/>
          </p:nvSpPr>
          <p:spPr>
            <a:xfrm>
              <a:off x="2459556" y="7552063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2" name="pl3922"/>
            <p:cNvSpPr/>
            <p:nvPr/>
          </p:nvSpPr>
          <p:spPr>
            <a:xfrm>
              <a:off x="2432970" y="7552063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3" name="pl3923"/>
            <p:cNvSpPr/>
            <p:nvPr/>
          </p:nvSpPr>
          <p:spPr>
            <a:xfrm>
              <a:off x="2436741" y="7552063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4" name="pl3924"/>
            <p:cNvSpPr/>
            <p:nvPr/>
          </p:nvSpPr>
          <p:spPr>
            <a:xfrm>
              <a:off x="2459556" y="7537281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5" name="pl3925"/>
            <p:cNvSpPr/>
            <p:nvPr/>
          </p:nvSpPr>
          <p:spPr>
            <a:xfrm>
              <a:off x="2459556" y="7538627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6" name="pl3926"/>
            <p:cNvSpPr/>
            <p:nvPr/>
          </p:nvSpPr>
          <p:spPr>
            <a:xfrm>
              <a:off x="2428700" y="7552063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7" name="pl3927"/>
            <p:cNvSpPr/>
            <p:nvPr/>
          </p:nvSpPr>
          <p:spPr>
            <a:xfrm>
              <a:off x="2442884" y="7534912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8" name="pl3928"/>
            <p:cNvSpPr/>
            <p:nvPr/>
          </p:nvSpPr>
          <p:spPr>
            <a:xfrm>
              <a:off x="2447097" y="7552063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29" name="pl3929"/>
            <p:cNvSpPr/>
            <p:nvPr/>
          </p:nvSpPr>
          <p:spPr>
            <a:xfrm>
              <a:off x="2452251" y="7552063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0" name="pl3930"/>
            <p:cNvSpPr/>
            <p:nvPr/>
          </p:nvSpPr>
          <p:spPr>
            <a:xfrm>
              <a:off x="2434961" y="7552063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1" name="pl3931"/>
            <p:cNvSpPr/>
            <p:nvPr/>
          </p:nvSpPr>
          <p:spPr>
            <a:xfrm>
              <a:off x="2447570" y="7552063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2" name="pl3932"/>
            <p:cNvSpPr/>
            <p:nvPr/>
          </p:nvSpPr>
          <p:spPr>
            <a:xfrm>
              <a:off x="2459556" y="7517159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3" name="pl3933"/>
            <p:cNvSpPr/>
            <p:nvPr/>
          </p:nvSpPr>
          <p:spPr>
            <a:xfrm>
              <a:off x="2459556" y="7552063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4" name="pl3934"/>
            <p:cNvSpPr/>
            <p:nvPr/>
          </p:nvSpPr>
          <p:spPr>
            <a:xfrm>
              <a:off x="2438665" y="7552063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5" name="pl3935"/>
            <p:cNvSpPr/>
            <p:nvPr/>
          </p:nvSpPr>
          <p:spPr>
            <a:xfrm>
              <a:off x="2459556" y="7547444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6" name="pl3936"/>
            <p:cNvSpPr/>
            <p:nvPr/>
          </p:nvSpPr>
          <p:spPr>
            <a:xfrm>
              <a:off x="2441510" y="7552063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7" name="pl3937"/>
            <p:cNvSpPr/>
            <p:nvPr/>
          </p:nvSpPr>
          <p:spPr>
            <a:xfrm>
              <a:off x="2424104" y="7526308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8" name="pl3938"/>
            <p:cNvSpPr/>
            <p:nvPr/>
          </p:nvSpPr>
          <p:spPr>
            <a:xfrm>
              <a:off x="2459556" y="7552063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39" name="pl3939"/>
            <p:cNvSpPr/>
            <p:nvPr/>
          </p:nvSpPr>
          <p:spPr>
            <a:xfrm>
              <a:off x="2428838" y="7552063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0" name="pl3940"/>
            <p:cNvSpPr/>
            <p:nvPr/>
          </p:nvSpPr>
          <p:spPr>
            <a:xfrm>
              <a:off x="2459556" y="7545063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1" name="pl3941"/>
            <p:cNvSpPr/>
            <p:nvPr/>
          </p:nvSpPr>
          <p:spPr>
            <a:xfrm>
              <a:off x="2459556" y="7541992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2" name="pl3942"/>
            <p:cNvSpPr/>
            <p:nvPr/>
          </p:nvSpPr>
          <p:spPr>
            <a:xfrm>
              <a:off x="2459556" y="7516318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3" name="pl3943"/>
            <p:cNvSpPr/>
            <p:nvPr/>
          </p:nvSpPr>
          <p:spPr>
            <a:xfrm>
              <a:off x="2459556" y="7531304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4" name="pl3944"/>
            <p:cNvSpPr/>
            <p:nvPr/>
          </p:nvSpPr>
          <p:spPr>
            <a:xfrm>
              <a:off x="2459556" y="7548454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5" name="pl3945"/>
            <p:cNvSpPr/>
            <p:nvPr/>
          </p:nvSpPr>
          <p:spPr>
            <a:xfrm>
              <a:off x="2459556" y="7552063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6" name="pl3946"/>
            <p:cNvSpPr/>
            <p:nvPr/>
          </p:nvSpPr>
          <p:spPr>
            <a:xfrm>
              <a:off x="2459556" y="7549145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7" name="pl3947"/>
            <p:cNvSpPr/>
            <p:nvPr/>
          </p:nvSpPr>
          <p:spPr>
            <a:xfrm>
              <a:off x="2425909" y="7552063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8" name="pl3948"/>
            <p:cNvSpPr/>
            <p:nvPr/>
          </p:nvSpPr>
          <p:spPr>
            <a:xfrm>
              <a:off x="2459556" y="7552063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49" name="pl3949"/>
            <p:cNvSpPr/>
            <p:nvPr/>
          </p:nvSpPr>
          <p:spPr>
            <a:xfrm>
              <a:off x="2459556" y="7527588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0" name="pl3950"/>
            <p:cNvSpPr/>
            <p:nvPr/>
          </p:nvSpPr>
          <p:spPr>
            <a:xfrm>
              <a:off x="2458626" y="7552063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1" name="pl3951"/>
            <p:cNvSpPr/>
            <p:nvPr/>
          </p:nvSpPr>
          <p:spPr>
            <a:xfrm>
              <a:off x="2448948" y="7552063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2" name="pl3952"/>
            <p:cNvSpPr/>
            <p:nvPr/>
          </p:nvSpPr>
          <p:spPr>
            <a:xfrm>
              <a:off x="2459556" y="7514400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3" name="pl3953"/>
            <p:cNvSpPr/>
            <p:nvPr/>
          </p:nvSpPr>
          <p:spPr>
            <a:xfrm>
              <a:off x="2459556" y="7534625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4" name="pl3954"/>
            <p:cNvSpPr/>
            <p:nvPr/>
          </p:nvSpPr>
          <p:spPr>
            <a:xfrm>
              <a:off x="2450001" y="7552063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5" name="pl3955"/>
            <p:cNvSpPr/>
            <p:nvPr/>
          </p:nvSpPr>
          <p:spPr>
            <a:xfrm>
              <a:off x="2441894" y="7552063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6" name="pl3956"/>
            <p:cNvSpPr/>
            <p:nvPr/>
          </p:nvSpPr>
          <p:spPr>
            <a:xfrm>
              <a:off x="2459556" y="7544303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7" name="pl3957"/>
            <p:cNvSpPr/>
            <p:nvPr/>
          </p:nvSpPr>
          <p:spPr>
            <a:xfrm>
              <a:off x="2478663" y="7547973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8" name="pl3958"/>
            <p:cNvSpPr/>
            <p:nvPr/>
          </p:nvSpPr>
          <p:spPr>
            <a:xfrm>
              <a:off x="2781732" y="8359994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59" name="pl3959"/>
            <p:cNvSpPr/>
            <p:nvPr/>
          </p:nvSpPr>
          <p:spPr>
            <a:xfrm>
              <a:off x="2363620" y="7591840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0" name="pl3960"/>
            <p:cNvSpPr/>
            <p:nvPr/>
          </p:nvSpPr>
          <p:spPr>
            <a:xfrm>
              <a:off x="2821419" y="8487094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1" name="pl3961"/>
            <p:cNvSpPr/>
            <p:nvPr/>
          </p:nvSpPr>
          <p:spPr>
            <a:xfrm>
              <a:off x="2770589" y="7687203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2" name="pl3962"/>
            <p:cNvSpPr/>
            <p:nvPr/>
          </p:nvSpPr>
          <p:spPr>
            <a:xfrm>
              <a:off x="2735640" y="7695470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3" name="pl3963"/>
            <p:cNvSpPr/>
            <p:nvPr/>
          </p:nvSpPr>
          <p:spPr>
            <a:xfrm>
              <a:off x="2970561" y="7981360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4" name="pl3964"/>
            <p:cNvSpPr/>
            <p:nvPr/>
          </p:nvSpPr>
          <p:spPr>
            <a:xfrm>
              <a:off x="2038419" y="7150540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5" name="pl3965"/>
            <p:cNvSpPr/>
            <p:nvPr/>
          </p:nvSpPr>
          <p:spPr>
            <a:xfrm>
              <a:off x="2434227" y="7577881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6" name="pl3966"/>
            <p:cNvSpPr/>
            <p:nvPr/>
          </p:nvSpPr>
          <p:spPr>
            <a:xfrm>
              <a:off x="3180898" y="8152406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7" name="pl3967"/>
            <p:cNvSpPr/>
            <p:nvPr/>
          </p:nvSpPr>
          <p:spPr>
            <a:xfrm>
              <a:off x="3170958" y="8169142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8" name="pl3968"/>
            <p:cNvSpPr/>
            <p:nvPr/>
          </p:nvSpPr>
          <p:spPr>
            <a:xfrm>
              <a:off x="2692831" y="8516571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69" name="pl3969"/>
            <p:cNvSpPr/>
            <p:nvPr/>
          </p:nvSpPr>
          <p:spPr>
            <a:xfrm>
              <a:off x="2653030" y="7814031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0" name="pl3970"/>
            <p:cNvSpPr/>
            <p:nvPr/>
          </p:nvSpPr>
          <p:spPr>
            <a:xfrm>
              <a:off x="3199731" y="7370069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1" name="pl3971"/>
            <p:cNvSpPr/>
            <p:nvPr/>
          </p:nvSpPr>
          <p:spPr>
            <a:xfrm>
              <a:off x="2723881" y="7765142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2" name="pl3972"/>
            <p:cNvSpPr/>
            <p:nvPr/>
          </p:nvSpPr>
          <p:spPr>
            <a:xfrm>
              <a:off x="2787853" y="7934830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3" name="pl3973"/>
            <p:cNvSpPr/>
            <p:nvPr/>
          </p:nvSpPr>
          <p:spPr>
            <a:xfrm>
              <a:off x="2732377" y="7726341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4" name="pl3974"/>
            <p:cNvSpPr/>
            <p:nvPr/>
          </p:nvSpPr>
          <p:spPr>
            <a:xfrm>
              <a:off x="2766105" y="7692042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5" name="pl3975"/>
            <p:cNvSpPr/>
            <p:nvPr/>
          </p:nvSpPr>
          <p:spPr>
            <a:xfrm>
              <a:off x="2766105" y="7673691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6" name="pl3976"/>
            <p:cNvSpPr/>
            <p:nvPr/>
          </p:nvSpPr>
          <p:spPr>
            <a:xfrm>
              <a:off x="3287014" y="7689910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7" name="pl3977"/>
            <p:cNvSpPr/>
            <p:nvPr/>
          </p:nvSpPr>
          <p:spPr>
            <a:xfrm>
              <a:off x="1974131" y="8267303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8" name="pl3978"/>
            <p:cNvSpPr/>
            <p:nvPr/>
          </p:nvSpPr>
          <p:spPr>
            <a:xfrm>
              <a:off x="2444378" y="7578680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79" name="pl3979"/>
            <p:cNvSpPr/>
            <p:nvPr/>
          </p:nvSpPr>
          <p:spPr>
            <a:xfrm>
              <a:off x="2436187" y="7576916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0" name="pl3980"/>
            <p:cNvSpPr/>
            <p:nvPr/>
          </p:nvSpPr>
          <p:spPr>
            <a:xfrm>
              <a:off x="2151220" y="8087962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1" name="pl3981"/>
            <p:cNvSpPr/>
            <p:nvPr/>
          </p:nvSpPr>
          <p:spPr>
            <a:xfrm>
              <a:off x="2374441" y="7578946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2" name="pl3982"/>
            <p:cNvSpPr/>
            <p:nvPr/>
          </p:nvSpPr>
          <p:spPr>
            <a:xfrm>
              <a:off x="2448948" y="7574669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3" name="pl3983"/>
            <p:cNvSpPr/>
            <p:nvPr/>
          </p:nvSpPr>
          <p:spPr>
            <a:xfrm>
              <a:off x="2720624" y="7780353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4" name="pl3984"/>
            <p:cNvSpPr/>
            <p:nvPr/>
          </p:nvSpPr>
          <p:spPr>
            <a:xfrm>
              <a:off x="2716844" y="7797459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5" name="pl3985"/>
            <p:cNvSpPr/>
            <p:nvPr/>
          </p:nvSpPr>
          <p:spPr>
            <a:xfrm>
              <a:off x="2633125" y="7921568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6" name="pl3986"/>
            <p:cNvSpPr/>
            <p:nvPr/>
          </p:nvSpPr>
          <p:spPr>
            <a:xfrm>
              <a:off x="2633125" y="7868771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7" name="pl3987"/>
            <p:cNvSpPr/>
            <p:nvPr/>
          </p:nvSpPr>
          <p:spPr>
            <a:xfrm>
              <a:off x="2607839" y="7940080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8" name="pl3988"/>
            <p:cNvSpPr/>
            <p:nvPr/>
          </p:nvSpPr>
          <p:spPr>
            <a:xfrm>
              <a:off x="2621338" y="7940080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89" name="pl3989"/>
            <p:cNvSpPr/>
            <p:nvPr/>
          </p:nvSpPr>
          <p:spPr>
            <a:xfrm>
              <a:off x="2628779" y="7940080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0" name="pl3990"/>
            <p:cNvSpPr/>
            <p:nvPr/>
          </p:nvSpPr>
          <p:spPr>
            <a:xfrm>
              <a:off x="2439491" y="7480534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1" name="pl3991"/>
            <p:cNvSpPr/>
            <p:nvPr/>
          </p:nvSpPr>
          <p:spPr>
            <a:xfrm>
              <a:off x="2431267" y="7496722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2" name="pl3992"/>
            <p:cNvSpPr/>
            <p:nvPr/>
          </p:nvSpPr>
          <p:spPr>
            <a:xfrm>
              <a:off x="2442489" y="7496722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3" name="pl3993"/>
            <p:cNvSpPr/>
            <p:nvPr/>
          </p:nvSpPr>
          <p:spPr>
            <a:xfrm>
              <a:off x="2441784" y="7463078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94" name="pt3994"/>
            <p:cNvSpPr/>
            <p:nvPr/>
          </p:nvSpPr>
          <p:spPr>
            <a:xfrm>
              <a:off x="2586605" y="698935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95" name="pt3995"/>
            <p:cNvSpPr/>
            <p:nvPr/>
          </p:nvSpPr>
          <p:spPr>
            <a:xfrm>
              <a:off x="2372524" y="7521885"/>
              <a:ext cx="67219" cy="67219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96" name="pt3996"/>
            <p:cNvSpPr/>
            <p:nvPr/>
          </p:nvSpPr>
          <p:spPr>
            <a:xfrm>
              <a:off x="2978744" y="7873019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97" name="pt3997"/>
            <p:cNvSpPr/>
            <p:nvPr/>
          </p:nvSpPr>
          <p:spPr>
            <a:xfrm>
              <a:off x="2452299" y="752948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98" name="pt3998"/>
            <p:cNvSpPr/>
            <p:nvPr/>
          </p:nvSpPr>
          <p:spPr>
            <a:xfrm>
              <a:off x="3075773" y="7262272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3999" name="pg3999"/>
            <p:cNvSpPr/>
            <p:nvPr/>
          </p:nvSpPr>
          <p:spPr>
            <a:xfrm>
              <a:off x="2568876" y="8032770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0" name="pt4000"/>
            <p:cNvSpPr/>
            <p:nvPr/>
          </p:nvSpPr>
          <p:spPr>
            <a:xfrm>
              <a:off x="2430132" y="7567020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1" name="pl4001"/>
            <p:cNvSpPr/>
            <p:nvPr/>
          </p:nvSpPr>
          <p:spPr>
            <a:xfrm>
              <a:off x="2575023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2" name="pl4002"/>
            <p:cNvSpPr/>
            <p:nvPr/>
          </p:nvSpPr>
          <p:spPr>
            <a:xfrm>
              <a:off x="2575023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3" name="pl4003"/>
            <p:cNvSpPr/>
            <p:nvPr/>
          </p:nvSpPr>
          <p:spPr>
            <a:xfrm>
              <a:off x="2564909" y="751662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4" name="pl4004"/>
            <p:cNvSpPr/>
            <p:nvPr/>
          </p:nvSpPr>
          <p:spPr>
            <a:xfrm>
              <a:off x="2599440" y="748209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05" name="pt4005"/>
            <p:cNvSpPr/>
            <p:nvPr/>
          </p:nvSpPr>
          <p:spPr>
            <a:xfrm>
              <a:off x="2408532" y="7515047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6" name="pg4006"/>
            <p:cNvSpPr/>
            <p:nvPr/>
          </p:nvSpPr>
          <p:spPr>
            <a:xfrm>
              <a:off x="2150636" y="74005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7" name="pt4007"/>
            <p:cNvSpPr/>
            <p:nvPr/>
          </p:nvSpPr>
          <p:spPr>
            <a:xfrm>
              <a:off x="2940358" y="7862069"/>
              <a:ext cx="80678" cy="80678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8" name="pt4008"/>
            <p:cNvSpPr/>
            <p:nvPr/>
          </p:nvSpPr>
          <p:spPr>
            <a:xfrm>
              <a:off x="2356432" y="7514843"/>
              <a:ext cx="74834" cy="74834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09" name="pt4009"/>
            <p:cNvSpPr/>
            <p:nvPr/>
          </p:nvSpPr>
          <p:spPr>
            <a:xfrm>
              <a:off x="2968647" y="7824258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0" name="pt4010"/>
            <p:cNvSpPr/>
            <p:nvPr/>
          </p:nvSpPr>
          <p:spPr>
            <a:xfrm>
              <a:off x="2609069" y="8358839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1" name="pt4011"/>
            <p:cNvSpPr/>
            <p:nvPr/>
          </p:nvSpPr>
          <p:spPr>
            <a:xfrm>
              <a:off x="2689244" y="790675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2" name="pg4012"/>
            <p:cNvSpPr/>
            <p:nvPr/>
          </p:nvSpPr>
          <p:spPr>
            <a:xfrm>
              <a:off x="2607214" y="78879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3" name="pt4013"/>
            <p:cNvSpPr/>
            <p:nvPr/>
          </p:nvSpPr>
          <p:spPr>
            <a:xfrm>
              <a:off x="2794115" y="7659669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4" name="pt4014"/>
            <p:cNvSpPr/>
            <p:nvPr/>
          </p:nvSpPr>
          <p:spPr>
            <a:xfrm>
              <a:off x="3065378" y="726736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5" name="pg4015"/>
            <p:cNvSpPr/>
            <p:nvPr/>
          </p:nvSpPr>
          <p:spPr>
            <a:xfrm>
              <a:off x="2682909" y="769283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6" name="pt4016"/>
            <p:cNvSpPr/>
            <p:nvPr/>
          </p:nvSpPr>
          <p:spPr>
            <a:xfrm>
              <a:off x="2841417" y="706177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7" name="pt4017"/>
            <p:cNvSpPr/>
            <p:nvPr/>
          </p:nvSpPr>
          <p:spPr>
            <a:xfrm>
              <a:off x="2364788" y="7600194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8" name="pt4018"/>
            <p:cNvSpPr/>
            <p:nvPr/>
          </p:nvSpPr>
          <p:spPr>
            <a:xfrm>
              <a:off x="2371601" y="7552782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19" name="pg4019"/>
            <p:cNvSpPr/>
            <p:nvPr/>
          </p:nvSpPr>
          <p:spPr>
            <a:xfrm>
              <a:off x="2574487" y="80556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0" name="pt4020"/>
            <p:cNvSpPr/>
            <p:nvPr/>
          </p:nvSpPr>
          <p:spPr>
            <a:xfrm>
              <a:off x="2698961" y="767649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1" name="pt4021"/>
            <p:cNvSpPr/>
            <p:nvPr/>
          </p:nvSpPr>
          <p:spPr>
            <a:xfrm>
              <a:off x="2126511" y="8383094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2" name="pt4022"/>
            <p:cNvSpPr/>
            <p:nvPr/>
          </p:nvSpPr>
          <p:spPr>
            <a:xfrm>
              <a:off x="2741608" y="807560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3" name="pt4023"/>
            <p:cNvSpPr/>
            <p:nvPr/>
          </p:nvSpPr>
          <p:spPr>
            <a:xfrm>
              <a:off x="2555902" y="8097625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4" name="pt4024"/>
            <p:cNvSpPr/>
            <p:nvPr/>
          </p:nvSpPr>
          <p:spPr>
            <a:xfrm>
              <a:off x="2484076" y="750860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25" name="pl4025"/>
            <p:cNvSpPr/>
            <p:nvPr/>
          </p:nvSpPr>
          <p:spPr>
            <a:xfrm>
              <a:off x="2224012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6" name="pl4026"/>
            <p:cNvSpPr/>
            <p:nvPr/>
          </p:nvSpPr>
          <p:spPr>
            <a:xfrm>
              <a:off x="2224012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7" name="pl4027"/>
            <p:cNvSpPr/>
            <p:nvPr/>
          </p:nvSpPr>
          <p:spPr>
            <a:xfrm>
              <a:off x="2213898" y="84431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8" name="pl4028"/>
            <p:cNvSpPr/>
            <p:nvPr/>
          </p:nvSpPr>
          <p:spPr>
            <a:xfrm>
              <a:off x="2248429" y="84086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29" name="pg4029"/>
            <p:cNvSpPr/>
            <p:nvPr/>
          </p:nvSpPr>
          <p:spPr>
            <a:xfrm>
              <a:off x="2505935" y="74963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0" name="pt4030"/>
            <p:cNvSpPr/>
            <p:nvPr/>
          </p:nvSpPr>
          <p:spPr>
            <a:xfrm>
              <a:off x="2726926" y="8090046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1" name="pt4031"/>
            <p:cNvSpPr/>
            <p:nvPr/>
          </p:nvSpPr>
          <p:spPr>
            <a:xfrm>
              <a:off x="2750732" y="806660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2" name="pl4032"/>
            <p:cNvSpPr/>
            <p:nvPr/>
          </p:nvSpPr>
          <p:spPr>
            <a:xfrm>
              <a:off x="2386301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3" name="pl4033"/>
            <p:cNvSpPr/>
            <p:nvPr/>
          </p:nvSpPr>
          <p:spPr>
            <a:xfrm>
              <a:off x="2386301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4" name="pl4034"/>
            <p:cNvSpPr/>
            <p:nvPr/>
          </p:nvSpPr>
          <p:spPr>
            <a:xfrm>
              <a:off x="2368572" y="757826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5" name="pl4035"/>
            <p:cNvSpPr/>
            <p:nvPr/>
          </p:nvSpPr>
          <p:spPr>
            <a:xfrm>
              <a:off x="2429104" y="751773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6" name="pt4036"/>
            <p:cNvSpPr/>
            <p:nvPr/>
          </p:nvSpPr>
          <p:spPr>
            <a:xfrm>
              <a:off x="2645520" y="772980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7" name="pt4037"/>
            <p:cNvSpPr/>
            <p:nvPr/>
          </p:nvSpPr>
          <p:spPr>
            <a:xfrm>
              <a:off x="2661560" y="773181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38" name="pl4038"/>
            <p:cNvSpPr/>
            <p:nvPr/>
          </p:nvSpPr>
          <p:spPr>
            <a:xfrm>
              <a:off x="2726102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39" name="pl4039"/>
            <p:cNvSpPr/>
            <p:nvPr/>
          </p:nvSpPr>
          <p:spPr>
            <a:xfrm>
              <a:off x="2726102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0" name="pl4040"/>
            <p:cNvSpPr/>
            <p:nvPr/>
          </p:nvSpPr>
          <p:spPr>
            <a:xfrm>
              <a:off x="2715989" y="81035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1" name="pl4041"/>
            <p:cNvSpPr/>
            <p:nvPr/>
          </p:nvSpPr>
          <p:spPr>
            <a:xfrm>
              <a:off x="2750519" y="80689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2" name="pl4042"/>
            <p:cNvSpPr/>
            <p:nvPr/>
          </p:nvSpPr>
          <p:spPr>
            <a:xfrm>
              <a:off x="2463102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3" name="pl4043"/>
            <p:cNvSpPr/>
            <p:nvPr/>
          </p:nvSpPr>
          <p:spPr>
            <a:xfrm>
              <a:off x="2463102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4" name="pl4044"/>
            <p:cNvSpPr/>
            <p:nvPr/>
          </p:nvSpPr>
          <p:spPr>
            <a:xfrm>
              <a:off x="2452988" y="751454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5" name="pl4045"/>
            <p:cNvSpPr/>
            <p:nvPr/>
          </p:nvSpPr>
          <p:spPr>
            <a:xfrm>
              <a:off x="2487518" y="748001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6" name="pt4046"/>
            <p:cNvSpPr/>
            <p:nvPr/>
          </p:nvSpPr>
          <p:spPr>
            <a:xfrm>
              <a:off x="2569448" y="7923817"/>
              <a:ext cx="48833" cy="48833"/>
            </a:xfrm>
            <a:prstGeom prst="ellipse">
              <a:avLst/>
            </a:prstGeom>
            <a:solidFill>
              <a:srgbClr val="A6761D">
                <a:alpha val="4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47" name="pt4047"/>
            <p:cNvSpPr/>
            <p:nvPr/>
          </p:nvSpPr>
          <p:spPr>
            <a:xfrm>
              <a:off x="2397232" y="7513922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48" name="pl4048"/>
            <p:cNvSpPr/>
            <p:nvPr/>
          </p:nvSpPr>
          <p:spPr>
            <a:xfrm>
              <a:off x="2135615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49" name="pl4049"/>
            <p:cNvSpPr/>
            <p:nvPr/>
          </p:nvSpPr>
          <p:spPr>
            <a:xfrm>
              <a:off x="2135615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0" name="pl4050"/>
            <p:cNvSpPr/>
            <p:nvPr/>
          </p:nvSpPr>
          <p:spPr>
            <a:xfrm>
              <a:off x="2125501" y="707683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1" name="pl4051"/>
            <p:cNvSpPr/>
            <p:nvPr/>
          </p:nvSpPr>
          <p:spPr>
            <a:xfrm>
              <a:off x="2160032" y="70423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2" name="pl4052"/>
            <p:cNvSpPr/>
            <p:nvPr/>
          </p:nvSpPr>
          <p:spPr>
            <a:xfrm>
              <a:off x="2383190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3" name="pl4053"/>
            <p:cNvSpPr/>
            <p:nvPr/>
          </p:nvSpPr>
          <p:spPr>
            <a:xfrm>
              <a:off x="2383190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4" name="pl4054"/>
            <p:cNvSpPr/>
            <p:nvPr/>
          </p:nvSpPr>
          <p:spPr>
            <a:xfrm>
              <a:off x="2357845" y="7578680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5" name="pl4055"/>
            <p:cNvSpPr/>
            <p:nvPr/>
          </p:nvSpPr>
          <p:spPr>
            <a:xfrm>
              <a:off x="2444378" y="7492147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6" name="pl4056"/>
            <p:cNvSpPr/>
            <p:nvPr/>
          </p:nvSpPr>
          <p:spPr>
            <a:xfrm>
              <a:off x="2670079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7" name="pl4057"/>
            <p:cNvSpPr/>
            <p:nvPr/>
          </p:nvSpPr>
          <p:spPr>
            <a:xfrm>
              <a:off x="2670079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8" name="pl4058"/>
            <p:cNvSpPr/>
            <p:nvPr/>
          </p:nvSpPr>
          <p:spPr>
            <a:xfrm>
              <a:off x="2651451" y="78547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59" name="pl4059"/>
            <p:cNvSpPr/>
            <p:nvPr/>
          </p:nvSpPr>
          <p:spPr>
            <a:xfrm>
              <a:off x="2715052" y="779115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0" name="pt4060"/>
            <p:cNvSpPr/>
            <p:nvPr/>
          </p:nvSpPr>
          <p:spPr>
            <a:xfrm>
              <a:off x="1962464" y="7261134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61" name="pl4061"/>
            <p:cNvSpPr/>
            <p:nvPr/>
          </p:nvSpPr>
          <p:spPr>
            <a:xfrm>
              <a:off x="1960133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2" name="pl4062"/>
            <p:cNvSpPr/>
            <p:nvPr/>
          </p:nvSpPr>
          <p:spPr>
            <a:xfrm>
              <a:off x="1960133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3" name="pl4063"/>
            <p:cNvSpPr/>
            <p:nvPr/>
          </p:nvSpPr>
          <p:spPr>
            <a:xfrm>
              <a:off x="1950019" y="7221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4" name="pl4064"/>
            <p:cNvSpPr/>
            <p:nvPr/>
          </p:nvSpPr>
          <p:spPr>
            <a:xfrm>
              <a:off x="1984550" y="71865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5" name="pt4065"/>
            <p:cNvSpPr/>
            <p:nvPr/>
          </p:nvSpPr>
          <p:spPr>
            <a:xfrm>
              <a:off x="2410393" y="7558461"/>
              <a:ext cx="67219" cy="67219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66" name="pl4066"/>
            <p:cNvSpPr/>
            <p:nvPr/>
          </p:nvSpPr>
          <p:spPr>
            <a:xfrm>
              <a:off x="2102300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7" name="pl4067"/>
            <p:cNvSpPr/>
            <p:nvPr/>
          </p:nvSpPr>
          <p:spPr>
            <a:xfrm>
              <a:off x="2102300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8" name="pl4068"/>
            <p:cNvSpPr/>
            <p:nvPr/>
          </p:nvSpPr>
          <p:spPr>
            <a:xfrm>
              <a:off x="2092186" y="80171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69" name="pl4069"/>
            <p:cNvSpPr/>
            <p:nvPr/>
          </p:nvSpPr>
          <p:spPr>
            <a:xfrm>
              <a:off x="2126717" y="798260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0" name="pl4070"/>
            <p:cNvSpPr/>
            <p:nvPr/>
          </p:nvSpPr>
          <p:spPr>
            <a:xfrm>
              <a:off x="2836441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1" name="pl4071"/>
            <p:cNvSpPr/>
            <p:nvPr/>
          </p:nvSpPr>
          <p:spPr>
            <a:xfrm>
              <a:off x="2836441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2" name="pl4072"/>
            <p:cNvSpPr/>
            <p:nvPr/>
          </p:nvSpPr>
          <p:spPr>
            <a:xfrm>
              <a:off x="2826327" y="70950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3" name="pl4073"/>
            <p:cNvSpPr/>
            <p:nvPr/>
          </p:nvSpPr>
          <p:spPr>
            <a:xfrm>
              <a:off x="2860858" y="70605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74" name="pt4074"/>
            <p:cNvSpPr/>
            <p:nvPr/>
          </p:nvSpPr>
          <p:spPr>
            <a:xfrm>
              <a:off x="2317815" y="757771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75" name="pt4075"/>
            <p:cNvSpPr/>
            <p:nvPr/>
          </p:nvSpPr>
          <p:spPr>
            <a:xfrm>
              <a:off x="2355049" y="7524907"/>
              <a:ext cx="48833" cy="48833"/>
            </a:xfrm>
            <a:prstGeom prst="ellipse">
              <a:avLst/>
            </a:prstGeom>
            <a:solidFill>
              <a:srgbClr val="A6761D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76" name="pt4076"/>
            <p:cNvSpPr/>
            <p:nvPr/>
          </p:nvSpPr>
          <p:spPr>
            <a:xfrm>
              <a:off x="2342057" y="7011317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77" name="pt4077"/>
            <p:cNvSpPr/>
            <p:nvPr/>
          </p:nvSpPr>
          <p:spPr>
            <a:xfrm>
              <a:off x="2571011" y="8204215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78" name="pt4078"/>
            <p:cNvSpPr/>
            <p:nvPr/>
          </p:nvSpPr>
          <p:spPr>
            <a:xfrm>
              <a:off x="2415075" y="745611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79" name="pt4079"/>
            <p:cNvSpPr/>
            <p:nvPr/>
          </p:nvSpPr>
          <p:spPr>
            <a:xfrm>
              <a:off x="1825182" y="7468048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80" name="pt4080"/>
            <p:cNvSpPr/>
            <p:nvPr/>
          </p:nvSpPr>
          <p:spPr>
            <a:xfrm>
              <a:off x="2096949" y="7833980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81" name="pl4081"/>
            <p:cNvSpPr/>
            <p:nvPr/>
          </p:nvSpPr>
          <p:spPr>
            <a:xfrm>
              <a:off x="2675715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2" name="pl4082"/>
            <p:cNvSpPr/>
            <p:nvPr/>
          </p:nvSpPr>
          <p:spPr>
            <a:xfrm>
              <a:off x="2675715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3" name="pl4083"/>
            <p:cNvSpPr/>
            <p:nvPr/>
          </p:nvSpPr>
          <p:spPr>
            <a:xfrm>
              <a:off x="2665601" y="8503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4" name="pl4084"/>
            <p:cNvSpPr/>
            <p:nvPr/>
          </p:nvSpPr>
          <p:spPr>
            <a:xfrm>
              <a:off x="2700132" y="84688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5" name="pg4085"/>
            <p:cNvSpPr/>
            <p:nvPr/>
          </p:nvSpPr>
          <p:spPr>
            <a:xfrm>
              <a:off x="2341782" y="754094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86" name="pl4086"/>
            <p:cNvSpPr/>
            <p:nvPr/>
          </p:nvSpPr>
          <p:spPr>
            <a:xfrm>
              <a:off x="2349645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7" name="pl4087"/>
            <p:cNvSpPr/>
            <p:nvPr/>
          </p:nvSpPr>
          <p:spPr>
            <a:xfrm>
              <a:off x="2349645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8" name="pl4088"/>
            <p:cNvSpPr/>
            <p:nvPr/>
          </p:nvSpPr>
          <p:spPr>
            <a:xfrm>
              <a:off x="2339532" y="756104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89" name="pl4089"/>
            <p:cNvSpPr/>
            <p:nvPr/>
          </p:nvSpPr>
          <p:spPr>
            <a:xfrm>
              <a:off x="2374062" y="752651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0" name="pg4090"/>
            <p:cNvSpPr/>
            <p:nvPr/>
          </p:nvSpPr>
          <p:spPr>
            <a:xfrm>
              <a:off x="2557969" y="794088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91" name="pt4091"/>
            <p:cNvSpPr/>
            <p:nvPr/>
          </p:nvSpPr>
          <p:spPr>
            <a:xfrm>
              <a:off x="1748649" y="779272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092" name="pl4092"/>
            <p:cNvSpPr/>
            <p:nvPr/>
          </p:nvSpPr>
          <p:spPr>
            <a:xfrm>
              <a:off x="2358845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3" name="pl4093"/>
            <p:cNvSpPr/>
            <p:nvPr/>
          </p:nvSpPr>
          <p:spPr>
            <a:xfrm>
              <a:off x="2358845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4" name="pl4094"/>
            <p:cNvSpPr/>
            <p:nvPr/>
          </p:nvSpPr>
          <p:spPr>
            <a:xfrm>
              <a:off x="2337962" y="7533178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5" name="pl4095"/>
            <p:cNvSpPr/>
            <p:nvPr/>
          </p:nvSpPr>
          <p:spPr>
            <a:xfrm>
              <a:off x="2409263" y="7461876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6" name="pl4096"/>
            <p:cNvSpPr/>
            <p:nvPr/>
          </p:nvSpPr>
          <p:spPr>
            <a:xfrm>
              <a:off x="2393849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7" name="pl4097"/>
            <p:cNvSpPr/>
            <p:nvPr/>
          </p:nvSpPr>
          <p:spPr>
            <a:xfrm>
              <a:off x="2393849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8" name="pl4098"/>
            <p:cNvSpPr/>
            <p:nvPr/>
          </p:nvSpPr>
          <p:spPr>
            <a:xfrm>
              <a:off x="2378351" y="751044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99" name="pl4099"/>
            <p:cNvSpPr/>
            <p:nvPr/>
          </p:nvSpPr>
          <p:spPr>
            <a:xfrm>
              <a:off x="2431267" y="745752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0" name="pl4100"/>
            <p:cNvSpPr/>
            <p:nvPr/>
          </p:nvSpPr>
          <p:spPr>
            <a:xfrm>
              <a:off x="2805799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1" name="pl4101"/>
            <p:cNvSpPr/>
            <p:nvPr/>
          </p:nvSpPr>
          <p:spPr>
            <a:xfrm>
              <a:off x="2805799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2" name="pl4102"/>
            <p:cNvSpPr/>
            <p:nvPr/>
          </p:nvSpPr>
          <p:spPr>
            <a:xfrm>
              <a:off x="2795685" y="80259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3" name="pl4103"/>
            <p:cNvSpPr/>
            <p:nvPr/>
          </p:nvSpPr>
          <p:spPr>
            <a:xfrm>
              <a:off x="2830215" y="79913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4" name="pl4104"/>
            <p:cNvSpPr/>
            <p:nvPr/>
          </p:nvSpPr>
          <p:spPr>
            <a:xfrm>
              <a:off x="2659394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5" name="pl4105"/>
            <p:cNvSpPr/>
            <p:nvPr/>
          </p:nvSpPr>
          <p:spPr>
            <a:xfrm>
              <a:off x="2659394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6" name="pl4106"/>
            <p:cNvSpPr/>
            <p:nvPr/>
          </p:nvSpPr>
          <p:spPr>
            <a:xfrm>
              <a:off x="2632682" y="7905033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7" name="pl4107"/>
            <p:cNvSpPr/>
            <p:nvPr/>
          </p:nvSpPr>
          <p:spPr>
            <a:xfrm>
              <a:off x="2723881" y="7813834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08" name="pt4108"/>
            <p:cNvSpPr/>
            <p:nvPr/>
          </p:nvSpPr>
          <p:spPr>
            <a:xfrm>
              <a:off x="2491848" y="7495800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09" name="pl4109"/>
            <p:cNvSpPr/>
            <p:nvPr/>
          </p:nvSpPr>
          <p:spPr>
            <a:xfrm>
              <a:off x="2397232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0" name="pl4110"/>
            <p:cNvSpPr/>
            <p:nvPr/>
          </p:nvSpPr>
          <p:spPr>
            <a:xfrm>
              <a:off x="2397232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1" name="pl4111"/>
            <p:cNvSpPr/>
            <p:nvPr/>
          </p:nvSpPr>
          <p:spPr>
            <a:xfrm>
              <a:off x="2374489" y="7510382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2" name="pl4112"/>
            <p:cNvSpPr/>
            <p:nvPr/>
          </p:nvSpPr>
          <p:spPr>
            <a:xfrm>
              <a:off x="2452137" y="7432733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3" name="pl4113"/>
            <p:cNvSpPr/>
            <p:nvPr/>
          </p:nvSpPr>
          <p:spPr>
            <a:xfrm>
              <a:off x="2285266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4" name="pl4114"/>
            <p:cNvSpPr/>
            <p:nvPr/>
          </p:nvSpPr>
          <p:spPr>
            <a:xfrm>
              <a:off x="2285266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5" name="pl4115"/>
            <p:cNvSpPr/>
            <p:nvPr/>
          </p:nvSpPr>
          <p:spPr>
            <a:xfrm>
              <a:off x="2275152" y="75786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6" name="pl4116"/>
            <p:cNvSpPr/>
            <p:nvPr/>
          </p:nvSpPr>
          <p:spPr>
            <a:xfrm>
              <a:off x="2309682" y="75441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17" name="pt4117"/>
            <p:cNvSpPr/>
            <p:nvPr/>
          </p:nvSpPr>
          <p:spPr>
            <a:xfrm>
              <a:off x="2343238" y="7608300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18" name="pt4118"/>
            <p:cNvSpPr/>
            <p:nvPr/>
          </p:nvSpPr>
          <p:spPr>
            <a:xfrm>
              <a:off x="2498794" y="751616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19" name="pl4119"/>
            <p:cNvSpPr/>
            <p:nvPr/>
          </p:nvSpPr>
          <p:spPr>
            <a:xfrm>
              <a:off x="2355359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0" name="pl4120"/>
            <p:cNvSpPr/>
            <p:nvPr/>
          </p:nvSpPr>
          <p:spPr>
            <a:xfrm>
              <a:off x="2355359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1" name="pl4121"/>
            <p:cNvSpPr/>
            <p:nvPr/>
          </p:nvSpPr>
          <p:spPr>
            <a:xfrm>
              <a:off x="2336731" y="7555000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2" name="pl4122"/>
            <p:cNvSpPr/>
            <p:nvPr/>
          </p:nvSpPr>
          <p:spPr>
            <a:xfrm>
              <a:off x="2400331" y="7491399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4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3" name="pt4123"/>
            <p:cNvSpPr/>
            <p:nvPr/>
          </p:nvSpPr>
          <p:spPr>
            <a:xfrm>
              <a:off x="2912341" y="711333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24" name="pt4124"/>
            <p:cNvSpPr/>
            <p:nvPr/>
          </p:nvSpPr>
          <p:spPr>
            <a:xfrm>
              <a:off x="1989917" y="722604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25" name="pt4125"/>
            <p:cNvSpPr/>
            <p:nvPr/>
          </p:nvSpPr>
          <p:spPr>
            <a:xfrm>
              <a:off x="1965041" y="7881670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26" name="pl4126"/>
            <p:cNvSpPr/>
            <p:nvPr/>
          </p:nvSpPr>
          <p:spPr>
            <a:xfrm>
              <a:off x="2624463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7" name="pl4127"/>
            <p:cNvSpPr/>
            <p:nvPr/>
          </p:nvSpPr>
          <p:spPr>
            <a:xfrm>
              <a:off x="2624463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8" name="pl4128"/>
            <p:cNvSpPr/>
            <p:nvPr/>
          </p:nvSpPr>
          <p:spPr>
            <a:xfrm>
              <a:off x="2608964" y="7887879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29" name="pl4129"/>
            <p:cNvSpPr/>
            <p:nvPr/>
          </p:nvSpPr>
          <p:spPr>
            <a:xfrm>
              <a:off x="2661880" y="7834963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0" name="pl4130"/>
            <p:cNvSpPr/>
            <p:nvPr/>
          </p:nvSpPr>
          <p:spPr>
            <a:xfrm>
              <a:off x="2562744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1" name="pl4131"/>
            <p:cNvSpPr/>
            <p:nvPr/>
          </p:nvSpPr>
          <p:spPr>
            <a:xfrm>
              <a:off x="2562744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2" name="pl4132"/>
            <p:cNvSpPr/>
            <p:nvPr/>
          </p:nvSpPr>
          <p:spPr>
            <a:xfrm>
              <a:off x="2544115" y="83435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3" name="pl4133"/>
            <p:cNvSpPr/>
            <p:nvPr/>
          </p:nvSpPr>
          <p:spPr>
            <a:xfrm>
              <a:off x="2607716" y="8279947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4" name="pl4134"/>
            <p:cNvSpPr/>
            <p:nvPr/>
          </p:nvSpPr>
          <p:spPr>
            <a:xfrm>
              <a:off x="2442298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5" name="pl4135"/>
            <p:cNvSpPr/>
            <p:nvPr/>
          </p:nvSpPr>
          <p:spPr>
            <a:xfrm>
              <a:off x="2442298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6" name="pl4136"/>
            <p:cNvSpPr/>
            <p:nvPr/>
          </p:nvSpPr>
          <p:spPr>
            <a:xfrm>
              <a:off x="2432184" y="74514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7" name="pl4137"/>
            <p:cNvSpPr/>
            <p:nvPr/>
          </p:nvSpPr>
          <p:spPr>
            <a:xfrm>
              <a:off x="2466715" y="74169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8" name="pl4138"/>
            <p:cNvSpPr/>
            <p:nvPr/>
          </p:nvSpPr>
          <p:spPr>
            <a:xfrm>
              <a:off x="1841129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39" name="pl4139"/>
            <p:cNvSpPr/>
            <p:nvPr/>
          </p:nvSpPr>
          <p:spPr>
            <a:xfrm>
              <a:off x="1841129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0" name="pl4140"/>
            <p:cNvSpPr/>
            <p:nvPr/>
          </p:nvSpPr>
          <p:spPr>
            <a:xfrm>
              <a:off x="1831015" y="80811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1" name="pl4141"/>
            <p:cNvSpPr/>
            <p:nvPr/>
          </p:nvSpPr>
          <p:spPr>
            <a:xfrm>
              <a:off x="1865545" y="80466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2" name="pl4142"/>
            <p:cNvSpPr/>
            <p:nvPr/>
          </p:nvSpPr>
          <p:spPr>
            <a:xfrm>
              <a:off x="2664826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3" name="pl4143"/>
            <p:cNvSpPr/>
            <p:nvPr/>
          </p:nvSpPr>
          <p:spPr>
            <a:xfrm>
              <a:off x="2664826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4" name="pl4144"/>
            <p:cNvSpPr/>
            <p:nvPr/>
          </p:nvSpPr>
          <p:spPr>
            <a:xfrm>
              <a:off x="2634564" y="7726341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5" name="pl4145"/>
            <p:cNvSpPr/>
            <p:nvPr/>
          </p:nvSpPr>
          <p:spPr>
            <a:xfrm>
              <a:off x="2737886" y="7623018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46" name="pt4146"/>
            <p:cNvSpPr/>
            <p:nvPr/>
          </p:nvSpPr>
          <p:spPr>
            <a:xfrm>
              <a:off x="2399360" y="7532418"/>
              <a:ext cx="67219" cy="67219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47" name="pt4147"/>
            <p:cNvSpPr/>
            <p:nvPr/>
          </p:nvSpPr>
          <p:spPr>
            <a:xfrm>
              <a:off x="2366411" y="7515169"/>
              <a:ext cx="85604" cy="85604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48" name="pt4148"/>
            <p:cNvSpPr/>
            <p:nvPr/>
          </p:nvSpPr>
          <p:spPr>
            <a:xfrm>
              <a:off x="1969609" y="7884472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49" name="pt4149"/>
            <p:cNvSpPr/>
            <p:nvPr/>
          </p:nvSpPr>
          <p:spPr>
            <a:xfrm>
              <a:off x="1734277" y="778636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50" name="pl4150"/>
            <p:cNvSpPr/>
            <p:nvPr/>
          </p:nvSpPr>
          <p:spPr>
            <a:xfrm>
              <a:off x="2685418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1" name="pl4151"/>
            <p:cNvSpPr/>
            <p:nvPr/>
          </p:nvSpPr>
          <p:spPr>
            <a:xfrm>
              <a:off x="2685418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2" name="pl4152"/>
            <p:cNvSpPr/>
            <p:nvPr/>
          </p:nvSpPr>
          <p:spPr>
            <a:xfrm>
              <a:off x="2675305" y="77113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3" name="pl4153"/>
            <p:cNvSpPr/>
            <p:nvPr/>
          </p:nvSpPr>
          <p:spPr>
            <a:xfrm>
              <a:off x="2709835" y="76768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4" name="pt4154"/>
            <p:cNvSpPr/>
            <p:nvPr/>
          </p:nvSpPr>
          <p:spPr>
            <a:xfrm>
              <a:off x="2457931" y="7417202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55" name="pt4155"/>
            <p:cNvSpPr/>
            <p:nvPr/>
          </p:nvSpPr>
          <p:spPr>
            <a:xfrm>
              <a:off x="2406529" y="7449737"/>
              <a:ext cx="106973" cy="10697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56" name="pt4156"/>
            <p:cNvSpPr/>
            <p:nvPr/>
          </p:nvSpPr>
          <p:spPr>
            <a:xfrm>
              <a:off x="2350443" y="7584051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57" name="pt4157"/>
            <p:cNvSpPr/>
            <p:nvPr/>
          </p:nvSpPr>
          <p:spPr>
            <a:xfrm>
              <a:off x="2870687" y="797867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58" name="pl4158"/>
            <p:cNvSpPr/>
            <p:nvPr/>
          </p:nvSpPr>
          <p:spPr>
            <a:xfrm>
              <a:off x="2213620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59" name="pl4159"/>
            <p:cNvSpPr/>
            <p:nvPr/>
          </p:nvSpPr>
          <p:spPr>
            <a:xfrm>
              <a:off x="2213620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0" name="pl4160"/>
            <p:cNvSpPr/>
            <p:nvPr/>
          </p:nvSpPr>
          <p:spPr>
            <a:xfrm>
              <a:off x="2203506" y="8340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1" name="pl4161"/>
            <p:cNvSpPr/>
            <p:nvPr/>
          </p:nvSpPr>
          <p:spPr>
            <a:xfrm>
              <a:off x="2238037" y="8305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2" name="pl4162"/>
            <p:cNvSpPr/>
            <p:nvPr/>
          </p:nvSpPr>
          <p:spPr>
            <a:xfrm>
              <a:off x="2200086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3" name="pl4163"/>
            <p:cNvSpPr/>
            <p:nvPr/>
          </p:nvSpPr>
          <p:spPr>
            <a:xfrm>
              <a:off x="2200086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4" name="pl4164"/>
            <p:cNvSpPr/>
            <p:nvPr/>
          </p:nvSpPr>
          <p:spPr>
            <a:xfrm>
              <a:off x="2189972" y="8337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5" name="pl4165"/>
            <p:cNvSpPr/>
            <p:nvPr/>
          </p:nvSpPr>
          <p:spPr>
            <a:xfrm>
              <a:off x="2224503" y="8303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6" name="pt4166"/>
            <p:cNvSpPr/>
            <p:nvPr/>
          </p:nvSpPr>
          <p:spPr>
            <a:xfrm>
              <a:off x="2771668" y="7983804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67" name="pt4167"/>
            <p:cNvSpPr/>
            <p:nvPr/>
          </p:nvSpPr>
          <p:spPr>
            <a:xfrm>
              <a:off x="2006322" y="718451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68" name="pl4168"/>
            <p:cNvSpPr/>
            <p:nvPr/>
          </p:nvSpPr>
          <p:spPr>
            <a:xfrm>
              <a:off x="2408175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69" name="pl4169"/>
            <p:cNvSpPr/>
            <p:nvPr/>
          </p:nvSpPr>
          <p:spPr>
            <a:xfrm>
              <a:off x="2408175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0" name="pl4170"/>
            <p:cNvSpPr/>
            <p:nvPr/>
          </p:nvSpPr>
          <p:spPr>
            <a:xfrm>
              <a:off x="2394253" y="746307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1" name="pl4171"/>
            <p:cNvSpPr/>
            <p:nvPr/>
          </p:nvSpPr>
          <p:spPr>
            <a:xfrm>
              <a:off x="2441784" y="741554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72" name="pt4172"/>
            <p:cNvSpPr/>
            <p:nvPr/>
          </p:nvSpPr>
          <p:spPr>
            <a:xfrm>
              <a:off x="2329162" y="7488270"/>
              <a:ext cx="170789" cy="17078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3" name="pg4173"/>
            <p:cNvSpPr/>
            <p:nvPr/>
          </p:nvSpPr>
          <p:spPr>
            <a:xfrm>
              <a:off x="2719786" y="7950257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4" name="pt4174"/>
            <p:cNvSpPr/>
            <p:nvPr/>
          </p:nvSpPr>
          <p:spPr>
            <a:xfrm>
              <a:off x="3020361" y="8303457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5" name="pg4175"/>
            <p:cNvSpPr/>
            <p:nvPr/>
          </p:nvSpPr>
          <p:spPr>
            <a:xfrm>
              <a:off x="2416088" y="74232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6" name="pg4176"/>
            <p:cNvSpPr/>
            <p:nvPr/>
          </p:nvSpPr>
          <p:spPr>
            <a:xfrm>
              <a:off x="2369224" y="755700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7" name="pt4177"/>
            <p:cNvSpPr/>
            <p:nvPr/>
          </p:nvSpPr>
          <p:spPr>
            <a:xfrm>
              <a:off x="2424643" y="7568002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8" name="pt4178"/>
            <p:cNvSpPr/>
            <p:nvPr/>
          </p:nvSpPr>
          <p:spPr>
            <a:xfrm>
              <a:off x="2703725" y="7686269"/>
              <a:ext cx="48833" cy="48833"/>
            </a:xfrm>
            <a:prstGeom prst="ellipse">
              <a:avLst/>
            </a:pr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79" name="pt4179"/>
            <p:cNvSpPr/>
            <p:nvPr/>
          </p:nvSpPr>
          <p:spPr>
            <a:xfrm>
              <a:off x="2387898" y="751115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0" name="pt4180"/>
            <p:cNvSpPr/>
            <p:nvPr/>
          </p:nvSpPr>
          <p:spPr>
            <a:xfrm>
              <a:off x="2296869" y="845847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1" name="pt4181"/>
            <p:cNvSpPr/>
            <p:nvPr/>
          </p:nvSpPr>
          <p:spPr>
            <a:xfrm>
              <a:off x="1780185" y="757786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2" name="pt4182"/>
            <p:cNvSpPr/>
            <p:nvPr/>
          </p:nvSpPr>
          <p:spPr>
            <a:xfrm>
              <a:off x="2791502" y="7739267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3" name="pt4183"/>
            <p:cNvSpPr/>
            <p:nvPr/>
          </p:nvSpPr>
          <p:spPr>
            <a:xfrm>
              <a:off x="2117699" y="8077723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4" name="pt4184"/>
            <p:cNvSpPr/>
            <p:nvPr/>
          </p:nvSpPr>
          <p:spPr>
            <a:xfrm>
              <a:off x="2109728" y="799174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85" name="pl4185"/>
            <p:cNvSpPr/>
            <p:nvPr/>
          </p:nvSpPr>
          <p:spPr>
            <a:xfrm>
              <a:off x="2344649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6" name="pl4186"/>
            <p:cNvSpPr/>
            <p:nvPr/>
          </p:nvSpPr>
          <p:spPr>
            <a:xfrm>
              <a:off x="2344649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7" name="pl4187"/>
            <p:cNvSpPr/>
            <p:nvPr/>
          </p:nvSpPr>
          <p:spPr>
            <a:xfrm>
              <a:off x="2330727" y="756525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8" name="pl4188"/>
            <p:cNvSpPr/>
            <p:nvPr/>
          </p:nvSpPr>
          <p:spPr>
            <a:xfrm>
              <a:off x="2378258" y="751772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89" name="pt4189"/>
            <p:cNvSpPr/>
            <p:nvPr/>
          </p:nvSpPr>
          <p:spPr>
            <a:xfrm>
              <a:off x="2442685" y="7465499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0" name="pt4190"/>
            <p:cNvSpPr/>
            <p:nvPr/>
          </p:nvSpPr>
          <p:spPr>
            <a:xfrm>
              <a:off x="2403131" y="7528834"/>
              <a:ext cx="67219" cy="67219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1" name="pt4191"/>
            <p:cNvSpPr/>
            <p:nvPr/>
          </p:nvSpPr>
          <p:spPr>
            <a:xfrm>
              <a:off x="2887489" y="763192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2" name="pt4192"/>
            <p:cNvSpPr/>
            <p:nvPr/>
          </p:nvSpPr>
          <p:spPr>
            <a:xfrm>
              <a:off x="2565757" y="8329178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3" name="pt4193"/>
            <p:cNvSpPr/>
            <p:nvPr/>
          </p:nvSpPr>
          <p:spPr>
            <a:xfrm>
              <a:off x="3175314" y="7345652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4" name="pt4194"/>
            <p:cNvSpPr/>
            <p:nvPr/>
          </p:nvSpPr>
          <p:spPr>
            <a:xfrm>
              <a:off x="2337872" y="702444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5" name="pt4195"/>
            <p:cNvSpPr/>
            <p:nvPr/>
          </p:nvSpPr>
          <p:spPr>
            <a:xfrm>
              <a:off x="2567902" y="8058128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6" name="pl4196"/>
            <p:cNvSpPr/>
            <p:nvPr/>
          </p:nvSpPr>
          <p:spPr>
            <a:xfrm>
              <a:off x="2567902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7" name="pl4197"/>
            <p:cNvSpPr/>
            <p:nvPr/>
          </p:nvSpPr>
          <p:spPr>
            <a:xfrm>
              <a:off x="2567902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98" name="pg4198"/>
            <p:cNvSpPr/>
            <p:nvPr/>
          </p:nvSpPr>
          <p:spPr>
            <a:xfrm>
              <a:off x="2921754" y="82698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199" name="pt4199"/>
            <p:cNvSpPr/>
            <p:nvPr/>
          </p:nvSpPr>
          <p:spPr>
            <a:xfrm>
              <a:off x="2704178" y="789101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0" name="pt4200"/>
            <p:cNvSpPr/>
            <p:nvPr/>
          </p:nvSpPr>
          <p:spPr>
            <a:xfrm>
              <a:off x="2147213" y="804600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1" name="pt4201"/>
            <p:cNvSpPr/>
            <p:nvPr/>
          </p:nvSpPr>
          <p:spPr>
            <a:xfrm>
              <a:off x="3227143" y="747341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2" name="pt4202"/>
            <p:cNvSpPr/>
            <p:nvPr/>
          </p:nvSpPr>
          <p:spPr>
            <a:xfrm>
              <a:off x="1943542" y="817112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3" name="pt4203"/>
            <p:cNvSpPr/>
            <p:nvPr/>
          </p:nvSpPr>
          <p:spPr>
            <a:xfrm>
              <a:off x="2131741" y="705830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4" name="pt4204"/>
            <p:cNvSpPr/>
            <p:nvPr/>
          </p:nvSpPr>
          <p:spPr>
            <a:xfrm>
              <a:off x="2449363" y="7429710"/>
              <a:ext cx="67219" cy="67219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5" name="pt4205"/>
            <p:cNvSpPr/>
            <p:nvPr/>
          </p:nvSpPr>
          <p:spPr>
            <a:xfrm>
              <a:off x="2732705" y="766119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6" name="pg4206"/>
            <p:cNvSpPr/>
            <p:nvPr/>
          </p:nvSpPr>
          <p:spPr>
            <a:xfrm>
              <a:off x="2556017" y="804171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7" name="pt4207"/>
            <p:cNvSpPr/>
            <p:nvPr/>
          </p:nvSpPr>
          <p:spPr>
            <a:xfrm>
              <a:off x="2763361" y="7667625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8" name="pt4208"/>
            <p:cNvSpPr/>
            <p:nvPr/>
          </p:nvSpPr>
          <p:spPr>
            <a:xfrm>
              <a:off x="2794313" y="8453484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09" name="pg4209"/>
            <p:cNvSpPr/>
            <p:nvPr/>
          </p:nvSpPr>
          <p:spPr>
            <a:xfrm>
              <a:off x="2909575" y="709358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0" name="pt4210"/>
            <p:cNvSpPr/>
            <p:nvPr/>
          </p:nvSpPr>
          <p:spPr>
            <a:xfrm>
              <a:off x="2981514" y="716234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1" name="pt4211"/>
            <p:cNvSpPr/>
            <p:nvPr/>
          </p:nvSpPr>
          <p:spPr>
            <a:xfrm>
              <a:off x="2025444" y="8271758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2" name="pt4212"/>
            <p:cNvSpPr/>
            <p:nvPr/>
          </p:nvSpPr>
          <p:spPr>
            <a:xfrm>
              <a:off x="2504098" y="7979897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3" name="pl4213"/>
            <p:cNvSpPr/>
            <p:nvPr/>
          </p:nvSpPr>
          <p:spPr>
            <a:xfrm>
              <a:off x="2537205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4" name="pl4214"/>
            <p:cNvSpPr/>
            <p:nvPr/>
          </p:nvSpPr>
          <p:spPr>
            <a:xfrm>
              <a:off x="2537205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15" name="pt4215"/>
            <p:cNvSpPr/>
            <p:nvPr/>
          </p:nvSpPr>
          <p:spPr>
            <a:xfrm>
              <a:off x="2541330" y="797037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6" name="pt4216"/>
            <p:cNvSpPr/>
            <p:nvPr/>
          </p:nvSpPr>
          <p:spPr>
            <a:xfrm>
              <a:off x="2738434" y="770667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7" name="pt4217"/>
            <p:cNvSpPr/>
            <p:nvPr/>
          </p:nvSpPr>
          <p:spPr>
            <a:xfrm>
              <a:off x="2101261" y="802683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8" name="pt4218"/>
            <p:cNvSpPr/>
            <p:nvPr/>
          </p:nvSpPr>
          <p:spPr>
            <a:xfrm>
              <a:off x="2637490" y="6945956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19" name="pt4219"/>
            <p:cNvSpPr/>
            <p:nvPr/>
          </p:nvSpPr>
          <p:spPr>
            <a:xfrm>
              <a:off x="2478588" y="7503671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0" name="pt4220"/>
            <p:cNvSpPr/>
            <p:nvPr/>
          </p:nvSpPr>
          <p:spPr>
            <a:xfrm>
              <a:off x="2698804" y="7894943"/>
              <a:ext cx="80678" cy="80678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1" name="pt4221"/>
            <p:cNvSpPr/>
            <p:nvPr/>
          </p:nvSpPr>
          <p:spPr>
            <a:xfrm>
              <a:off x="2691235" y="7928371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2" name="pt4222"/>
            <p:cNvSpPr/>
            <p:nvPr/>
          </p:nvSpPr>
          <p:spPr>
            <a:xfrm>
              <a:off x="2576875" y="6997577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3" name="pt4223"/>
            <p:cNvSpPr/>
            <p:nvPr/>
          </p:nvSpPr>
          <p:spPr>
            <a:xfrm>
              <a:off x="2461693" y="7505018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4" name="pt4224"/>
            <p:cNvSpPr/>
            <p:nvPr/>
          </p:nvSpPr>
          <p:spPr>
            <a:xfrm>
              <a:off x="2395091" y="7540387"/>
              <a:ext cx="67219" cy="67219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5" name="pt4225"/>
            <p:cNvSpPr/>
            <p:nvPr/>
          </p:nvSpPr>
          <p:spPr>
            <a:xfrm>
              <a:off x="2936952" y="7947751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26" name="pl4226"/>
            <p:cNvSpPr/>
            <p:nvPr/>
          </p:nvSpPr>
          <p:spPr>
            <a:xfrm>
              <a:off x="2695697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7" name="pl4227"/>
            <p:cNvSpPr/>
            <p:nvPr/>
          </p:nvSpPr>
          <p:spPr>
            <a:xfrm>
              <a:off x="2695697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8" name="pl4228"/>
            <p:cNvSpPr/>
            <p:nvPr/>
          </p:nvSpPr>
          <p:spPr>
            <a:xfrm>
              <a:off x="2685583" y="77575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29" name="pl4229"/>
            <p:cNvSpPr/>
            <p:nvPr/>
          </p:nvSpPr>
          <p:spPr>
            <a:xfrm>
              <a:off x="2720114" y="77230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30" name="pt4230"/>
            <p:cNvSpPr/>
            <p:nvPr/>
          </p:nvSpPr>
          <p:spPr>
            <a:xfrm>
              <a:off x="2343433" y="7541155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1" name="pt4231"/>
            <p:cNvSpPr/>
            <p:nvPr/>
          </p:nvSpPr>
          <p:spPr>
            <a:xfrm>
              <a:off x="2405467" y="7497495"/>
              <a:ext cx="74834" cy="74834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2" name="pg4232"/>
            <p:cNvSpPr/>
            <p:nvPr/>
          </p:nvSpPr>
          <p:spPr>
            <a:xfrm>
              <a:off x="2723339" y="76750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3" name="pt4233"/>
            <p:cNvSpPr/>
            <p:nvPr/>
          </p:nvSpPr>
          <p:spPr>
            <a:xfrm>
              <a:off x="2313788" y="838843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4" name="pt4234"/>
            <p:cNvSpPr/>
            <p:nvPr/>
          </p:nvSpPr>
          <p:spPr>
            <a:xfrm>
              <a:off x="2383503" y="7556836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5" name="pt4235"/>
            <p:cNvSpPr/>
            <p:nvPr/>
          </p:nvSpPr>
          <p:spPr>
            <a:xfrm>
              <a:off x="2588371" y="8327380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6" name="pg4236"/>
            <p:cNvSpPr/>
            <p:nvPr/>
          </p:nvSpPr>
          <p:spPr>
            <a:xfrm>
              <a:off x="2088822" y="800004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7" name="pt4237"/>
            <p:cNvSpPr/>
            <p:nvPr/>
          </p:nvSpPr>
          <p:spPr>
            <a:xfrm>
              <a:off x="2385082" y="7477209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8" name="pt4238"/>
            <p:cNvSpPr/>
            <p:nvPr/>
          </p:nvSpPr>
          <p:spPr>
            <a:xfrm>
              <a:off x="2409679" y="7527254"/>
              <a:ext cx="74834" cy="74834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39" name="pt4239"/>
            <p:cNvSpPr/>
            <p:nvPr/>
          </p:nvSpPr>
          <p:spPr>
            <a:xfrm>
              <a:off x="2148875" y="803088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0" name="pt4240"/>
            <p:cNvSpPr/>
            <p:nvPr/>
          </p:nvSpPr>
          <p:spPr>
            <a:xfrm>
              <a:off x="2095966" y="7984006"/>
              <a:ext cx="74834" cy="74834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1" name="pt4241"/>
            <p:cNvSpPr/>
            <p:nvPr/>
          </p:nvSpPr>
          <p:spPr>
            <a:xfrm>
              <a:off x="2418641" y="7536690"/>
              <a:ext cx="67219" cy="67219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2" name="pt4242"/>
            <p:cNvSpPr/>
            <p:nvPr/>
          </p:nvSpPr>
          <p:spPr>
            <a:xfrm>
              <a:off x="2024757" y="829428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3" name="pt4243"/>
            <p:cNvSpPr/>
            <p:nvPr/>
          </p:nvSpPr>
          <p:spPr>
            <a:xfrm>
              <a:off x="2709086" y="790052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4" name="pt4244"/>
            <p:cNvSpPr/>
            <p:nvPr/>
          </p:nvSpPr>
          <p:spPr>
            <a:xfrm>
              <a:off x="2759350" y="703618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5" name="pt4245"/>
            <p:cNvSpPr/>
            <p:nvPr/>
          </p:nvSpPr>
          <p:spPr>
            <a:xfrm>
              <a:off x="2081933" y="7821910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6" name="pt4246"/>
            <p:cNvSpPr/>
            <p:nvPr/>
          </p:nvSpPr>
          <p:spPr>
            <a:xfrm>
              <a:off x="2576577" y="813769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7" name="pt4247"/>
            <p:cNvSpPr/>
            <p:nvPr/>
          </p:nvSpPr>
          <p:spPr>
            <a:xfrm>
              <a:off x="2530509" y="7953979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8" name="pt4248"/>
            <p:cNvSpPr/>
            <p:nvPr/>
          </p:nvSpPr>
          <p:spPr>
            <a:xfrm>
              <a:off x="2442372" y="7469223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49" name="pl4249"/>
            <p:cNvSpPr/>
            <p:nvPr/>
          </p:nvSpPr>
          <p:spPr>
            <a:xfrm>
              <a:off x="2014002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0" name="pl4250"/>
            <p:cNvSpPr/>
            <p:nvPr/>
          </p:nvSpPr>
          <p:spPr>
            <a:xfrm>
              <a:off x="2014002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1" name="pl4251"/>
            <p:cNvSpPr/>
            <p:nvPr/>
          </p:nvSpPr>
          <p:spPr>
            <a:xfrm>
              <a:off x="2003888" y="71513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2" name="pl4252"/>
            <p:cNvSpPr/>
            <p:nvPr/>
          </p:nvSpPr>
          <p:spPr>
            <a:xfrm>
              <a:off x="2038419" y="711683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53" name="pt4253"/>
            <p:cNvSpPr/>
            <p:nvPr/>
          </p:nvSpPr>
          <p:spPr>
            <a:xfrm>
              <a:off x="2380998" y="7478410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4" name="pt4254"/>
            <p:cNvSpPr/>
            <p:nvPr/>
          </p:nvSpPr>
          <p:spPr>
            <a:xfrm>
              <a:off x="2744315" y="8322576"/>
              <a:ext cx="74834" cy="74834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5" name="pg4255"/>
            <p:cNvSpPr/>
            <p:nvPr/>
          </p:nvSpPr>
          <p:spPr>
            <a:xfrm>
              <a:off x="2527541" y="794264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6" name="pt4256"/>
            <p:cNvSpPr/>
            <p:nvPr/>
          </p:nvSpPr>
          <p:spPr>
            <a:xfrm>
              <a:off x="2467271" y="750339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7" name="pt4257"/>
            <p:cNvSpPr/>
            <p:nvPr/>
          </p:nvSpPr>
          <p:spPr>
            <a:xfrm>
              <a:off x="2386378" y="7558238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8" name="pt4258"/>
            <p:cNvSpPr/>
            <p:nvPr/>
          </p:nvSpPr>
          <p:spPr>
            <a:xfrm>
              <a:off x="2708372" y="768919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59" name="pt4259"/>
            <p:cNvSpPr/>
            <p:nvPr/>
          </p:nvSpPr>
          <p:spPr>
            <a:xfrm>
              <a:off x="2555966" y="8056162"/>
              <a:ext cx="74834" cy="74834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0" name="pg4260"/>
            <p:cNvSpPr/>
            <p:nvPr/>
          </p:nvSpPr>
          <p:spPr>
            <a:xfrm>
              <a:off x="2323990" y="698260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1" name="pt4261"/>
            <p:cNvSpPr/>
            <p:nvPr/>
          </p:nvSpPr>
          <p:spPr>
            <a:xfrm>
              <a:off x="2721847" y="804073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2" name="pt4262"/>
            <p:cNvSpPr/>
            <p:nvPr/>
          </p:nvSpPr>
          <p:spPr>
            <a:xfrm>
              <a:off x="2401352" y="7525563"/>
              <a:ext cx="67219" cy="67219"/>
            </a:xfrm>
            <a:prstGeom prst="ellipse">
              <a:avLst/>
            </a:prstGeom>
            <a:solidFill>
              <a:srgbClr val="D95F02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3" name="pt4263"/>
            <p:cNvSpPr/>
            <p:nvPr/>
          </p:nvSpPr>
          <p:spPr>
            <a:xfrm>
              <a:off x="2301163" y="7604322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4" name="pt4264"/>
            <p:cNvSpPr/>
            <p:nvPr/>
          </p:nvSpPr>
          <p:spPr>
            <a:xfrm>
              <a:off x="1795911" y="7743744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5" name="pt4265"/>
            <p:cNvSpPr/>
            <p:nvPr/>
          </p:nvSpPr>
          <p:spPr>
            <a:xfrm>
              <a:off x="2383698" y="7573592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6" name="pt4266"/>
            <p:cNvSpPr/>
            <p:nvPr/>
          </p:nvSpPr>
          <p:spPr>
            <a:xfrm>
              <a:off x="2843780" y="765230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7" name="pt4267"/>
            <p:cNvSpPr/>
            <p:nvPr/>
          </p:nvSpPr>
          <p:spPr>
            <a:xfrm>
              <a:off x="2615613" y="7831354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8" name="pt4268"/>
            <p:cNvSpPr/>
            <p:nvPr/>
          </p:nvSpPr>
          <p:spPr>
            <a:xfrm>
              <a:off x="1761777" y="775447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69" name="pt4269"/>
            <p:cNvSpPr/>
            <p:nvPr/>
          </p:nvSpPr>
          <p:spPr>
            <a:xfrm>
              <a:off x="2685617" y="7857790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0" name="pt4270"/>
            <p:cNvSpPr/>
            <p:nvPr/>
          </p:nvSpPr>
          <p:spPr>
            <a:xfrm>
              <a:off x="1828683" y="746630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1" name="pg4271"/>
            <p:cNvSpPr/>
            <p:nvPr/>
          </p:nvSpPr>
          <p:spPr>
            <a:xfrm>
              <a:off x="2691007" y="773148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2" name="pt4272"/>
            <p:cNvSpPr/>
            <p:nvPr/>
          </p:nvSpPr>
          <p:spPr>
            <a:xfrm>
              <a:off x="2915794" y="8255495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3" name="pg4273"/>
            <p:cNvSpPr/>
            <p:nvPr/>
          </p:nvSpPr>
          <p:spPr>
            <a:xfrm>
              <a:off x="2373081" y="75420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4" name="pt4274"/>
            <p:cNvSpPr/>
            <p:nvPr/>
          </p:nvSpPr>
          <p:spPr>
            <a:xfrm>
              <a:off x="2376353" y="7495720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5" name="pt4275"/>
            <p:cNvSpPr/>
            <p:nvPr/>
          </p:nvSpPr>
          <p:spPr>
            <a:xfrm>
              <a:off x="1915970" y="7217164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6" name="pt4276"/>
            <p:cNvSpPr/>
            <p:nvPr/>
          </p:nvSpPr>
          <p:spPr>
            <a:xfrm>
              <a:off x="3131100" y="744628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7" name="pt4277"/>
            <p:cNvSpPr/>
            <p:nvPr/>
          </p:nvSpPr>
          <p:spPr>
            <a:xfrm>
              <a:off x="2775749" y="771615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8" name="pt4278"/>
            <p:cNvSpPr/>
            <p:nvPr/>
          </p:nvSpPr>
          <p:spPr>
            <a:xfrm>
              <a:off x="2568728" y="8101694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79" name="pt4279"/>
            <p:cNvSpPr/>
            <p:nvPr/>
          </p:nvSpPr>
          <p:spPr>
            <a:xfrm>
              <a:off x="2081210" y="7830205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80" name="pt4280"/>
            <p:cNvSpPr/>
            <p:nvPr/>
          </p:nvSpPr>
          <p:spPr>
            <a:xfrm>
              <a:off x="2489553" y="7545945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81" name="pl4281"/>
            <p:cNvSpPr/>
            <p:nvPr/>
          </p:nvSpPr>
          <p:spPr>
            <a:xfrm>
              <a:off x="2465803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2" name="pl4282"/>
            <p:cNvSpPr/>
            <p:nvPr/>
          </p:nvSpPr>
          <p:spPr>
            <a:xfrm>
              <a:off x="2465803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3" name="pl4283"/>
            <p:cNvSpPr/>
            <p:nvPr/>
          </p:nvSpPr>
          <p:spPr>
            <a:xfrm>
              <a:off x="2455690" y="75213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4" name="pl4284"/>
            <p:cNvSpPr/>
            <p:nvPr/>
          </p:nvSpPr>
          <p:spPr>
            <a:xfrm>
              <a:off x="2490220" y="74867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5" name="pl4285"/>
            <p:cNvSpPr/>
            <p:nvPr/>
          </p:nvSpPr>
          <p:spPr>
            <a:xfrm>
              <a:off x="2388932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6" name="pl4286"/>
            <p:cNvSpPr/>
            <p:nvPr/>
          </p:nvSpPr>
          <p:spPr>
            <a:xfrm>
              <a:off x="2388932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7" name="pl4287"/>
            <p:cNvSpPr/>
            <p:nvPr/>
          </p:nvSpPr>
          <p:spPr>
            <a:xfrm>
              <a:off x="2378818" y="74908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8" name="pl4288"/>
            <p:cNvSpPr/>
            <p:nvPr/>
          </p:nvSpPr>
          <p:spPr>
            <a:xfrm>
              <a:off x="2413349" y="745635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89" name="pl4289"/>
            <p:cNvSpPr/>
            <p:nvPr/>
          </p:nvSpPr>
          <p:spPr>
            <a:xfrm>
              <a:off x="2695842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0" name="pl4290"/>
            <p:cNvSpPr/>
            <p:nvPr/>
          </p:nvSpPr>
          <p:spPr>
            <a:xfrm>
              <a:off x="2695842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1" name="pt4291"/>
            <p:cNvSpPr/>
            <p:nvPr/>
          </p:nvSpPr>
          <p:spPr>
            <a:xfrm>
              <a:off x="2714420" y="768496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2" name="pl4292"/>
            <p:cNvSpPr/>
            <p:nvPr/>
          </p:nvSpPr>
          <p:spPr>
            <a:xfrm>
              <a:off x="2714420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3" name="pl4293"/>
            <p:cNvSpPr/>
            <p:nvPr/>
          </p:nvSpPr>
          <p:spPr>
            <a:xfrm>
              <a:off x="2714420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94" name="pt4294"/>
            <p:cNvSpPr/>
            <p:nvPr/>
          </p:nvSpPr>
          <p:spPr>
            <a:xfrm>
              <a:off x="3168054" y="812799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95" name="pt4295"/>
            <p:cNvSpPr/>
            <p:nvPr/>
          </p:nvSpPr>
          <p:spPr>
            <a:xfrm>
              <a:off x="3230817" y="756900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96" name="pt4296"/>
            <p:cNvSpPr/>
            <p:nvPr/>
          </p:nvSpPr>
          <p:spPr>
            <a:xfrm>
              <a:off x="2373366" y="7566921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97" name="pt4297"/>
            <p:cNvSpPr/>
            <p:nvPr/>
          </p:nvSpPr>
          <p:spPr>
            <a:xfrm>
              <a:off x="2670727" y="772708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98" name="pt4298"/>
            <p:cNvSpPr/>
            <p:nvPr/>
          </p:nvSpPr>
          <p:spPr>
            <a:xfrm>
              <a:off x="2706851" y="7924703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299" name="pg4299"/>
            <p:cNvSpPr/>
            <p:nvPr/>
          </p:nvSpPr>
          <p:spPr>
            <a:xfrm>
              <a:off x="2365294" y="748311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0" name="pt4300"/>
            <p:cNvSpPr/>
            <p:nvPr/>
          </p:nvSpPr>
          <p:spPr>
            <a:xfrm>
              <a:off x="1776038" y="7742267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1" name="pt4301"/>
            <p:cNvSpPr/>
            <p:nvPr/>
          </p:nvSpPr>
          <p:spPr>
            <a:xfrm>
              <a:off x="3000446" y="789248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2" name="pt4302"/>
            <p:cNvSpPr/>
            <p:nvPr/>
          </p:nvSpPr>
          <p:spPr>
            <a:xfrm>
              <a:off x="2783267" y="773532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3" name="pt4303"/>
            <p:cNvSpPr/>
            <p:nvPr/>
          </p:nvSpPr>
          <p:spPr>
            <a:xfrm>
              <a:off x="2573755" y="8270576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4" name="pt4304"/>
            <p:cNvSpPr/>
            <p:nvPr/>
          </p:nvSpPr>
          <p:spPr>
            <a:xfrm>
              <a:off x="2574230" y="7998324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5" name="pt4305"/>
            <p:cNvSpPr/>
            <p:nvPr/>
          </p:nvSpPr>
          <p:spPr>
            <a:xfrm>
              <a:off x="2387669" y="7518255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6" name="pt4306"/>
            <p:cNvSpPr/>
            <p:nvPr/>
          </p:nvSpPr>
          <p:spPr>
            <a:xfrm>
              <a:off x="1835211" y="798876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7" name="pt4307"/>
            <p:cNvSpPr/>
            <p:nvPr/>
          </p:nvSpPr>
          <p:spPr>
            <a:xfrm>
              <a:off x="2099343" y="7995660"/>
              <a:ext cx="80678" cy="80678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8" name="pt4308"/>
            <p:cNvSpPr/>
            <p:nvPr/>
          </p:nvSpPr>
          <p:spPr>
            <a:xfrm>
              <a:off x="3041599" y="7199617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09" name="pt4309"/>
            <p:cNvSpPr/>
            <p:nvPr/>
          </p:nvSpPr>
          <p:spPr>
            <a:xfrm>
              <a:off x="2413961" y="7523362"/>
              <a:ext cx="67219" cy="67219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0" name="pt4310"/>
            <p:cNvSpPr/>
            <p:nvPr/>
          </p:nvSpPr>
          <p:spPr>
            <a:xfrm>
              <a:off x="2415403" y="7405052"/>
              <a:ext cx="48833" cy="48833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1" name="pt4311"/>
            <p:cNvSpPr/>
            <p:nvPr/>
          </p:nvSpPr>
          <p:spPr>
            <a:xfrm>
              <a:off x="2431964" y="7483549"/>
              <a:ext cx="67219" cy="67219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2" name="pt4312"/>
            <p:cNvSpPr/>
            <p:nvPr/>
          </p:nvSpPr>
          <p:spPr>
            <a:xfrm>
              <a:off x="2422209" y="7558683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3" name="pt4313"/>
            <p:cNvSpPr/>
            <p:nvPr/>
          </p:nvSpPr>
          <p:spPr>
            <a:xfrm>
              <a:off x="2449483" y="7532751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4" name="pt4314"/>
            <p:cNvSpPr/>
            <p:nvPr/>
          </p:nvSpPr>
          <p:spPr>
            <a:xfrm>
              <a:off x="2580604" y="832595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5" name="pt4315"/>
            <p:cNvSpPr/>
            <p:nvPr/>
          </p:nvSpPr>
          <p:spPr>
            <a:xfrm>
              <a:off x="2425427" y="7461210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6" name="pt4316"/>
            <p:cNvSpPr/>
            <p:nvPr/>
          </p:nvSpPr>
          <p:spPr>
            <a:xfrm>
              <a:off x="2560268" y="833149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7" name="pt4317"/>
            <p:cNvSpPr/>
            <p:nvPr/>
          </p:nvSpPr>
          <p:spPr>
            <a:xfrm>
              <a:off x="2405055" y="7527564"/>
              <a:ext cx="67219" cy="67219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8" name="pt4318"/>
            <p:cNvSpPr/>
            <p:nvPr/>
          </p:nvSpPr>
          <p:spPr>
            <a:xfrm>
              <a:off x="2353547" y="7459083"/>
              <a:ext cx="85604" cy="85604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19" name="pt4319"/>
            <p:cNvSpPr/>
            <p:nvPr/>
          </p:nvSpPr>
          <p:spPr>
            <a:xfrm>
              <a:off x="2385096" y="7564049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0" name="pt4320"/>
            <p:cNvSpPr/>
            <p:nvPr/>
          </p:nvSpPr>
          <p:spPr>
            <a:xfrm>
              <a:off x="2934493" y="827052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1" name="pt4321"/>
            <p:cNvSpPr/>
            <p:nvPr/>
          </p:nvSpPr>
          <p:spPr>
            <a:xfrm>
              <a:off x="3100521" y="780567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2" name="pt4322"/>
            <p:cNvSpPr/>
            <p:nvPr/>
          </p:nvSpPr>
          <p:spPr>
            <a:xfrm>
              <a:off x="2698136" y="7743822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3" name="pg4323"/>
            <p:cNvSpPr/>
            <p:nvPr/>
          </p:nvSpPr>
          <p:spPr>
            <a:xfrm>
              <a:off x="2390894" y="744103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4" name="pt4324"/>
            <p:cNvSpPr/>
            <p:nvPr/>
          </p:nvSpPr>
          <p:spPr>
            <a:xfrm>
              <a:off x="3250925" y="795451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5" name="pt4325"/>
            <p:cNvSpPr/>
            <p:nvPr/>
          </p:nvSpPr>
          <p:spPr>
            <a:xfrm>
              <a:off x="2687554" y="7746744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6" name="pt4326"/>
            <p:cNvSpPr/>
            <p:nvPr/>
          </p:nvSpPr>
          <p:spPr>
            <a:xfrm>
              <a:off x="2587728" y="7966049"/>
              <a:ext cx="67219" cy="67219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7" name="pt4327"/>
            <p:cNvSpPr/>
            <p:nvPr/>
          </p:nvSpPr>
          <p:spPr>
            <a:xfrm>
              <a:off x="2300460" y="7508867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8" name="pt4328"/>
            <p:cNvSpPr/>
            <p:nvPr/>
          </p:nvSpPr>
          <p:spPr>
            <a:xfrm>
              <a:off x="2311214" y="751344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29" name="pt4329"/>
            <p:cNvSpPr/>
            <p:nvPr/>
          </p:nvSpPr>
          <p:spPr>
            <a:xfrm>
              <a:off x="2453128" y="7513834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0" name="pl4330"/>
            <p:cNvSpPr/>
            <p:nvPr/>
          </p:nvSpPr>
          <p:spPr>
            <a:xfrm>
              <a:off x="2558259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1" name="pl4331"/>
            <p:cNvSpPr/>
            <p:nvPr/>
          </p:nvSpPr>
          <p:spPr>
            <a:xfrm>
              <a:off x="2558259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32" name="pt4332"/>
            <p:cNvSpPr/>
            <p:nvPr/>
          </p:nvSpPr>
          <p:spPr>
            <a:xfrm>
              <a:off x="3090575" y="7803542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3" name="pt4333"/>
            <p:cNvSpPr/>
            <p:nvPr/>
          </p:nvSpPr>
          <p:spPr>
            <a:xfrm>
              <a:off x="2590983" y="807251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4" name="pt4334"/>
            <p:cNvSpPr/>
            <p:nvPr/>
          </p:nvSpPr>
          <p:spPr>
            <a:xfrm>
              <a:off x="2299574" y="846848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5" name="pt4335"/>
            <p:cNvSpPr/>
            <p:nvPr/>
          </p:nvSpPr>
          <p:spPr>
            <a:xfrm>
              <a:off x="2407900" y="7532422"/>
              <a:ext cx="67219" cy="67219"/>
            </a:xfrm>
            <a:prstGeom prst="ellipse">
              <a:avLst/>
            </a:pr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6" name="pt4336"/>
            <p:cNvSpPr/>
            <p:nvPr/>
          </p:nvSpPr>
          <p:spPr>
            <a:xfrm>
              <a:off x="3227378" y="749277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7" name="pt4337"/>
            <p:cNvSpPr/>
            <p:nvPr/>
          </p:nvSpPr>
          <p:spPr>
            <a:xfrm>
              <a:off x="2844696" y="7947049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8" name="pt4338"/>
            <p:cNvSpPr/>
            <p:nvPr/>
          </p:nvSpPr>
          <p:spPr>
            <a:xfrm>
              <a:off x="2390765" y="7501100"/>
              <a:ext cx="74834" cy="74834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39" name="pt4339"/>
            <p:cNvSpPr/>
            <p:nvPr/>
          </p:nvSpPr>
          <p:spPr>
            <a:xfrm>
              <a:off x="2137537" y="8382504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0" name="pl4340"/>
            <p:cNvSpPr/>
            <p:nvPr/>
          </p:nvSpPr>
          <p:spPr>
            <a:xfrm>
              <a:off x="3039172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1" name="pl4341"/>
            <p:cNvSpPr/>
            <p:nvPr/>
          </p:nvSpPr>
          <p:spPr>
            <a:xfrm>
              <a:off x="3039172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42" name="pt4342"/>
            <p:cNvSpPr/>
            <p:nvPr/>
          </p:nvSpPr>
          <p:spPr>
            <a:xfrm>
              <a:off x="2386686" y="7488891"/>
              <a:ext cx="74834" cy="74834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3" name="pt4343"/>
            <p:cNvSpPr/>
            <p:nvPr/>
          </p:nvSpPr>
          <p:spPr>
            <a:xfrm>
              <a:off x="3203358" y="7991277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4" name="pt4344"/>
            <p:cNvSpPr/>
            <p:nvPr/>
          </p:nvSpPr>
          <p:spPr>
            <a:xfrm>
              <a:off x="2359587" y="7465228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5" name="pt4345"/>
            <p:cNvSpPr/>
            <p:nvPr/>
          </p:nvSpPr>
          <p:spPr>
            <a:xfrm>
              <a:off x="3036004" y="7197754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6" name="pt4346"/>
            <p:cNvSpPr/>
            <p:nvPr/>
          </p:nvSpPr>
          <p:spPr>
            <a:xfrm>
              <a:off x="2611404" y="7913781"/>
              <a:ext cx="67219" cy="67219"/>
            </a:xfrm>
            <a:prstGeom prst="ellipse">
              <a:avLst/>
            </a:prstGeom>
            <a:solidFill>
              <a:srgbClr val="1B9E77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7" name="pt4347"/>
            <p:cNvSpPr/>
            <p:nvPr/>
          </p:nvSpPr>
          <p:spPr>
            <a:xfrm>
              <a:off x="2761967" y="8326731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8" name="pt4348"/>
            <p:cNvSpPr/>
            <p:nvPr/>
          </p:nvSpPr>
          <p:spPr>
            <a:xfrm>
              <a:off x="2423313" y="7464817"/>
              <a:ext cx="67219" cy="67219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49" name="pt4349"/>
            <p:cNvSpPr/>
            <p:nvPr/>
          </p:nvSpPr>
          <p:spPr>
            <a:xfrm>
              <a:off x="2324816" y="7507393"/>
              <a:ext cx="74834" cy="74834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0" name="pt4350"/>
            <p:cNvSpPr/>
            <p:nvPr/>
          </p:nvSpPr>
          <p:spPr>
            <a:xfrm>
              <a:off x="2604362" y="795296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1" name="pt4351"/>
            <p:cNvSpPr/>
            <p:nvPr/>
          </p:nvSpPr>
          <p:spPr>
            <a:xfrm>
              <a:off x="2716626" y="788296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2" name="pt4352"/>
            <p:cNvSpPr/>
            <p:nvPr/>
          </p:nvSpPr>
          <p:spPr>
            <a:xfrm>
              <a:off x="1770418" y="793042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3" name="pg4353"/>
            <p:cNvSpPr/>
            <p:nvPr/>
          </p:nvSpPr>
          <p:spPr>
            <a:xfrm>
              <a:off x="2437929" y="74574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4" name="pt4354"/>
            <p:cNvSpPr/>
            <p:nvPr/>
          </p:nvSpPr>
          <p:spPr>
            <a:xfrm>
              <a:off x="2739467" y="771631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5" name="pt4355"/>
            <p:cNvSpPr/>
            <p:nvPr/>
          </p:nvSpPr>
          <p:spPr>
            <a:xfrm>
              <a:off x="2398537" y="7536306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6" name="pt4356"/>
            <p:cNvSpPr/>
            <p:nvPr/>
          </p:nvSpPr>
          <p:spPr>
            <a:xfrm>
              <a:off x="3039513" y="831481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7" name="pg4357"/>
            <p:cNvSpPr/>
            <p:nvPr/>
          </p:nvSpPr>
          <p:spPr>
            <a:xfrm>
              <a:off x="2967905" y="781506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8" name="pt4358"/>
            <p:cNvSpPr/>
            <p:nvPr/>
          </p:nvSpPr>
          <p:spPr>
            <a:xfrm>
              <a:off x="2702750" y="769795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59" name="pg4359"/>
            <p:cNvSpPr/>
            <p:nvPr/>
          </p:nvSpPr>
          <p:spPr>
            <a:xfrm>
              <a:off x="2537115" y="7947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0" name="pg4360"/>
            <p:cNvSpPr/>
            <p:nvPr/>
          </p:nvSpPr>
          <p:spPr>
            <a:xfrm>
              <a:off x="2560563" y="79149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1" name="pt4361"/>
            <p:cNvSpPr/>
            <p:nvPr/>
          </p:nvSpPr>
          <p:spPr>
            <a:xfrm>
              <a:off x="2363859" y="7518124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2" name="pt4362"/>
            <p:cNvSpPr/>
            <p:nvPr/>
          </p:nvSpPr>
          <p:spPr>
            <a:xfrm>
              <a:off x="2460770" y="7522008"/>
              <a:ext cx="67219" cy="67219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3" name="pt4363"/>
            <p:cNvSpPr/>
            <p:nvPr/>
          </p:nvSpPr>
          <p:spPr>
            <a:xfrm>
              <a:off x="2045446" y="828050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4" name="pt4364"/>
            <p:cNvSpPr/>
            <p:nvPr/>
          </p:nvSpPr>
          <p:spPr>
            <a:xfrm>
              <a:off x="2696921" y="770923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5" name="pt4365"/>
            <p:cNvSpPr/>
            <p:nvPr/>
          </p:nvSpPr>
          <p:spPr>
            <a:xfrm>
              <a:off x="2809582" y="845480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66" name="pl4366"/>
            <p:cNvSpPr/>
            <p:nvPr/>
          </p:nvSpPr>
          <p:spPr>
            <a:xfrm>
              <a:off x="1877376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7" name="pl4367"/>
            <p:cNvSpPr/>
            <p:nvPr/>
          </p:nvSpPr>
          <p:spPr>
            <a:xfrm>
              <a:off x="1877376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8" name="pl4368"/>
            <p:cNvSpPr/>
            <p:nvPr/>
          </p:nvSpPr>
          <p:spPr>
            <a:xfrm>
              <a:off x="1867262" y="81619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69" name="pl4369"/>
            <p:cNvSpPr/>
            <p:nvPr/>
          </p:nvSpPr>
          <p:spPr>
            <a:xfrm>
              <a:off x="1901793" y="812738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0" name="pl4370"/>
            <p:cNvSpPr/>
            <p:nvPr/>
          </p:nvSpPr>
          <p:spPr>
            <a:xfrm>
              <a:off x="2317598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1" name="pl4371"/>
            <p:cNvSpPr/>
            <p:nvPr/>
          </p:nvSpPr>
          <p:spPr>
            <a:xfrm>
              <a:off x="2317598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2" name="pl4372"/>
            <p:cNvSpPr/>
            <p:nvPr/>
          </p:nvSpPr>
          <p:spPr>
            <a:xfrm>
              <a:off x="2307484" y="7621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3" name="pl4373"/>
            <p:cNvSpPr/>
            <p:nvPr/>
          </p:nvSpPr>
          <p:spPr>
            <a:xfrm>
              <a:off x="2342015" y="7586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74" name="pt4374"/>
            <p:cNvSpPr/>
            <p:nvPr/>
          </p:nvSpPr>
          <p:spPr>
            <a:xfrm>
              <a:off x="2369461" y="7511644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75" name="pt4375"/>
            <p:cNvSpPr/>
            <p:nvPr/>
          </p:nvSpPr>
          <p:spPr>
            <a:xfrm>
              <a:off x="2388498" y="7519867"/>
              <a:ext cx="80678" cy="80678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76" name="pt4376"/>
            <p:cNvSpPr/>
            <p:nvPr/>
          </p:nvSpPr>
          <p:spPr>
            <a:xfrm>
              <a:off x="2097024" y="8013406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77" name="pt4377"/>
            <p:cNvSpPr/>
            <p:nvPr/>
          </p:nvSpPr>
          <p:spPr>
            <a:xfrm>
              <a:off x="2443919" y="7437803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78" name="pt4378"/>
            <p:cNvSpPr/>
            <p:nvPr/>
          </p:nvSpPr>
          <p:spPr>
            <a:xfrm>
              <a:off x="2484028" y="8012275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79" name="pt4379"/>
            <p:cNvSpPr/>
            <p:nvPr/>
          </p:nvSpPr>
          <p:spPr>
            <a:xfrm>
              <a:off x="2112048" y="807182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0" name="pt4380"/>
            <p:cNvSpPr/>
            <p:nvPr/>
          </p:nvSpPr>
          <p:spPr>
            <a:xfrm>
              <a:off x="3146542" y="8161027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1" name="pt4381"/>
            <p:cNvSpPr/>
            <p:nvPr/>
          </p:nvSpPr>
          <p:spPr>
            <a:xfrm>
              <a:off x="2697205" y="7993974"/>
              <a:ext cx="103990" cy="103990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2" name="pt4382"/>
            <p:cNvSpPr/>
            <p:nvPr/>
          </p:nvSpPr>
          <p:spPr>
            <a:xfrm>
              <a:off x="2966853" y="799531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3" name="pt4383"/>
            <p:cNvSpPr/>
            <p:nvPr/>
          </p:nvSpPr>
          <p:spPr>
            <a:xfrm>
              <a:off x="2350024" y="755990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4" name="pt4384"/>
            <p:cNvSpPr/>
            <p:nvPr/>
          </p:nvSpPr>
          <p:spPr>
            <a:xfrm>
              <a:off x="1922482" y="724605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5" name="pt4385"/>
            <p:cNvSpPr/>
            <p:nvPr/>
          </p:nvSpPr>
          <p:spPr>
            <a:xfrm>
              <a:off x="2431684" y="7435188"/>
              <a:ext cx="67219" cy="67219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6" name="pt4386"/>
            <p:cNvSpPr/>
            <p:nvPr/>
          </p:nvSpPr>
          <p:spPr>
            <a:xfrm>
              <a:off x="2219810" y="842507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7" name="pt4387"/>
            <p:cNvSpPr/>
            <p:nvPr/>
          </p:nvSpPr>
          <p:spPr>
            <a:xfrm>
              <a:off x="2425639" y="7564563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8" name="pt4388"/>
            <p:cNvSpPr/>
            <p:nvPr/>
          </p:nvSpPr>
          <p:spPr>
            <a:xfrm>
              <a:off x="2442590" y="7520646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89" name="pt4389"/>
            <p:cNvSpPr/>
            <p:nvPr/>
          </p:nvSpPr>
          <p:spPr>
            <a:xfrm>
              <a:off x="1853771" y="807106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0" name="pt4390"/>
            <p:cNvSpPr/>
            <p:nvPr/>
          </p:nvSpPr>
          <p:spPr>
            <a:xfrm>
              <a:off x="2445240" y="7517575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1" name="pt4391"/>
            <p:cNvSpPr/>
            <p:nvPr/>
          </p:nvSpPr>
          <p:spPr>
            <a:xfrm>
              <a:off x="1937467" y="7199089"/>
              <a:ext cx="85604" cy="8560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2" name="pt4392"/>
            <p:cNvSpPr/>
            <p:nvPr/>
          </p:nvSpPr>
          <p:spPr>
            <a:xfrm>
              <a:off x="2698439" y="770179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3" name="pt4393"/>
            <p:cNvSpPr/>
            <p:nvPr/>
          </p:nvSpPr>
          <p:spPr>
            <a:xfrm>
              <a:off x="2347431" y="7564608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4" name="pt4394"/>
            <p:cNvSpPr/>
            <p:nvPr/>
          </p:nvSpPr>
          <p:spPr>
            <a:xfrm>
              <a:off x="2427431" y="7482708"/>
              <a:ext cx="67219" cy="67219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5" name="pt4395"/>
            <p:cNvSpPr/>
            <p:nvPr/>
          </p:nvSpPr>
          <p:spPr>
            <a:xfrm>
              <a:off x="2341284" y="7554423"/>
              <a:ext cx="74834" cy="74834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6" name="pt4396"/>
            <p:cNvSpPr/>
            <p:nvPr/>
          </p:nvSpPr>
          <p:spPr>
            <a:xfrm>
              <a:off x="2744999" y="7971359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7" name="pg4397"/>
            <p:cNvSpPr/>
            <p:nvPr/>
          </p:nvSpPr>
          <p:spPr>
            <a:xfrm>
              <a:off x="3268712" y="77600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8" name="pt4398"/>
            <p:cNvSpPr/>
            <p:nvPr/>
          </p:nvSpPr>
          <p:spPr>
            <a:xfrm>
              <a:off x="2939424" y="7966194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399" name="pt4399"/>
            <p:cNvSpPr/>
            <p:nvPr/>
          </p:nvSpPr>
          <p:spPr>
            <a:xfrm>
              <a:off x="2765237" y="7695173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0" name="pt4400"/>
            <p:cNvSpPr/>
            <p:nvPr/>
          </p:nvSpPr>
          <p:spPr>
            <a:xfrm>
              <a:off x="2432868" y="7561773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1" name="pt4401"/>
            <p:cNvSpPr/>
            <p:nvPr/>
          </p:nvSpPr>
          <p:spPr>
            <a:xfrm>
              <a:off x="1919817" y="7316513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2" name="pt4402"/>
            <p:cNvSpPr/>
            <p:nvPr/>
          </p:nvSpPr>
          <p:spPr>
            <a:xfrm>
              <a:off x="2369876" y="7465088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3" name="pt4403"/>
            <p:cNvSpPr/>
            <p:nvPr/>
          </p:nvSpPr>
          <p:spPr>
            <a:xfrm>
              <a:off x="2417384" y="7568148"/>
              <a:ext cx="48833" cy="48833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4" name="pt4404"/>
            <p:cNvSpPr/>
            <p:nvPr/>
          </p:nvSpPr>
          <p:spPr>
            <a:xfrm>
              <a:off x="2744297" y="7711513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5" name="pt4405"/>
            <p:cNvSpPr/>
            <p:nvPr/>
          </p:nvSpPr>
          <p:spPr>
            <a:xfrm>
              <a:off x="2136045" y="8073950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6" name="pt4406"/>
            <p:cNvSpPr/>
            <p:nvPr/>
          </p:nvSpPr>
          <p:spPr>
            <a:xfrm>
              <a:off x="2448018" y="7493886"/>
              <a:ext cx="74834" cy="74834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7" name="pg4407"/>
            <p:cNvSpPr/>
            <p:nvPr/>
          </p:nvSpPr>
          <p:spPr>
            <a:xfrm>
              <a:off x="2307038" y="75526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8" name="pt4408"/>
            <p:cNvSpPr/>
            <p:nvPr/>
          </p:nvSpPr>
          <p:spPr>
            <a:xfrm>
              <a:off x="2730713" y="7690186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09" name="pt4409"/>
            <p:cNvSpPr/>
            <p:nvPr/>
          </p:nvSpPr>
          <p:spPr>
            <a:xfrm>
              <a:off x="2726796" y="7707862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0" name="pt4410"/>
            <p:cNvSpPr/>
            <p:nvPr/>
          </p:nvSpPr>
          <p:spPr>
            <a:xfrm>
              <a:off x="2429526" y="7479505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1" name="pt4411"/>
            <p:cNvSpPr/>
            <p:nvPr/>
          </p:nvSpPr>
          <p:spPr>
            <a:xfrm>
              <a:off x="2404463" y="8480790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2" name="pt4412"/>
            <p:cNvSpPr/>
            <p:nvPr/>
          </p:nvSpPr>
          <p:spPr>
            <a:xfrm>
              <a:off x="2731414" y="769888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3" name="pt4413"/>
            <p:cNvSpPr/>
            <p:nvPr/>
          </p:nvSpPr>
          <p:spPr>
            <a:xfrm>
              <a:off x="2369122" y="7501914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4" name="pt4414"/>
            <p:cNvSpPr/>
            <p:nvPr/>
          </p:nvSpPr>
          <p:spPr>
            <a:xfrm>
              <a:off x="3021705" y="8318808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5" name="pt4415"/>
            <p:cNvSpPr/>
            <p:nvPr/>
          </p:nvSpPr>
          <p:spPr>
            <a:xfrm>
              <a:off x="2894773" y="7647823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6" name="pt4416"/>
            <p:cNvSpPr/>
            <p:nvPr/>
          </p:nvSpPr>
          <p:spPr>
            <a:xfrm>
              <a:off x="2714650" y="7896776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7" name="pt4417"/>
            <p:cNvSpPr/>
            <p:nvPr/>
          </p:nvSpPr>
          <p:spPr>
            <a:xfrm>
              <a:off x="2446191" y="752403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8" name="pt4418"/>
            <p:cNvSpPr/>
            <p:nvPr/>
          </p:nvSpPr>
          <p:spPr>
            <a:xfrm>
              <a:off x="2817993" y="7649785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19" name="pt4419"/>
            <p:cNvSpPr/>
            <p:nvPr/>
          </p:nvSpPr>
          <p:spPr>
            <a:xfrm>
              <a:off x="2447531" y="7525862"/>
              <a:ext cx="67219" cy="67219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0" name="pt4420"/>
            <p:cNvSpPr/>
            <p:nvPr/>
          </p:nvSpPr>
          <p:spPr>
            <a:xfrm>
              <a:off x="2374211" y="7556869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1" name="pt4421"/>
            <p:cNvSpPr/>
            <p:nvPr/>
          </p:nvSpPr>
          <p:spPr>
            <a:xfrm>
              <a:off x="2979577" y="7869047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2" name="pt4422"/>
            <p:cNvSpPr/>
            <p:nvPr/>
          </p:nvSpPr>
          <p:spPr>
            <a:xfrm>
              <a:off x="2790564" y="795561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3" name="pt4423"/>
            <p:cNvSpPr/>
            <p:nvPr/>
          </p:nvSpPr>
          <p:spPr>
            <a:xfrm>
              <a:off x="2778328" y="7693340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4" name="pt4424"/>
            <p:cNvSpPr/>
            <p:nvPr/>
          </p:nvSpPr>
          <p:spPr>
            <a:xfrm>
              <a:off x="2893884" y="7923037"/>
              <a:ext cx="80678" cy="80678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5" name="pt4425"/>
            <p:cNvSpPr/>
            <p:nvPr/>
          </p:nvSpPr>
          <p:spPr>
            <a:xfrm>
              <a:off x="1904722" y="7317249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6" name="pt4426"/>
            <p:cNvSpPr/>
            <p:nvPr/>
          </p:nvSpPr>
          <p:spPr>
            <a:xfrm>
              <a:off x="2397908" y="7545402"/>
              <a:ext cx="74834" cy="74834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27" name="pl4427"/>
            <p:cNvSpPr/>
            <p:nvPr/>
          </p:nvSpPr>
          <p:spPr>
            <a:xfrm>
              <a:off x="2554812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8" name="pl4428"/>
            <p:cNvSpPr/>
            <p:nvPr/>
          </p:nvSpPr>
          <p:spPr>
            <a:xfrm>
              <a:off x="2554812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29" name="pl4429"/>
            <p:cNvSpPr/>
            <p:nvPr/>
          </p:nvSpPr>
          <p:spPr>
            <a:xfrm>
              <a:off x="2716959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137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0" name="pl4430"/>
            <p:cNvSpPr/>
            <p:nvPr/>
          </p:nvSpPr>
          <p:spPr>
            <a:xfrm>
              <a:off x="2716959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137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31" name="pg4431"/>
            <p:cNvSpPr/>
            <p:nvPr/>
          </p:nvSpPr>
          <p:spPr>
            <a:xfrm>
              <a:off x="2338142" y="749981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2" name="pg4432"/>
            <p:cNvSpPr/>
            <p:nvPr/>
          </p:nvSpPr>
          <p:spPr>
            <a:xfrm>
              <a:off x="2649171" y="768239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3" name="pt4433"/>
            <p:cNvSpPr/>
            <p:nvPr/>
          </p:nvSpPr>
          <p:spPr>
            <a:xfrm>
              <a:off x="2108460" y="8045160"/>
              <a:ext cx="85604" cy="8560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4" name="pt4434"/>
            <p:cNvSpPr/>
            <p:nvPr/>
          </p:nvSpPr>
          <p:spPr>
            <a:xfrm>
              <a:off x="2367485" y="7523762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5" name="pt4435"/>
            <p:cNvSpPr/>
            <p:nvPr/>
          </p:nvSpPr>
          <p:spPr>
            <a:xfrm>
              <a:off x="2391385" y="7519701"/>
              <a:ext cx="74834" cy="74834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6" name="pt4436"/>
            <p:cNvSpPr/>
            <p:nvPr/>
          </p:nvSpPr>
          <p:spPr>
            <a:xfrm>
              <a:off x="2384323" y="7552804"/>
              <a:ext cx="67219" cy="67219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7" name="pt4437"/>
            <p:cNvSpPr/>
            <p:nvPr/>
          </p:nvSpPr>
          <p:spPr>
            <a:xfrm>
              <a:off x="2921835" y="7949284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8" name="pt4438"/>
            <p:cNvSpPr/>
            <p:nvPr/>
          </p:nvSpPr>
          <p:spPr>
            <a:xfrm>
              <a:off x="2313360" y="840150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39" name="pt4439"/>
            <p:cNvSpPr/>
            <p:nvPr/>
          </p:nvSpPr>
          <p:spPr>
            <a:xfrm>
              <a:off x="2396943" y="7506463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0" name="pt4440"/>
            <p:cNvSpPr/>
            <p:nvPr/>
          </p:nvSpPr>
          <p:spPr>
            <a:xfrm>
              <a:off x="2445053" y="7515536"/>
              <a:ext cx="67219" cy="67219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1" name="pt4441"/>
            <p:cNvSpPr/>
            <p:nvPr/>
          </p:nvSpPr>
          <p:spPr>
            <a:xfrm>
              <a:off x="2366083" y="7463018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2" name="pt4442"/>
            <p:cNvSpPr/>
            <p:nvPr/>
          </p:nvSpPr>
          <p:spPr>
            <a:xfrm>
              <a:off x="3272442" y="766756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3" name="pg4443"/>
            <p:cNvSpPr/>
            <p:nvPr/>
          </p:nvSpPr>
          <p:spPr>
            <a:xfrm>
              <a:off x="2696379" y="767184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4" name="pl4444"/>
            <p:cNvSpPr/>
            <p:nvPr/>
          </p:nvSpPr>
          <p:spPr>
            <a:xfrm>
              <a:off x="2636437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5" name="pl4445"/>
            <p:cNvSpPr/>
            <p:nvPr/>
          </p:nvSpPr>
          <p:spPr>
            <a:xfrm>
              <a:off x="2636437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6" name="pl4446"/>
            <p:cNvSpPr/>
            <p:nvPr/>
          </p:nvSpPr>
          <p:spPr>
            <a:xfrm>
              <a:off x="2626323" y="69652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7" name="pl4447"/>
            <p:cNvSpPr/>
            <p:nvPr/>
          </p:nvSpPr>
          <p:spPr>
            <a:xfrm>
              <a:off x="2660854" y="69307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48" name="pt4448"/>
            <p:cNvSpPr/>
            <p:nvPr/>
          </p:nvSpPr>
          <p:spPr>
            <a:xfrm>
              <a:off x="2143332" y="8391263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49" name="pt4449"/>
            <p:cNvSpPr/>
            <p:nvPr/>
          </p:nvSpPr>
          <p:spPr>
            <a:xfrm>
              <a:off x="2363958" y="7007352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0" name="pt4450"/>
            <p:cNvSpPr/>
            <p:nvPr/>
          </p:nvSpPr>
          <p:spPr>
            <a:xfrm>
              <a:off x="2745089" y="795272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1" name="pt4451"/>
            <p:cNvSpPr/>
            <p:nvPr/>
          </p:nvSpPr>
          <p:spPr>
            <a:xfrm>
              <a:off x="2692427" y="7790471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2" name="pt4452"/>
            <p:cNvSpPr/>
            <p:nvPr/>
          </p:nvSpPr>
          <p:spPr>
            <a:xfrm>
              <a:off x="2832962" y="770773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3" name="pg4453"/>
            <p:cNvSpPr/>
            <p:nvPr/>
          </p:nvSpPr>
          <p:spPr>
            <a:xfrm>
              <a:off x="1719383" y="774893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4" name="pt4454"/>
            <p:cNvSpPr/>
            <p:nvPr/>
          </p:nvSpPr>
          <p:spPr>
            <a:xfrm>
              <a:off x="2392299" y="7537863"/>
              <a:ext cx="67219" cy="67219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5" name="pt4455"/>
            <p:cNvSpPr/>
            <p:nvPr/>
          </p:nvSpPr>
          <p:spPr>
            <a:xfrm>
              <a:off x="1781035" y="7933935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6" name="pt4456"/>
            <p:cNvSpPr/>
            <p:nvPr/>
          </p:nvSpPr>
          <p:spPr>
            <a:xfrm>
              <a:off x="3119353" y="742773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7" name="pt4457"/>
            <p:cNvSpPr/>
            <p:nvPr/>
          </p:nvSpPr>
          <p:spPr>
            <a:xfrm>
              <a:off x="2586128" y="8312349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8" name="pt4458"/>
            <p:cNvSpPr/>
            <p:nvPr/>
          </p:nvSpPr>
          <p:spPr>
            <a:xfrm>
              <a:off x="2715010" y="7712742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59" name="pt4459"/>
            <p:cNvSpPr/>
            <p:nvPr/>
          </p:nvSpPr>
          <p:spPr>
            <a:xfrm>
              <a:off x="1904479" y="723187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0" name="pt4460"/>
            <p:cNvSpPr/>
            <p:nvPr/>
          </p:nvSpPr>
          <p:spPr>
            <a:xfrm>
              <a:off x="1772844" y="7583080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1" name="pt4461"/>
            <p:cNvSpPr/>
            <p:nvPr/>
          </p:nvSpPr>
          <p:spPr>
            <a:xfrm>
              <a:off x="2557047" y="837315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2" name="pg4462"/>
            <p:cNvSpPr/>
            <p:nvPr/>
          </p:nvSpPr>
          <p:spPr>
            <a:xfrm>
              <a:off x="1958939" y="78788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3" name="pt4463"/>
            <p:cNvSpPr/>
            <p:nvPr/>
          </p:nvSpPr>
          <p:spPr>
            <a:xfrm>
              <a:off x="3102354" y="727551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4" name="pt4464"/>
            <p:cNvSpPr/>
            <p:nvPr/>
          </p:nvSpPr>
          <p:spPr>
            <a:xfrm>
              <a:off x="1771534" y="777498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5" name="pt4465"/>
            <p:cNvSpPr/>
            <p:nvPr/>
          </p:nvSpPr>
          <p:spPr>
            <a:xfrm>
              <a:off x="2443002" y="7541893"/>
              <a:ext cx="67219" cy="67219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6" name="pt4466"/>
            <p:cNvSpPr/>
            <p:nvPr/>
          </p:nvSpPr>
          <p:spPr>
            <a:xfrm>
              <a:off x="2130294" y="8022619"/>
              <a:ext cx="74834" cy="74834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7" name="pt4467"/>
            <p:cNvSpPr/>
            <p:nvPr/>
          </p:nvSpPr>
          <p:spPr>
            <a:xfrm>
              <a:off x="2717317" y="8055895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8" name="pt4468"/>
            <p:cNvSpPr/>
            <p:nvPr/>
          </p:nvSpPr>
          <p:spPr>
            <a:xfrm>
              <a:off x="2564983" y="8080571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69" name="pt4469"/>
            <p:cNvSpPr/>
            <p:nvPr/>
          </p:nvSpPr>
          <p:spPr>
            <a:xfrm>
              <a:off x="3201316" y="7994993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0" name="pt4470"/>
            <p:cNvSpPr/>
            <p:nvPr/>
          </p:nvSpPr>
          <p:spPr>
            <a:xfrm>
              <a:off x="2367632" y="7556766"/>
              <a:ext cx="67219" cy="67219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1" name="pt4471"/>
            <p:cNvSpPr/>
            <p:nvPr/>
          </p:nvSpPr>
          <p:spPr>
            <a:xfrm>
              <a:off x="2470047" y="7493978"/>
              <a:ext cx="67219" cy="67219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2" name="pt4472"/>
            <p:cNvSpPr/>
            <p:nvPr/>
          </p:nvSpPr>
          <p:spPr>
            <a:xfrm>
              <a:off x="2425016" y="7530727"/>
              <a:ext cx="67219" cy="67219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3" name="pt4473"/>
            <p:cNvSpPr/>
            <p:nvPr/>
          </p:nvSpPr>
          <p:spPr>
            <a:xfrm>
              <a:off x="2408609" y="7534330"/>
              <a:ext cx="80678" cy="80678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4" name="pt4474"/>
            <p:cNvSpPr/>
            <p:nvPr/>
          </p:nvSpPr>
          <p:spPr>
            <a:xfrm>
              <a:off x="3254446" y="7955405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5" name="pt4475"/>
            <p:cNvSpPr/>
            <p:nvPr/>
          </p:nvSpPr>
          <p:spPr>
            <a:xfrm>
              <a:off x="1840063" y="748774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6" name="pt4476"/>
            <p:cNvSpPr/>
            <p:nvPr/>
          </p:nvSpPr>
          <p:spPr>
            <a:xfrm>
              <a:off x="2196834" y="8303929"/>
              <a:ext cx="67219" cy="67219"/>
            </a:xfrm>
            <a:prstGeom prst="ellipse">
              <a:avLst/>
            </a:prstGeom>
            <a:solidFill>
              <a:srgbClr val="7570B3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7" name="pt4477"/>
            <p:cNvSpPr/>
            <p:nvPr/>
          </p:nvSpPr>
          <p:spPr>
            <a:xfrm>
              <a:off x="2112661" y="8017712"/>
              <a:ext cx="74834" cy="74834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8" name="pt4478"/>
            <p:cNvSpPr/>
            <p:nvPr/>
          </p:nvSpPr>
          <p:spPr>
            <a:xfrm>
              <a:off x="2431312" y="7480790"/>
              <a:ext cx="67219" cy="67219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79" name="pt4479"/>
            <p:cNvSpPr/>
            <p:nvPr/>
          </p:nvSpPr>
          <p:spPr>
            <a:xfrm>
              <a:off x="2383663" y="7554241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0" name="pt4480"/>
            <p:cNvSpPr/>
            <p:nvPr/>
          </p:nvSpPr>
          <p:spPr>
            <a:xfrm>
              <a:off x="2704366" y="786838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1" name="pg4481"/>
            <p:cNvSpPr/>
            <p:nvPr/>
          </p:nvSpPr>
          <p:spPr>
            <a:xfrm>
              <a:off x="1868925" y="812040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2" name="pg4482"/>
            <p:cNvSpPr/>
            <p:nvPr/>
          </p:nvSpPr>
          <p:spPr>
            <a:xfrm>
              <a:off x="2606042" y="783531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3" name="pg4483"/>
            <p:cNvSpPr/>
            <p:nvPr/>
          </p:nvSpPr>
          <p:spPr>
            <a:xfrm>
              <a:off x="2414740" y="7476436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4" name="pt4484"/>
            <p:cNvSpPr/>
            <p:nvPr/>
          </p:nvSpPr>
          <p:spPr>
            <a:xfrm>
              <a:off x="2387611" y="7569534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5" name="pg4485"/>
            <p:cNvSpPr/>
            <p:nvPr/>
          </p:nvSpPr>
          <p:spPr>
            <a:xfrm>
              <a:off x="2645350" y="78180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6" name="pt4486"/>
            <p:cNvSpPr/>
            <p:nvPr/>
          </p:nvSpPr>
          <p:spPr>
            <a:xfrm>
              <a:off x="2397750" y="8482038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7" name="pt4487"/>
            <p:cNvSpPr/>
            <p:nvPr/>
          </p:nvSpPr>
          <p:spPr>
            <a:xfrm>
              <a:off x="2724344" y="7887162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8" name="pt4488"/>
            <p:cNvSpPr/>
            <p:nvPr/>
          </p:nvSpPr>
          <p:spPr>
            <a:xfrm>
              <a:off x="2429267" y="7560629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89" name="pt4489"/>
            <p:cNvSpPr/>
            <p:nvPr/>
          </p:nvSpPr>
          <p:spPr>
            <a:xfrm>
              <a:off x="2738400" y="7913743"/>
              <a:ext cx="74834" cy="74834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0" name="pt4490"/>
            <p:cNvSpPr/>
            <p:nvPr/>
          </p:nvSpPr>
          <p:spPr>
            <a:xfrm>
              <a:off x="2412584" y="7532396"/>
              <a:ext cx="74834" cy="74834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1" name="pt4491"/>
            <p:cNvSpPr/>
            <p:nvPr/>
          </p:nvSpPr>
          <p:spPr>
            <a:xfrm>
              <a:off x="1939671" y="818017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2" name="pg4492"/>
            <p:cNvSpPr/>
            <p:nvPr/>
          </p:nvSpPr>
          <p:spPr>
            <a:xfrm>
              <a:off x="3265954" y="77702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3" name="pt4493"/>
            <p:cNvSpPr/>
            <p:nvPr/>
          </p:nvSpPr>
          <p:spPr>
            <a:xfrm>
              <a:off x="3114427" y="7422907"/>
              <a:ext cx="74834" cy="74834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4" name="pt4494"/>
            <p:cNvSpPr/>
            <p:nvPr/>
          </p:nvSpPr>
          <p:spPr>
            <a:xfrm>
              <a:off x="2720585" y="7871426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5" name="pt4495"/>
            <p:cNvSpPr/>
            <p:nvPr/>
          </p:nvSpPr>
          <p:spPr>
            <a:xfrm>
              <a:off x="2379857" y="7579800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6" name="pt4496"/>
            <p:cNvSpPr/>
            <p:nvPr/>
          </p:nvSpPr>
          <p:spPr>
            <a:xfrm>
              <a:off x="2759217" y="8346461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497" name="pl4497"/>
            <p:cNvSpPr/>
            <p:nvPr/>
          </p:nvSpPr>
          <p:spPr>
            <a:xfrm>
              <a:off x="2443013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8" name="pl4498"/>
            <p:cNvSpPr/>
            <p:nvPr/>
          </p:nvSpPr>
          <p:spPr>
            <a:xfrm>
              <a:off x="2443013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99" name="pl4499"/>
            <p:cNvSpPr/>
            <p:nvPr/>
          </p:nvSpPr>
          <p:spPr>
            <a:xfrm>
              <a:off x="2432900" y="74586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0" name="pl4500"/>
            <p:cNvSpPr/>
            <p:nvPr/>
          </p:nvSpPr>
          <p:spPr>
            <a:xfrm>
              <a:off x="2467430" y="7424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1" name="pt4501"/>
            <p:cNvSpPr/>
            <p:nvPr/>
          </p:nvSpPr>
          <p:spPr>
            <a:xfrm>
              <a:off x="3104404" y="7817041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02" name="pt4502"/>
            <p:cNvSpPr/>
            <p:nvPr/>
          </p:nvSpPr>
          <p:spPr>
            <a:xfrm>
              <a:off x="2360033" y="7557605"/>
              <a:ext cx="67219" cy="67219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03" name="pt4503"/>
            <p:cNvSpPr/>
            <p:nvPr/>
          </p:nvSpPr>
          <p:spPr>
            <a:xfrm>
              <a:off x="2385488" y="7531016"/>
              <a:ext cx="74834" cy="74834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04" name="pl4504"/>
            <p:cNvSpPr/>
            <p:nvPr/>
          </p:nvSpPr>
          <p:spPr>
            <a:xfrm>
              <a:off x="2485993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5" name="pl4505"/>
            <p:cNvSpPr/>
            <p:nvPr/>
          </p:nvSpPr>
          <p:spPr>
            <a:xfrm>
              <a:off x="2485993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6" name="pl4506"/>
            <p:cNvSpPr/>
            <p:nvPr/>
          </p:nvSpPr>
          <p:spPr>
            <a:xfrm>
              <a:off x="2475879" y="75572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7" name="pl4507"/>
            <p:cNvSpPr/>
            <p:nvPr/>
          </p:nvSpPr>
          <p:spPr>
            <a:xfrm>
              <a:off x="2510410" y="7522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8" name="pl4508"/>
            <p:cNvSpPr/>
            <p:nvPr/>
          </p:nvSpPr>
          <p:spPr>
            <a:xfrm>
              <a:off x="2711288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09" name="pl4509"/>
            <p:cNvSpPr/>
            <p:nvPr/>
          </p:nvSpPr>
          <p:spPr>
            <a:xfrm>
              <a:off x="2711288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0" name="pl4510"/>
            <p:cNvSpPr/>
            <p:nvPr/>
          </p:nvSpPr>
          <p:spPr>
            <a:xfrm>
              <a:off x="2701174" y="80995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1" name="pl4511"/>
            <p:cNvSpPr/>
            <p:nvPr/>
          </p:nvSpPr>
          <p:spPr>
            <a:xfrm>
              <a:off x="2735705" y="8064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2" name="pt4512"/>
            <p:cNvSpPr/>
            <p:nvPr/>
          </p:nvSpPr>
          <p:spPr>
            <a:xfrm>
              <a:off x="2695546" y="790060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13" name="pg4513"/>
            <p:cNvSpPr/>
            <p:nvPr/>
          </p:nvSpPr>
          <p:spPr>
            <a:xfrm>
              <a:off x="1734665" y="772943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14" name="pt4514"/>
            <p:cNvSpPr/>
            <p:nvPr/>
          </p:nvSpPr>
          <p:spPr>
            <a:xfrm>
              <a:off x="2576195" y="8370270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15" name="pt4515"/>
            <p:cNvSpPr/>
            <p:nvPr/>
          </p:nvSpPr>
          <p:spPr>
            <a:xfrm>
              <a:off x="2684130" y="789363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16" name="pt4516"/>
            <p:cNvSpPr/>
            <p:nvPr/>
          </p:nvSpPr>
          <p:spPr>
            <a:xfrm>
              <a:off x="2567274" y="80551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7" name="pl4517"/>
            <p:cNvSpPr/>
            <p:nvPr/>
          </p:nvSpPr>
          <p:spPr>
            <a:xfrm>
              <a:off x="2567274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8" name="pl4518"/>
            <p:cNvSpPr/>
            <p:nvPr/>
          </p:nvSpPr>
          <p:spPr>
            <a:xfrm>
              <a:off x="2567274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19" name="pt4519"/>
            <p:cNvSpPr/>
            <p:nvPr/>
          </p:nvSpPr>
          <p:spPr>
            <a:xfrm>
              <a:off x="2438099" y="7466589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20" name="pt4520"/>
            <p:cNvSpPr/>
            <p:nvPr/>
          </p:nvSpPr>
          <p:spPr>
            <a:xfrm>
              <a:off x="2976458" y="7161766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21" name="pt4521"/>
            <p:cNvSpPr/>
            <p:nvPr/>
          </p:nvSpPr>
          <p:spPr>
            <a:xfrm>
              <a:off x="2754244" y="7901220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22" name="pl4522"/>
            <p:cNvSpPr/>
            <p:nvPr/>
          </p:nvSpPr>
          <p:spPr>
            <a:xfrm>
              <a:off x="2380754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3" name="pl4523"/>
            <p:cNvSpPr/>
            <p:nvPr/>
          </p:nvSpPr>
          <p:spPr>
            <a:xfrm>
              <a:off x="2380754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4" name="pl4524"/>
            <p:cNvSpPr/>
            <p:nvPr/>
          </p:nvSpPr>
          <p:spPr>
            <a:xfrm>
              <a:off x="2348114" y="7552063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5" name="pl4525"/>
            <p:cNvSpPr/>
            <p:nvPr/>
          </p:nvSpPr>
          <p:spPr>
            <a:xfrm>
              <a:off x="2459556" y="7440620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6" name="pl4526"/>
            <p:cNvSpPr/>
            <p:nvPr/>
          </p:nvSpPr>
          <p:spPr>
            <a:xfrm>
              <a:off x="2479405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7" name="pl4527"/>
            <p:cNvSpPr/>
            <p:nvPr/>
          </p:nvSpPr>
          <p:spPr>
            <a:xfrm>
              <a:off x="2479405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8" name="pl4528"/>
            <p:cNvSpPr/>
            <p:nvPr/>
          </p:nvSpPr>
          <p:spPr>
            <a:xfrm>
              <a:off x="2469291" y="75479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29" name="pl4529"/>
            <p:cNvSpPr/>
            <p:nvPr/>
          </p:nvSpPr>
          <p:spPr>
            <a:xfrm>
              <a:off x="2503822" y="7513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0" name="pt4530"/>
            <p:cNvSpPr/>
            <p:nvPr/>
          </p:nvSpPr>
          <p:spPr>
            <a:xfrm>
              <a:off x="2762337" y="833888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31" name="pt4531"/>
            <p:cNvSpPr/>
            <p:nvPr/>
          </p:nvSpPr>
          <p:spPr>
            <a:xfrm>
              <a:off x="2339204" y="7576971"/>
              <a:ext cx="48833" cy="48833"/>
            </a:xfrm>
            <a:prstGeom prst="ellipse">
              <a:avLst/>
            </a:prstGeom>
            <a:solidFill>
              <a:srgbClr val="E7298A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32" name="pt4532"/>
            <p:cNvSpPr/>
            <p:nvPr/>
          </p:nvSpPr>
          <p:spPr>
            <a:xfrm>
              <a:off x="1949714" y="8242886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33" name="pt4533"/>
            <p:cNvSpPr/>
            <p:nvPr/>
          </p:nvSpPr>
          <p:spPr>
            <a:xfrm>
              <a:off x="2797002" y="8466055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34" name="pl4534"/>
            <p:cNvSpPr/>
            <p:nvPr/>
          </p:nvSpPr>
          <p:spPr>
            <a:xfrm>
              <a:off x="3251095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5" name="pl4535"/>
            <p:cNvSpPr/>
            <p:nvPr/>
          </p:nvSpPr>
          <p:spPr>
            <a:xfrm>
              <a:off x="3251095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6" name="pl4536"/>
            <p:cNvSpPr/>
            <p:nvPr/>
          </p:nvSpPr>
          <p:spPr>
            <a:xfrm>
              <a:off x="3240981" y="759679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7" name="pl4537"/>
            <p:cNvSpPr/>
            <p:nvPr/>
          </p:nvSpPr>
          <p:spPr>
            <a:xfrm>
              <a:off x="3275512" y="756225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38" name="pt4538"/>
            <p:cNvSpPr/>
            <p:nvPr/>
          </p:nvSpPr>
          <p:spPr>
            <a:xfrm>
              <a:off x="2736979" y="7682518"/>
              <a:ext cx="67219" cy="67219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39" name="pg4539"/>
            <p:cNvSpPr/>
            <p:nvPr/>
          </p:nvSpPr>
          <p:spPr>
            <a:xfrm>
              <a:off x="2702756" y="765749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0" name="pt4540"/>
            <p:cNvSpPr/>
            <p:nvPr/>
          </p:nvSpPr>
          <p:spPr>
            <a:xfrm>
              <a:off x="2997266" y="7987458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1" name="pt4541"/>
            <p:cNvSpPr/>
            <p:nvPr/>
          </p:nvSpPr>
          <p:spPr>
            <a:xfrm>
              <a:off x="2418660" y="7579126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2" name="pt4542"/>
            <p:cNvSpPr/>
            <p:nvPr/>
          </p:nvSpPr>
          <p:spPr>
            <a:xfrm>
              <a:off x="2015158" y="7126123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3" name="pt4543"/>
            <p:cNvSpPr/>
            <p:nvPr/>
          </p:nvSpPr>
          <p:spPr>
            <a:xfrm>
              <a:off x="2396810" y="7540464"/>
              <a:ext cx="74834" cy="74834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4" name="pt4544"/>
            <p:cNvSpPr/>
            <p:nvPr/>
          </p:nvSpPr>
          <p:spPr>
            <a:xfrm>
              <a:off x="3147288" y="8135532"/>
              <a:ext cx="67219" cy="67219"/>
            </a:xfrm>
            <a:prstGeom prst="ellipse">
              <a:avLst/>
            </a:pr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5" name="pt4545"/>
            <p:cNvSpPr/>
            <p:nvPr/>
          </p:nvSpPr>
          <p:spPr>
            <a:xfrm>
              <a:off x="2749734" y="789263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6" name="pt4546"/>
            <p:cNvSpPr/>
            <p:nvPr/>
          </p:nvSpPr>
          <p:spPr>
            <a:xfrm>
              <a:off x="2718656" y="7932502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7" name="pt4547"/>
            <p:cNvSpPr/>
            <p:nvPr/>
          </p:nvSpPr>
          <p:spPr>
            <a:xfrm>
              <a:off x="2981981" y="7823560"/>
              <a:ext cx="48833" cy="48833"/>
            </a:xfrm>
            <a:prstGeom prst="ellipse">
              <a:avLst/>
            </a:prstGeom>
            <a:solidFill>
              <a:srgbClr val="1B9E77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8" name="pt4548"/>
            <p:cNvSpPr/>
            <p:nvPr/>
          </p:nvSpPr>
          <p:spPr>
            <a:xfrm>
              <a:off x="2793634" y="7649274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49" name="pt4549"/>
            <p:cNvSpPr/>
            <p:nvPr/>
          </p:nvSpPr>
          <p:spPr>
            <a:xfrm>
              <a:off x="2668415" y="8502411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0" name="pt4550"/>
            <p:cNvSpPr/>
            <p:nvPr/>
          </p:nvSpPr>
          <p:spPr>
            <a:xfrm>
              <a:off x="2649955" y="7780421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1" name="pt4551"/>
            <p:cNvSpPr/>
            <p:nvPr/>
          </p:nvSpPr>
          <p:spPr>
            <a:xfrm>
              <a:off x="3186024" y="7358175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2" name="pt4552"/>
            <p:cNvSpPr/>
            <p:nvPr/>
          </p:nvSpPr>
          <p:spPr>
            <a:xfrm>
              <a:off x="2350375" y="751236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3" name="pt4553"/>
            <p:cNvSpPr/>
            <p:nvPr/>
          </p:nvSpPr>
          <p:spPr>
            <a:xfrm>
              <a:off x="2381901" y="7567049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4" name="pg4554"/>
            <p:cNvSpPr/>
            <p:nvPr/>
          </p:nvSpPr>
          <p:spPr>
            <a:xfrm>
              <a:off x="2691868" y="77128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5" name="pt4555"/>
            <p:cNvSpPr/>
            <p:nvPr/>
          </p:nvSpPr>
          <p:spPr>
            <a:xfrm>
              <a:off x="2823937" y="7939431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6" name="pt4556"/>
            <p:cNvSpPr/>
            <p:nvPr/>
          </p:nvSpPr>
          <p:spPr>
            <a:xfrm>
              <a:off x="2766426" y="7022840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7" name="pg4557"/>
            <p:cNvSpPr/>
            <p:nvPr/>
          </p:nvSpPr>
          <p:spPr>
            <a:xfrm>
              <a:off x="2694960" y="769109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8" name="pg4558"/>
            <p:cNvSpPr/>
            <p:nvPr/>
          </p:nvSpPr>
          <p:spPr>
            <a:xfrm>
              <a:off x="2692691" y="771417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59" name="pt4559"/>
            <p:cNvSpPr/>
            <p:nvPr/>
          </p:nvSpPr>
          <p:spPr>
            <a:xfrm>
              <a:off x="2408285" y="7526751"/>
              <a:ext cx="67219" cy="67219"/>
            </a:xfrm>
            <a:prstGeom prst="ellipse">
              <a:avLst/>
            </a:pr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0" name="pt4560"/>
            <p:cNvSpPr/>
            <p:nvPr/>
          </p:nvSpPr>
          <p:spPr>
            <a:xfrm>
              <a:off x="2694349" y="7744522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1" name="pt4561"/>
            <p:cNvSpPr/>
            <p:nvPr/>
          </p:nvSpPr>
          <p:spPr>
            <a:xfrm>
              <a:off x="2756506" y="7651768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2" name="pt4562"/>
            <p:cNvSpPr/>
            <p:nvPr/>
          </p:nvSpPr>
          <p:spPr>
            <a:xfrm>
              <a:off x="2774506" y="767403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3" name="pt4563"/>
            <p:cNvSpPr/>
            <p:nvPr/>
          </p:nvSpPr>
          <p:spPr>
            <a:xfrm>
              <a:off x="1846577" y="7989097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4" name="pt4564"/>
            <p:cNvSpPr/>
            <p:nvPr/>
          </p:nvSpPr>
          <p:spPr>
            <a:xfrm>
              <a:off x="2665777" y="8482961"/>
              <a:ext cx="67219" cy="67219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5" name="pt4565"/>
            <p:cNvSpPr/>
            <p:nvPr/>
          </p:nvSpPr>
          <p:spPr>
            <a:xfrm>
              <a:off x="2728687" y="7670191"/>
              <a:ext cx="74834" cy="74834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6" name="pt4566"/>
            <p:cNvSpPr/>
            <p:nvPr/>
          </p:nvSpPr>
          <p:spPr>
            <a:xfrm>
              <a:off x="3262597" y="7665493"/>
              <a:ext cx="48833" cy="48833"/>
            </a:xfrm>
            <a:prstGeom prst="ellipse">
              <a:avLst/>
            </a:prstGeom>
            <a:solidFill>
              <a:srgbClr val="1B9E77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7" name="pt4567"/>
            <p:cNvSpPr/>
            <p:nvPr/>
          </p:nvSpPr>
          <p:spPr>
            <a:xfrm>
              <a:off x="2450533" y="7519887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8" name="pt4568"/>
            <p:cNvSpPr/>
            <p:nvPr/>
          </p:nvSpPr>
          <p:spPr>
            <a:xfrm>
              <a:off x="1904486" y="7307718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69" name="pl4569"/>
            <p:cNvSpPr/>
            <p:nvPr/>
          </p:nvSpPr>
          <p:spPr>
            <a:xfrm>
              <a:off x="2362348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0" name="pl4570"/>
            <p:cNvSpPr/>
            <p:nvPr/>
          </p:nvSpPr>
          <p:spPr>
            <a:xfrm>
              <a:off x="2362348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1" name="pl4571"/>
            <p:cNvSpPr/>
            <p:nvPr/>
          </p:nvSpPr>
          <p:spPr>
            <a:xfrm>
              <a:off x="2352235" y="74914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2" name="pl4572"/>
            <p:cNvSpPr/>
            <p:nvPr/>
          </p:nvSpPr>
          <p:spPr>
            <a:xfrm>
              <a:off x="2386765" y="74569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73" name="pt4573"/>
            <p:cNvSpPr/>
            <p:nvPr/>
          </p:nvSpPr>
          <p:spPr>
            <a:xfrm>
              <a:off x="3138686" y="7414513"/>
              <a:ext cx="48833" cy="48833"/>
            </a:xfrm>
            <a:prstGeom prst="ellipse">
              <a:avLst/>
            </a:pr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4" name="pt4574"/>
            <p:cNvSpPr/>
            <p:nvPr/>
          </p:nvSpPr>
          <p:spPr>
            <a:xfrm>
              <a:off x="1968937" y="8257203"/>
              <a:ext cx="48833" cy="48833"/>
            </a:xfrm>
            <a:prstGeom prst="ellipse">
              <a:avLst/>
            </a:pr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5" name="pt4575"/>
            <p:cNvSpPr/>
            <p:nvPr/>
          </p:nvSpPr>
          <p:spPr>
            <a:xfrm>
              <a:off x="2554989" y="7484950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6" name="pt4576"/>
            <p:cNvSpPr/>
            <p:nvPr/>
          </p:nvSpPr>
          <p:spPr>
            <a:xfrm>
              <a:off x="2432439" y="7582230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7" name="pt4577"/>
            <p:cNvSpPr/>
            <p:nvPr/>
          </p:nvSpPr>
          <p:spPr>
            <a:xfrm>
              <a:off x="2398770" y="7539499"/>
              <a:ext cx="74834" cy="74834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8" name="pt4578"/>
            <p:cNvSpPr/>
            <p:nvPr/>
          </p:nvSpPr>
          <p:spPr>
            <a:xfrm>
              <a:off x="2126803" y="8083601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79" name="pt4579"/>
            <p:cNvSpPr/>
            <p:nvPr/>
          </p:nvSpPr>
          <p:spPr>
            <a:xfrm>
              <a:off x="2350116" y="7538607"/>
              <a:ext cx="80678" cy="80678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0" name="pt4580"/>
            <p:cNvSpPr/>
            <p:nvPr/>
          </p:nvSpPr>
          <p:spPr>
            <a:xfrm>
              <a:off x="2453412" y="757640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1" name="pt4581"/>
            <p:cNvSpPr/>
            <p:nvPr/>
          </p:nvSpPr>
          <p:spPr>
            <a:xfrm>
              <a:off x="2362685" y="7566116"/>
              <a:ext cx="48833" cy="48833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2" name="pt4582"/>
            <p:cNvSpPr/>
            <p:nvPr/>
          </p:nvSpPr>
          <p:spPr>
            <a:xfrm>
              <a:off x="2362363" y="7575690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3" name="pl4583"/>
            <p:cNvSpPr/>
            <p:nvPr/>
          </p:nvSpPr>
          <p:spPr>
            <a:xfrm>
              <a:off x="2687015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4" name="pl4584"/>
            <p:cNvSpPr/>
            <p:nvPr/>
          </p:nvSpPr>
          <p:spPr>
            <a:xfrm>
              <a:off x="2687015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85" name="pt4585"/>
            <p:cNvSpPr/>
            <p:nvPr/>
          </p:nvSpPr>
          <p:spPr>
            <a:xfrm>
              <a:off x="2365981" y="7515338"/>
              <a:ext cx="67219" cy="67219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6" name="pg4586"/>
            <p:cNvSpPr/>
            <p:nvPr/>
          </p:nvSpPr>
          <p:spPr>
            <a:xfrm>
              <a:off x="3032026" y="821622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7" name="pg4587"/>
            <p:cNvSpPr/>
            <p:nvPr/>
          </p:nvSpPr>
          <p:spPr>
            <a:xfrm>
              <a:off x="2590322" y="789727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8" name="pg4588"/>
            <p:cNvSpPr/>
            <p:nvPr/>
          </p:nvSpPr>
          <p:spPr>
            <a:xfrm>
              <a:off x="2402149" y="745638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4589" name="pl4589"/>
            <p:cNvSpPr/>
            <p:nvPr/>
          </p:nvSpPr>
          <p:spPr>
            <a:xfrm>
              <a:off x="2421475" y="956211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0" name="pl4590"/>
            <p:cNvSpPr/>
            <p:nvPr/>
          </p:nvSpPr>
          <p:spPr>
            <a:xfrm>
              <a:off x="2496734" y="952082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1" name="pl4591"/>
            <p:cNvSpPr/>
            <p:nvPr/>
          </p:nvSpPr>
          <p:spPr>
            <a:xfrm>
              <a:off x="2481717" y="9506361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2" name="pl4592"/>
            <p:cNvSpPr/>
            <p:nvPr/>
          </p:nvSpPr>
          <p:spPr>
            <a:xfrm>
              <a:off x="2496734" y="951157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3" name="pl4593"/>
            <p:cNvSpPr/>
            <p:nvPr/>
          </p:nvSpPr>
          <p:spPr>
            <a:xfrm>
              <a:off x="2466542" y="958290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4" name="pl4594"/>
            <p:cNvSpPr/>
            <p:nvPr/>
          </p:nvSpPr>
          <p:spPr>
            <a:xfrm>
              <a:off x="2539000" y="989029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5" name="pl4595"/>
            <p:cNvSpPr/>
            <p:nvPr/>
          </p:nvSpPr>
          <p:spPr>
            <a:xfrm>
              <a:off x="2539000" y="989029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6" name="pl4596"/>
            <p:cNvSpPr/>
            <p:nvPr/>
          </p:nvSpPr>
          <p:spPr>
            <a:xfrm>
              <a:off x="2500815" y="984283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7" name="pl4597"/>
            <p:cNvSpPr/>
            <p:nvPr/>
          </p:nvSpPr>
          <p:spPr>
            <a:xfrm>
              <a:off x="2539000" y="989029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8" name="pl4598"/>
            <p:cNvSpPr/>
            <p:nvPr/>
          </p:nvSpPr>
          <p:spPr>
            <a:xfrm>
              <a:off x="2539000" y="989029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99" name="pl4599"/>
            <p:cNvSpPr/>
            <p:nvPr/>
          </p:nvSpPr>
          <p:spPr>
            <a:xfrm>
              <a:off x="2492556" y="965849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0" name="pl4600"/>
            <p:cNvSpPr/>
            <p:nvPr/>
          </p:nvSpPr>
          <p:spPr>
            <a:xfrm>
              <a:off x="2824885" y="953999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1" name="pl4601"/>
            <p:cNvSpPr/>
            <p:nvPr/>
          </p:nvSpPr>
          <p:spPr>
            <a:xfrm>
              <a:off x="2404111" y="958972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2" name="pl4602"/>
            <p:cNvSpPr/>
            <p:nvPr/>
          </p:nvSpPr>
          <p:spPr>
            <a:xfrm>
              <a:off x="3368672" y="9511379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3" name="pl4603"/>
            <p:cNvSpPr/>
            <p:nvPr/>
          </p:nvSpPr>
          <p:spPr>
            <a:xfrm>
              <a:off x="3112052" y="9611869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4" name="pl4604"/>
            <p:cNvSpPr/>
            <p:nvPr/>
          </p:nvSpPr>
          <p:spPr>
            <a:xfrm>
              <a:off x="2778194" y="9647172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5" name="pl4605"/>
            <p:cNvSpPr/>
            <p:nvPr/>
          </p:nvSpPr>
          <p:spPr>
            <a:xfrm>
              <a:off x="2822928" y="965832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6" name="pl4606"/>
            <p:cNvSpPr/>
            <p:nvPr/>
          </p:nvSpPr>
          <p:spPr>
            <a:xfrm>
              <a:off x="2822928" y="965832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7" name="pl4607"/>
            <p:cNvSpPr/>
            <p:nvPr/>
          </p:nvSpPr>
          <p:spPr>
            <a:xfrm>
              <a:off x="2498327" y="984283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8" name="pl4608"/>
            <p:cNvSpPr/>
            <p:nvPr/>
          </p:nvSpPr>
          <p:spPr>
            <a:xfrm>
              <a:off x="2824885" y="953116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09" name="pl4609"/>
            <p:cNvSpPr/>
            <p:nvPr/>
          </p:nvSpPr>
          <p:spPr>
            <a:xfrm>
              <a:off x="2923322" y="952181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0" name="pl4610"/>
            <p:cNvSpPr/>
            <p:nvPr/>
          </p:nvSpPr>
          <p:spPr>
            <a:xfrm>
              <a:off x="2923322" y="9520792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1" name="pl4611"/>
            <p:cNvSpPr/>
            <p:nvPr/>
          </p:nvSpPr>
          <p:spPr>
            <a:xfrm>
              <a:off x="2569321" y="966715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2" name="pl4612"/>
            <p:cNvSpPr/>
            <p:nvPr/>
          </p:nvSpPr>
          <p:spPr>
            <a:xfrm>
              <a:off x="2322932" y="884132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3" name="pl4613"/>
            <p:cNvSpPr/>
            <p:nvPr/>
          </p:nvSpPr>
          <p:spPr>
            <a:xfrm>
              <a:off x="2465381" y="983541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4" name="pl4614"/>
            <p:cNvSpPr/>
            <p:nvPr/>
          </p:nvSpPr>
          <p:spPr>
            <a:xfrm>
              <a:off x="2481000" y="978495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5" name="pl4615"/>
            <p:cNvSpPr/>
            <p:nvPr/>
          </p:nvSpPr>
          <p:spPr>
            <a:xfrm>
              <a:off x="2789966" y="967664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6" name="pl4616"/>
            <p:cNvSpPr/>
            <p:nvPr/>
          </p:nvSpPr>
          <p:spPr>
            <a:xfrm>
              <a:off x="2493776" y="970751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7" name="pl4617"/>
            <p:cNvSpPr/>
            <p:nvPr/>
          </p:nvSpPr>
          <p:spPr>
            <a:xfrm>
              <a:off x="2502232" y="9715665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8" name="pl4618"/>
            <p:cNvSpPr/>
            <p:nvPr/>
          </p:nvSpPr>
          <p:spPr>
            <a:xfrm>
              <a:off x="2491598" y="9700381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19" name="pl4619"/>
            <p:cNvSpPr/>
            <p:nvPr/>
          </p:nvSpPr>
          <p:spPr>
            <a:xfrm>
              <a:off x="2490081" y="966787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0" name="pl4620"/>
            <p:cNvSpPr/>
            <p:nvPr/>
          </p:nvSpPr>
          <p:spPr>
            <a:xfrm>
              <a:off x="2490081" y="966787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1" name="pl4621"/>
            <p:cNvSpPr/>
            <p:nvPr/>
          </p:nvSpPr>
          <p:spPr>
            <a:xfrm>
              <a:off x="2482339" y="965464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2" name="pl4622"/>
            <p:cNvSpPr/>
            <p:nvPr/>
          </p:nvSpPr>
          <p:spPr>
            <a:xfrm>
              <a:off x="2465409" y="962579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3" name="pl4623"/>
            <p:cNvSpPr/>
            <p:nvPr/>
          </p:nvSpPr>
          <p:spPr>
            <a:xfrm>
              <a:off x="2490081" y="966787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4" name="pl4624"/>
            <p:cNvSpPr/>
            <p:nvPr/>
          </p:nvSpPr>
          <p:spPr>
            <a:xfrm>
              <a:off x="2426493" y="955526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5" name="pl4625"/>
            <p:cNvSpPr/>
            <p:nvPr/>
          </p:nvSpPr>
          <p:spPr>
            <a:xfrm>
              <a:off x="2426493" y="955526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6" name="pl4626"/>
            <p:cNvSpPr/>
            <p:nvPr/>
          </p:nvSpPr>
          <p:spPr>
            <a:xfrm>
              <a:off x="2544127" y="977695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7" name="pl4627"/>
            <p:cNvSpPr/>
            <p:nvPr/>
          </p:nvSpPr>
          <p:spPr>
            <a:xfrm>
              <a:off x="2521191" y="972453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8" name="pl4628"/>
            <p:cNvSpPr/>
            <p:nvPr/>
          </p:nvSpPr>
          <p:spPr>
            <a:xfrm>
              <a:off x="2521191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29" name="pl4629"/>
            <p:cNvSpPr/>
            <p:nvPr/>
          </p:nvSpPr>
          <p:spPr>
            <a:xfrm>
              <a:off x="2521191" y="9726076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0" name="pl4630"/>
            <p:cNvSpPr/>
            <p:nvPr/>
          </p:nvSpPr>
          <p:spPr>
            <a:xfrm>
              <a:off x="2750783" y="953132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1" name="pl4631"/>
            <p:cNvSpPr/>
            <p:nvPr/>
          </p:nvSpPr>
          <p:spPr>
            <a:xfrm>
              <a:off x="2802808" y="953310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2" name="pl4632"/>
            <p:cNvSpPr/>
            <p:nvPr/>
          </p:nvSpPr>
          <p:spPr>
            <a:xfrm>
              <a:off x="2258893" y="9604615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3" name="pl4633"/>
            <p:cNvSpPr/>
            <p:nvPr/>
          </p:nvSpPr>
          <p:spPr>
            <a:xfrm>
              <a:off x="2560528" y="991803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4" name="pl4634"/>
            <p:cNvSpPr/>
            <p:nvPr/>
          </p:nvSpPr>
          <p:spPr>
            <a:xfrm>
              <a:off x="2448856" y="9760691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5" name="pl4635"/>
            <p:cNvSpPr/>
            <p:nvPr/>
          </p:nvSpPr>
          <p:spPr>
            <a:xfrm>
              <a:off x="2663349" y="9513265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6" name="pl4636"/>
            <p:cNvSpPr/>
            <p:nvPr/>
          </p:nvSpPr>
          <p:spPr>
            <a:xfrm>
              <a:off x="2778194" y="9647172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7" name="pl4637"/>
            <p:cNvSpPr/>
            <p:nvPr/>
          </p:nvSpPr>
          <p:spPr>
            <a:xfrm>
              <a:off x="2602081" y="966253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8" name="pl4638"/>
            <p:cNvSpPr/>
            <p:nvPr/>
          </p:nvSpPr>
          <p:spPr>
            <a:xfrm>
              <a:off x="2534907" y="968835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39" name="pl4639"/>
            <p:cNvSpPr/>
            <p:nvPr/>
          </p:nvSpPr>
          <p:spPr>
            <a:xfrm>
              <a:off x="2507386" y="969535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0" name="pl4640"/>
            <p:cNvSpPr/>
            <p:nvPr/>
          </p:nvSpPr>
          <p:spPr>
            <a:xfrm>
              <a:off x="2505961" y="968924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1" name="pl4641"/>
            <p:cNvSpPr/>
            <p:nvPr/>
          </p:nvSpPr>
          <p:spPr>
            <a:xfrm>
              <a:off x="2493776" y="969535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2" name="pl4642"/>
            <p:cNvSpPr/>
            <p:nvPr/>
          </p:nvSpPr>
          <p:spPr>
            <a:xfrm>
              <a:off x="2507386" y="969535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3" name="pl4643"/>
            <p:cNvSpPr/>
            <p:nvPr/>
          </p:nvSpPr>
          <p:spPr>
            <a:xfrm>
              <a:off x="2492556" y="965849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4" name="pl4644"/>
            <p:cNvSpPr/>
            <p:nvPr/>
          </p:nvSpPr>
          <p:spPr>
            <a:xfrm>
              <a:off x="2507386" y="969535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5" name="pl4645"/>
            <p:cNvSpPr/>
            <p:nvPr/>
          </p:nvSpPr>
          <p:spPr>
            <a:xfrm>
              <a:off x="2481440" y="969535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6" name="pl4646"/>
            <p:cNvSpPr/>
            <p:nvPr/>
          </p:nvSpPr>
          <p:spPr>
            <a:xfrm>
              <a:off x="2507386" y="969535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7" name="pl4647"/>
            <p:cNvSpPr/>
            <p:nvPr/>
          </p:nvSpPr>
          <p:spPr>
            <a:xfrm>
              <a:off x="2504425" y="9678252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8" name="pl4648"/>
            <p:cNvSpPr/>
            <p:nvPr/>
          </p:nvSpPr>
          <p:spPr>
            <a:xfrm>
              <a:off x="2507386" y="9679098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49" name="pl4649"/>
            <p:cNvSpPr/>
            <p:nvPr/>
          </p:nvSpPr>
          <p:spPr>
            <a:xfrm>
              <a:off x="2507386" y="969535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0" name="pl4650"/>
            <p:cNvSpPr/>
            <p:nvPr/>
          </p:nvSpPr>
          <p:spPr>
            <a:xfrm>
              <a:off x="2507386" y="9692231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1" name="pl4651"/>
            <p:cNvSpPr/>
            <p:nvPr/>
          </p:nvSpPr>
          <p:spPr>
            <a:xfrm>
              <a:off x="2507386" y="969535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2" name="pl4652"/>
            <p:cNvSpPr/>
            <p:nvPr/>
          </p:nvSpPr>
          <p:spPr>
            <a:xfrm>
              <a:off x="2549912" y="965958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3" name="pl4653"/>
            <p:cNvSpPr/>
            <p:nvPr/>
          </p:nvSpPr>
          <p:spPr>
            <a:xfrm>
              <a:off x="3322365" y="992831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4" name="pl4654"/>
            <p:cNvSpPr/>
            <p:nvPr/>
          </p:nvSpPr>
          <p:spPr>
            <a:xfrm>
              <a:off x="2020885" y="8963504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5" name="pl4655"/>
            <p:cNvSpPr/>
            <p:nvPr/>
          </p:nvSpPr>
          <p:spPr>
            <a:xfrm>
              <a:off x="2596764" y="9429700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6" name="pl4656"/>
            <p:cNvSpPr/>
            <p:nvPr/>
          </p:nvSpPr>
          <p:spPr>
            <a:xfrm>
              <a:off x="2492025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7" name="pl4657"/>
            <p:cNvSpPr/>
            <p:nvPr/>
          </p:nvSpPr>
          <p:spPr>
            <a:xfrm>
              <a:off x="2434286" y="10379686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8" name="pl4658"/>
            <p:cNvSpPr/>
            <p:nvPr/>
          </p:nvSpPr>
          <p:spPr>
            <a:xfrm>
              <a:off x="2429420" y="1037625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59" name="pl4659"/>
            <p:cNvSpPr/>
            <p:nvPr/>
          </p:nvSpPr>
          <p:spPr>
            <a:xfrm>
              <a:off x="2434286" y="10379686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0" name="pl4660"/>
            <p:cNvSpPr/>
            <p:nvPr/>
          </p:nvSpPr>
          <p:spPr>
            <a:xfrm>
              <a:off x="2473267" y="9626431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1" name="pl4661"/>
            <p:cNvSpPr/>
            <p:nvPr/>
          </p:nvSpPr>
          <p:spPr>
            <a:xfrm>
              <a:off x="2450700" y="960925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2" name="pl4662"/>
            <p:cNvSpPr/>
            <p:nvPr/>
          </p:nvSpPr>
          <p:spPr>
            <a:xfrm>
              <a:off x="2473267" y="9626431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3" name="pl4663"/>
            <p:cNvSpPr/>
            <p:nvPr/>
          </p:nvSpPr>
          <p:spPr>
            <a:xfrm>
              <a:off x="2473267" y="9626431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4" name="pl4664"/>
            <p:cNvSpPr/>
            <p:nvPr/>
          </p:nvSpPr>
          <p:spPr>
            <a:xfrm>
              <a:off x="2473267" y="9626431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5" name="pl4665"/>
            <p:cNvSpPr/>
            <p:nvPr/>
          </p:nvSpPr>
          <p:spPr>
            <a:xfrm>
              <a:off x="2473267" y="9626431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6" name="pl4666"/>
            <p:cNvSpPr/>
            <p:nvPr/>
          </p:nvSpPr>
          <p:spPr>
            <a:xfrm>
              <a:off x="2473267" y="9626431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7" name="pl4667"/>
            <p:cNvSpPr/>
            <p:nvPr/>
          </p:nvSpPr>
          <p:spPr>
            <a:xfrm>
              <a:off x="2473267" y="9626431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8" name="pl4668"/>
            <p:cNvSpPr/>
            <p:nvPr/>
          </p:nvSpPr>
          <p:spPr>
            <a:xfrm>
              <a:off x="2473267" y="9626431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69" name="pl4669"/>
            <p:cNvSpPr/>
            <p:nvPr/>
          </p:nvSpPr>
          <p:spPr>
            <a:xfrm>
              <a:off x="3363189" y="979182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0" name="pl4670"/>
            <p:cNvSpPr/>
            <p:nvPr/>
          </p:nvSpPr>
          <p:spPr>
            <a:xfrm>
              <a:off x="2680551" y="922278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1" name="pl4671"/>
            <p:cNvSpPr/>
            <p:nvPr/>
          </p:nvSpPr>
          <p:spPr>
            <a:xfrm>
              <a:off x="2697160" y="918578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2" name="pl4672"/>
            <p:cNvSpPr/>
            <p:nvPr/>
          </p:nvSpPr>
          <p:spPr>
            <a:xfrm>
              <a:off x="3013762" y="1033164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3" name="pl4673"/>
            <p:cNvSpPr/>
            <p:nvPr/>
          </p:nvSpPr>
          <p:spPr>
            <a:xfrm>
              <a:off x="2673239" y="1047850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4" name="pl4674"/>
            <p:cNvSpPr/>
            <p:nvPr/>
          </p:nvSpPr>
          <p:spPr>
            <a:xfrm>
              <a:off x="2467222" y="9618620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5" name="pl4675"/>
            <p:cNvSpPr/>
            <p:nvPr/>
          </p:nvSpPr>
          <p:spPr>
            <a:xfrm>
              <a:off x="2519878" y="971368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6" name="pl4676"/>
            <p:cNvSpPr/>
            <p:nvPr/>
          </p:nvSpPr>
          <p:spPr>
            <a:xfrm>
              <a:off x="1771435" y="990088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7" name="pl4677"/>
            <p:cNvSpPr/>
            <p:nvPr/>
          </p:nvSpPr>
          <p:spPr>
            <a:xfrm>
              <a:off x="2451169" y="984283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8" name="pl4678"/>
            <p:cNvSpPr/>
            <p:nvPr/>
          </p:nvSpPr>
          <p:spPr>
            <a:xfrm>
              <a:off x="2441817" y="9702925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79" name="pl4679"/>
            <p:cNvSpPr/>
            <p:nvPr/>
          </p:nvSpPr>
          <p:spPr>
            <a:xfrm>
              <a:off x="2500815" y="984283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0" name="pl4680"/>
            <p:cNvSpPr/>
            <p:nvPr/>
          </p:nvSpPr>
          <p:spPr>
            <a:xfrm>
              <a:off x="2466542" y="9721307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1" name="pl4681"/>
            <p:cNvSpPr/>
            <p:nvPr/>
          </p:nvSpPr>
          <p:spPr>
            <a:xfrm>
              <a:off x="2477193" y="984283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2" name="pl4682"/>
            <p:cNvSpPr/>
            <p:nvPr/>
          </p:nvSpPr>
          <p:spPr>
            <a:xfrm>
              <a:off x="2564694" y="967012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3" name="pl4683"/>
            <p:cNvSpPr/>
            <p:nvPr/>
          </p:nvSpPr>
          <p:spPr>
            <a:xfrm>
              <a:off x="2569321" y="965000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4" name="pl4684"/>
            <p:cNvSpPr/>
            <p:nvPr/>
          </p:nvSpPr>
          <p:spPr>
            <a:xfrm>
              <a:off x="2667337" y="974012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5" name="pl4685"/>
            <p:cNvSpPr/>
            <p:nvPr/>
          </p:nvSpPr>
          <p:spPr>
            <a:xfrm>
              <a:off x="2456822" y="9750532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6" name="pl4686"/>
            <p:cNvSpPr/>
            <p:nvPr/>
          </p:nvSpPr>
          <p:spPr>
            <a:xfrm>
              <a:off x="2478308" y="9750532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7" name="pl4687"/>
            <p:cNvSpPr/>
            <p:nvPr/>
          </p:nvSpPr>
          <p:spPr>
            <a:xfrm>
              <a:off x="2467136" y="9750532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8" name="pl4688"/>
            <p:cNvSpPr/>
            <p:nvPr/>
          </p:nvSpPr>
          <p:spPr>
            <a:xfrm>
              <a:off x="2471638" y="9750532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89" name="pl4689"/>
            <p:cNvSpPr/>
            <p:nvPr/>
          </p:nvSpPr>
          <p:spPr>
            <a:xfrm>
              <a:off x="2477906" y="9750532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0" name="pl4690"/>
            <p:cNvSpPr/>
            <p:nvPr/>
          </p:nvSpPr>
          <p:spPr>
            <a:xfrm>
              <a:off x="2478308" y="9749754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1" name="pl4691"/>
            <p:cNvSpPr/>
            <p:nvPr/>
          </p:nvSpPr>
          <p:spPr>
            <a:xfrm>
              <a:off x="2477338" y="968103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2" name="pl4692"/>
            <p:cNvSpPr/>
            <p:nvPr/>
          </p:nvSpPr>
          <p:spPr>
            <a:xfrm>
              <a:off x="2437225" y="9750532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3" name="pl4693"/>
            <p:cNvSpPr/>
            <p:nvPr/>
          </p:nvSpPr>
          <p:spPr>
            <a:xfrm>
              <a:off x="2478308" y="9750532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4" name="pl4694"/>
            <p:cNvSpPr/>
            <p:nvPr/>
          </p:nvSpPr>
          <p:spPr>
            <a:xfrm>
              <a:off x="2469805" y="9750532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5" name="pl4695"/>
            <p:cNvSpPr/>
            <p:nvPr/>
          </p:nvSpPr>
          <p:spPr>
            <a:xfrm>
              <a:off x="2460915" y="9750532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6" name="pl4696"/>
            <p:cNvSpPr/>
            <p:nvPr/>
          </p:nvSpPr>
          <p:spPr>
            <a:xfrm>
              <a:off x="2389610" y="10494632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7" name="pl4697"/>
            <p:cNvSpPr/>
            <p:nvPr/>
          </p:nvSpPr>
          <p:spPr>
            <a:xfrm>
              <a:off x="2480030" y="964998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8" name="pl4698"/>
            <p:cNvSpPr/>
            <p:nvPr/>
          </p:nvSpPr>
          <p:spPr>
            <a:xfrm>
              <a:off x="2494793" y="969857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99" name="pl4699"/>
            <p:cNvSpPr/>
            <p:nvPr/>
          </p:nvSpPr>
          <p:spPr>
            <a:xfrm>
              <a:off x="2494793" y="969857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0" name="pl4700"/>
            <p:cNvSpPr/>
            <p:nvPr/>
          </p:nvSpPr>
          <p:spPr>
            <a:xfrm>
              <a:off x="2487124" y="969857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1" name="pl4701"/>
            <p:cNvSpPr/>
            <p:nvPr/>
          </p:nvSpPr>
          <p:spPr>
            <a:xfrm>
              <a:off x="2494793" y="968924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2" name="pl4702"/>
            <p:cNvSpPr/>
            <p:nvPr/>
          </p:nvSpPr>
          <p:spPr>
            <a:xfrm>
              <a:off x="2474141" y="964333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3" name="pl4703"/>
            <p:cNvSpPr/>
            <p:nvPr/>
          </p:nvSpPr>
          <p:spPr>
            <a:xfrm>
              <a:off x="2493776" y="969857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4" name="pl4704"/>
            <p:cNvSpPr/>
            <p:nvPr/>
          </p:nvSpPr>
          <p:spPr>
            <a:xfrm>
              <a:off x="2477477" y="969032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5" name="pl4705"/>
            <p:cNvSpPr/>
            <p:nvPr/>
          </p:nvSpPr>
          <p:spPr>
            <a:xfrm>
              <a:off x="2488394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6" name="pl4706"/>
            <p:cNvSpPr/>
            <p:nvPr/>
          </p:nvSpPr>
          <p:spPr>
            <a:xfrm>
              <a:off x="2494793" y="969857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7" name="pl4707"/>
            <p:cNvSpPr/>
            <p:nvPr/>
          </p:nvSpPr>
          <p:spPr>
            <a:xfrm>
              <a:off x="2494793" y="969857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8" name="pl4708"/>
            <p:cNvSpPr/>
            <p:nvPr/>
          </p:nvSpPr>
          <p:spPr>
            <a:xfrm>
              <a:off x="2474648" y="969857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09" name="pl4709"/>
            <p:cNvSpPr/>
            <p:nvPr/>
          </p:nvSpPr>
          <p:spPr>
            <a:xfrm>
              <a:off x="2481122" y="9667996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0" name="pl4710"/>
            <p:cNvSpPr/>
            <p:nvPr/>
          </p:nvSpPr>
          <p:spPr>
            <a:xfrm>
              <a:off x="2490679" y="968724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1" name="pl4711"/>
            <p:cNvSpPr/>
            <p:nvPr/>
          </p:nvSpPr>
          <p:spPr>
            <a:xfrm>
              <a:off x="2494793" y="969857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2" name="pl4712"/>
            <p:cNvSpPr/>
            <p:nvPr/>
          </p:nvSpPr>
          <p:spPr>
            <a:xfrm>
              <a:off x="2475378" y="969432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3" name="pl4713"/>
            <p:cNvSpPr/>
            <p:nvPr/>
          </p:nvSpPr>
          <p:spPr>
            <a:xfrm>
              <a:off x="2494793" y="969857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4" name="pl4714"/>
            <p:cNvSpPr/>
            <p:nvPr/>
          </p:nvSpPr>
          <p:spPr>
            <a:xfrm>
              <a:off x="2494793" y="969857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5" name="pl4715"/>
            <p:cNvSpPr/>
            <p:nvPr/>
          </p:nvSpPr>
          <p:spPr>
            <a:xfrm>
              <a:off x="2477338" y="968103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6" name="pl4716"/>
            <p:cNvSpPr/>
            <p:nvPr/>
          </p:nvSpPr>
          <p:spPr>
            <a:xfrm>
              <a:off x="2481440" y="969857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7" name="pl4717"/>
            <p:cNvSpPr/>
            <p:nvPr/>
          </p:nvSpPr>
          <p:spPr>
            <a:xfrm>
              <a:off x="2483431" y="969857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8" name="pl4718"/>
            <p:cNvSpPr/>
            <p:nvPr/>
          </p:nvSpPr>
          <p:spPr>
            <a:xfrm>
              <a:off x="2484659" y="969127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19" name="pl4719"/>
            <p:cNvSpPr/>
            <p:nvPr/>
          </p:nvSpPr>
          <p:spPr>
            <a:xfrm>
              <a:off x="2465039" y="969656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0" name="pl4720"/>
            <p:cNvSpPr/>
            <p:nvPr/>
          </p:nvSpPr>
          <p:spPr>
            <a:xfrm>
              <a:off x="2494793" y="969857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1" name="pl4721"/>
            <p:cNvSpPr/>
            <p:nvPr/>
          </p:nvSpPr>
          <p:spPr>
            <a:xfrm>
              <a:off x="2484443" y="9664771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2" name="pl4722"/>
            <p:cNvSpPr/>
            <p:nvPr/>
          </p:nvSpPr>
          <p:spPr>
            <a:xfrm>
              <a:off x="2494793" y="969588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3" name="pl4723"/>
            <p:cNvSpPr/>
            <p:nvPr/>
          </p:nvSpPr>
          <p:spPr>
            <a:xfrm>
              <a:off x="2485587" y="9697899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4" name="pl4724"/>
            <p:cNvSpPr/>
            <p:nvPr/>
          </p:nvSpPr>
          <p:spPr>
            <a:xfrm>
              <a:off x="2481044" y="9697695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5" name="pl4725"/>
            <p:cNvSpPr/>
            <p:nvPr/>
          </p:nvSpPr>
          <p:spPr>
            <a:xfrm>
              <a:off x="2491598" y="969857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6" name="pl4726"/>
            <p:cNvSpPr/>
            <p:nvPr/>
          </p:nvSpPr>
          <p:spPr>
            <a:xfrm>
              <a:off x="2478790" y="969857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7" name="pl4727"/>
            <p:cNvSpPr/>
            <p:nvPr/>
          </p:nvSpPr>
          <p:spPr>
            <a:xfrm>
              <a:off x="2477343" y="969764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8" name="pl4728"/>
            <p:cNvSpPr/>
            <p:nvPr/>
          </p:nvSpPr>
          <p:spPr>
            <a:xfrm>
              <a:off x="2491639" y="969549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29" name="pl4729"/>
            <p:cNvSpPr/>
            <p:nvPr/>
          </p:nvSpPr>
          <p:spPr>
            <a:xfrm>
              <a:off x="2494793" y="9688746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0" name="pl4730"/>
            <p:cNvSpPr/>
            <p:nvPr/>
          </p:nvSpPr>
          <p:spPr>
            <a:xfrm>
              <a:off x="2494793" y="9692231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1" name="pl4731"/>
            <p:cNvSpPr/>
            <p:nvPr/>
          </p:nvSpPr>
          <p:spPr>
            <a:xfrm>
              <a:off x="2666632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2" name="pl4732"/>
            <p:cNvSpPr/>
            <p:nvPr/>
          </p:nvSpPr>
          <p:spPr>
            <a:xfrm>
              <a:off x="2513469" y="9717493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3" name="pl4733"/>
            <p:cNvSpPr/>
            <p:nvPr/>
          </p:nvSpPr>
          <p:spPr>
            <a:xfrm>
              <a:off x="2498047" y="9717493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4" name="pl4734"/>
            <p:cNvSpPr/>
            <p:nvPr/>
          </p:nvSpPr>
          <p:spPr>
            <a:xfrm>
              <a:off x="2507163" y="9717845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5" name="pl4735"/>
            <p:cNvSpPr/>
            <p:nvPr/>
          </p:nvSpPr>
          <p:spPr>
            <a:xfrm>
              <a:off x="2658658" y="9262943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6" name="pl4736"/>
            <p:cNvSpPr/>
            <p:nvPr/>
          </p:nvSpPr>
          <p:spPr>
            <a:xfrm>
              <a:off x="2474613" y="9460676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7" name="pl4737"/>
            <p:cNvSpPr/>
            <p:nvPr/>
          </p:nvSpPr>
          <p:spPr>
            <a:xfrm>
              <a:off x="2653563" y="974012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8" name="pl4738"/>
            <p:cNvSpPr/>
            <p:nvPr/>
          </p:nvSpPr>
          <p:spPr>
            <a:xfrm>
              <a:off x="2667337" y="974012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39" name="pl4739"/>
            <p:cNvSpPr/>
            <p:nvPr/>
          </p:nvSpPr>
          <p:spPr>
            <a:xfrm>
              <a:off x="2277322" y="969662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0" name="pl4740"/>
            <p:cNvSpPr/>
            <p:nvPr/>
          </p:nvSpPr>
          <p:spPr>
            <a:xfrm>
              <a:off x="2532459" y="973847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1" name="pl4741"/>
            <p:cNvSpPr/>
            <p:nvPr/>
          </p:nvSpPr>
          <p:spPr>
            <a:xfrm>
              <a:off x="2826105" y="1043842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2" name="pl4742"/>
            <p:cNvSpPr/>
            <p:nvPr/>
          </p:nvSpPr>
          <p:spPr>
            <a:xfrm>
              <a:off x="2426294" y="971886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3" name="pl4743"/>
            <p:cNvSpPr/>
            <p:nvPr/>
          </p:nvSpPr>
          <p:spPr>
            <a:xfrm>
              <a:off x="2427997" y="971886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4" name="pl4744"/>
            <p:cNvSpPr/>
            <p:nvPr/>
          </p:nvSpPr>
          <p:spPr>
            <a:xfrm>
              <a:off x="2378961" y="9208838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5" name="pl4745"/>
            <p:cNvSpPr/>
            <p:nvPr/>
          </p:nvSpPr>
          <p:spPr>
            <a:xfrm>
              <a:off x="2596457" y="9388928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6" name="pl4746"/>
            <p:cNvSpPr/>
            <p:nvPr/>
          </p:nvSpPr>
          <p:spPr>
            <a:xfrm>
              <a:off x="2542869" y="934083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7" name="pl4747"/>
            <p:cNvSpPr/>
            <p:nvPr/>
          </p:nvSpPr>
          <p:spPr>
            <a:xfrm>
              <a:off x="2587648" y="935127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8" name="pl4748"/>
            <p:cNvSpPr/>
            <p:nvPr/>
          </p:nvSpPr>
          <p:spPr>
            <a:xfrm>
              <a:off x="2594556" y="934192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49" name="pl4749"/>
            <p:cNvSpPr/>
            <p:nvPr/>
          </p:nvSpPr>
          <p:spPr>
            <a:xfrm>
              <a:off x="2575808" y="9310459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0" name="pl4750"/>
            <p:cNvSpPr/>
            <p:nvPr/>
          </p:nvSpPr>
          <p:spPr>
            <a:xfrm>
              <a:off x="2497077" y="9754840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1" name="pl4751"/>
            <p:cNvSpPr/>
            <p:nvPr/>
          </p:nvSpPr>
          <p:spPr>
            <a:xfrm>
              <a:off x="2096894" y="899632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2" name="pl4752"/>
            <p:cNvSpPr/>
            <p:nvPr/>
          </p:nvSpPr>
          <p:spPr>
            <a:xfrm>
              <a:off x="2073473" y="902363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3" name="pl4753"/>
            <p:cNvSpPr/>
            <p:nvPr/>
          </p:nvSpPr>
          <p:spPr>
            <a:xfrm>
              <a:off x="2579182" y="939630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4" name="pl4754"/>
            <p:cNvSpPr/>
            <p:nvPr/>
          </p:nvSpPr>
          <p:spPr>
            <a:xfrm>
              <a:off x="2417692" y="956211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5" name="pl4755"/>
            <p:cNvSpPr/>
            <p:nvPr/>
          </p:nvSpPr>
          <p:spPr>
            <a:xfrm>
              <a:off x="2415397" y="957162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6" name="pl4756"/>
            <p:cNvSpPr/>
            <p:nvPr/>
          </p:nvSpPr>
          <p:spPr>
            <a:xfrm>
              <a:off x="1768896" y="9918078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7" name="pl4757"/>
            <p:cNvSpPr/>
            <p:nvPr/>
          </p:nvSpPr>
          <p:spPr>
            <a:xfrm>
              <a:off x="2596035" y="9375726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8" name="pl4758"/>
            <p:cNvSpPr/>
            <p:nvPr/>
          </p:nvSpPr>
          <p:spPr>
            <a:xfrm>
              <a:off x="2595680" y="927175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59" name="pl4759"/>
            <p:cNvSpPr/>
            <p:nvPr/>
          </p:nvSpPr>
          <p:spPr>
            <a:xfrm>
              <a:off x="2595832" y="928719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0" name="pl4760"/>
            <p:cNvSpPr/>
            <p:nvPr/>
          </p:nvSpPr>
          <p:spPr>
            <a:xfrm>
              <a:off x="2643300" y="8814325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1" name="pl4761"/>
            <p:cNvSpPr/>
            <p:nvPr/>
          </p:nvSpPr>
          <p:spPr>
            <a:xfrm>
              <a:off x="1853037" y="9318000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2" name="pl4762"/>
            <p:cNvSpPr/>
            <p:nvPr/>
          </p:nvSpPr>
          <p:spPr>
            <a:xfrm>
              <a:off x="1839268" y="932085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3" name="pl4763"/>
            <p:cNvSpPr/>
            <p:nvPr/>
          </p:nvSpPr>
          <p:spPr>
            <a:xfrm>
              <a:off x="1839761" y="933204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4" name="pl4764"/>
            <p:cNvSpPr/>
            <p:nvPr/>
          </p:nvSpPr>
          <p:spPr>
            <a:xfrm>
              <a:off x="2596764" y="9460676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5" name="pl4765"/>
            <p:cNvSpPr/>
            <p:nvPr/>
          </p:nvSpPr>
          <p:spPr>
            <a:xfrm>
              <a:off x="2663349" y="9513265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6" name="pl4766"/>
            <p:cNvSpPr/>
            <p:nvPr/>
          </p:nvSpPr>
          <p:spPr>
            <a:xfrm>
              <a:off x="2663349" y="947888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7" name="pl4767"/>
            <p:cNvSpPr/>
            <p:nvPr/>
          </p:nvSpPr>
          <p:spPr>
            <a:xfrm>
              <a:off x="2663349" y="9493828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8" name="pl4768"/>
            <p:cNvSpPr/>
            <p:nvPr/>
          </p:nvSpPr>
          <p:spPr>
            <a:xfrm>
              <a:off x="2710200" y="9119680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69" name="pl4769"/>
            <p:cNvSpPr/>
            <p:nvPr/>
          </p:nvSpPr>
          <p:spPr>
            <a:xfrm>
              <a:off x="2466557" y="999724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0" name="pl4770"/>
            <p:cNvSpPr/>
            <p:nvPr/>
          </p:nvSpPr>
          <p:spPr>
            <a:xfrm>
              <a:off x="2584050" y="974605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1" name="pl4771"/>
            <p:cNvSpPr/>
            <p:nvPr/>
          </p:nvSpPr>
          <p:spPr>
            <a:xfrm>
              <a:off x="2582699" y="9748089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2" name="pl4772"/>
            <p:cNvSpPr/>
            <p:nvPr/>
          </p:nvSpPr>
          <p:spPr>
            <a:xfrm>
              <a:off x="2410829" y="994198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3" name="pl4773"/>
            <p:cNvSpPr/>
            <p:nvPr/>
          </p:nvSpPr>
          <p:spPr>
            <a:xfrm>
              <a:off x="2434144" y="994198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4" name="pl4774"/>
            <p:cNvSpPr/>
            <p:nvPr/>
          </p:nvSpPr>
          <p:spPr>
            <a:xfrm>
              <a:off x="2402289" y="994198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5" name="pl4775"/>
            <p:cNvSpPr/>
            <p:nvPr/>
          </p:nvSpPr>
          <p:spPr>
            <a:xfrm>
              <a:off x="2446681" y="994198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6" name="pl4776"/>
            <p:cNvSpPr/>
            <p:nvPr/>
          </p:nvSpPr>
          <p:spPr>
            <a:xfrm>
              <a:off x="2426832" y="994198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7" name="pl4777"/>
            <p:cNvSpPr/>
            <p:nvPr/>
          </p:nvSpPr>
          <p:spPr>
            <a:xfrm>
              <a:off x="2521191" y="9726076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8" name="pl4778"/>
            <p:cNvSpPr/>
            <p:nvPr/>
          </p:nvSpPr>
          <p:spPr>
            <a:xfrm>
              <a:off x="2542514" y="973547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79" name="pl4779"/>
            <p:cNvSpPr/>
            <p:nvPr/>
          </p:nvSpPr>
          <p:spPr>
            <a:xfrm>
              <a:off x="2528868" y="9814498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0" name="pl4780"/>
            <p:cNvSpPr/>
            <p:nvPr/>
          </p:nvSpPr>
          <p:spPr>
            <a:xfrm>
              <a:off x="2351712" y="916245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1" name="pl4781"/>
            <p:cNvSpPr/>
            <p:nvPr/>
          </p:nvSpPr>
          <p:spPr>
            <a:xfrm>
              <a:off x="2361814" y="9181985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2" name="pl4782"/>
            <p:cNvSpPr/>
            <p:nvPr/>
          </p:nvSpPr>
          <p:spPr>
            <a:xfrm>
              <a:off x="2881954" y="9704363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3" name="pl4783"/>
            <p:cNvSpPr/>
            <p:nvPr/>
          </p:nvSpPr>
          <p:spPr>
            <a:xfrm>
              <a:off x="2881954" y="9704363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4" name="pl4784"/>
            <p:cNvSpPr/>
            <p:nvPr/>
          </p:nvSpPr>
          <p:spPr>
            <a:xfrm>
              <a:off x="2881954" y="9704363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5" name="pl4785"/>
            <p:cNvSpPr/>
            <p:nvPr/>
          </p:nvSpPr>
          <p:spPr>
            <a:xfrm>
              <a:off x="2572302" y="952082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6" name="pl4786"/>
            <p:cNvSpPr/>
            <p:nvPr/>
          </p:nvSpPr>
          <p:spPr>
            <a:xfrm>
              <a:off x="2564694" y="9682283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7" name="pl4787"/>
            <p:cNvSpPr/>
            <p:nvPr/>
          </p:nvSpPr>
          <p:spPr>
            <a:xfrm>
              <a:off x="2515261" y="982217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8" name="pl4788"/>
            <p:cNvSpPr/>
            <p:nvPr/>
          </p:nvSpPr>
          <p:spPr>
            <a:xfrm>
              <a:off x="2514243" y="982217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89" name="pl4789"/>
            <p:cNvSpPr/>
            <p:nvPr/>
          </p:nvSpPr>
          <p:spPr>
            <a:xfrm>
              <a:off x="2569321" y="9666378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0" name="pl4790"/>
            <p:cNvSpPr/>
            <p:nvPr/>
          </p:nvSpPr>
          <p:spPr>
            <a:xfrm>
              <a:off x="2521191" y="971104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1" name="pl4791"/>
            <p:cNvSpPr/>
            <p:nvPr/>
          </p:nvSpPr>
          <p:spPr>
            <a:xfrm>
              <a:off x="2535939" y="967012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2" name="pl4792"/>
            <p:cNvSpPr/>
            <p:nvPr/>
          </p:nvSpPr>
          <p:spPr>
            <a:xfrm>
              <a:off x="2811687" y="8839180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3" name="pl4793"/>
            <p:cNvSpPr/>
            <p:nvPr/>
          </p:nvSpPr>
          <p:spPr>
            <a:xfrm>
              <a:off x="2461125" y="952082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4" name="pl4794"/>
            <p:cNvSpPr/>
            <p:nvPr/>
          </p:nvSpPr>
          <p:spPr>
            <a:xfrm>
              <a:off x="2436238" y="949254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5" name="pl4795"/>
            <p:cNvSpPr/>
            <p:nvPr/>
          </p:nvSpPr>
          <p:spPr>
            <a:xfrm>
              <a:off x="2507498" y="9702769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6" name="pl4796"/>
            <p:cNvSpPr/>
            <p:nvPr/>
          </p:nvSpPr>
          <p:spPr>
            <a:xfrm>
              <a:off x="1723483" y="972450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7" name="pl4797"/>
            <p:cNvSpPr/>
            <p:nvPr/>
          </p:nvSpPr>
          <p:spPr>
            <a:xfrm>
              <a:off x="1723512" y="9735657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8" name="pl4798"/>
            <p:cNvSpPr/>
            <p:nvPr/>
          </p:nvSpPr>
          <p:spPr>
            <a:xfrm>
              <a:off x="2521191" y="9726076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99" name="pl4799"/>
            <p:cNvSpPr/>
            <p:nvPr/>
          </p:nvSpPr>
          <p:spPr>
            <a:xfrm>
              <a:off x="2528604" y="973458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0" name="pl4800"/>
            <p:cNvSpPr/>
            <p:nvPr/>
          </p:nvSpPr>
          <p:spPr>
            <a:xfrm>
              <a:off x="2596764" y="939634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1" name="pl4801"/>
            <p:cNvSpPr/>
            <p:nvPr/>
          </p:nvSpPr>
          <p:spPr>
            <a:xfrm>
              <a:off x="2466821" y="969662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2" name="pl4802"/>
            <p:cNvSpPr/>
            <p:nvPr/>
          </p:nvSpPr>
          <p:spPr>
            <a:xfrm>
              <a:off x="2570352" y="940345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3" name="pl4803"/>
            <p:cNvSpPr/>
            <p:nvPr/>
          </p:nvSpPr>
          <p:spPr>
            <a:xfrm>
              <a:off x="2758061" y="9647172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4" name="pl4804"/>
            <p:cNvSpPr/>
            <p:nvPr/>
          </p:nvSpPr>
          <p:spPr>
            <a:xfrm>
              <a:off x="2722043" y="973142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5" name="pl4805"/>
            <p:cNvSpPr/>
            <p:nvPr/>
          </p:nvSpPr>
          <p:spPr>
            <a:xfrm>
              <a:off x="2577219" y="987284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6" name="pl4806"/>
            <p:cNvSpPr/>
            <p:nvPr/>
          </p:nvSpPr>
          <p:spPr>
            <a:xfrm>
              <a:off x="2670078" y="981112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7" name="pl4807"/>
            <p:cNvSpPr/>
            <p:nvPr/>
          </p:nvSpPr>
          <p:spPr>
            <a:xfrm>
              <a:off x="2517329" y="9726076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8" name="pl4808"/>
            <p:cNvSpPr/>
            <p:nvPr/>
          </p:nvSpPr>
          <p:spPr>
            <a:xfrm>
              <a:off x="1853037" y="933204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09" name="pl4809"/>
            <p:cNvSpPr/>
            <p:nvPr/>
          </p:nvSpPr>
          <p:spPr>
            <a:xfrm>
              <a:off x="2421475" y="9553704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0" name="pl4810"/>
            <p:cNvSpPr/>
            <p:nvPr/>
          </p:nvSpPr>
          <p:spPr>
            <a:xfrm>
              <a:off x="2423183" y="9553704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1" name="pl4811"/>
            <p:cNvSpPr/>
            <p:nvPr/>
          </p:nvSpPr>
          <p:spPr>
            <a:xfrm>
              <a:off x="2423183" y="950841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2" name="pl4812"/>
            <p:cNvSpPr/>
            <p:nvPr/>
          </p:nvSpPr>
          <p:spPr>
            <a:xfrm>
              <a:off x="2423183" y="955119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3" name="pl4813"/>
            <p:cNvSpPr/>
            <p:nvPr/>
          </p:nvSpPr>
          <p:spPr>
            <a:xfrm>
              <a:off x="2423183" y="9537800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4" name="pl4814"/>
            <p:cNvSpPr/>
            <p:nvPr/>
          </p:nvSpPr>
          <p:spPr>
            <a:xfrm>
              <a:off x="2423183" y="954995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5" name="pl4815"/>
            <p:cNvSpPr/>
            <p:nvPr/>
          </p:nvSpPr>
          <p:spPr>
            <a:xfrm>
              <a:off x="2473377" y="970683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6" name="pl4816"/>
            <p:cNvSpPr/>
            <p:nvPr/>
          </p:nvSpPr>
          <p:spPr>
            <a:xfrm>
              <a:off x="2488394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7" name="pl4817"/>
            <p:cNvSpPr/>
            <p:nvPr/>
          </p:nvSpPr>
          <p:spPr>
            <a:xfrm>
              <a:off x="2466711" y="970683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8" name="pl4818"/>
            <p:cNvSpPr/>
            <p:nvPr/>
          </p:nvSpPr>
          <p:spPr>
            <a:xfrm>
              <a:off x="2486237" y="970683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19" name="pl4819"/>
            <p:cNvSpPr/>
            <p:nvPr/>
          </p:nvSpPr>
          <p:spPr>
            <a:xfrm>
              <a:off x="2508426" y="970394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0" name="pl4820"/>
            <p:cNvSpPr/>
            <p:nvPr/>
          </p:nvSpPr>
          <p:spPr>
            <a:xfrm>
              <a:off x="2567444" y="989620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1" name="pl4821"/>
            <p:cNvSpPr/>
            <p:nvPr/>
          </p:nvSpPr>
          <p:spPr>
            <a:xfrm>
              <a:off x="2666632" y="952082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2" name="pl4822"/>
            <p:cNvSpPr/>
            <p:nvPr/>
          </p:nvSpPr>
          <p:spPr>
            <a:xfrm>
              <a:off x="1742908" y="9475234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3" name="pl4823"/>
            <p:cNvSpPr/>
            <p:nvPr/>
          </p:nvSpPr>
          <p:spPr>
            <a:xfrm>
              <a:off x="2631434" y="930932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4" name="pl4824"/>
            <p:cNvSpPr/>
            <p:nvPr/>
          </p:nvSpPr>
          <p:spPr>
            <a:xfrm>
              <a:off x="2596764" y="936149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5" name="pl4825"/>
            <p:cNvSpPr/>
            <p:nvPr/>
          </p:nvSpPr>
          <p:spPr>
            <a:xfrm>
              <a:off x="2631434" y="931076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6" name="pl4826"/>
            <p:cNvSpPr/>
            <p:nvPr/>
          </p:nvSpPr>
          <p:spPr>
            <a:xfrm>
              <a:off x="2631434" y="930737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7" name="pl4827"/>
            <p:cNvSpPr/>
            <p:nvPr/>
          </p:nvSpPr>
          <p:spPr>
            <a:xfrm>
              <a:off x="2516112" y="9678330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8" name="pl4828"/>
            <p:cNvSpPr/>
            <p:nvPr/>
          </p:nvSpPr>
          <p:spPr>
            <a:xfrm>
              <a:off x="2521477" y="975170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29" name="pl4829"/>
            <p:cNvSpPr/>
            <p:nvPr/>
          </p:nvSpPr>
          <p:spPr>
            <a:xfrm>
              <a:off x="2521191" y="9726076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0" name="pl4830"/>
            <p:cNvSpPr/>
            <p:nvPr/>
          </p:nvSpPr>
          <p:spPr>
            <a:xfrm>
              <a:off x="2519691" y="975170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1" name="pl4831"/>
            <p:cNvSpPr/>
            <p:nvPr/>
          </p:nvSpPr>
          <p:spPr>
            <a:xfrm>
              <a:off x="3154776" y="9055080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2" name="pl4832"/>
            <p:cNvSpPr/>
            <p:nvPr/>
          </p:nvSpPr>
          <p:spPr>
            <a:xfrm>
              <a:off x="2667337" y="973747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3" name="pl4833"/>
            <p:cNvSpPr/>
            <p:nvPr/>
          </p:nvSpPr>
          <p:spPr>
            <a:xfrm>
              <a:off x="3246529" y="916136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4" name="pl4834"/>
            <p:cNvSpPr/>
            <p:nvPr/>
          </p:nvSpPr>
          <p:spPr>
            <a:xfrm>
              <a:off x="2596058" y="975019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5" name="pl4835"/>
            <p:cNvSpPr/>
            <p:nvPr/>
          </p:nvSpPr>
          <p:spPr>
            <a:xfrm>
              <a:off x="2584050" y="974605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6" name="pl4836"/>
            <p:cNvSpPr/>
            <p:nvPr/>
          </p:nvSpPr>
          <p:spPr>
            <a:xfrm>
              <a:off x="2582699" y="9748089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7" name="pl4837"/>
            <p:cNvSpPr/>
            <p:nvPr/>
          </p:nvSpPr>
          <p:spPr>
            <a:xfrm>
              <a:off x="2882403" y="889062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8" name="pl4838"/>
            <p:cNvSpPr/>
            <p:nvPr/>
          </p:nvSpPr>
          <p:spPr>
            <a:xfrm>
              <a:off x="2415397" y="958203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39" name="pl4839"/>
            <p:cNvSpPr/>
            <p:nvPr/>
          </p:nvSpPr>
          <p:spPr>
            <a:xfrm>
              <a:off x="2415397" y="954087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0" name="pl4840"/>
            <p:cNvSpPr/>
            <p:nvPr/>
          </p:nvSpPr>
          <p:spPr>
            <a:xfrm>
              <a:off x="2415397" y="9538266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1" name="pl4841"/>
            <p:cNvSpPr/>
            <p:nvPr/>
          </p:nvSpPr>
          <p:spPr>
            <a:xfrm>
              <a:off x="2415397" y="954687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2" name="pl4842"/>
            <p:cNvSpPr/>
            <p:nvPr/>
          </p:nvSpPr>
          <p:spPr>
            <a:xfrm>
              <a:off x="2415397" y="950848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3" name="pl4843"/>
            <p:cNvSpPr/>
            <p:nvPr/>
          </p:nvSpPr>
          <p:spPr>
            <a:xfrm>
              <a:off x="2375036" y="956163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4" name="pl4844"/>
            <p:cNvSpPr/>
            <p:nvPr/>
          </p:nvSpPr>
          <p:spPr>
            <a:xfrm>
              <a:off x="2383434" y="957146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5" name="pl4845"/>
            <p:cNvSpPr/>
            <p:nvPr/>
          </p:nvSpPr>
          <p:spPr>
            <a:xfrm>
              <a:off x="2415397" y="9509491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6" name="pl4846"/>
            <p:cNvSpPr/>
            <p:nvPr/>
          </p:nvSpPr>
          <p:spPr>
            <a:xfrm>
              <a:off x="2276497" y="9157053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7" name="pl4847"/>
            <p:cNvSpPr/>
            <p:nvPr/>
          </p:nvSpPr>
          <p:spPr>
            <a:xfrm>
              <a:off x="2065808" y="908166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8" name="pl4848"/>
            <p:cNvSpPr/>
            <p:nvPr/>
          </p:nvSpPr>
          <p:spPr>
            <a:xfrm>
              <a:off x="2076984" y="908811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49" name="pl4849"/>
            <p:cNvSpPr/>
            <p:nvPr/>
          </p:nvSpPr>
          <p:spPr>
            <a:xfrm>
              <a:off x="2096894" y="903783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0" name="pl4850"/>
            <p:cNvSpPr/>
            <p:nvPr/>
          </p:nvSpPr>
          <p:spPr>
            <a:xfrm>
              <a:off x="2110985" y="908811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1" name="pl4851"/>
            <p:cNvSpPr/>
            <p:nvPr/>
          </p:nvSpPr>
          <p:spPr>
            <a:xfrm>
              <a:off x="2095590" y="9086662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2" name="pl4852"/>
            <p:cNvSpPr/>
            <p:nvPr/>
          </p:nvSpPr>
          <p:spPr>
            <a:xfrm>
              <a:off x="2521191" y="9726076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3" name="pl4853"/>
            <p:cNvSpPr/>
            <p:nvPr/>
          </p:nvSpPr>
          <p:spPr>
            <a:xfrm>
              <a:off x="2507386" y="967262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4" name="pl4854"/>
            <p:cNvSpPr/>
            <p:nvPr/>
          </p:nvSpPr>
          <p:spPr>
            <a:xfrm>
              <a:off x="2549912" y="967012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5" name="pl4855"/>
            <p:cNvSpPr/>
            <p:nvPr/>
          </p:nvSpPr>
          <p:spPr>
            <a:xfrm>
              <a:off x="2596764" y="9411993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6" name="pl4856"/>
            <p:cNvSpPr/>
            <p:nvPr/>
          </p:nvSpPr>
          <p:spPr>
            <a:xfrm>
              <a:off x="1819125" y="998170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7" name="pl4857"/>
            <p:cNvSpPr/>
            <p:nvPr/>
          </p:nvSpPr>
          <p:spPr>
            <a:xfrm>
              <a:off x="2666632" y="946353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8" name="pl4858"/>
            <p:cNvSpPr/>
            <p:nvPr/>
          </p:nvSpPr>
          <p:spPr>
            <a:xfrm>
              <a:off x="2174753" y="1040078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59" name="pl4859"/>
            <p:cNvSpPr/>
            <p:nvPr/>
          </p:nvSpPr>
          <p:spPr>
            <a:xfrm>
              <a:off x="2500509" y="1052238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0" name="pl4860"/>
            <p:cNvSpPr/>
            <p:nvPr/>
          </p:nvSpPr>
          <p:spPr>
            <a:xfrm>
              <a:off x="3287512" y="10035873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1" name="pl4861"/>
            <p:cNvSpPr/>
            <p:nvPr/>
          </p:nvSpPr>
          <p:spPr>
            <a:xfrm>
              <a:off x="2437475" y="977103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2" name="pl4862"/>
            <p:cNvSpPr/>
            <p:nvPr/>
          </p:nvSpPr>
          <p:spPr>
            <a:xfrm>
              <a:off x="2516112" y="968233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3" name="pl4863"/>
            <p:cNvSpPr/>
            <p:nvPr/>
          </p:nvSpPr>
          <p:spPr>
            <a:xfrm>
              <a:off x="2518778" y="9676686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4" name="pl4864"/>
            <p:cNvSpPr/>
            <p:nvPr/>
          </p:nvSpPr>
          <p:spPr>
            <a:xfrm>
              <a:off x="2515487" y="967999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5" name="pl4865"/>
            <p:cNvSpPr/>
            <p:nvPr/>
          </p:nvSpPr>
          <p:spPr>
            <a:xfrm>
              <a:off x="2518249" y="9770518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6" name="pl4866"/>
            <p:cNvSpPr/>
            <p:nvPr/>
          </p:nvSpPr>
          <p:spPr>
            <a:xfrm>
              <a:off x="3103942" y="1025781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7" name="pl4867"/>
            <p:cNvSpPr/>
            <p:nvPr/>
          </p:nvSpPr>
          <p:spPr>
            <a:xfrm>
              <a:off x="3119670" y="1025627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8" name="pl4868"/>
            <p:cNvSpPr/>
            <p:nvPr/>
          </p:nvSpPr>
          <p:spPr>
            <a:xfrm>
              <a:off x="2569570" y="1019763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69" name="pl4869"/>
            <p:cNvSpPr/>
            <p:nvPr/>
          </p:nvSpPr>
          <p:spPr>
            <a:xfrm>
              <a:off x="2569570" y="1019763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0" name="pl4870"/>
            <p:cNvSpPr/>
            <p:nvPr/>
          </p:nvSpPr>
          <p:spPr>
            <a:xfrm>
              <a:off x="2584293" y="9743434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1" name="pl4871"/>
            <p:cNvSpPr/>
            <p:nvPr/>
          </p:nvSpPr>
          <p:spPr>
            <a:xfrm>
              <a:off x="2481374" y="967240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2" name="pl4872"/>
            <p:cNvSpPr/>
            <p:nvPr/>
          </p:nvSpPr>
          <p:spPr>
            <a:xfrm>
              <a:off x="2497261" y="968408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3" name="pl4873"/>
            <p:cNvSpPr/>
            <p:nvPr/>
          </p:nvSpPr>
          <p:spPr>
            <a:xfrm>
              <a:off x="2497261" y="9682706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4" name="pl4874"/>
            <p:cNvSpPr/>
            <p:nvPr/>
          </p:nvSpPr>
          <p:spPr>
            <a:xfrm>
              <a:off x="2494793" y="968408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5" name="pl4875"/>
            <p:cNvSpPr/>
            <p:nvPr/>
          </p:nvSpPr>
          <p:spPr>
            <a:xfrm>
              <a:off x="2493430" y="9678398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6" name="pl4876"/>
            <p:cNvSpPr/>
            <p:nvPr/>
          </p:nvSpPr>
          <p:spPr>
            <a:xfrm>
              <a:off x="2493194" y="967479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7" name="pl4877"/>
            <p:cNvSpPr/>
            <p:nvPr/>
          </p:nvSpPr>
          <p:spPr>
            <a:xfrm>
              <a:off x="2112772" y="8982657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8" name="pl4878"/>
            <p:cNvSpPr/>
            <p:nvPr/>
          </p:nvSpPr>
          <p:spPr>
            <a:xfrm>
              <a:off x="2220115" y="8877846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79" name="pl4879"/>
            <p:cNvSpPr/>
            <p:nvPr/>
          </p:nvSpPr>
          <p:spPr>
            <a:xfrm>
              <a:off x="2495147" y="984283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0" name="pl4880"/>
            <p:cNvSpPr/>
            <p:nvPr/>
          </p:nvSpPr>
          <p:spPr>
            <a:xfrm>
              <a:off x="2426945" y="956569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1" name="pl4881"/>
            <p:cNvSpPr/>
            <p:nvPr/>
          </p:nvSpPr>
          <p:spPr>
            <a:xfrm>
              <a:off x="2454067" y="959092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2" name="pl4882"/>
            <p:cNvSpPr/>
            <p:nvPr/>
          </p:nvSpPr>
          <p:spPr>
            <a:xfrm>
              <a:off x="2423183" y="9553704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3" name="pl4883"/>
            <p:cNvSpPr/>
            <p:nvPr/>
          </p:nvSpPr>
          <p:spPr>
            <a:xfrm>
              <a:off x="2454067" y="959092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4" name="pl4884"/>
            <p:cNvSpPr/>
            <p:nvPr/>
          </p:nvSpPr>
          <p:spPr>
            <a:xfrm>
              <a:off x="2454067" y="932183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5" name="pl4885"/>
            <p:cNvSpPr/>
            <p:nvPr/>
          </p:nvSpPr>
          <p:spPr>
            <a:xfrm>
              <a:off x="2569321" y="9663385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6" name="pl4886"/>
            <p:cNvSpPr/>
            <p:nvPr/>
          </p:nvSpPr>
          <p:spPr>
            <a:xfrm>
              <a:off x="2823120" y="1043195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7" name="pl4887"/>
            <p:cNvSpPr/>
            <p:nvPr/>
          </p:nvSpPr>
          <p:spPr>
            <a:xfrm>
              <a:off x="2666632" y="9498423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8" name="pl4888"/>
            <p:cNvSpPr/>
            <p:nvPr/>
          </p:nvSpPr>
          <p:spPr>
            <a:xfrm>
              <a:off x="2514646" y="972494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89" name="pl4889"/>
            <p:cNvSpPr/>
            <p:nvPr/>
          </p:nvSpPr>
          <p:spPr>
            <a:xfrm>
              <a:off x="2496926" y="972494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0" name="pl4890"/>
            <p:cNvSpPr/>
            <p:nvPr/>
          </p:nvSpPr>
          <p:spPr>
            <a:xfrm>
              <a:off x="2584050" y="974284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1" name="pl4891"/>
            <p:cNvSpPr/>
            <p:nvPr/>
          </p:nvSpPr>
          <p:spPr>
            <a:xfrm>
              <a:off x="2560455" y="970580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2" name="pl4892"/>
            <p:cNvSpPr/>
            <p:nvPr/>
          </p:nvSpPr>
          <p:spPr>
            <a:xfrm>
              <a:off x="2582699" y="9748089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3" name="pl4893"/>
            <p:cNvSpPr/>
            <p:nvPr/>
          </p:nvSpPr>
          <p:spPr>
            <a:xfrm>
              <a:off x="2550004" y="9748089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4" name="pl4894"/>
            <p:cNvSpPr/>
            <p:nvPr/>
          </p:nvSpPr>
          <p:spPr>
            <a:xfrm>
              <a:off x="2582699" y="974605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5" name="pl4895"/>
            <p:cNvSpPr/>
            <p:nvPr/>
          </p:nvSpPr>
          <p:spPr>
            <a:xfrm>
              <a:off x="2494350" y="952082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6" name="pl4896"/>
            <p:cNvSpPr/>
            <p:nvPr/>
          </p:nvSpPr>
          <p:spPr>
            <a:xfrm>
              <a:off x="2490367" y="949712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7" name="pl4897"/>
            <p:cNvSpPr/>
            <p:nvPr/>
          </p:nvSpPr>
          <p:spPr>
            <a:xfrm>
              <a:off x="2594942" y="945258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8" name="pl4898"/>
            <p:cNvSpPr/>
            <p:nvPr/>
          </p:nvSpPr>
          <p:spPr>
            <a:xfrm>
              <a:off x="3086196" y="935119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99" name="pl4899"/>
            <p:cNvSpPr/>
            <p:nvPr/>
          </p:nvSpPr>
          <p:spPr>
            <a:xfrm>
              <a:off x="2999428" y="936698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0" name="pl4900"/>
            <p:cNvSpPr/>
            <p:nvPr/>
          </p:nvSpPr>
          <p:spPr>
            <a:xfrm>
              <a:off x="2666632" y="952082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1" name="pl4901"/>
            <p:cNvSpPr/>
            <p:nvPr/>
          </p:nvSpPr>
          <p:spPr>
            <a:xfrm>
              <a:off x="2813935" y="956753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2" name="pl4902"/>
            <p:cNvSpPr/>
            <p:nvPr/>
          </p:nvSpPr>
          <p:spPr>
            <a:xfrm>
              <a:off x="2666632" y="952082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3" name="pl4903"/>
            <p:cNvSpPr/>
            <p:nvPr/>
          </p:nvSpPr>
          <p:spPr>
            <a:xfrm>
              <a:off x="2813935" y="9567595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4" name="pl4904"/>
            <p:cNvSpPr/>
            <p:nvPr/>
          </p:nvSpPr>
          <p:spPr>
            <a:xfrm>
              <a:off x="2813935" y="9567595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5" name="pl4905"/>
            <p:cNvSpPr/>
            <p:nvPr/>
          </p:nvSpPr>
          <p:spPr>
            <a:xfrm>
              <a:off x="2354577" y="9793122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6" name="pl4906"/>
            <p:cNvSpPr/>
            <p:nvPr/>
          </p:nvSpPr>
          <p:spPr>
            <a:xfrm>
              <a:off x="2423179" y="955085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7" name="pl4907"/>
            <p:cNvSpPr/>
            <p:nvPr/>
          </p:nvSpPr>
          <p:spPr>
            <a:xfrm>
              <a:off x="2460167" y="9599635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8" name="pl4908"/>
            <p:cNvSpPr/>
            <p:nvPr/>
          </p:nvSpPr>
          <p:spPr>
            <a:xfrm>
              <a:off x="2463409" y="9601944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09" name="pl4909"/>
            <p:cNvSpPr/>
            <p:nvPr/>
          </p:nvSpPr>
          <p:spPr>
            <a:xfrm>
              <a:off x="2463409" y="9598075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0" name="pl4910"/>
            <p:cNvSpPr/>
            <p:nvPr/>
          </p:nvSpPr>
          <p:spPr>
            <a:xfrm>
              <a:off x="2463409" y="960436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1" name="pl4911"/>
            <p:cNvSpPr/>
            <p:nvPr/>
          </p:nvSpPr>
          <p:spPr>
            <a:xfrm>
              <a:off x="2463409" y="960436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2" name="pl4912"/>
            <p:cNvSpPr/>
            <p:nvPr/>
          </p:nvSpPr>
          <p:spPr>
            <a:xfrm>
              <a:off x="2461177" y="9600706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3" name="pl4913"/>
            <p:cNvSpPr/>
            <p:nvPr/>
          </p:nvSpPr>
          <p:spPr>
            <a:xfrm>
              <a:off x="2463409" y="959556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4" name="pl4914"/>
            <p:cNvSpPr/>
            <p:nvPr/>
          </p:nvSpPr>
          <p:spPr>
            <a:xfrm>
              <a:off x="2517532" y="9711653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5" name="pl4915"/>
            <p:cNvSpPr/>
            <p:nvPr/>
          </p:nvSpPr>
          <p:spPr>
            <a:xfrm>
              <a:off x="2507386" y="969535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6" name="pl4916"/>
            <p:cNvSpPr/>
            <p:nvPr/>
          </p:nvSpPr>
          <p:spPr>
            <a:xfrm>
              <a:off x="2443293" y="9608726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7" name="pl4917"/>
            <p:cNvSpPr/>
            <p:nvPr/>
          </p:nvSpPr>
          <p:spPr>
            <a:xfrm>
              <a:off x="2653993" y="882419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8" name="pl4918"/>
            <p:cNvSpPr/>
            <p:nvPr/>
          </p:nvSpPr>
          <p:spPr>
            <a:xfrm>
              <a:off x="1868857" y="998621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19" name="pl4919"/>
            <p:cNvSpPr/>
            <p:nvPr/>
          </p:nvSpPr>
          <p:spPr>
            <a:xfrm>
              <a:off x="2516112" y="967328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0" name="pl4920"/>
            <p:cNvSpPr/>
            <p:nvPr/>
          </p:nvSpPr>
          <p:spPr>
            <a:xfrm>
              <a:off x="2538153" y="967012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1" name="pl4921"/>
            <p:cNvSpPr/>
            <p:nvPr/>
          </p:nvSpPr>
          <p:spPr>
            <a:xfrm>
              <a:off x="2538153" y="966765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2" name="pl4922"/>
            <p:cNvSpPr/>
            <p:nvPr/>
          </p:nvSpPr>
          <p:spPr>
            <a:xfrm>
              <a:off x="2538153" y="966633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3" name="pl4923"/>
            <p:cNvSpPr/>
            <p:nvPr/>
          </p:nvSpPr>
          <p:spPr>
            <a:xfrm>
              <a:off x="2510813" y="9726076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4" name="pl4924"/>
            <p:cNvSpPr/>
            <p:nvPr/>
          </p:nvSpPr>
          <p:spPr>
            <a:xfrm>
              <a:off x="2497696" y="9726272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5" name="pl4925"/>
            <p:cNvSpPr/>
            <p:nvPr/>
          </p:nvSpPr>
          <p:spPr>
            <a:xfrm>
              <a:off x="2000823" y="10273859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6" name="pl4926"/>
            <p:cNvSpPr/>
            <p:nvPr/>
          </p:nvSpPr>
          <p:spPr>
            <a:xfrm>
              <a:off x="2457168" y="999724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7" name="pl4927"/>
            <p:cNvSpPr/>
            <p:nvPr/>
          </p:nvSpPr>
          <p:spPr>
            <a:xfrm>
              <a:off x="2691551" y="951170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8" name="pl4928"/>
            <p:cNvSpPr/>
            <p:nvPr/>
          </p:nvSpPr>
          <p:spPr>
            <a:xfrm>
              <a:off x="2691551" y="9472534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29" name="pl4929"/>
            <p:cNvSpPr/>
            <p:nvPr/>
          </p:nvSpPr>
          <p:spPr>
            <a:xfrm>
              <a:off x="2666632" y="951223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0" name="pl4930"/>
            <p:cNvSpPr/>
            <p:nvPr/>
          </p:nvSpPr>
          <p:spPr>
            <a:xfrm>
              <a:off x="2691551" y="9490431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1" name="pl4931"/>
            <p:cNvSpPr/>
            <p:nvPr/>
          </p:nvSpPr>
          <p:spPr>
            <a:xfrm>
              <a:off x="2691551" y="949655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2" name="pl4932"/>
            <p:cNvSpPr/>
            <p:nvPr/>
          </p:nvSpPr>
          <p:spPr>
            <a:xfrm>
              <a:off x="2691551" y="9503144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3" name="pl4933"/>
            <p:cNvSpPr/>
            <p:nvPr/>
          </p:nvSpPr>
          <p:spPr>
            <a:xfrm>
              <a:off x="2691551" y="949859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4" name="pl4934"/>
            <p:cNvSpPr/>
            <p:nvPr/>
          </p:nvSpPr>
          <p:spPr>
            <a:xfrm>
              <a:off x="2459123" y="9672943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5" name="pl4935"/>
            <p:cNvSpPr/>
            <p:nvPr/>
          </p:nvSpPr>
          <p:spPr>
            <a:xfrm>
              <a:off x="2458586" y="966831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6" name="pl4936"/>
            <p:cNvSpPr/>
            <p:nvPr/>
          </p:nvSpPr>
          <p:spPr>
            <a:xfrm>
              <a:off x="2448895" y="9673243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7" name="pl4937"/>
            <p:cNvSpPr/>
            <p:nvPr/>
          </p:nvSpPr>
          <p:spPr>
            <a:xfrm>
              <a:off x="2666632" y="947965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8" name="pl4938"/>
            <p:cNvSpPr/>
            <p:nvPr/>
          </p:nvSpPr>
          <p:spPr>
            <a:xfrm>
              <a:off x="2728577" y="9433130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39" name="pl4939"/>
            <p:cNvSpPr/>
            <p:nvPr/>
          </p:nvSpPr>
          <p:spPr>
            <a:xfrm>
              <a:off x="2596277" y="940342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0" name="pl4940"/>
            <p:cNvSpPr/>
            <p:nvPr/>
          </p:nvSpPr>
          <p:spPr>
            <a:xfrm>
              <a:off x="2424639" y="9766113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1" name="pl4941"/>
            <p:cNvSpPr/>
            <p:nvPr/>
          </p:nvSpPr>
          <p:spPr>
            <a:xfrm>
              <a:off x="2474900" y="9766113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2" name="pl4942"/>
            <p:cNvSpPr/>
            <p:nvPr/>
          </p:nvSpPr>
          <p:spPr>
            <a:xfrm>
              <a:off x="2823128" y="1043842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3" name="pl4943"/>
            <p:cNvSpPr/>
            <p:nvPr/>
          </p:nvSpPr>
          <p:spPr>
            <a:xfrm>
              <a:off x="2469221" y="971414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4" name="pl4944"/>
            <p:cNvSpPr/>
            <p:nvPr/>
          </p:nvSpPr>
          <p:spPr>
            <a:xfrm>
              <a:off x="2462429" y="971414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5" name="pl4945"/>
            <p:cNvSpPr/>
            <p:nvPr/>
          </p:nvSpPr>
          <p:spPr>
            <a:xfrm>
              <a:off x="2656360" y="9429700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6" name="pl4946"/>
            <p:cNvSpPr/>
            <p:nvPr/>
          </p:nvSpPr>
          <p:spPr>
            <a:xfrm>
              <a:off x="2656360" y="9399483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7" name="pl4947"/>
            <p:cNvSpPr/>
            <p:nvPr/>
          </p:nvSpPr>
          <p:spPr>
            <a:xfrm>
              <a:off x="1771435" y="986189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8" name="pl4948"/>
            <p:cNvSpPr/>
            <p:nvPr/>
          </p:nvSpPr>
          <p:spPr>
            <a:xfrm>
              <a:off x="1743453" y="986347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49" name="pl4949"/>
            <p:cNvSpPr/>
            <p:nvPr/>
          </p:nvSpPr>
          <p:spPr>
            <a:xfrm>
              <a:off x="2367176" y="978186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0" name="pl4950"/>
            <p:cNvSpPr/>
            <p:nvPr/>
          </p:nvSpPr>
          <p:spPr>
            <a:xfrm>
              <a:off x="2330241" y="9793122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1" name="pl4951"/>
            <p:cNvSpPr/>
            <p:nvPr/>
          </p:nvSpPr>
          <p:spPr>
            <a:xfrm>
              <a:off x="2521191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2" name="pl4952"/>
            <p:cNvSpPr/>
            <p:nvPr/>
          </p:nvSpPr>
          <p:spPr>
            <a:xfrm>
              <a:off x="2524122" y="972250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3" name="pl4953"/>
            <p:cNvSpPr/>
            <p:nvPr/>
          </p:nvSpPr>
          <p:spPr>
            <a:xfrm>
              <a:off x="2462420" y="952082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4" name="pl4954"/>
            <p:cNvSpPr/>
            <p:nvPr/>
          </p:nvSpPr>
          <p:spPr>
            <a:xfrm>
              <a:off x="2413715" y="948321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5" name="pl4955"/>
            <p:cNvSpPr/>
            <p:nvPr/>
          </p:nvSpPr>
          <p:spPr>
            <a:xfrm>
              <a:off x="2516112" y="968088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6" name="pl4956"/>
            <p:cNvSpPr/>
            <p:nvPr/>
          </p:nvSpPr>
          <p:spPr>
            <a:xfrm>
              <a:off x="2738868" y="966253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7" name="pl4957"/>
            <p:cNvSpPr/>
            <p:nvPr/>
          </p:nvSpPr>
          <p:spPr>
            <a:xfrm>
              <a:off x="2666632" y="952082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8" name="pl4958"/>
            <p:cNvSpPr/>
            <p:nvPr/>
          </p:nvSpPr>
          <p:spPr>
            <a:xfrm>
              <a:off x="2738868" y="9631801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59" name="pl4959"/>
            <p:cNvSpPr/>
            <p:nvPr/>
          </p:nvSpPr>
          <p:spPr>
            <a:xfrm>
              <a:off x="2738868" y="966253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0" name="pl4960"/>
            <p:cNvSpPr/>
            <p:nvPr/>
          </p:nvSpPr>
          <p:spPr>
            <a:xfrm>
              <a:off x="2528868" y="9814498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1" name="pl4961"/>
            <p:cNvSpPr/>
            <p:nvPr/>
          </p:nvSpPr>
          <p:spPr>
            <a:xfrm>
              <a:off x="2528868" y="9814498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2" name="pl4962"/>
            <p:cNvSpPr/>
            <p:nvPr/>
          </p:nvSpPr>
          <p:spPr>
            <a:xfrm>
              <a:off x="2478308" y="973245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3" name="pl4963"/>
            <p:cNvSpPr/>
            <p:nvPr/>
          </p:nvSpPr>
          <p:spPr>
            <a:xfrm>
              <a:off x="2386831" y="9721307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4" name="pl4964"/>
            <p:cNvSpPr/>
            <p:nvPr/>
          </p:nvSpPr>
          <p:spPr>
            <a:xfrm>
              <a:off x="2666632" y="9413748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5" name="pl4965"/>
            <p:cNvSpPr/>
            <p:nvPr/>
          </p:nvSpPr>
          <p:spPr>
            <a:xfrm>
              <a:off x="2323097" y="969662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6" name="pl4966"/>
            <p:cNvSpPr/>
            <p:nvPr/>
          </p:nvSpPr>
          <p:spPr>
            <a:xfrm>
              <a:off x="2637702" y="9250908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7" name="pl4967"/>
            <p:cNvSpPr/>
            <p:nvPr/>
          </p:nvSpPr>
          <p:spPr>
            <a:xfrm>
              <a:off x="2657415" y="919379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8" name="pl4968"/>
            <p:cNvSpPr/>
            <p:nvPr/>
          </p:nvSpPr>
          <p:spPr>
            <a:xfrm>
              <a:off x="2656938" y="923380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69" name="pl4969"/>
            <p:cNvSpPr/>
            <p:nvPr/>
          </p:nvSpPr>
          <p:spPr>
            <a:xfrm>
              <a:off x="2646270" y="9250908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0" name="pl4970"/>
            <p:cNvSpPr/>
            <p:nvPr/>
          </p:nvSpPr>
          <p:spPr>
            <a:xfrm>
              <a:off x="2424639" y="9771855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1" name="pl4971"/>
            <p:cNvSpPr/>
            <p:nvPr/>
          </p:nvSpPr>
          <p:spPr>
            <a:xfrm>
              <a:off x="2395754" y="9771855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2" name="pl4972"/>
            <p:cNvSpPr/>
            <p:nvPr/>
          </p:nvSpPr>
          <p:spPr>
            <a:xfrm>
              <a:off x="2400350" y="9771855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3" name="pl4973"/>
            <p:cNvSpPr/>
            <p:nvPr/>
          </p:nvSpPr>
          <p:spPr>
            <a:xfrm>
              <a:off x="2492025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4" name="pl4974"/>
            <p:cNvSpPr/>
            <p:nvPr/>
          </p:nvSpPr>
          <p:spPr>
            <a:xfrm>
              <a:off x="2470845" y="945887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5" name="pl4975"/>
            <p:cNvSpPr/>
            <p:nvPr/>
          </p:nvSpPr>
          <p:spPr>
            <a:xfrm>
              <a:off x="2825473" y="956753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6" name="pl4976"/>
            <p:cNvSpPr/>
            <p:nvPr/>
          </p:nvSpPr>
          <p:spPr>
            <a:xfrm>
              <a:off x="2856829" y="958228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7" name="pl4977"/>
            <p:cNvSpPr/>
            <p:nvPr/>
          </p:nvSpPr>
          <p:spPr>
            <a:xfrm>
              <a:off x="2532626" y="973322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8" name="pl4978"/>
            <p:cNvSpPr/>
            <p:nvPr/>
          </p:nvSpPr>
          <p:spPr>
            <a:xfrm>
              <a:off x="2504425" y="9678252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79" name="pl4979"/>
            <p:cNvSpPr/>
            <p:nvPr/>
          </p:nvSpPr>
          <p:spPr>
            <a:xfrm>
              <a:off x="2577219" y="991814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0" name="pl4980"/>
            <p:cNvSpPr/>
            <p:nvPr/>
          </p:nvSpPr>
          <p:spPr>
            <a:xfrm>
              <a:off x="2594744" y="9975340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1" name="pl4981"/>
            <p:cNvSpPr/>
            <p:nvPr/>
          </p:nvSpPr>
          <p:spPr>
            <a:xfrm>
              <a:off x="2594744" y="9975340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2" name="pl4982"/>
            <p:cNvSpPr/>
            <p:nvPr/>
          </p:nvSpPr>
          <p:spPr>
            <a:xfrm>
              <a:off x="2463409" y="960110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3" name="pl4983"/>
            <p:cNvSpPr/>
            <p:nvPr/>
          </p:nvSpPr>
          <p:spPr>
            <a:xfrm>
              <a:off x="2521191" y="9726076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4" name="pl4984"/>
            <p:cNvSpPr/>
            <p:nvPr/>
          </p:nvSpPr>
          <p:spPr>
            <a:xfrm>
              <a:off x="2513473" y="972280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5" name="pl4985"/>
            <p:cNvSpPr/>
            <p:nvPr/>
          </p:nvSpPr>
          <p:spPr>
            <a:xfrm>
              <a:off x="2495312" y="972280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6" name="pl4986"/>
            <p:cNvSpPr/>
            <p:nvPr/>
          </p:nvSpPr>
          <p:spPr>
            <a:xfrm>
              <a:off x="2513473" y="972280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7" name="pl4987"/>
            <p:cNvSpPr/>
            <p:nvPr/>
          </p:nvSpPr>
          <p:spPr>
            <a:xfrm>
              <a:off x="2846157" y="9315521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8" name="pl4988"/>
            <p:cNvSpPr/>
            <p:nvPr/>
          </p:nvSpPr>
          <p:spPr>
            <a:xfrm>
              <a:off x="2794182" y="936961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89" name="pl4989"/>
            <p:cNvSpPr/>
            <p:nvPr/>
          </p:nvSpPr>
          <p:spPr>
            <a:xfrm>
              <a:off x="2846157" y="932618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0" name="pl4990"/>
            <p:cNvSpPr/>
            <p:nvPr/>
          </p:nvSpPr>
          <p:spPr>
            <a:xfrm>
              <a:off x="2411399" y="895639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1" name="pl4991"/>
            <p:cNvSpPr/>
            <p:nvPr/>
          </p:nvSpPr>
          <p:spPr>
            <a:xfrm>
              <a:off x="2415968" y="895706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2" name="pl4992"/>
            <p:cNvSpPr/>
            <p:nvPr/>
          </p:nvSpPr>
          <p:spPr>
            <a:xfrm>
              <a:off x="2847034" y="967199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3" name="pl4993"/>
            <p:cNvSpPr/>
            <p:nvPr/>
          </p:nvSpPr>
          <p:spPr>
            <a:xfrm>
              <a:off x="2406742" y="958203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4" name="pl4994"/>
            <p:cNvSpPr/>
            <p:nvPr/>
          </p:nvSpPr>
          <p:spPr>
            <a:xfrm>
              <a:off x="2402587" y="9588655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5" name="pl4995"/>
            <p:cNvSpPr/>
            <p:nvPr/>
          </p:nvSpPr>
          <p:spPr>
            <a:xfrm>
              <a:off x="2399214" y="958972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6" name="pl4996"/>
            <p:cNvSpPr/>
            <p:nvPr/>
          </p:nvSpPr>
          <p:spPr>
            <a:xfrm>
              <a:off x="3082430" y="1007707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7" name="pl4997"/>
            <p:cNvSpPr/>
            <p:nvPr/>
          </p:nvSpPr>
          <p:spPr>
            <a:xfrm>
              <a:off x="3085687" y="10083841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8" name="pl4998"/>
            <p:cNvSpPr/>
            <p:nvPr/>
          </p:nvSpPr>
          <p:spPr>
            <a:xfrm>
              <a:off x="3085687" y="1008249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999" name="pl4999"/>
            <p:cNvSpPr/>
            <p:nvPr/>
          </p:nvSpPr>
          <p:spPr>
            <a:xfrm>
              <a:off x="2563401" y="9270877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0" name="pl5000"/>
            <p:cNvSpPr/>
            <p:nvPr/>
          </p:nvSpPr>
          <p:spPr>
            <a:xfrm>
              <a:off x="2569908" y="9292037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1" name="pl5001"/>
            <p:cNvSpPr/>
            <p:nvPr/>
          </p:nvSpPr>
          <p:spPr>
            <a:xfrm>
              <a:off x="2560974" y="925238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2" name="pl5002"/>
            <p:cNvSpPr/>
            <p:nvPr/>
          </p:nvSpPr>
          <p:spPr>
            <a:xfrm>
              <a:off x="1762638" y="9361290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3" name="pl5003"/>
            <p:cNvSpPr/>
            <p:nvPr/>
          </p:nvSpPr>
          <p:spPr>
            <a:xfrm>
              <a:off x="2824885" y="9535275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4" name="pl5004"/>
            <p:cNvSpPr/>
            <p:nvPr/>
          </p:nvSpPr>
          <p:spPr>
            <a:xfrm>
              <a:off x="2596555" y="9442463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5" name="pl5005"/>
            <p:cNvSpPr/>
            <p:nvPr/>
          </p:nvSpPr>
          <p:spPr>
            <a:xfrm>
              <a:off x="2742361" y="9317706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6" name="pl5006"/>
            <p:cNvSpPr/>
            <p:nvPr/>
          </p:nvSpPr>
          <p:spPr>
            <a:xfrm>
              <a:off x="2742361" y="931142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7" name="pl5007"/>
            <p:cNvSpPr/>
            <p:nvPr/>
          </p:nvSpPr>
          <p:spPr>
            <a:xfrm>
              <a:off x="2742361" y="931500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8" name="pl5008"/>
            <p:cNvSpPr/>
            <p:nvPr/>
          </p:nvSpPr>
          <p:spPr>
            <a:xfrm>
              <a:off x="2742361" y="930943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09" name="pl5009"/>
            <p:cNvSpPr/>
            <p:nvPr/>
          </p:nvSpPr>
          <p:spPr>
            <a:xfrm>
              <a:off x="2742361" y="930441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0" name="pl5010"/>
            <p:cNvSpPr/>
            <p:nvPr/>
          </p:nvSpPr>
          <p:spPr>
            <a:xfrm>
              <a:off x="2709886" y="972657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1" name="pl5011"/>
            <p:cNvSpPr/>
            <p:nvPr/>
          </p:nvSpPr>
          <p:spPr>
            <a:xfrm>
              <a:off x="1930204" y="9028781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2" name="pl5012"/>
            <p:cNvSpPr/>
            <p:nvPr/>
          </p:nvSpPr>
          <p:spPr>
            <a:xfrm>
              <a:off x="1937460" y="9030906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3" name="pl5013"/>
            <p:cNvSpPr/>
            <p:nvPr/>
          </p:nvSpPr>
          <p:spPr>
            <a:xfrm>
              <a:off x="2666632" y="952082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4" name="pl5014"/>
            <p:cNvSpPr/>
            <p:nvPr/>
          </p:nvSpPr>
          <p:spPr>
            <a:xfrm>
              <a:off x="2805569" y="9593752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5" name="pl5015"/>
            <p:cNvSpPr/>
            <p:nvPr/>
          </p:nvSpPr>
          <p:spPr>
            <a:xfrm>
              <a:off x="2856829" y="959256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6" name="pl5016"/>
            <p:cNvSpPr/>
            <p:nvPr/>
          </p:nvSpPr>
          <p:spPr>
            <a:xfrm>
              <a:off x="2521191" y="9726076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7" name="pl5017"/>
            <p:cNvSpPr/>
            <p:nvPr/>
          </p:nvSpPr>
          <p:spPr>
            <a:xfrm>
              <a:off x="2488392" y="9694747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8" name="pl5018"/>
            <p:cNvSpPr/>
            <p:nvPr/>
          </p:nvSpPr>
          <p:spPr>
            <a:xfrm>
              <a:off x="2475799" y="9686313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19" name="pl5019"/>
            <p:cNvSpPr/>
            <p:nvPr/>
          </p:nvSpPr>
          <p:spPr>
            <a:xfrm>
              <a:off x="1768185" y="992153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0" name="pl5020"/>
            <p:cNvSpPr/>
            <p:nvPr/>
          </p:nvSpPr>
          <p:spPr>
            <a:xfrm>
              <a:off x="2358792" y="1040288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1" name="pl5021"/>
            <p:cNvSpPr/>
            <p:nvPr/>
          </p:nvSpPr>
          <p:spPr>
            <a:xfrm>
              <a:off x="2365106" y="1040353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2" name="pl5022"/>
            <p:cNvSpPr/>
            <p:nvPr/>
          </p:nvSpPr>
          <p:spPr>
            <a:xfrm>
              <a:off x="2441984" y="882247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3" name="pl5023"/>
            <p:cNvSpPr/>
            <p:nvPr/>
          </p:nvSpPr>
          <p:spPr>
            <a:xfrm>
              <a:off x="2445184" y="969728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4" name="pl5024"/>
            <p:cNvSpPr/>
            <p:nvPr/>
          </p:nvSpPr>
          <p:spPr>
            <a:xfrm>
              <a:off x="2569321" y="965700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5" name="pl5025"/>
            <p:cNvSpPr/>
            <p:nvPr/>
          </p:nvSpPr>
          <p:spPr>
            <a:xfrm>
              <a:off x="2627968" y="9654169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6" name="pl5026"/>
            <p:cNvSpPr/>
            <p:nvPr/>
          </p:nvSpPr>
          <p:spPr>
            <a:xfrm>
              <a:off x="2627968" y="964812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7" name="pl5027"/>
            <p:cNvSpPr/>
            <p:nvPr/>
          </p:nvSpPr>
          <p:spPr>
            <a:xfrm>
              <a:off x="2627968" y="964201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8" name="pl5028"/>
            <p:cNvSpPr/>
            <p:nvPr/>
          </p:nvSpPr>
          <p:spPr>
            <a:xfrm>
              <a:off x="2627968" y="9649994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29" name="pl5029"/>
            <p:cNvSpPr/>
            <p:nvPr/>
          </p:nvSpPr>
          <p:spPr>
            <a:xfrm>
              <a:off x="2627968" y="965700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0" name="pl5030"/>
            <p:cNvSpPr/>
            <p:nvPr/>
          </p:nvSpPr>
          <p:spPr>
            <a:xfrm>
              <a:off x="2627968" y="964856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1" name="pl5031"/>
            <p:cNvSpPr/>
            <p:nvPr/>
          </p:nvSpPr>
          <p:spPr>
            <a:xfrm>
              <a:off x="2596764" y="9450403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2" name="pl5032"/>
            <p:cNvSpPr/>
            <p:nvPr/>
          </p:nvSpPr>
          <p:spPr>
            <a:xfrm>
              <a:off x="2553455" y="977471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3" name="pl5033"/>
            <p:cNvSpPr/>
            <p:nvPr/>
          </p:nvSpPr>
          <p:spPr>
            <a:xfrm>
              <a:off x="2553455" y="977471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4" name="pl5034"/>
            <p:cNvSpPr/>
            <p:nvPr/>
          </p:nvSpPr>
          <p:spPr>
            <a:xfrm>
              <a:off x="2421145" y="962586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5" name="pl5035"/>
            <p:cNvSpPr/>
            <p:nvPr/>
          </p:nvSpPr>
          <p:spPr>
            <a:xfrm>
              <a:off x="2415397" y="958203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6" name="pl5036"/>
            <p:cNvSpPr/>
            <p:nvPr/>
          </p:nvSpPr>
          <p:spPr>
            <a:xfrm>
              <a:off x="2471396" y="970683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7" name="pl5037"/>
            <p:cNvSpPr/>
            <p:nvPr/>
          </p:nvSpPr>
          <p:spPr>
            <a:xfrm>
              <a:off x="2519883" y="972103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8" name="pl5038"/>
            <p:cNvSpPr/>
            <p:nvPr/>
          </p:nvSpPr>
          <p:spPr>
            <a:xfrm>
              <a:off x="2472544" y="999724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39" name="pl5039"/>
            <p:cNvSpPr/>
            <p:nvPr/>
          </p:nvSpPr>
          <p:spPr>
            <a:xfrm>
              <a:off x="2471675" y="999724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0" name="pl5040"/>
            <p:cNvSpPr/>
            <p:nvPr/>
          </p:nvSpPr>
          <p:spPr>
            <a:xfrm>
              <a:off x="2015353" y="896644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1" name="pl5041"/>
            <p:cNvSpPr/>
            <p:nvPr/>
          </p:nvSpPr>
          <p:spPr>
            <a:xfrm>
              <a:off x="2521191" y="9726076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2" name="pl5042"/>
            <p:cNvSpPr/>
            <p:nvPr/>
          </p:nvSpPr>
          <p:spPr>
            <a:xfrm>
              <a:off x="2526837" y="974059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3" name="pl5043"/>
            <p:cNvSpPr/>
            <p:nvPr/>
          </p:nvSpPr>
          <p:spPr>
            <a:xfrm>
              <a:off x="2528604" y="973458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4" name="pl5044"/>
            <p:cNvSpPr/>
            <p:nvPr/>
          </p:nvSpPr>
          <p:spPr>
            <a:xfrm>
              <a:off x="2596764" y="940297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5" name="pl5045"/>
            <p:cNvSpPr/>
            <p:nvPr/>
          </p:nvSpPr>
          <p:spPr>
            <a:xfrm>
              <a:off x="2753499" y="884842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6" name="pl5046"/>
            <p:cNvSpPr/>
            <p:nvPr/>
          </p:nvSpPr>
          <p:spPr>
            <a:xfrm>
              <a:off x="1773865" y="992153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7" name="pl5047"/>
            <p:cNvSpPr/>
            <p:nvPr/>
          </p:nvSpPr>
          <p:spPr>
            <a:xfrm>
              <a:off x="1795888" y="9951351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8" name="pl5048"/>
            <p:cNvSpPr/>
            <p:nvPr/>
          </p:nvSpPr>
          <p:spPr>
            <a:xfrm>
              <a:off x="1790037" y="9951351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49" name="pl5049"/>
            <p:cNvSpPr/>
            <p:nvPr/>
          </p:nvSpPr>
          <p:spPr>
            <a:xfrm>
              <a:off x="2856829" y="9581142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0" name="pl5050"/>
            <p:cNvSpPr/>
            <p:nvPr/>
          </p:nvSpPr>
          <p:spPr>
            <a:xfrm>
              <a:off x="2531182" y="9460676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1" name="pl5051"/>
            <p:cNvSpPr/>
            <p:nvPr/>
          </p:nvSpPr>
          <p:spPr>
            <a:xfrm>
              <a:off x="2531182" y="9509491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2" name="pl5052"/>
            <p:cNvSpPr/>
            <p:nvPr/>
          </p:nvSpPr>
          <p:spPr>
            <a:xfrm>
              <a:off x="3390417" y="961378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3" name="pl5053"/>
            <p:cNvSpPr/>
            <p:nvPr/>
          </p:nvSpPr>
          <p:spPr>
            <a:xfrm>
              <a:off x="3389262" y="9632680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4" name="pl5054"/>
            <p:cNvSpPr/>
            <p:nvPr/>
          </p:nvSpPr>
          <p:spPr>
            <a:xfrm>
              <a:off x="2522131" y="9742538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5" name="pl5055"/>
            <p:cNvSpPr/>
            <p:nvPr/>
          </p:nvSpPr>
          <p:spPr>
            <a:xfrm>
              <a:off x="2522131" y="9742538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6" name="pl5056"/>
            <p:cNvSpPr/>
            <p:nvPr/>
          </p:nvSpPr>
          <p:spPr>
            <a:xfrm>
              <a:off x="2519878" y="9714539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7" name="pl5057"/>
            <p:cNvSpPr/>
            <p:nvPr/>
          </p:nvSpPr>
          <p:spPr>
            <a:xfrm>
              <a:off x="2507163" y="9717845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8" name="pl5058"/>
            <p:cNvSpPr/>
            <p:nvPr/>
          </p:nvSpPr>
          <p:spPr>
            <a:xfrm>
              <a:off x="2487124" y="971886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59" name="pl5059"/>
            <p:cNvSpPr/>
            <p:nvPr/>
          </p:nvSpPr>
          <p:spPr>
            <a:xfrm>
              <a:off x="2501366" y="9742538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0" name="pl5060"/>
            <p:cNvSpPr/>
            <p:nvPr/>
          </p:nvSpPr>
          <p:spPr>
            <a:xfrm>
              <a:off x="2522131" y="9742538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1" name="pl5061"/>
            <p:cNvSpPr/>
            <p:nvPr/>
          </p:nvSpPr>
          <p:spPr>
            <a:xfrm>
              <a:off x="2522131" y="9693210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2" name="pl5062"/>
            <p:cNvSpPr/>
            <p:nvPr/>
          </p:nvSpPr>
          <p:spPr>
            <a:xfrm>
              <a:off x="2515261" y="9742538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3" name="pl5063"/>
            <p:cNvSpPr/>
            <p:nvPr/>
          </p:nvSpPr>
          <p:spPr>
            <a:xfrm>
              <a:off x="2515931" y="9742538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4" name="pl5064"/>
            <p:cNvSpPr/>
            <p:nvPr/>
          </p:nvSpPr>
          <p:spPr>
            <a:xfrm>
              <a:off x="2522131" y="9732423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5" name="pl5065"/>
            <p:cNvSpPr/>
            <p:nvPr/>
          </p:nvSpPr>
          <p:spPr>
            <a:xfrm>
              <a:off x="2502281" y="969615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6" name="pl5066"/>
            <p:cNvSpPr/>
            <p:nvPr/>
          </p:nvSpPr>
          <p:spPr>
            <a:xfrm>
              <a:off x="2521477" y="9742538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7" name="pl5067"/>
            <p:cNvSpPr/>
            <p:nvPr/>
          </p:nvSpPr>
          <p:spPr>
            <a:xfrm>
              <a:off x="2476913" y="9742538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8" name="pl5068"/>
            <p:cNvSpPr/>
            <p:nvPr/>
          </p:nvSpPr>
          <p:spPr>
            <a:xfrm>
              <a:off x="2522131" y="9742538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69" name="pl5069"/>
            <p:cNvSpPr/>
            <p:nvPr/>
          </p:nvSpPr>
          <p:spPr>
            <a:xfrm>
              <a:off x="2518249" y="9742538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0" name="pl5070"/>
            <p:cNvSpPr/>
            <p:nvPr/>
          </p:nvSpPr>
          <p:spPr>
            <a:xfrm>
              <a:off x="2522131" y="9742538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1" name="pl5071"/>
            <p:cNvSpPr/>
            <p:nvPr/>
          </p:nvSpPr>
          <p:spPr>
            <a:xfrm>
              <a:off x="2522131" y="9742538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2" name="pl5072"/>
            <p:cNvSpPr/>
            <p:nvPr/>
          </p:nvSpPr>
          <p:spPr>
            <a:xfrm>
              <a:off x="2522131" y="9742538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3" name="pl5073"/>
            <p:cNvSpPr/>
            <p:nvPr/>
          </p:nvSpPr>
          <p:spPr>
            <a:xfrm>
              <a:off x="2454655" y="961312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4" name="pl5074"/>
            <p:cNvSpPr/>
            <p:nvPr/>
          </p:nvSpPr>
          <p:spPr>
            <a:xfrm>
              <a:off x="2510813" y="9726272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5" name="pl5075"/>
            <p:cNvSpPr/>
            <p:nvPr/>
          </p:nvSpPr>
          <p:spPr>
            <a:xfrm>
              <a:off x="2510964" y="9742538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6" name="pl5076"/>
            <p:cNvSpPr/>
            <p:nvPr/>
          </p:nvSpPr>
          <p:spPr>
            <a:xfrm>
              <a:off x="2522131" y="9742538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7" name="pl5077"/>
            <p:cNvSpPr/>
            <p:nvPr/>
          </p:nvSpPr>
          <p:spPr>
            <a:xfrm>
              <a:off x="2488210" y="9742538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8" name="pl5078"/>
            <p:cNvSpPr/>
            <p:nvPr/>
          </p:nvSpPr>
          <p:spPr>
            <a:xfrm>
              <a:off x="2522131" y="9742538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79" name="pl5079"/>
            <p:cNvSpPr/>
            <p:nvPr/>
          </p:nvSpPr>
          <p:spPr>
            <a:xfrm>
              <a:off x="2521547" y="9733768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0" name="pl5080"/>
            <p:cNvSpPr/>
            <p:nvPr/>
          </p:nvSpPr>
          <p:spPr>
            <a:xfrm>
              <a:off x="2504714" y="969444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1" name="pl5081"/>
            <p:cNvSpPr/>
            <p:nvPr/>
          </p:nvSpPr>
          <p:spPr>
            <a:xfrm>
              <a:off x="2521759" y="973798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2" name="pl5082"/>
            <p:cNvSpPr/>
            <p:nvPr/>
          </p:nvSpPr>
          <p:spPr>
            <a:xfrm>
              <a:off x="2485165" y="9742538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3" name="pl5083"/>
            <p:cNvSpPr/>
            <p:nvPr/>
          </p:nvSpPr>
          <p:spPr>
            <a:xfrm>
              <a:off x="2522131" y="9742538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4" name="pl5084"/>
            <p:cNvSpPr/>
            <p:nvPr/>
          </p:nvSpPr>
          <p:spPr>
            <a:xfrm>
              <a:off x="2522131" y="9742538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5" name="pl5085"/>
            <p:cNvSpPr/>
            <p:nvPr/>
          </p:nvSpPr>
          <p:spPr>
            <a:xfrm>
              <a:off x="2521320" y="973179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6" name="pl5086"/>
            <p:cNvSpPr/>
            <p:nvPr/>
          </p:nvSpPr>
          <p:spPr>
            <a:xfrm>
              <a:off x="2508341" y="9742538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7" name="pl5087"/>
            <p:cNvSpPr/>
            <p:nvPr/>
          </p:nvSpPr>
          <p:spPr>
            <a:xfrm>
              <a:off x="2522131" y="9742538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8" name="pl5088"/>
            <p:cNvSpPr/>
            <p:nvPr/>
          </p:nvSpPr>
          <p:spPr>
            <a:xfrm>
              <a:off x="2513095" y="9692231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89" name="pl5089"/>
            <p:cNvSpPr/>
            <p:nvPr/>
          </p:nvSpPr>
          <p:spPr>
            <a:xfrm>
              <a:off x="2663031" y="9729390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0" name="pl5090"/>
            <p:cNvSpPr/>
            <p:nvPr/>
          </p:nvSpPr>
          <p:spPr>
            <a:xfrm>
              <a:off x="2584293" y="973530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1" name="pl5091"/>
            <p:cNvSpPr/>
            <p:nvPr/>
          </p:nvSpPr>
          <p:spPr>
            <a:xfrm>
              <a:off x="2424639" y="978186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2" name="pl5092"/>
            <p:cNvSpPr/>
            <p:nvPr/>
          </p:nvSpPr>
          <p:spPr>
            <a:xfrm>
              <a:off x="2499914" y="975971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3" name="pl5093"/>
            <p:cNvSpPr/>
            <p:nvPr/>
          </p:nvSpPr>
          <p:spPr>
            <a:xfrm>
              <a:off x="2499914" y="9770518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4" name="pl5094"/>
            <p:cNvSpPr/>
            <p:nvPr/>
          </p:nvSpPr>
          <p:spPr>
            <a:xfrm>
              <a:off x="2477906" y="976453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5" name="pl5095"/>
            <p:cNvSpPr/>
            <p:nvPr/>
          </p:nvSpPr>
          <p:spPr>
            <a:xfrm>
              <a:off x="2499914" y="975367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6" name="pl5096"/>
            <p:cNvSpPr/>
            <p:nvPr/>
          </p:nvSpPr>
          <p:spPr>
            <a:xfrm>
              <a:off x="2488210" y="9766113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7" name="pl5097"/>
            <p:cNvSpPr/>
            <p:nvPr/>
          </p:nvSpPr>
          <p:spPr>
            <a:xfrm>
              <a:off x="2492176" y="984283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8" name="pl5098"/>
            <p:cNvSpPr/>
            <p:nvPr/>
          </p:nvSpPr>
          <p:spPr>
            <a:xfrm>
              <a:off x="2521191" y="9726076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099" name="pl5099"/>
            <p:cNvSpPr/>
            <p:nvPr/>
          </p:nvSpPr>
          <p:spPr>
            <a:xfrm>
              <a:off x="2532459" y="973847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0" name="pl5100"/>
            <p:cNvSpPr/>
            <p:nvPr/>
          </p:nvSpPr>
          <p:spPr>
            <a:xfrm>
              <a:off x="2666632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1" name="pl5101"/>
            <p:cNvSpPr/>
            <p:nvPr/>
          </p:nvSpPr>
          <p:spPr>
            <a:xfrm>
              <a:off x="2832646" y="943435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2" name="pl5102"/>
            <p:cNvSpPr/>
            <p:nvPr/>
          </p:nvSpPr>
          <p:spPr>
            <a:xfrm>
              <a:off x="2832646" y="9386736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3" name="pl5103"/>
            <p:cNvSpPr/>
            <p:nvPr/>
          </p:nvSpPr>
          <p:spPr>
            <a:xfrm>
              <a:off x="2832646" y="9405721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4" name="pl5104"/>
            <p:cNvSpPr/>
            <p:nvPr/>
          </p:nvSpPr>
          <p:spPr>
            <a:xfrm>
              <a:off x="2832646" y="9435824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5" name="pl5105"/>
            <p:cNvSpPr/>
            <p:nvPr/>
          </p:nvSpPr>
          <p:spPr>
            <a:xfrm>
              <a:off x="2728577" y="945062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6" name="pl5106"/>
            <p:cNvSpPr/>
            <p:nvPr/>
          </p:nvSpPr>
          <p:spPr>
            <a:xfrm>
              <a:off x="2832646" y="942444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7" name="pl5107"/>
            <p:cNvSpPr/>
            <p:nvPr/>
          </p:nvSpPr>
          <p:spPr>
            <a:xfrm>
              <a:off x="2832646" y="942152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8" name="pl5108"/>
            <p:cNvSpPr/>
            <p:nvPr/>
          </p:nvSpPr>
          <p:spPr>
            <a:xfrm>
              <a:off x="2832646" y="944469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09" name="pl5109"/>
            <p:cNvSpPr/>
            <p:nvPr/>
          </p:nvSpPr>
          <p:spPr>
            <a:xfrm>
              <a:off x="2832646" y="939439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0" name="pl5110"/>
            <p:cNvSpPr/>
            <p:nvPr/>
          </p:nvSpPr>
          <p:spPr>
            <a:xfrm>
              <a:off x="2569321" y="9665532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1" name="pl5111"/>
            <p:cNvSpPr/>
            <p:nvPr/>
          </p:nvSpPr>
          <p:spPr>
            <a:xfrm>
              <a:off x="2493110" y="969857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2" name="pl5112"/>
            <p:cNvSpPr/>
            <p:nvPr/>
          </p:nvSpPr>
          <p:spPr>
            <a:xfrm>
              <a:off x="2521191" y="9726076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3" name="pl5113"/>
            <p:cNvSpPr/>
            <p:nvPr/>
          </p:nvSpPr>
          <p:spPr>
            <a:xfrm>
              <a:off x="2146619" y="9102817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4" name="pl5114"/>
            <p:cNvSpPr/>
            <p:nvPr/>
          </p:nvSpPr>
          <p:spPr>
            <a:xfrm>
              <a:off x="2137772" y="9078394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5" name="pl5115"/>
            <p:cNvSpPr/>
            <p:nvPr/>
          </p:nvSpPr>
          <p:spPr>
            <a:xfrm>
              <a:off x="3230313" y="1011285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6" name="pl5116"/>
            <p:cNvSpPr/>
            <p:nvPr/>
          </p:nvSpPr>
          <p:spPr>
            <a:xfrm>
              <a:off x="3214783" y="1014126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7" name="pl5117"/>
            <p:cNvSpPr/>
            <p:nvPr/>
          </p:nvSpPr>
          <p:spPr>
            <a:xfrm>
              <a:off x="1892278" y="10180267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8" name="pl5118"/>
            <p:cNvSpPr/>
            <p:nvPr/>
          </p:nvSpPr>
          <p:spPr>
            <a:xfrm>
              <a:off x="1897000" y="1014795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19" name="pl5119"/>
            <p:cNvSpPr/>
            <p:nvPr/>
          </p:nvSpPr>
          <p:spPr>
            <a:xfrm>
              <a:off x="1911833" y="10180267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0" name="pl5120"/>
            <p:cNvSpPr/>
            <p:nvPr/>
          </p:nvSpPr>
          <p:spPr>
            <a:xfrm>
              <a:off x="2541436" y="8812451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1" name="pl5121"/>
            <p:cNvSpPr/>
            <p:nvPr/>
          </p:nvSpPr>
          <p:spPr>
            <a:xfrm>
              <a:off x="2596283" y="942682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2" name="pl5122"/>
            <p:cNvSpPr/>
            <p:nvPr/>
          </p:nvSpPr>
          <p:spPr>
            <a:xfrm>
              <a:off x="2695783" y="10471407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3" name="pl5123"/>
            <p:cNvSpPr/>
            <p:nvPr/>
          </p:nvSpPr>
          <p:spPr>
            <a:xfrm>
              <a:off x="2500532" y="984283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4" name="pl5124"/>
            <p:cNvSpPr/>
            <p:nvPr/>
          </p:nvSpPr>
          <p:spPr>
            <a:xfrm>
              <a:off x="2488399" y="984675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5" name="pl5125"/>
            <p:cNvSpPr/>
            <p:nvPr/>
          </p:nvSpPr>
          <p:spPr>
            <a:xfrm>
              <a:off x="2481123" y="984675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6" name="pl5126"/>
            <p:cNvSpPr/>
            <p:nvPr/>
          </p:nvSpPr>
          <p:spPr>
            <a:xfrm>
              <a:off x="2534935" y="1048222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7" name="pl5127"/>
            <p:cNvSpPr/>
            <p:nvPr/>
          </p:nvSpPr>
          <p:spPr>
            <a:xfrm>
              <a:off x="2774183" y="9285861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8" name="pl5128"/>
            <p:cNvSpPr/>
            <p:nvPr/>
          </p:nvSpPr>
          <p:spPr>
            <a:xfrm>
              <a:off x="2666632" y="939674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29" name="pl5129"/>
            <p:cNvSpPr/>
            <p:nvPr/>
          </p:nvSpPr>
          <p:spPr>
            <a:xfrm>
              <a:off x="2441244" y="969145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0" name="pl5130"/>
            <p:cNvSpPr/>
            <p:nvPr/>
          </p:nvSpPr>
          <p:spPr>
            <a:xfrm>
              <a:off x="2585310" y="991389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1" name="pl5131"/>
            <p:cNvSpPr/>
            <p:nvPr/>
          </p:nvSpPr>
          <p:spPr>
            <a:xfrm>
              <a:off x="2666632" y="950075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2" name="pl5132"/>
            <p:cNvSpPr/>
            <p:nvPr/>
          </p:nvSpPr>
          <p:spPr>
            <a:xfrm>
              <a:off x="2733202" y="948142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3" name="pl5133"/>
            <p:cNvSpPr/>
            <p:nvPr/>
          </p:nvSpPr>
          <p:spPr>
            <a:xfrm>
              <a:off x="2733202" y="949668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4" name="pl5134"/>
            <p:cNvSpPr/>
            <p:nvPr/>
          </p:nvSpPr>
          <p:spPr>
            <a:xfrm>
              <a:off x="2733202" y="946390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5" name="pl5135"/>
            <p:cNvSpPr/>
            <p:nvPr/>
          </p:nvSpPr>
          <p:spPr>
            <a:xfrm>
              <a:off x="2569321" y="966117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6" name="pl5136"/>
            <p:cNvSpPr/>
            <p:nvPr/>
          </p:nvSpPr>
          <p:spPr>
            <a:xfrm>
              <a:off x="3358282" y="981932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7" name="pl5137"/>
            <p:cNvSpPr/>
            <p:nvPr/>
          </p:nvSpPr>
          <p:spPr>
            <a:xfrm>
              <a:off x="1721543" y="956387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8" name="pl5138"/>
            <p:cNvSpPr/>
            <p:nvPr/>
          </p:nvSpPr>
          <p:spPr>
            <a:xfrm>
              <a:off x="2544127" y="977695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39" name="pl5139"/>
            <p:cNvSpPr/>
            <p:nvPr/>
          </p:nvSpPr>
          <p:spPr>
            <a:xfrm>
              <a:off x="2544127" y="977695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0" name="pl5140"/>
            <p:cNvSpPr/>
            <p:nvPr/>
          </p:nvSpPr>
          <p:spPr>
            <a:xfrm>
              <a:off x="2544127" y="977695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1" name="pl5141"/>
            <p:cNvSpPr/>
            <p:nvPr/>
          </p:nvSpPr>
          <p:spPr>
            <a:xfrm>
              <a:off x="2513095" y="9682706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2" name="pl5142"/>
            <p:cNvSpPr/>
            <p:nvPr/>
          </p:nvSpPr>
          <p:spPr>
            <a:xfrm>
              <a:off x="2261874" y="9604615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3" name="pl5143"/>
            <p:cNvSpPr/>
            <p:nvPr/>
          </p:nvSpPr>
          <p:spPr>
            <a:xfrm>
              <a:off x="2577219" y="991814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4" name="pl5144"/>
            <p:cNvSpPr/>
            <p:nvPr/>
          </p:nvSpPr>
          <p:spPr>
            <a:xfrm>
              <a:off x="2542514" y="973547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5" name="pl5145"/>
            <p:cNvSpPr/>
            <p:nvPr/>
          </p:nvSpPr>
          <p:spPr>
            <a:xfrm>
              <a:off x="3323654" y="9295100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6" name="pl5146"/>
            <p:cNvSpPr/>
            <p:nvPr/>
          </p:nvSpPr>
          <p:spPr>
            <a:xfrm>
              <a:off x="2521191" y="970618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7" name="pl5147"/>
            <p:cNvSpPr/>
            <p:nvPr/>
          </p:nvSpPr>
          <p:spPr>
            <a:xfrm>
              <a:off x="2539451" y="967012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8" name="pl5148"/>
            <p:cNvSpPr/>
            <p:nvPr/>
          </p:nvSpPr>
          <p:spPr>
            <a:xfrm>
              <a:off x="3043825" y="897135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49" name="pl5149"/>
            <p:cNvSpPr/>
            <p:nvPr/>
          </p:nvSpPr>
          <p:spPr>
            <a:xfrm>
              <a:off x="2519881" y="9717330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0" name="pl5150"/>
            <p:cNvSpPr/>
            <p:nvPr/>
          </p:nvSpPr>
          <p:spPr>
            <a:xfrm>
              <a:off x="2519881" y="9714436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1" name="pl5151"/>
            <p:cNvSpPr/>
            <p:nvPr/>
          </p:nvSpPr>
          <p:spPr>
            <a:xfrm>
              <a:off x="2657415" y="923416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2" name="pl5152"/>
            <p:cNvSpPr/>
            <p:nvPr/>
          </p:nvSpPr>
          <p:spPr>
            <a:xfrm>
              <a:off x="2595714" y="991389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3" name="pl5153"/>
            <p:cNvSpPr/>
            <p:nvPr/>
          </p:nvSpPr>
          <p:spPr>
            <a:xfrm>
              <a:off x="2595714" y="991389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4" name="pl5154"/>
            <p:cNvSpPr/>
            <p:nvPr/>
          </p:nvSpPr>
          <p:spPr>
            <a:xfrm>
              <a:off x="2660170" y="968372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5" name="pl5155"/>
            <p:cNvSpPr/>
            <p:nvPr/>
          </p:nvSpPr>
          <p:spPr>
            <a:xfrm>
              <a:off x="2660900" y="9683428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56" name="pg5156"/>
            <p:cNvSpPr/>
            <p:nvPr/>
          </p:nvSpPr>
          <p:spPr>
            <a:xfrm>
              <a:off x="2393335" y="953208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57" name="pt5157"/>
            <p:cNvSpPr/>
            <p:nvPr/>
          </p:nvSpPr>
          <p:spPr>
            <a:xfrm>
              <a:off x="2689088" y="948729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58" name="pt5158"/>
            <p:cNvSpPr/>
            <p:nvPr/>
          </p:nvSpPr>
          <p:spPr>
            <a:xfrm>
              <a:off x="2699654" y="944811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59" name="pt5159"/>
            <p:cNvSpPr/>
            <p:nvPr/>
          </p:nvSpPr>
          <p:spPr>
            <a:xfrm>
              <a:off x="2502855" y="973101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0" name="pt5160"/>
            <p:cNvSpPr/>
            <p:nvPr/>
          </p:nvSpPr>
          <p:spPr>
            <a:xfrm>
              <a:off x="2509826" y="973994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1" name="pt5161"/>
            <p:cNvSpPr/>
            <p:nvPr/>
          </p:nvSpPr>
          <p:spPr>
            <a:xfrm>
              <a:off x="2456958" y="9647984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2" name="pt5162"/>
            <p:cNvSpPr/>
            <p:nvPr/>
          </p:nvSpPr>
          <p:spPr>
            <a:xfrm>
              <a:off x="2453931" y="9540106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3" name="pt5163"/>
            <p:cNvSpPr/>
            <p:nvPr/>
          </p:nvSpPr>
          <p:spPr>
            <a:xfrm>
              <a:off x="2710668" y="909526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4" name="pg5164"/>
            <p:cNvSpPr/>
            <p:nvPr/>
          </p:nvSpPr>
          <p:spPr>
            <a:xfrm>
              <a:off x="2496198" y="984748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5" name="pg5165"/>
            <p:cNvSpPr/>
            <p:nvPr/>
          </p:nvSpPr>
          <p:spPr>
            <a:xfrm>
              <a:off x="2497554" y="97431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6" name="pt5166"/>
            <p:cNvSpPr/>
            <p:nvPr/>
          </p:nvSpPr>
          <p:spPr>
            <a:xfrm>
              <a:off x="2788687" y="10401011"/>
              <a:ext cx="74834" cy="74834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7" name="pt5167"/>
            <p:cNvSpPr/>
            <p:nvPr/>
          </p:nvSpPr>
          <p:spPr>
            <a:xfrm>
              <a:off x="2526845" y="9672196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8" name="pt5168"/>
            <p:cNvSpPr/>
            <p:nvPr/>
          </p:nvSpPr>
          <p:spPr>
            <a:xfrm>
              <a:off x="2444804" y="969695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69" name="pt5169"/>
            <p:cNvSpPr/>
            <p:nvPr/>
          </p:nvSpPr>
          <p:spPr>
            <a:xfrm>
              <a:off x="2890171" y="966127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0" name="pt5170"/>
            <p:cNvSpPr/>
            <p:nvPr/>
          </p:nvSpPr>
          <p:spPr>
            <a:xfrm>
              <a:off x="2788055" y="9530113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1" name="pg5171"/>
            <p:cNvSpPr/>
            <p:nvPr/>
          </p:nvSpPr>
          <p:spPr>
            <a:xfrm>
              <a:off x="2379694" y="95669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2" name="pt5172"/>
            <p:cNvSpPr/>
            <p:nvPr/>
          </p:nvSpPr>
          <p:spPr>
            <a:xfrm>
              <a:off x="3345338" y="949251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3" name="pg5173"/>
            <p:cNvSpPr/>
            <p:nvPr/>
          </p:nvSpPr>
          <p:spPr>
            <a:xfrm>
              <a:off x="3087636" y="95874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4" name="pg5174"/>
            <p:cNvSpPr/>
            <p:nvPr/>
          </p:nvSpPr>
          <p:spPr>
            <a:xfrm>
              <a:off x="2772536" y="960013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5" name="pt5175"/>
            <p:cNvSpPr/>
            <p:nvPr/>
          </p:nvSpPr>
          <p:spPr>
            <a:xfrm>
              <a:off x="2473911" y="983517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6" name="pt5176"/>
            <p:cNvSpPr/>
            <p:nvPr/>
          </p:nvSpPr>
          <p:spPr>
            <a:xfrm>
              <a:off x="2411577" y="10362659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7" name="pt5177"/>
            <p:cNvSpPr/>
            <p:nvPr/>
          </p:nvSpPr>
          <p:spPr>
            <a:xfrm>
              <a:off x="2446421" y="9616380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8" name="pt5178"/>
            <p:cNvSpPr/>
            <p:nvPr/>
          </p:nvSpPr>
          <p:spPr>
            <a:xfrm>
              <a:off x="2844997" y="926144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79" name="pt5179"/>
            <p:cNvSpPr/>
            <p:nvPr/>
          </p:nvSpPr>
          <p:spPr>
            <a:xfrm>
              <a:off x="2885905" y="9493746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80" name="pl5180"/>
            <p:cNvSpPr/>
            <p:nvPr/>
          </p:nvSpPr>
          <p:spPr>
            <a:xfrm>
              <a:off x="2425636" y="959963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1" name="pl5181"/>
            <p:cNvSpPr/>
            <p:nvPr/>
          </p:nvSpPr>
          <p:spPr>
            <a:xfrm>
              <a:off x="2460167" y="956510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2" name="pt5182"/>
            <p:cNvSpPr/>
            <p:nvPr/>
          </p:nvSpPr>
          <p:spPr>
            <a:xfrm>
              <a:off x="2548442" y="964273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83" name="pl5183"/>
            <p:cNvSpPr/>
            <p:nvPr/>
          </p:nvSpPr>
          <p:spPr>
            <a:xfrm>
              <a:off x="2384057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4" name="pl5184"/>
            <p:cNvSpPr/>
            <p:nvPr/>
          </p:nvSpPr>
          <p:spPr>
            <a:xfrm>
              <a:off x="2384057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5" name="pl5185"/>
            <p:cNvSpPr/>
            <p:nvPr/>
          </p:nvSpPr>
          <p:spPr>
            <a:xfrm>
              <a:off x="2298515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6" name="pl5186"/>
            <p:cNvSpPr/>
            <p:nvPr/>
          </p:nvSpPr>
          <p:spPr>
            <a:xfrm>
              <a:off x="2298515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7" name="pl5187"/>
            <p:cNvSpPr/>
            <p:nvPr/>
          </p:nvSpPr>
          <p:spPr>
            <a:xfrm>
              <a:off x="2288402" y="88502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8" name="pl5188"/>
            <p:cNvSpPr/>
            <p:nvPr/>
          </p:nvSpPr>
          <p:spPr>
            <a:xfrm>
              <a:off x="2322932" y="88157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89" name="pg5189"/>
            <p:cNvSpPr/>
            <p:nvPr/>
          </p:nvSpPr>
          <p:spPr>
            <a:xfrm>
              <a:off x="2447390" y="980180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90" name="pt5190"/>
            <p:cNvSpPr/>
            <p:nvPr/>
          </p:nvSpPr>
          <p:spPr>
            <a:xfrm>
              <a:off x="2079162" y="896271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91" name="pt5191"/>
            <p:cNvSpPr/>
            <p:nvPr/>
          </p:nvSpPr>
          <p:spPr>
            <a:xfrm>
              <a:off x="2756356" y="9643030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192" name="pl5192"/>
            <p:cNvSpPr/>
            <p:nvPr/>
          </p:nvSpPr>
          <p:spPr>
            <a:xfrm>
              <a:off x="2464815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3" name="pl5193"/>
            <p:cNvSpPr/>
            <p:nvPr/>
          </p:nvSpPr>
          <p:spPr>
            <a:xfrm>
              <a:off x="2464815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4" name="pl5194"/>
            <p:cNvSpPr/>
            <p:nvPr/>
          </p:nvSpPr>
          <p:spPr>
            <a:xfrm>
              <a:off x="2449316" y="9715665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5" name="pl5195"/>
            <p:cNvSpPr/>
            <p:nvPr/>
          </p:nvSpPr>
          <p:spPr>
            <a:xfrm>
              <a:off x="2502232" y="966274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6" name="pl5196"/>
            <p:cNvSpPr/>
            <p:nvPr/>
          </p:nvSpPr>
          <p:spPr>
            <a:xfrm>
              <a:off x="2447278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7" name="pl5197"/>
            <p:cNvSpPr/>
            <p:nvPr/>
          </p:nvSpPr>
          <p:spPr>
            <a:xfrm>
              <a:off x="2447278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8" name="pl5198"/>
            <p:cNvSpPr/>
            <p:nvPr/>
          </p:nvSpPr>
          <p:spPr>
            <a:xfrm>
              <a:off x="2429549" y="966787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199" name="pl5199"/>
            <p:cNvSpPr/>
            <p:nvPr/>
          </p:nvSpPr>
          <p:spPr>
            <a:xfrm>
              <a:off x="2490081" y="960734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0" name="pt5200"/>
            <p:cNvSpPr/>
            <p:nvPr/>
          </p:nvSpPr>
          <p:spPr>
            <a:xfrm>
              <a:off x="2448961" y="968579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01" name="pt5201"/>
            <p:cNvSpPr/>
            <p:nvPr/>
          </p:nvSpPr>
          <p:spPr>
            <a:xfrm>
              <a:off x="2384300" y="9741526"/>
              <a:ext cx="80678" cy="80678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02" name="pl5202"/>
            <p:cNvSpPr/>
            <p:nvPr/>
          </p:nvSpPr>
          <p:spPr>
            <a:xfrm>
              <a:off x="2389075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3" name="pl5203"/>
            <p:cNvSpPr/>
            <p:nvPr/>
          </p:nvSpPr>
          <p:spPr>
            <a:xfrm>
              <a:off x="2389075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4" name="pl5204"/>
            <p:cNvSpPr/>
            <p:nvPr/>
          </p:nvSpPr>
          <p:spPr>
            <a:xfrm>
              <a:off x="2373577" y="955526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5" name="pl5205"/>
            <p:cNvSpPr/>
            <p:nvPr/>
          </p:nvSpPr>
          <p:spPr>
            <a:xfrm>
              <a:off x="2426493" y="950234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6" name="pt5206"/>
            <p:cNvSpPr/>
            <p:nvPr/>
          </p:nvSpPr>
          <p:spPr>
            <a:xfrm>
              <a:off x="2439421" y="9577527"/>
              <a:ext cx="48833" cy="48833"/>
            </a:xfrm>
            <a:prstGeom prst="ellipse">
              <a:avLst/>
            </a:prstGeom>
            <a:solidFill>
              <a:srgbClr val="A6761D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07" name="pl5207"/>
            <p:cNvSpPr/>
            <p:nvPr/>
          </p:nvSpPr>
          <p:spPr>
            <a:xfrm>
              <a:off x="2535056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8" name="pl5208"/>
            <p:cNvSpPr/>
            <p:nvPr/>
          </p:nvSpPr>
          <p:spPr>
            <a:xfrm>
              <a:off x="2535056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09" name="pl5209"/>
            <p:cNvSpPr/>
            <p:nvPr/>
          </p:nvSpPr>
          <p:spPr>
            <a:xfrm>
              <a:off x="2524942" y="97962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0" name="pl5210"/>
            <p:cNvSpPr/>
            <p:nvPr/>
          </p:nvSpPr>
          <p:spPr>
            <a:xfrm>
              <a:off x="2559473" y="9761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1" name="pl5211"/>
            <p:cNvSpPr/>
            <p:nvPr/>
          </p:nvSpPr>
          <p:spPr>
            <a:xfrm>
              <a:off x="2450811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2" name="pl5212"/>
            <p:cNvSpPr/>
            <p:nvPr/>
          </p:nvSpPr>
          <p:spPr>
            <a:xfrm>
              <a:off x="2450811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3" name="pl5213"/>
            <p:cNvSpPr/>
            <p:nvPr/>
          </p:nvSpPr>
          <p:spPr>
            <a:xfrm>
              <a:off x="2421658" y="9726076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4" name="pl5214"/>
            <p:cNvSpPr/>
            <p:nvPr/>
          </p:nvSpPr>
          <p:spPr>
            <a:xfrm>
              <a:off x="2521191" y="9626543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5" name="pl5215"/>
            <p:cNvSpPr/>
            <p:nvPr/>
          </p:nvSpPr>
          <p:spPr>
            <a:xfrm>
              <a:off x="2782083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6" name="pl5216"/>
            <p:cNvSpPr/>
            <p:nvPr/>
          </p:nvSpPr>
          <p:spPr>
            <a:xfrm>
              <a:off x="2782083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7" name="pl5217"/>
            <p:cNvSpPr/>
            <p:nvPr/>
          </p:nvSpPr>
          <p:spPr>
            <a:xfrm>
              <a:off x="2764353" y="953999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8" name="pl5218"/>
            <p:cNvSpPr/>
            <p:nvPr/>
          </p:nvSpPr>
          <p:spPr>
            <a:xfrm>
              <a:off x="2824885" y="947946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19" name="pl5219"/>
            <p:cNvSpPr/>
            <p:nvPr/>
          </p:nvSpPr>
          <p:spPr>
            <a:xfrm>
              <a:off x="1699067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0" name="pl5220"/>
            <p:cNvSpPr/>
            <p:nvPr/>
          </p:nvSpPr>
          <p:spPr>
            <a:xfrm>
              <a:off x="1699067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1" name="pl5221"/>
            <p:cNvSpPr/>
            <p:nvPr/>
          </p:nvSpPr>
          <p:spPr>
            <a:xfrm>
              <a:off x="1688953" y="97245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2" name="pl5222"/>
            <p:cNvSpPr/>
            <p:nvPr/>
          </p:nvSpPr>
          <p:spPr>
            <a:xfrm>
              <a:off x="1723483" y="96899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3" name="pt5223"/>
            <p:cNvSpPr/>
            <p:nvPr/>
          </p:nvSpPr>
          <p:spPr>
            <a:xfrm>
              <a:off x="2625049" y="927571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24" name="pl5224"/>
            <p:cNvSpPr/>
            <p:nvPr/>
          </p:nvSpPr>
          <p:spPr>
            <a:xfrm>
              <a:off x="2230607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5" name="pl5225"/>
            <p:cNvSpPr/>
            <p:nvPr/>
          </p:nvSpPr>
          <p:spPr>
            <a:xfrm>
              <a:off x="2230607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6" name="pl5226"/>
            <p:cNvSpPr/>
            <p:nvPr/>
          </p:nvSpPr>
          <p:spPr>
            <a:xfrm>
              <a:off x="2216685" y="960461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7" name="pl5227"/>
            <p:cNvSpPr/>
            <p:nvPr/>
          </p:nvSpPr>
          <p:spPr>
            <a:xfrm>
              <a:off x="2264216" y="955708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8" name="pl5228"/>
            <p:cNvSpPr/>
            <p:nvPr/>
          </p:nvSpPr>
          <p:spPr>
            <a:xfrm>
              <a:off x="2526918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29" name="pl5229"/>
            <p:cNvSpPr/>
            <p:nvPr/>
          </p:nvSpPr>
          <p:spPr>
            <a:xfrm>
              <a:off x="2526918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0" name="pl5230"/>
            <p:cNvSpPr/>
            <p:nvPr/>
          </p:nvSpPr>
          <p:spPr>
            <a:xfrm>
              <a:off x="2512997" y="99180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1" name="pl5231"/>
            <p:cNvSpPr/>
            <p:nvPr/>
          </p:nvSpPr>
          <p:spPr>
            <a:xfrm>
              <a:off x="2560528" y="987050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2" name="pt5232"/>
            <p:cNvSpPr/>
            <p:nvPr/>
          </p:nvSpPr>
          <p:spPr>
            <a:xfrm>
              <a:off x="2423212" y="9727082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33" name="pl5233"/>
            <p:cNvSpPr/>
            <p:nvPr/>
          </p:nvSpPr>
          <p:spPr>
            <a:xfrm>
              <a:off x="2439077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4" name="pl5234"/>
            <p:cNvSpPr/>
            <p:nvPr/>
          </p:nvSpPr>
          <p:spPr>
            <a:xfrm>
              <a:off x="2439077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5" name="pl5235"/>
            <p:cNvSpPr/>
            <p:nvPr/>
          </p:nvSpPr>
          <p:spPr>
            <a:xfrm>
              <a:off x="2428964" y="95980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6" name="pl5236"/>
            <p:cNvSpPr/>
            <p:nvPr/>
          </p:nvSpPr>
          <p:spPr>
            <a:xfrm>
              <a:off x="2463494" y="956354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37" name="pt5237"/>
            <p:cNvSpPr/>
            <p:nvPr/>
          </p:nvSpPr>
          <p:spPr>
            <a:xfrm>
              <a:off x="2536880" y="9877801"/>
              <a:ext cx="80678" cy="8067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38" name="pt5238"/>
            <p:cNvSpPr/>
            <p:nvPr/>
          </p:nvSpPr>
          <p:spPr>
            <a:xfrm>
              <a:off x="2737855" y="9606833"/>
              <a:ext cx="80678" cy="8067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39" name="pt5239"/>
            <p:cNvSpPr/>
            <p:nvPr/>
          </p:nvSpPr>
          <p:spPr>
            <a:xfrm>
              <a:off x="2619953" y="9709231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40" name="pl5240"/>
            <p:cNvSpPr/>
            <p:nvPr/>
          </p:nvSpPr>
          <p:spPr>
            <a:xfrm>
              <a:off x="2568471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1" name="pl5241"/>
            <p:cNvSpPr/>
            <p:nvPr/>
          </p:nvSpPr>
          <p:spPr>
            <a:xfrm>
              <a:off x="2568471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2" name="pl5242"/>
            <p:cNvSpPr/>
            <p:nvPr/>
          </p:nvSpPr>
          <p:spPr>
            <a:xfrm>
              <a:off x="2554550" y="968835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3" name="pl5243"/>
            <p:cNvSpPr/>
            <p:nvPr/>
          </p:nvSpPr>
          <p:spPr>
            <a:xfrm>
              <a:off x="2602081" y="964082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4" name="pl5244"/>
            <p:cNvSpPr/>
            <p:nvPr/>
          </p:nvSpPr>
          <p:spPr>
            <a:xfrm>
              <a:off x="2447366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5" name="pl5245"/>
            <p:cNvSpPr/>
            <p:nvPr/>
          </p:nvSpPr>
          <p:spPr>
            <a:xfrm>
              <a:off x="2447366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6" name="pl5246"/>
            <p:cNvSpPr/>
            <p:nvPr/>
          </p:nvSpPr>
          <p:spPr>
            <a:xfrm>
              <a:off x="2422504" y="969535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7" name="pl5247"/>
            <p:cNvSpPr/>
            <p:nvPr/>
          </p:nvSpPr>
          <p:spPr>
            <a:xfrm>
              <a:off x="2507386" y="9610474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8" name="pl5248"/>
            <p:cNvSpPr/>
            <p:nvPr/>
          </p:nvSpPr>
          <p:spPr>
            <a:xfrm>
              <a:off x="2535366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49" name="pl5249"/>
            <p:cNvSpPr/>
            <p:nvPr/>
          </p:nvSpPr>
          <p:spPr>
            <a:xfrm>
              <a:off x="2535366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0" name="pl5250"/>
            <p:cNvSpPr/>
            <p:nvPr/>
          </p:nvSpPr>
          <p:spPr>
            <a:xfrm>
              <a:off x="2525253" y="9659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1" name="pl5251"/>
            <p:cNvSpPr/>
            <p:nvPr/>
          </p:nvSpPr>
          <p:spPr>
            <a:xfrm>
              <a:off x="2559783" y="9625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2" name="pg5252"/>
            <p:cNvSpPr/>
            <p:nvPr/>
          </p:nvSpPr>
          <p:spPr>
            <a:xfrm>
              <a:off x="3309041" y="99038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53" name="pl5253"/>
            <p:cNvSpPr/>
            <p:nvPr/>
          </p:nvSpPr>
          <p:spPr>
            <a:xfrm>
              <a:off x="1996468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4" name="pl5254"/>
            <p:cNvSpPr/>
            <p:nvPr/>
          </p:nvSpPr>
          <p:spPr>
            <a:xfrm>
              <a:off x="1996468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5" name="pl5255"/>
            <p:cNvSpPr/>
            <p:nvPr/>
          </p:nvSpPr>
          <p:spPr>
            <a:xfrm>
              <a:off x="1986354" y="896350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6" name="pl5256"/>
            <p:cNvSpPr/>
            <p:nvPr/>
          </p:nvSpPr>
          <p:spPr>
            <a:xfrm>
              <a:off x="2020885" y="89289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7" name="pl5257"/>
            <p:cNvSpPr/>
            <p:nvPr/>
          </p:nvSpPr>
          <p:spPr>
            <a:xfrm>
              <a:off x="2534445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8" name="pl5258"/>
            <p:cNvSpPr/>
            <p:nvPr/>
          </p:nvSpPr>
          <p:spPr>
            <a:xfrm>
              <a:off x="2534445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59" name="pl5259"/>
            <p:cNvSpPr/>
            <p:nvPr/>
          </p:nvSpPr>
          <p:spPr>
            <a:xfrm>
              <a:off x="2508631" y="9460676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0" name="pl5260"/>
            <p:cNvSpPr/>
            <p:nvPr/>
          </p:nvSpPr>
          <p:spPr>
            <a:xfrm>
              <a:off x="2596764" y="9372543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1" name="pg5261"/>
            <p:cNvSpPr/>
            <p:nvPr/>
          </p:nvSpPr>
          <p:spPr>
            <a:xfrm>
              <a:off x="2383893" y="1032149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62" name="pl5262"/>
            <p:cNvSpPr/>
            <p:nvPr/>
          </p:nvSpPr>
          <p:spPr>
            <a:xfrm>
              <a:off x="2421272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3" name="pl5263"/>
            <p:cNvSpPr/>
            <p:nvPr/>
          </p:nvSpPr>
          <p:spPr>
            <a:xfrm>
              <a:off x="2421272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4" name="pl5264"/>
            <p:cNvSpPr/>
            <p:nvPr/>
          </p:nvSpPr>
          <p:spPr>
            <a:xfrm>
              <a:off x="2399735" y="9626431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5" name="pl5265"/>
            <p:cNvSpPr/>
            <p:nvPr/>
          </p:nvSpPr>
          <p:spPr>
            <a:xfrm>
              <a:off x="2473267" y="9552899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6" name="pt5266"/>
            <p:cNvSpPr/>
            <p:nvPr/>
          </p:nvSpPr>
          <p:spPr>
            <a:xfrm>
              <a:off x="2504838" y="9703878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67" name="pl5267"/>
            <p:cNvSpPr/>
            <p:nvPr/>
          </p:nvSpPr>
          <p:spPr>
            <a:xfrm>
              <a:off x="2467373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8" name="pl5268"/>
            <p:cNvSpPr/>
            <p:nvPr/>
          </p:nvSpPr>
          <p:spPr>
            <a:xfrm>
              <a:off x="2467373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69" name="pl5269"/>
            <p:cNvSpPr/>
            <p:nvPr/>
          </p:nvSpPr>
          <p:spPr>
            <a:xfrm>
              <a:off x="2447185" y="9682706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0" name="pl5270"/>
            <p:cNvSpPr/>
            <p:nvPr/>
          </p:nvSpPr>
          <p:spPr>
            <a:xfrm>
              <a:off x="2516112" y="961378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1" name="pt5271"/>
            <p:cNvSpPr/>
            <p:nvPr/>
          </p:nvSpPr>
          <p:spPr>
            <a:xfrm>
              <a:off x="2688433" y="9777511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72" name="pt5272"/>
            <p:cNvSpPr/>
            <p:nvPr/>
          </p:nvSpPr>
          <p:spPr>
            <a:xfrm>
              <a:off x="3348620" y="9767412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73" name="pt5273"/>
            <p:cNvSpPr/>
            <p:nvPr/>
          </p:nvSpPr>
          <p:spPr>
            <a:xfrm>
              <a:off x="2723126" y="9293289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74" name="pl5274"/>
            <p:cNvSpPr/>
            <p:nvPr/>
          </p:nvSpPr>
          <p:spPr>
            <a:xfrm>
              <a:off x="2663551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5" name="pl5275"/>
            <p:cNvSpPr/>
            <p:nvPr/>
          </p:nvSpPr>
          <p:spPr>
            <a:xfrm>
              <a:off x="2663551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6" name="pl5276"/>
            <p:cNvSpPr/>
            <p:nvPr/>
          </p:nvSpPr>
          <p:spPr>
            <a:xfrm>
              <a:off x="2649629" y="92227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7" name="pl5277"/>
            <p:cNvSpPr/>
            <p:nvPr/>
          </p:nvSpPr>
          <p:spPr>
            <a:xfrm>
              <a:off x="2697160" y="91752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78" name="pt5278"/>
            <p:cNvSpPr/>
            <p:nvPr/>
          </p:nvSpPr>
          <p:spPr>
            <a:xfrm>
              <a:off x="2989345" y="1030722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79" name="pl5279"/>
            <p:cNvSpPr/>
            <p:nvPr/>
          </p:nvSpPr>
          <p:spPr>
            <a:xfrm>
              <a:off x="2662174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0" name="pl5280"/>
            <p:cNvSpPr/>
            <p:nvPr/>
          </p:nvSpPr>
          <p:spPr>
            <a:xfrm>
              <a:off x="2662174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1" name="pl5281"/>
            <p:cNvSpPr/>
            <p:nvPr/>
          </p:nvSpPr>
          <p:spPr>
            <a:xfrm>
              <a:off x="2648252" y="1047850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2" name="pl5282"/>
            <p:cNvSpPr/>
            <p:nvPr/>
          </p:nvSpPr>
          <p:spPr>
            <a:xfrm>
              <a:off x="2695783" y="1043097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3" name="pl5283"/>
            <p:cNvSpPr/>
            <p:nvPr/>
          </p:nvSpPr>
          <p:spPr>
            <a:xfrm>
              <a:off x="2433612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4" name="pl5284"/>
            <p:cNvSpPr/>
            <p:nvPr/>
          </p:nvSpPr>
          <p:spPr>
            <a:xfrm>
              <a:off x="2433612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5" name="pl5285"/>
            <p:cNvSpPr/>
            <p:nvPr/>
          </p:nvSpPr>
          <p:spPr>
            <a:xfrm>
              <a:off x="2419690" y="9618620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6" name="pl5286"/>
            <p:cNvSpPr/>
            <p:nvPr/>
          </p:nvSpPr>
          <p:spPr>
            <a:xfrm>
              <a:off x="2467222" y="95710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431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7" name="pt5287"/>
            <p:cNvSpPr/>
            <p:nvPr/>
          </p:nvSpPr>
          <p:spPr>
            <a:xfrm>
              <a:off x="2482461" y="9677122"/>
              <a:ext cx="74834" cy="74834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88" name="pl5288"/>
            <p:cNvSpPr/>
            <p:nvPr/>
          </p:nvSpPr>
          <p:spPr>
            <a:xfrm>
              <a:off x="1733526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89" name="pl5289"/>
            <p:cNvSpPr/>
            <p:nvPr/>
          </p:nvSpPr>
          <p:spPr>
            <a:xfrm>
              <a:off x="1733526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0" name="pl5290"/>
            <p:cNvSpPr/>
            <p:nvPr/>
          </p:nvSpPr>
          <p:spPr>
            <a:xfrm>
              <a:off x="1716817" y="992153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1" name="pl5291"/>
            <p:cNvSpPr/>
            <p:nvPr/>
          </p:nvSpPr>
          <p:spPr>
            <a:xfrm>
              <a:off x="1773865" y="986449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2" name="pl5292"/>
            <p:cNvSpPr/>
            <p:nvPr/>
          </p:nvSpPr>
          <p:spPr>
            <a:xfrm>
              <a:off x="2448820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3" name="pl5293"/>
            <p:cNvSpPr/>
            <p:nvPr/>
          </p:nvSpPr>
          <p:spPr>
            <a:xfrm>
              <a:off x="2448820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4" name="pl5294"/>
            <p:cNvSpPr/>
            <p:nvPr/>
          </p:nvSpPr>
          <p:spPr>
            <a:xfrm>
              <a:off x="2427283" y="984283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5" name="pl5295"/>
            <p:cNvSpPr/>
            <p:nvPr/>
          </p:nvSpPr>
          <p:spPr>
            <a:xfrm>
              <a:off x="2500815" y="9769297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296" name="pt5296"/>
            <p:cNvSpPr/>
            <p:nvPr/>
          </p:nvSpPr>
          <p:spPr>
            <a:xfrm>
              <a:off x="2514415" y="9615222"/>
              <a:ext cx="109811" cy="109811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97" name="pt5297"/>
            <p:cNvSpPr/>
            <p:nvPr/>
          </p:nvSpPr>
          <p:spPr>
            <a:xfrm>
              <a:off x="2436761" y="9576290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98" name="pt5298"/>
            <p:cNvSpPr/>
            <p:nvPr/>
          </p:nvSpPr>
          <p:spPr>
            <a:xfrm>
              <a:off x="2652515" y="971575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99" name="pg5299"/>
            <p:cNvSpPr/>
            <p:nvPr/>
          </p:nvSpPr>
          <p:spPr>
            <a:xfrm>
              <a:off x="2604092" y="927715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0" name="pl5300"/>
            <p:cNvSpPr/>
            <p:nvPr/>
          </p:nvSpPr>
          <p:spPr>
            <a:xfrm>
              <a:off x="1785515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1" name="pl5301"/>
            <p:cNvSpPr/>
            <p:nvPr/>
          </p:nvSpPr>
          <p:spPr>
            <a:xfrm>
              <a:off x="1785515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2" name="pl5302"/>
            <p:cNvSpPr/>
            <p:nvPr/>
          </p:nvSpPr>
          <p:spPr>
            <a:xfrm>
              <a:off x="1771593" y="998170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3" name="pl5303"/>
            <p:cNvSpPr/>
            <p:nvPr/>
          </p:nvSpPr>
          <p:spPr>
            <a:xfrm>
              <a:off x="1819125" y="993417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04" name="pt5304"/>
            <p:cNvSpPr/>
            <p:nvPr/>
          </p:nvSpPr>
          <p:spPr>
            <a:xfrm>
              <a:off x="2423402" y="9695627"/>
              <a:ext cx="109811" cy="109811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5" name="pt5305"/>
            <p:cNvSpPr/>
            <p:nvPr/>
          </p:nvSpPr>
          <p:spPr>
            <a:xfrm>
              <a:off x="2517864" y="969001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6" name="pg5306"/>
            <p:cNvSpPr/>
            <p:nvPr/>
          </p:nvSpPr>
          <p:spPr>
            <a:xfrm>
              <a:off x="2641907" y="91693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7" name="pt5307"/>
            <p:cNvSpPr/>
            <p:nvPr/>
          </p:nvSpPr>
          <p:spPr>
            <a:xfrm>
              <a:off x="2473630" y="9734826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8" name="pt5308"/>
            <p:cNvSpPr/>
            <p:nvPr/>
          </p:nvSpPr>
          <p:spPr>
            <a:xfrm>
              <a:off x="2531256" y="977249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09" name="pl5309"/>
            <p:cNvSpPr/>
            <p:nvPr/>
          </p:nvSpPr>
          <p:spPr>
            <a:xfrm>
              <a:off x="2365193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0" name="pl5310"/>
            <p:cNvSpPr/>
            <p:nvPr/>
          </p:nvSpPr>
          <p:spPr>
            <a:xfrm>
              <a:off x="2365193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1" name="pl5311"/>
            <p:cNvSpPr/>
            <p:nvPr/>
          </p:nvSpPr>
          <p:spPr>
            <a:xfrm>
              <a:off x="2355079" y="104959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2" name="pl5312"/>
            <p:cNvSpPr/>
            <p:nvPr/>
          </p:nvSpPr>
          <p:spPr>
            <a:xfrm>
              <a:off x="2389610" y="104613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13" name="pt5313"/>
            <p:cNvSpPr/>
            <p:nvPr/>
          </p:nvSpPr>
          <p:spPr>
            <a:xfrm>
              <a:off x="2414459" y="9618242"/>
              <a:ext cx="160668" cy="160668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4" name="pg5314"/>
            <p:cNvSpPr/>
            <p:nvPr/>
          </p:nvSpPr>
          <p:spPr>
            <a:xfrm>
              <a:off x="2599097" y="945329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5" name="pt5315"/>
            <p:cNvSpPr/>
            <p:nvPr/>
          </p:nvSpPr>
          <p:spPr>
            <a:xfrm>
              <a:off x="2386412" y="997468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6" name="pt5316"/>
            <p:cNvSpPr/>
            <p:nvPr/>
          </p:nvSpPr>
          <p:spPr>
            <a:xfrm>
              <a:off x="2409727" y="9951803"/>
              <a:ext cx="48833" cy="48833"/>
            </a:xfrm>
            <a:prstGeom prst="ellipse">
              <a:avLst/>
            </a:prstGeom>
            <a:solidFill>
              <a:srgbClr val="1B9E77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7" name="pg5317"/>
            <p:cNvSpPr/>
            <p:nvPr/>
          </p:nvSpPr>
          <p:spPr>
            <a:xfrm>
              <a:off x="2664621" y="967712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8" name="pt5318"/>
            <p:cNvSpPr/>
            <p:nvPr/>
          </p:nvSpPr>
          <p:spPr>
            <a:xfrm>
              <a:off x="2426283" y="958483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19" name="pt5319"/>
            <p:cNvSpPr/>
            <p:nvPr/>
          </p:nvSpPr>
          <p:spPr>
            <a:xfrm>
              <a:off x="2752815" y="945700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0" name="pt5320"/>
            <p:cNvSpPr/>
            <p:nvPr/>
          </p:nvSpPr>
          <p:spPr>
            <a:xfrm>
              <a:off x="2473130" y="9677154"/>
              <a:ext cx="80678" cy="80678"/>
            </a:xfrm>
            <a:prstGeom prst="ellipse">
              <a:avLst/>
            </a:pr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1" name="pt5321"/>
            <p:cNvSpPr/>
            <p:nvPr/>
          </p:nvSpPr>
          <p:spPr>
            <a:xfrm>
              <a:off x="2469746" y="9680428"/>
              <a:ext cx="74834" cy="74834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2" name="pt5322"/>
            <p:cNvSpPr/>
            <p:nvPr/>
          </p:nvSpPr>
          <p:spPr>
            <a:xfrm>
              <a:off x="2463982" y="987901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3" name="pt5323"/>
            <p:cNvSpPr/>
            <p:nvPr/>
          </p:nvSpPr>
          <p:spPr>
            <a:xfrm>
              <a:off x="2646942" y="9229334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4" name="pt5324"/>
            <p:cNvSpPr/>
            <p:nvPr/>
          </p:nvSpPr>
          <p:spPr>
            <a:xfrm>
              <a:off x="1836565" y="929358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5" name="pt5325"/>
            <p:cNvSpPr/>
            <p:nvPr/>
          </p:nvSpPr>
          <p:spPr>
            <a:xfrm>
              <a:off x="2399721" y="893264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6" name="pt5326"/>
            <p:cNvSpPr/>
            <p:nvPr/>
          </p:nvSpPr>
          <p:spPr>
            <a:xfrm>
              <a:off x="3222112" y="9136943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7" name="pt5327"/>
            <p:cNvSpPr/>
            <p:nvPr/>
          </p:nvSpPr>
          <p:spPr>
            <a:xfrm>
              <a:off x="2441003" y="9474804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8" name="pt5328"/>
            <p:cNvSpPr/>
            <p:nvPr/>
          </p:nvSpPr>
          <p:spPr>
            <a:xfrm>
              <a:off x="2626997" y="9699784"/>
              <a:ext cx="80678" cy="80678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29" name="pt5329"/>
            <p:cNvSpPr/>
            <p:nvPr/>
          </p:nvSpPr>
          <p:spPr>
            <a:xfrm>
              <a:off x="2041391" y="905725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0" name="pt5330"/>
            <p:cNvSpPr/>
            <p:nvPr/>
          </p:nvSpPr>
          <p:spPr>
            <a:xfrm>
              <a:off x="2457301" y="948194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1" name="pt5331"/>
            <p:cNvSpPr/>
            <p:nvPr/>
          </p:nvSpPr>
          <p:spPr>
            <a:xfrm>
              <a:off x="2399075" y="9526775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2" name="pl5332"/>
            <p:cNvSpPr/>
            <p:nvPr/>
          </p:nvSpPr>
          <p:spPr>
            <a:xfrm>
              <a:off x="2399075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3" name="pl5333"/>
            <p:cNvSpPr/>
            <p:nvPr/>
          </p:nvSpPr>
          <p:spPr>
            <a:xfrm>
              <a:off x="2399075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34" name="pg5334"/>
            <p:cNvSpPr/>
            <p:nvPr/>
          </p:nvSpPr>
          <p:spPr>
            <a:xfrm>
              <a:off x="2252905" y="96893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5" name="pt5335"/>
            <p:cNvSpPr/>
            <p:nvPr/>
          </p:nvSpPr>
          <p:spPr>
            <a:xfrm>
              <a:off x="2052567" y="907325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6" name="pt5336"/>
            <p:cNvSpPr/>
            <p:nvPr/>
          </p:nvSpPr>
          <p:spPr>
            <a:xfrm>
              <a:off x="2608595" y="962975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7" name="pt5337"/>
            <p:cNvSpPr/>
            <p:nvPr/>
          </p:nvSpPr>
          <p:spPr>
            <a:xfrm>
              <a:off x="2536255" y="974262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8" name="pt5338"/>
            <p:cNvSpPr/>
            <p:nvPr/>
          </p:nvSpPr>
          <p:spPr>
            <a:xfrm>
              <a:off x="2809505" y="1041499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39" name="pt5339"/>
            <p:cNvSpPr/>
            <p:nvPr/>
          </p:nvSpPr>
          <p:spPr>
            <a:xfrm>
              <a:off x="2446785" y="9678529"/>
              <a:ext cx="80678" cy="80678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0" name="pt5340"/>
            <p:cNvSpPr/>
            <p:nvPr/>
          </p:nvSpPr>
          <p:spPr>
            <a:xfrm>
              <a:off x="2505821" y="981490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1" name="pt5341"/>
            <p:cNvSpPr/>
            <p:nvPr/>
          </p:nvSpPr>
          <p:spPr>
            <a:xfrm>
              <a:off x="3366000" y="958937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2" name="pt5342"/>
            <p:cNvSpPr/>
            <p:nvPr/>
          </p:nvSpPr>
          <p:spPr>
            <a:xfrm>
              <a:off x="2509259" y="930722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3" name="pt5343"/>
            <p:cNvSpPr/>
            <p:nvPr/>
          </p:nvSpPr>
          <p:spPr>
            <a:xfrm>
              <a:off x="2553655" y="9346126"/>
              <a:ext cx="85604" cy="8560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4" name="pt5344"/>
            <p:cNvSpPr/>
            <p:nvPr/>
          </p:nvSpPr>
          <p:spPr>
            <a:xfrm>
              <a:off x="2370992" y="1047021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5" name="pt5345"/>
            <p:cNvSpPr/>
            <p:nvPr/>
          </p:nvSpPr>
          <p:spPr>
            <a:xfrm>
              <a:off x="2463949" y="9717423"/>
              <a:ext cx="74834" cy="74834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6" name="pt5346"/>
            <p:cNvSpPr/>
            <p:nvPr/>
          </p:nvSpPr>
          <p:spPr>
            <a:xfrm>
              <a:off x="2563231" y="932685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7" name="pt5347"/>
            <p:cNvSpPr/>
            <p:nvPr/>
          </p:nvSpPr>
          <p:spPr>
            <a:xfrm>
              <a:off x="2059477" y="9000419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8" name="pt5348"/>
            <p:cNvSpPr/>
            <p:nvPr/>
          </p:nvSpPr>
          <p:spPr>
            <a:xfrm>
              <a:off x="2554765" y="937188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49" name="pt5349"/>
            <p:cNvSpPr/>
            <p:nvPr/>
          </p:nvSpPr>
          <p:spPr>
            <a:xfrm>
              <a:off x="3304285" y="927068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0" name="pt5350"/>
            <p:cNvSpPr/>
            <p:nvPr/>
          </p:nvSpPr>
          <p:spPr>
            <a:xfrm>
              <a:off x="2574517" y="9657866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1" name="pg5351"/>
            <p:cNvSpPr/>
            <p:nvPr/>
          </p:nvSpPr>
          <p:spPr>
            <a:xfrm>
              <a:off x="2384082" y="953801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2" name="pt5352"/>
            <p:cNvSpPr/>
            <p:nvPr/>
          </p:nvSpPr>
          <p:spPr>
            <a:xfrm>
              <a:off x="2730522" y="947226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3" name="pt5353"/>
            <p:cNvSpPr/>
            <p:nvPr/>
          </p:nvSpPr>
          <p:spPr>
            <a:xfrm>
              <a:off x="1744479" y="989366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4" name="pt5354"/>
            <p:cNvSpPr/>
            <p:nvPr/>
          </p:nvSpPr>
          <p:spPr>
            <a:xfrm>
              <a:off x="2558618" y="9338309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5" name="pt5355"/>
            <p:cNvSpPr/>
            <p:nvPr/>
          </p:nvSpPr>
          <p:spPr>
            <a:xfrm>
              <a:off x="2524996" y="8788035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6" name="pt5356"/>
            <p:cNvSpPr/>
            <p:nvPr/>
          </p:nvSpPr>
          <p:spPr>
            <a:xfrm>
              <a:off x="2620383" y="8790583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7" name="pt5357"/>
            <p:cNvSpPr/>
            <p:nvPr/>
          </p:nvSpPr>
          <p:spPr>
            <a:xfrm>
              <a:off x="1812698" y="9291702"/>
              <a:ext cx="80678" cy="80678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58" name="pt5358"/>
            <p:cNvSpPr/>
            <p:nvPr/>
          </p:nvSpPr>
          <p:spPr>
            <a:xfrm>
              <a:off x="3058013" y="100526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59" name="pl5359"/>
            <p:cNvSpPr/>
            <p:nvPr/>
          </p:nvSpPr>
          <p:spPr>
            <a:xfrm>
              <a:off x="3058013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0" name="pl5360"/>
            <p:cNvSpPr/>
            <p:nvPr/>
          </p:nvSpPr>
          <p:spPr>
            <a:xfrm>
              <a:off x="3058013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361" name="pt5361"/>
            <p:cNvSpPr/>
            <p:nvPr/>
          </p:nvSpPr>
          <p:spPr>
            <a:xfrm>
              <a:off x="2620546" y="9470463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2" name="pt5362"/>
            <p:cNvSpPr/>
            <p:nvPr/>
          </p:nvSpPr>
          <p:spPr>
            <a:xfrm>
              <a:off x="2472352" y="9655631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3" name="pt5363"/>
            <p:cNvSpPr/>
            <p:nvPr/>
          </p:nvSpPr>
          <p:spPr>
            <a:xfrm>
              <a:off x="2514011" y="9700113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4" name="pt5364"/>
            <p:cNvSpPr/>
            <p:nvPr/>
          </p:nvSpPr>
          <p:spPr>
            <a:xfrm>
              <a:off x="2676590" y="9152171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5" name="pt5365"/>
            <p:cNvSpPr/>
            <p:nvPr/>
          </p:nvSpPr>
          <p:spPr>
            <a:xfrm>
              <a:off x="2442140" y="1002797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6" name="pt5366"/>
            <p:cNvSpPr/>
            <p:nvPr/>
          </p:nvSpPr>
          <p:spPr>
            <a:xfrm>
              <a:off x="2580523" y="973224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7" name="pt5367"/>
            <p:cNvSpPr/>
            <p:nvPr/>
          </p:nvSpPr>
          <p:spPr>
            <a:xfrm>
              <a:off x="2559977" y="9712782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8" name="pt5368"/>
            <p:cNvSpPr/>
            <p:nvPr/>
          </p:nvSpPr>
          <p:spPr>
            <a:xfrm>
              <a:off x="2503810" y="973692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69" name="pt5369"/>
            <p:cNvSpPr/>
            <p:nvPr/>
          </p:nvSpPr>
          <p:spPr>
            <a:xfrm>
              <a:off x="2406197" y="9897008"/>
              <a:ext cx="89944" cy="8994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0" name="pt5370"/>
            <p:cNvSpPr/>
            <p:nvPr/>
          </p:nvSpPr>
          <p:spPr>
            <a:xfrm>
              <a:off x="2440532" y="9609728"/>
              <a:ext cx="67219" cy="67219"/>
            </a:xfrm>
            <a:prstGeom prst="ellipse">
              <a:avLst/>
            </a:prstGeom>
            <a:solidFill>
              <a:srgbClr val="7570B3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1" name="pt5371"/>
            <p:cNvSpPr/>
            <p:nvPr/>
          </p:nvSpPr>
          <p:spPr>
            <a:xfrm>
              <a:off x="2505097" y="9698053"/>
              <a:ext cx="74834" cy="74834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2" name="pt5372"/>
            <p:cNvSpPr/>
            <p:nvPr/>
          </p:nvSpPr>
          <p:spPr>
            <a:xfrm>
              <a:off x="2508398" y="980512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3" name="pt5373"/>
            <p:cNvSpPr/>
            <p:nvPr/>
          </p:nvSpPr>
          <p:spPr>
            <a:xfrm>
              <a:off x="2505272" y="9798105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4" name="pt5374"/>
            <p:cNvSpPr/>
            <p:nvPr/>
          </p:nvSpPr>
          <p:spPr>
            <a:xfrm>
              <a:off x="2703052" y="946601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5" name="pt5375"/>
            <p:cNvSpPr/>
            <p:nvPr/>
          </p:nvSpPr>
          <p:spPr>
            <a:xfrm>
              <a:off x="2338622" y="9168499"/>
              <a:ext cx="80678" cy="80678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6" name="pt5376"/>
            <p:cNvSpPr/>
            <p:nvPr/>
          </p:nvSpPr>
          <p:spPr>
            <a:xfrm>
              <a:off x="2841614" y="9664024"/>
              <a:ext cx="80678" cy="8067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7" name="pt5377"/>
            <p:cNvSpPr/>
            <p:nvPr/>
          </p:nvSpPr>
          <p:spPr>
            <a:xfrm>
              <a:off x="2538692" y="950726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8" name="pt5378"/>
            <p:cNvSpPr/>
            <p:nvPr/>
          </p:nvSpPr>
          <p:spPr>
            <a:xfrm>
              <a:off x="2527277" y="9655793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79" name="pt5379"/>
            <p:cNvSpPr/>
            <p:nvPr/>
          </p:nvSpPr>
          <p:spPr>
            <a:xfrm>
              <a:off x="2490964" y="9840356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0" name="pt5380"/>
            <p:cNvSpPr/>
            <p:nvPr/>
          </p:nvSpPr>
          <p:spPr>
            <a:xfrm>
              <a:off x="2477844" y="9784759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1" name="pt5381"/>
            <p:cNvSpPr/>
            <p:nvPr/>
          </p:nvSpPr>
          <p:spPr>
            <a:xfrm>
              <a:off x="2855463" y="940993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2" name="pt5382"/>
            <p:cNvSpPr/>
            <p:nvPr/>
          </p:nvSpPr>
          <p:spPr>
            <a:xfrm>
              <a:off x="2456359" y="9670094"/>
              <a:ext cx="74834" cy="74834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3" name="pt5383"/>
            <p:cNvSpPr/>
            <p:nvPr/>
          </p:nvSpPr>
          <p:spPr>
            <a:xfrm>
              <a:off x="2552747" y="9641961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4" name="pt5384"/>
            <p:cNvSpPr/>
            <p:nvPr/>
          </p:nvSpPr>
          <p:spPr>
            <a:xfrm>
              <a:off x="2907517" y="936231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5" name="pt5385"/>
            <p:cNvSpPr/>
            <p:nvPr/>
          </p:nvSpPr>
          <p:spPr>
            <a:xfrm>
              <a:off x="2502330" y="9677430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6" name="pt5386"/>
            <p:cNvSpPr/>
            <p:nvPr/>
          </p:nvSpPr>
          <p:spPr>
            <a:xfrm>
              <a:off x="2612849" y="962371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7" name="pg5387"/>
            <p:cNvSpPr/>
            <p:nvPr/>
          </p:nvSpPr>
          <p:spPr>
            <a:xfrm>
              <a:off x="3289481" y="992300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8" name="pt5388"/>
            <p:cNvSpPr/>
            <p:nvPr/>
          </p:nvSpPr>
          <p:spPr>
            <a:xfrm>
              <a:off x="2795495" y="881476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89" name="pt5389"/>
            <p:cNvSpPr/>
            <p:nvPr/>
          </p:nvSpPr>
          <p:spPr>
            <a:xfrm>
              <a:off x="1749477" y="983748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0" name="pt5390"/>
            <p:cNvSpPr/>
            <p:nvPr/>
          </p:nvSpPr>
          <p:spPr>
            <a:xfrm>
              <a:off x="2453060" y="966590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1" name="pt5391"/>
            <p:cNvSpPr/>
            <p:nvPr/>
          </p:nvSpPr>
          <p:spPr>
            <a:xfrm>
              <a:off x="2482322" y="9726100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2" name="pt5392"/>
            <p:cNvSpPr/>
            <p:nvPr/>
          </p:nvSpPr>
          <p:spPr>
            <a:xfrm>
              <a:off x="2537717" y="972208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3" name="pt5393"/>
            <p:cNvSpPr/>
            <p:nvPr/>
          </p:nvSpPr>
          <p:spPr>
            <a:xfrm>
              <a:off x="2654615" y="945446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4" name="pt5394"/>
            <p:cNvSpPr/>
            <p:nvPr/>
          </p:nvSpPr>
          <p:spPr>
            <a:xfrm>
              <a:off x="1719036" y="983905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5" name="pt5395"/>
            <p:cNvSpPr/>
            <p:nvPr/>
          </p:nvSpPr>
          <p:spPr>
            <a:xfrm>
              <a:off x="2423708" y="9500849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6" name="pt5396"/>
            <p:cNvSpPr/>
            <p:nvPr/>
          </p:nvSpPr>
          <p:spPr>
            <a:xfrm>
              <a:off x="3079525" y="1024360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7" name="pt5397"/>
            <p:cNvSpPr/>
            <p:nvPr/>
          </p:nvSpPr>
          <p:spPr>
            <a:xfrm>
              <a:off x="2470081" y="9665352"/>
              <a:ext cx="74834" cy="74834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8" name="pt5398"/>
            <p:cNvSpPr/>
            <p:nvPr/>
          </p:nvSpPr>
          <p:spPr>
            <a:xfrm>
              <a:off x="2150337" y="1038270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99" name="pt5399"/>
            <p:cNvSpPr/>
            <p:nvPr/>
          </p:nvSpPr>
          <p:spPr>
            <a:xfrm>
              <a:off x="1689902" y="9702048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0" name="pl5400"/>
            <p:cNvSpPr/>
            <p:nvPr/>
          </p:nvSpPr>
          <p:spPr>
            <a:xfrm>
              <a:off x="3087639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1" name="pl5401"/>
            <p:cNvSpPr/>
            <p:nvPr/>
          </p:nvSpPr>
          <p:spPr>
            <a:xfrm>
              <a:off x="3087639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2" name="pl5402"/>
            <p:cNvSpPr/>
            <p:nvPr/>
          </p:nvSpPr>
          <p:spPr>
            <a:xfrm>
              <a:off x="3077525" y="961611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3" name="pl5403"/>
            <p:cNvSpPr/>
            <p:nvPr/>
          </p:nvSpPr>
          <p:spPr>
            <a:xfrm>
              <a:off x="3112056" y="95815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04" name="pt5404"/>
            <p:cNvSpPr/>
            <p:nvPr/>
          </p:nvSpPr>
          <p:spPr>
            <a:xfrm>
              <a:off x="2491187" y="9697171"/>
              <a:ext cx="74834" cy="74834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5" name="pt5405"/>
            <p:cNvSpPr/>
            <p:nvPr/>
          </p:nvSpPr>
          <p:spPr>
            <a:xfrm>
              <a:off x="2585062" y="937192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6" name="pt5406"/>
            <p:cNvSpPr/>
            <p:nvPr/>
          </p:nvSpPr>
          <p:spPr>
            <a:xfrm>
              <a:off x="2429404" y="9659206"/>
              <a:ext cx="74834" cy="74834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7" name="pt5407"/>
            <p:cNvSpPr/>
            <p:nvPr/>
          </p:nvSpPr>
          <p:spPr>
            <a:xfrm>
              <a:off x="2545935" y="937904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8" name="pt5408"/>
            <p:cNvSpPr/>
            <p:nvPr/>
          </p:nvSpPr>
          <p:spPr>
            <a:xfrm>
              <a:off x="2724452" y="969781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09" name="pt5409"/>
            <p:cNvSpPr/>
            <p:nvPr/>
          </p:nvSpPr>
          <p:spPr>
            <a:xfrm>
              <a:off x="2636468" y="9839234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0" name="pt5410"/>
            <p:cNvSpPr/>
            <p:nvPr/>
          </p:nvSpPr>
          <p:spPr>
            <a:xfrm>
              <a:off x="2442719" y="9733682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1" name="pt5411"/>
            <p:cNvSpPr/>
            <p:nvPr/>
          </p:nvSpPr>
          <p:spPr>
            <a:xfrm>
              <a:off x="2492913" y="971109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2" name="pt5412"/>
            <p:cNvSpPr/>
            <p:nvPr/>
          </p:nvSpPr>
          <p:spPr>
            <a:xfrm>
              <a:off x="2371337" y="976181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3" name="pt5413"/>
            <p:cNvSpPr/>
            <p:nvPr/>
          </p:nvSpPr>
          <p:spPr>
            <a:xfrm>
              <a:off x="1838175" y="931631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4" name="pg5414"/>
            <p:cNvSpPr/>
            <p:nvPr/>
          </p:nvSpPr>
          <p:spPr>
            <a:xfrm>
              <a:off x="2374445" y="950496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5" name="pt5415"/>
            <p:cNvSpPr/>
            <p:nvPr/>
          </p:nvSpPr>
          <p:spPr>
            <a:xfrm>
              <a:off x="2540637" y="9736141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6" name="pt5416"/>
            <p:cNvSpPr/>
            <p:nvPr/>
          </p:nvSpPr>
          <p:spPr>
            <a:xfrm>
              <a:off x="2455139" y="9621078"/>
              <a:ext cx="74834" cy="74834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7" name="pt5417"/>
            <p:cNvSpPr/>
            <p:nvPr/>
          </p:nvSpPr>
          <p:spPr>
            <a:xfrm>
              <a:off x="2408207" y="9669316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8" name="pt5418"/>
            <p:cNvSpPr/>
            <p:nvPr/>
          </p:nvSpPr>
          <p:spPr>
            <a:xfrm>
              <a:off x="2443422" y="9661860"/>
              <a:ext cx="89944" cy="89944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19" name="pg5419"/>
            <p:cNvSpPr/>
            <p:nvPr/>
          </p:nvSpPr>
          <p:spPr>
            <a:xfrm>
              <a:off x="2432497" y="98227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0" name="pt5420"/>
            <p:cNvSpPr/>
            <p:nvPr/>
          </p:nvSpPr>
          <p:spPr>
            <a:xfrm>
              <a:off x="2401877" y="970202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1" name="pt5421"/>
            <p:cNvSpPr/>
            <p:nvPr/>
          </p:nvSpPr>
          <p:spPr>
            <a:xfrm>
              <a:off x="2468087" y="9663604"/>
              <a:ext cx="80678" cy="80678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2" name="pt5422"/>
            <p:cNvSpPr/>
            <p:nvPr/>
          </p:nvSpPr>
          <p:spPr>
            <a:xfrm>
              <a:off x="1867861" y="10163476"/>
              <a:ext cx="48833" cy="48833"/>
            </a:xfrm>
            <a:prstGeom prst="ellipse">
              <a:avLst/>
            </a:prstGeom>
            <a:solidFill>
              <a:srgbClr val="1B9E77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3" name="pt5423"/>
            <p:cNvSpPr/>
            <p:nvPr/>
          </p:nvSpPr>
          <p:spPr>
            <a:xfrm>
              <a:off x="2648923" y="937506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4" name="pt5424"/>
            <p:cNvSpPr/>
            <p:nvPr/>
          </p:nvSpPr>
          <p:spPr>
            <a:xfrm>
              <a:off x="2488633" y="9698814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5" name="pt5425"/>
            <p:cNvSpPr/>
            <p:nvPr/>
          </p:nvSpPr>
          <p:spPr>
            <a:xfrm>
              <a:off x="2632521" y="920938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6" name="pt5426"/>
            <p:cNvSpPr/>
            <p:nvPr/>
          </p:nvSpPr>
          <p:spPr>
            <a:xfrm>
              <a:off x="2519095" y="991423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7" name="pt5427"/>
            <p:cNvSpPr/>
            <p:nvPr/>
          </p:nvSpPr>
          <p:spPr>
            <a:xfrm>
              <a:off x="2533835" y="986259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8" name="pt5428"/>
            <p:cNvSpPr/>
            <p:nvPr/>
          </p:nvSpPr>
          <p:spPr>
            <a:xfrm>
              <a:off x="2717173" y="9497716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29" name="pt5429"/>
            <p:cNvSpPr/>
            <p:nvPr/>
          </p:nvSpPr>
          <p:spPr>
            <a:xfrm>
              <a:off x="1730344" y="945286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0" name="pt5430"/>
            <p:cNvSpPr/>
            <p:nvPr/>
          </p:nvSpPr>
          <p:spPr>
            <a:xfrm>
              <a:off x="1718492" y="945081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1" name="pg5431"/>
            <p:cNvSpPr/>
            <p:nvPr/>
          </p:nvSpPr>
          <p:spPr>
            <a:xfrm>
              <a:off x="2577106" y="929876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2" name="pt5432"/>
            <p:cNvSpPr/>
            <p:nvPr/>
          </p:nvSpPr>
          <p:spPr>
            <a:xfrm>
              <a:off x="2450231" y="9675927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3" name="pt5433"/>
            <p:cNvSpPr/>
            <p:nvPr/>
          </p:nvSpPr>
          <p:spPr>
            <a:xfrm>
              <a:off x="2958039" y="949740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4" name="pt5434"/>
            <p:cNvSpPr/>
            <p:nvPr/>
          </p:nvSpPr>
          <p:spPr>
            <a:xfrm>
              <a:off x="2500122" y="9653914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5" name="pg5435"/>
            <p:cNvSpPr/>
            <p:nvPr/>
          </p:nvSpPr>
          <p:spPr>
            <a:xfrm>
              <a:off x="2457017" y="96438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6" name="pt5436"/>
            <p:cNvSpPr/>
            <p:nvPr/>
          </p:nvSpPr>
          <p:spPr>
            <a:xfrm>
              <a:off x="2481138" y="9711361"/>
              <a:ext cx="80678" cy="80678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7" name="pt5437"/>
            <p:cNvSpPr/>
            <p:nvPr/>
          </p:nvSpPr>
          <p:spPr>
            <a:xfrm>
              <a:off x="2646657" y="946941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8" name="pt5438"/>
            <p:cNvSpPr/>
            <p:nvPr/>
          </p:nvSpPr>
          <p:spPr>
            <a:xfrm>
              <a:off x="1814852" y="929643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39" name="pt5439"/>
            <p:cNvSpPr/>
            <p:nvPr/>
          </p:nvSpPr>
          <p:spPr>
            <a:xfrm>
              <a:off x="3069317" y="1006965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40" name="pt5440"/>
            <p:cNvSpPr/>
            <p:nvPr/>
          </p:nvSpPr>
          <p:spPr>
            <a:xfrm>
              <a:off x="3130359" y="903066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41" name="pl5441"/>
            <p:cNvSpPr/>
            <p:nvPr/>
          </p:nvSpPr>
          <p:spPr>
            <a:xfrm>
              <a:off x="2653637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2" name="pl5442"/>
            <p:cNvSpPr/>
            <p:nvPr/>
          </p:nvSpPr>
          <p:spPr>
            <a:xfrm>
              <a:off x="2653637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3" name="pl5443"/>
            <p:cNvSpPr/>
            <p:nvPr/>
          </p:nvSpPr>
          <p:spPr>
            <a:xfrm>
              <a:off x="2643523" y="97374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4" name="pl5444"/>
            <p:cNvSpPr/>
            <p:nvPr/>
          </p:nvSpPr>
          <p:spPr>
            <a:xfrm>
              <a:off x="2678054" y="97029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5" name="pt5445"/>
            <p:cNvSpPr/>
            <p:nvPr/>
          </p:nvSpPr>
          <p:spPr>
            <a:xfrm>
              <a:off x="2472660" y="974143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46" name="pt5446"/>
            <p:cNvSpPr/>
            <p:nvPr/>
          </p:nvSpPr>
          <p:spPr>
            <a:xfrm>
              <a:off x="2649539" y="971666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47" name="pt5447"/>
            <p:cNvSpPr/>
            <p:nvPr/>
          </p:nvSpPr>
          <p:spPr>
            <a:xfrm>
              <a:off x="3226797" y="914013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48" name="pl5448"/>
            <p:cNvSpPr/>
            <p:nvPr/>
          </p:nvSpPr>
          <p:spPr>
            <a:xfrm>
              <a:off x="2924685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49" name="pl5449"/>
            <p:cNvSpPr/>
            <p:nvPr/>
          </p:nvSpPr>
          <p:spPr>
            <a:xfrm>
              <a:off x="2924685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0" name="pl5450"/>
            <p:cNvSpPr/>
            <p:nvPr/>
          </p:nvSpPr>
          <p:spPr>
            <a:xfrm>
              <a:off x="2914571" y="973234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1" name="pl5451"/>
            <p:cNvSpPr/>
            <p:nvPr/>
          </p:nvSpPr>
          <p:spPr>
            <a:xfrm>
              <a:off x="2949102" y="969781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2" name="pt5452"/>
            <p:cNvSpPr/>
            <p:nvPr/>
          </p:nvSpPr>
          <p:spPr>
            <a:xfrm>
              <a:off x="2424439" y="974177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3" name="pt5453"/>
            <p:cNvSpPr/>
            <p:nvPr/>
          </p:nvSpPr>
          <p:spPr>
            <a:xfrm>
              <a:off x="2442294" y="968527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4" name="pt5454"/>
            <p:cNvSpPr/>
            <p:nvPr/>
          </p:nvSpPr>
          <p:spPr>
            <a:xfrm>
              <a:off x="2501491" y="968926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5" name="pt5455"/>
            <p:cNvSpPr/>
            <p:nvPr/>
          </p:nvSpPr>
          <p:spPr>
            <a:xfrm>
              <a:off x="2901469" y="969398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6" name="pt5456"/>
            <p:cNvSpPr/>
            <p:nvPr/>
          </p:nvSpPr>
          <p:spPr>
            <a:xfrm>
              <a:off x="2470895" y="9717181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7" name="pt5457"/>
            <p:cNvSpPr/>
            <p:nvPr/>
          </p:nvSpPr>
          <p:spPr>
            <a:xfrm>
              <a:off x="2418876" y="958431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58" name="pl5458"/>
            <p:cNvSpPr/>
            <p:nvPr/>
          </p:nvSpPr>
          <p:spPr>
            <a:xfrm>
              <a:off x="2558641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59" name="pl5459"/>
            <p:cNvSpPr/>
            <p:nvPr/>
          </p:nvSpPr>
          <p:spPr>
            <a:xfrm>
              <a:off x="2558641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0" name="pl5460"/>
            <p:cNvSpPr/>
            <p:nvPr/>
          </p:nvSpPr>
          <p:spPr>
            <a:xfrm>
              <a:off x="2543142" y="975292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1" name="pl5461"/>
            <p:cNvSpPr/>
            <p:nvPr/>
          </p:nvSpPr>
          <p:spPr>
            <a:xfrm>
              <a:off x="2596058" y="970001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2" name="pl5462"/>
            <p:cNvSpPr/>
            <p:nvPr/>
          </p:nvSpPr>
          <p:spPr>
            <a:xfrm>
              <a:off x="1704933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3" name="pl5463"/>
            <p:cNvSpPr/>
            <p:nvPr/>
          </p:nvSpPr>
          <p:spPr>
            <a:xfrm>
              <a:off x="1704933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4" name="pl5464"/>
            <p:cNvSpPr/>
            <p:nvPr/>
          </p:nvSpPr>
          <p:spPr>
            <a:xfrm>
              <a:off x="1694819" y="97408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5" name="pl5465"/>
            <p:cNvSpPr/>
            <p:nvPr/>
          </p:nvSpPr>
          <p:spPr>
            <a:xfrm>
              <a:off x="1729350" y="970635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6" name="pt5466"/>
            <p:cNvSpPr/>
            <p:nvPr/>
          </p:nvSpPr>
          <p:spPr>
            <a:xfrm>
              <a:off x="2434707" y="964852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67" name="pl5467"/>
            <p:cNvSpPr/>
            <p:nvPr/>
          </p:nvSpPr>
          <p:spPr>
            <a:xfrm>
              <a:off x="2928312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8" name="pl5468"/>
            <p:cNvSpPr/>
            <p:nvPr/>
          </p:nvSpPr>
          <p:spPr>
            <a:xfrm>
              <a:off x="2928312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69" name="pl5469"/>
            <p:cNvSpPr/>
            <p:nvPr/>
          </p:nvSpPr>
          <p:spPr>
            <a:xfrm>
              <a:off x="2918199" y="97179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0" name="pl5470"/>
            <p:cNvSpPr/>
            <p:nvPr/>
          </p:nvSpPr>
          <p:spPr>
            <a:xfrm>
              <a:off x="2952729" y="96833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1" name="pl5471"/>
            <p:cNvSpPr/>
            <p:nvPr/>
          </p:nvSpPr>
          <p:spPr>
            <a:xfrm>
              <a:off x="2511260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2" name="pl5472"/>
            <p:cNvSpPr/>
            <p:nvPr/>
          </p:nvSpPr>
          <p:spPr>
            <a:xfrm>
              <a:off x="2511260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3" name="pl5473"/>
            <p:cNvSpPr/>
            <p:nvPr/>
          </p:nvSpPr>
          <p:spPr>
            <a:xfrm>
              <a:off x="2501146" y="10482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4" name="pl5474"/>
            <p:cNvSpPr/>
            <p:nvPr/>
          </p:nvSpPr>
          <p:spPr>
            <a:xfrm>
              <a:off x="2535677" y="10447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5" name="pt5475"/>
            <p:cNvSpPr/>
            <p:nvPr/>
          </p:nvSpPr>
          <p:spPr>
            <a:xfrm>
              <a:off x="2857986" y="886620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76" name="pt5476"/>
            <p:cNvSpPr/>
            <p:nvPr/>
          </p:nvSpPr>
          <p:spPr>
            <a:xfrm>
              <a:off x="2489826" y="9811633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77" name="pl5477"/>
            <p:cNvSpPr/>
            <p:nvPr/>
          </p:nvSpPr>
          <p:spPr>
            <a:xfrm>
              <a:off x="2361911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8" name="pl5478"/>
            <p:cNvSpPr/>
            <p:nvPr/>
          </p:nvSpPr>
          <p:spPr>
            <a:xfrm>
              <a:off x="2361911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79" name="pt5479"/>
            <p:cNvSpPr/>
            <p:nvPr/>
          </p:nvSpPr>
          <p:spPr>
            <a:xfrm>
              <a:off x="2576705" y="989213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0" name="pl5480"/>
            <p:cNvSpPr/>
            <p:nvPr/>
          </p:nvSpPr>
          <p:spPr>
            <a:xfrm>
              <a:off x="2576705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1" name="pl5481"/>
            <p:cNvSpPr/>
            <p:nvPr/>
          </p:nvSpPr>
          <p:spPr>
            <a:xfrm>
              <a:off x="2576705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82" name="pt5482"/>
            <p:cNvSpPr/>
            <p:nvPr/>
          </p:nvSpPr>
          <p:spPr>
            <a:xfrm>
              <a:off x="2242887" y="9123444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3" name="pt5483"/>
            <p:cNvSpPr/>
            <p:nvPr/>
          </p:nvSpPr>
          <p:spPr>
            <a:xfrm>
              <a:off x="2068183" y="9045313"/>
              <a:ext cx="85604" cy="8560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4" name="pt5484"/>
            <p:cNvSpPr/>
            <p:nvPr/>
          </p:nvSpPr>
          <p:spPr>
            <a:xfrm>
              <a:off x="2574572" y="998111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5" name="pt5485"/>
            <p:cNvSpPr/>
            <p:nvPr/>
          </p:nvSpPr>
          <p:spPr>
            <a:xfrm>
              <a:off x="1995503" y="8932830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6" name="pt5486"/>
            <p:cNvSpPr/>
            <p:nvPr/>
          </p:nvSpPr>
          <p:spPr>
            <a:xfrm>
              <a:off x="2500388" y="9702412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7" name="pg5487"/>
            <p:cNvSpPr/>
            <p:nvPr/>
          </p:nvSpPr>
          <p:spPr>
            <a:xfrm>
              <a:off x="2499519" y="96144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8" name="pt5488"/>
            <p:cNvSpPr/>
            <p:nvPr/>
          </p:nvSpPr>
          <p:spPr>
            <a:xfrm>
              <a:off x="2583731" y="998220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89" name="pt5489"/>
            <p:cNvSpPr/>
            <p:nvPr/>
          </p:nvSpPr>
          <p:spPr>
            <a:xfrm>
              <a:off x="2377872" y="1000073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0" name="pt5490"/>
            <p:cNvSpPr/>
            <p:nvPr/>
          </p:nvSpPr>
          <p:spPr>
            <a:xfrm>
              <a:off x="2990142" y="1032088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1" name="pt5491"/>
            <p:cNvSpPr/>
            <p:nvPr/>
          </p:nvSpPr>
          <p:spPr>
            <a:xfrm>
              <a:off x="2771959" y="9598192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2" name="pt5492"/>
            <p:cNvSpPr/>
            <p:nvPr/>
          </p:nvSpPr>
          <p:spPr>
            <a:xfrm>
              <a:off x="2590010" y="938757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3" name="pt5493"/>
            <p:cNvSpPr/>
            <p:nvPr/>
          </p:nvSpPr>
          <p:spPr>
            <a:xfrm>
              <a:off x="1797187" y="996212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4" name="pt5494"/>
            <p:cNvSpPr/>
            <p:nvPr/>
          </p:nvSpPr>
          <p:spPr>
            <a:xfrm>
              <a:off x="2682871" y="947214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5" name="pt5495"/>
            <p:cNvSpPr/>
            <p:nvPr/>
          </p:nvSpPr>
          <p:spPr>
            <a:xfrm>
              <a:off x="2472510" y="9722678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6" name="pt5496"/>
            <p:cNvSpPr/>
            <p:nvPr/>
          </p:nvSpPr>
          <p:spPr>
            <a:xfrm>
              <a:off x="2822948" y="963617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497" name="pl5497"/>
            <p:cNvSpPr/>
            <p:nvPr/>
          </p:nvSpPr>
          <p:spPr>
            <a:xfrm>
              <a:off x="2571946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8" name="pl5498"/>
            <p:cNvSpPr/>
            <p:nvPr/>
          </p:nvSpPr>
          <p:spPr>
            <a:xfrm>
              <a:off x="2571946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499" name="pt5499"/>
            <p:cNvSpPr/>
            <p:nvPr/>
          </p:nvSpPr>
          <p:spPr>
            <a:xfrm>
              <a:off x="2457922" y="963022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0" name="pt5500"/>
            <p:cNvSpPr/>
            <p:nvPr/>
          </p:nvSpPr>
          <p:spPr>
            <a:xfrm>
              <a:off x="2730306" y="9287010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1" name="pt5501"/>
            <p:cNvSpPr/>
            <p:nvPr/>
          </p:nvSpPr>
          <p:spPr>
            <a:xfrm>
              <a:off x="2447512" y="9634387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2" name="pt5502"/>
            <p:cNvSpPr/>
            <p:nvPr/>
          </p:nvSpPr>
          <p:spPr>
            <a:xfrm>
              <a:off x="2917614" y="938130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3" name="pt5503"/>
            <p:cNvSpPr/>
            <p:nvPr/>
          </p:nvSpPr>
          <p:spPr>
            <a:xfrm>
              <a:off x="2677463" y="943911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4" name="pt5504"/>
            <p:cNvSpPr/>
            <p:nvPr/>
          </p:nvSpPr>
          <p:spPr>
            <a:xfrm>
              <a:off x="2151410" y="1037637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5" name="pt5505"/>
            <p:cNvSpPr/>
            <p:nvPr/>
          </p:nvSpPr>
          <p:spPr>
            <a:xfrm>
              <a:off x="2476093" y="1049796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6" name="pt5506"/>
            <p:cNvSpPr/>
            <p:nvPr/>
          </p:nvSpPr>
          <p:spPr>
            <a:xfrm>
              <a:off x="3268918" y="1002158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7" name="pt5507"/>
            <p:cNvSpPr/>
            <p:nvPr/>
          </p:nvSpPr>
          <p:spPr>
            <a:xfrm>
              <a:off x="2443303" y="9737421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8" name="pt5508"/>
            <p:cNvSpPr/>
            <p:nvPr/>
          </p:nvSpPr>
          <p:spPr>
            <a:xfrm>
              <a:off x="2754893" y="940871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09" name="pt5509"/>
            <p:cNvSpPr/>
            <p:nvPr/>
          </p:nvSpPr>
          <p:spPr>
            <a:xfrm>
              <a:off x="2485168" y="9648720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0" name="pt5510"/>
            <p:cNvSpPr/>
            <p:nvPr/>
          </p:nvSpPr>
          <p:spPr>
            <a:xfrm>
              <a:off x="2491070" y="965557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1" name="pt5511"/>
            <p:cNvSpPr/>
            <p:nvPr/>
          </p:nvSpPr>
          <p:spPr>
            <a:xfrm>
              <a:off x="2507247" y="973324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2" name="pt5512"/>
            <p:cNvSpPr/>
            <p:nvPr/>
          </p:nvSpPr>
          <p:spPr>
            <a:xfrm>
              <a:off x="2299951" y="881690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3" name="pt5513"/>
            <p:cNvSpPr/>
            <p:nvPr/>
          </p:nvSpPr>
          <p:spPr>
            <a:xfrm>
              <a:off x="2421664" y="8800799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4" name="pt5514"/>
            <p:cNvSpPr/>
            <p:nvPr/>
          </p:nvSpPr>
          <p:spPr>
            <a:xfrm>
              <a:off x="2480832" y="9733101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5" name="pt5515"/>
            <p:cNvSpPr/>
            <p:nvPr/>
          </p:nvSpPr>
          <p:spPr>
            <a:xfrm>
              <a:off x="3086060" y="10224204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6" name="pt5516"/>
            <p:cNvSpPr/>
            <p:nvPr/>
          </p:nvSpPr>
          <p:spPr>
            <a:xfrm>
              <a:off x="2535961" y="10164022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7" name="pt5517"/>
            <p:cNvSpPr/>
            <p:nvPr/>
          </p:nvSpPr>
          <p:spPr>
            <a:xfrm>
              <a:off x="2589430" y="972608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8" name="pt5518"/>
            <p:cNvSpPr/>
            <p:nvPr/>
          </p:nvSpPr>
          <p:spPr>
            <a:xfrm>
              <a:off x="2625836" y="961759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19" name="pt5519"/>
            <p:cNvSpPr/>
            <p:nvPr/>
          </p:nvSpPr>
          <p:spPr>
            <a:xfrm>
              <a:off x="2452289" y="9639110"/>
              <a:ext cx="89944" cy="89944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0" name="pt5520"/>
            <p:cNvSpPr/>
            <p:nvPr/>
          </p:nvSpPr>
          <p:spPr>
            <a:xfrm>
              <a:off x="2466263" y="9662826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1" name="pt5521"/>
            <p:cNvSpPr/>
            <p:nvPr/>
          </p:nvSpPr>
          <p:spPr>
            <a:xfrm>
              <a:off x="2843915" y="941140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2" name="pt5522"/>
            <p:cNvSpPr/>
            <p:nvPr/>
          </p:nvSpPr>
          <p:spPr>
            <a:xfrm>
              <a:off x="2094505" y="895824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3" name="pt5523"/>
            <p:cNvSpPr/>
            <p:nvPr/>
          </p:nvSpPr>
          <p:spPr>
            <a:xfrm>
              <a:off x="2545927" y="10178334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4" name="pl5524"/>
            <p:cNvSpPr/>
            <p:nvPr/>
          </p:nvSpPr>
          <p:spPr>
            <a:xfrm>
              <a:off x="2545927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5" name="pl5525"/>
            <p:cNvSpPr/>
            <p:nvPr/>
          </p:nvSpPr>
          <p:spPr>
            <a:xfrm>
              <a:off x="2545927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26" name="pt5526"/>
            <p:cNvSpPr/>
            <p:nvPr/>
          </p:nvSpPr>
          <p:spPr>
            <a:xfrm>
              <a:off x="2195698" y="885342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7" name="pt5527"/>
            <p:cNvSpPr/>
            <p:nvPr/>
          </p:nvSpPr>
          <p:spPr>
            <a:xfrm>
              <a:off x="2470730" y="982801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8" name="pt5528"/>
            <p:cNvSpPr/>
            <p:nvPr/>
          </p:nvSpPr>
          <p:spPr>
            <a:xfrm>
              <a:off x="2506307" y="973008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29" name="pl5529"/>
            <p:cNvSpPr/>
            <p:nvPr/>
          </p:nvSpPr>
          <p:spPr>
            <a:xfrm>
              <a:off x="2411265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0" name="pl5530"/>
            <p:cNvSpPr/>
            <p:nvPr/>
          </p:nvSpPr>
          <p:spPr>
            <a:xfrm>
              <a:off x="2411265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31" name="pt5531"/>
            <p:cNvSpPr/>
            <p:nvPr/>
          </p:nvSpPr>
          <p:spPr>
            <a:xfrm>
              <a:off x="2550662" y="963896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2" name="pt5532"/>
            <p:cNvSpPr/>
            <p:nvPr/>
          </p:nvSpPr>
          <p:spPr>
            <a:xfrm>
              <a:off x="2798703" y="10407535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3" name="pt5533"/>
            <p:cNvSpPr/>
            <p:nvPr/>
          </p:nvSpPr>
          <p:spPr>
            <a:xfrm>
              <a:off x="2516394" y="9716800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4" name="pt5534"/>
            <p:cNvSpPr/>
            <p:nvPr/>
          </p:nvSpPr>
          <p:spPr>
            <a:xfrm>
              <a:off x="2570139" y="931750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5" name="pt5535"/>
            <p:cNvSpPr/>
            <p:nvPr/>
          </p:nvSpPr>
          <p:spPr>
            <a:xfrm>
              <a:off x="2661783" y="947400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6" name="pt5536"/>
            <p:cNvSpPr/>
            <p:nvPr/>
          </p:nvSpPr>
          <p:spPr>
            <a:xfrm>
              <a:off x="2405003" y="10351838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7" name="pt5537"/>
            <p:cNvSpPr/>
            <p:nvPr/>
          </p:nvSpPr>
          <p:spPr>
            <a:xfrm>
              <a:off x="2447221" y="9730185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8" name="pt5538"/>
            <p:cNvSpPr/>
            <p:nvPr/>
          </p:nvSpPr>
          <p:spPr>
            <a:xfrm>
              <a:off x="2474307" y="9684605"/>
              <a:ext cx="80678" cy="80678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39" name="pt5539"/>
            <p:cNvSpPr/>
            <p:nvPr/>
          </p:nvSpPr>
          <p:spPr>
            <a:xfrm>
              <a:off x="2541248" y="9703250"/>
              <a:ext cx="85604" cy="85604"/>
            </a:xfrm>
            <a:prstGeom prst="ellipse">
              <a:avLst/>
            </a:pr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0" name="pt5540"/>
            <p:cNvSpPr/>
            <p:nvPr/>
          </p:nvSpPr>
          <p:spPr>
            <a:xfrm>
              <a:off x="2537727" y="9703117"/>
              <a:ext cx="89944" cy="8994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1" name="pt5541"/>
            <p:cNvSpPr/>
            <p:nvPr/>
          </p:nvSpPr>
          <p:spPr>
            <a:xfrm>
              <a:off x="2495274" y="9746924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2" name="pt5542"/>
            <p:cNvSpPr/>
            <p:nvPr/>
          </p:nvSpPr>
          <p:spPr>
            <a:xfrm>
              <a:off x="2456933" y="9500383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3" name="pt5543"/>
            <p:cNvSpPr/>
            <p:nvPr/>
          </p:nvSpPr>
          <p:spPr>
            <a:xfrm>
              <a:off x="3263095" y="1001145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4" name="pt5544"/>
            <p:cNvSpPr/>
            <p:nvPr/>
          </p:nvSpPr>
          <p:spPr>
            <a:xfrm>
              <a:off x="2441768" y="966071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5" name="pt5545"/>
            <p:cNvSpPr/>
            <p:nvPr/>
          </p:nvSpPr>
          <p:spPr>
            <a:xfrm>
              <a:off x="2204023" y="8854120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6" name="pt5546"/>
            <p:cNvSpPr/>
            <p:nvPr/>
          </p:nvSpPr>
          <p:spPr>
            <a:xfrm>
              <a:off x="2515597" y="992231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7" name="pt5547"/>
            <p:cNvSpPr/>
            <p:nvPr/>
          </p:nvSpPr>
          <p:spPr>
            <a:xfrm>
              <a:off x="2570525" y="942816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8" name="pt5548"/>
            <p:cNvSpPr/>
            <p:nvPr/>
          </p:nvSpPr>
          <p:spPr>
            <a:xfrm>
              <a:off x="2480732" y="1049847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49" name="pg5549"/>
            <p:cNvSpPr/>
            <p:nvPr/>
          </p:nvSpPr>
          <p:spPr>
            <a:xfrm>
              <a:off x="2432641" y="97122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0" name="pt5550"/>
            <p:cNvSpPr/>
            <p:nvPr/>
          </p:nvSpPr>
          <p:spPr>
            <a:xfrm>
              <a:off x="3052587" y="933337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1" name="pt5551"/>
            <p:cNvSpPr/>
            <p:nvPr/>
          </p:nvSpPr>
          <p:spPr>
            <a:xfrm>
              <a:off x="2769199" y="949949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2" name="pt5552"/>
            <p:cNvSpPr/>
            <p:nvPr/>
          </p:nvSpPr>
          <p:spPr>
            <a:xfrm>
              <a:off x="2527766" y="9730081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3" name="pt5553"/>
            <p:cNvSpPr/>
            <p:nvPr/>
          </p:nvSpPr>
          <p:spPr>
            <a:xfrm>
              <a:off x="3067958" y="1005808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4" name="pt5554"/>
            <p:cNvSpPr/>
            <p:nvPr/>
          </p:nvSpPr>
          <p:spPr>
            <a:xfrm>
              <a:off x="2538984" y="924646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5" name="pg5555"/>
            <p:cNvSpPr/>
            <p:nvPr/>
          </p:nvSpPr>
          <p:spPr>
            <a:xfrm>
              <a:off x="2773596" y="9527256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6" name="pt5556"/>
            <p:cNvSpPr/>
            <p:nvPr/>
          </p:nvSpPr>
          <p:spPr>
            <a:xfrm>
              <a:off x="2607643" y="962557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57" name="pl5557"/>
            <p:cNvSpPr/>
            <p:nvPr/>
          </p:nvSpPr>
          <p:spPr>
            <a:xfrm>
              <a:off x="2330160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8" name="pl5558"/>
            <p:cNvSpPr/>
            <p:nvPr/>
          </p:nvSpPr>
          <p:spPr>
            <a:xfrm>
              <a:off x="2330160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59" name="pl5559"/>
            <p:cNvSpPr/>
            <p:nvPr/>
          </p:nvSpPr>
          <p:spPr>
            <a:xfrm>
              <a:off x="2320046" y="979688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0" name="pl5560"/>
            <p:cNvSpPr/>
            <p:nvPr/>
          </p:nvSpPr>
          <p:spPr>
            <a:xfrm>
              <a:off x="2354577" y="97623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61" name="pg5561"/>
            <p:cNvSpPr/>
            <p:nvPr/>
          </p:nvSpPr>
          <p:spPr>
            <a:xfrm>
              <a:off x="2398762" y="95264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2" name="pt5562"/>
            <p:cNvSpPr/>
            <p:nvPr/>
          </p:nvSpPr>
          <p:spPr>
            <a:xfrm>
              <a:off x="2986523" y="949637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3" name="pg5563"/>
            <p:cNvSpPr/>
            <p:nvPr/>
          </p:nvSpPr>
          <p:spPr>
            <a:xfrm>
              <a:off x="2412991" y="955394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4" name="pt5564"/>
            <p:cNvSpPr/>
            <p:nvPr/>
          </p:nvSpPr>
          <p:spPr>
            <a:xfrm>
              <a:off x="2434169" y="964389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5" name="pg5565"/>
            <p:cNvSpPr/>
            <p:nvPr/>
          </p:nvSpPr>
          <p:spPr>
            <a:xfrm>
              <a:off x="2571264" y="9247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6" name="pt5566"/>
            <p:cNvSpPr/>
            <p:nvPr/>
          </p:nvSpPr>
          <p:spPr>
            <a:xfrm>
              <a:off x="3113711" y="1023186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7" name="pt5567"/>
            <p:cNvSpPr/>
            <p:nvPr/>
          </p:nvSpPr>
          <p:spPr>
            <a:xfrm>
              <a:off x="2483922" y="9678044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8" name="pt5568"/>
            <p:cNvSpPr/>
            <p:nvPr/>
          </p:nvSpPr>
          <p:spPr>
            <a:xfrm>
              <a:off x="2417238" y="9575710"/>
              <a:ext cx="74834" cy="74834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69" name="pt5569"/>
            <p:cNvSpPr/>
            <p:nvPr/>
          </p:nvSpPr>
          <p:spPr>
            <a:xfrm>
              <a:off x="2362414" y="973714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0" name="pt5570"/>
            <p:cNvSpPr/>
            <p:nvPr/>
          </p:nvSpPr>
          <p:spPr>
            <a:xfrm>
              <a:off x="2618883" y="878990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1" name="pt5571"/>
            <p:cNvSpPr/>
            <p:nvPr/>
          </p:nvSpPr>
          <p:spPr>
            <a:xfrm>
              <a:off x="2647445" y="880997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2" name="pt5572"/>
            <p:cNvSpPr/>
            <p:nvPr/>
          </p:nvSpPr>
          <p:spPr>
            <a:xfrm>
              <a:off x="1844440" y="996179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3" name="pt5573"/>
            <p:cNvSpPr/>
            <p:nvPr/>
          </p:nvSpPr>
          <p:spPr>
            <a:xfrm>
              <a:off x="2687154" y="947872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4" name="pl5574"/>
            <p:cNvSpPr/>
            <p:nvPr/>
          </p:nvSpPr>
          <p:spPr>
            <a:xfrm>
              <a:off x="2606805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5" name="pl5575"/>
            <p:cNvSpPr/>
            <p:nvPr/>
          </p:nvSpPr>
          <p:spPr>
            <a:xfrm>
              <a:off x="2606805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6" name="pl5576"/>
            <p:cNvSpPr/>
            <p:nvPr/>
          </p:nvSpPr>
          <p:spPr>
            <a:xfrm>
              <a:off x="2596691" y="96579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7" name="pl5577"/>
            <p:cNvSpPr/>
            <p:nvPr/>
          </p:nvSpPr>
          <p:spPr>
            <a:xfrm>
              <a:off x="2631221" y="96234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578" name="pt5578"/>
            <p:cNvSpPr/>
            <p:nvPr/>
          </p:nvSpPr>
          <p:spPr>
            <a:xfrm>
              <a:off x="2475769" y="967648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79" name="pt5579"/>
            <p:cNvSpPr/>
            <p:nvPr/>
          </p:nvSpPr>
          <p:spPr>
            <a:xfrm>
              <a:off x="2884724" y="929110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0" name="pt5580"/>
            <p:cNvSpPr/>
            <p:nvPr/>
          </p:nvSpPr>
          <p:spPr>
            <a:xfrm>
              <a:off x="2497813" y="9632944"/>
              <a:ext cx="80678" cy="80678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1" name="pt5581"/>
            <p:cNvSpPr/>
            <p:nvPr/>
          </p:nvSpPr>
          <p:spPr>
            <a:xfrm>
              <a:off x="2470474" y="9685933"/>
              <a:ext cx="80678" cy="80678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2" name="pt5582"/>
            <p:cNvSpPr/>
            <p:nvPr/>
          </p:nvSpPr>
          <p:spPr>
            <a:xfrm>
              <a:off x="2477268" y="948715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3" name="pt5583"/>
            <p:cNvSpPr/>
            <p:nvPr/>
          </p:nvSpPr>
          <p:spPr>
            <a:xfrm>
              <a:off x="1984488" y="1025792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4" name="pt5584"/>
            <p:cNvSpPr/>
            <p:nvPr/>
          </p:nvSpPr>
          <p:spPr>
            <a:xfrm>
              <a:off x="2477355" y="9716145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5" name="pt5585"/>
            <p:cNvSpPr/>
            <p:nvPr/>
          </p:nvSpPr>
          <p:spPr>
            <a:xfrm>
              <a:off x="2432751" y="1006326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6" name="pt5586"/>
            <p:cNvSpPr/>
            <p:nvPr/>
          </p:nvSpPr>
          <p:spPr>
            <a:xfrm>
              <a:off x="2644617" y="9465303"/>
              <a:ext cx="93868" cy="9386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7" name="pt5587"/>
            <p:cNvSpPr/>
            <p:nvPr/>
          </p:nvSpPr>
          <p:spPr>
            <a:xfrm>
              <a:off x="2432366" y="9636067"/>
              <a:ext cx="89944" cy="89944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8" name="pt5588"/>
            <p:cNvSpPr/>
            <p:nvPr/>
          </p:nvSpPr>
          <p:spPr>
            <a:xfrm>
              <a:off x="2691160" y="9442241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89" name="pt5589"/>
            <p:cNvSpPr/>
            <p:nvPr/>
          </p:nvSpPr>
          <p:spPr>
            <a:xfrm>
              <a:off x="1738221" y="9344366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0" name="pt5590"/>
            <p:cNvSpPr/>
            <p:nvPr/>
          </p:nvSpPr>
          <p:spPr>
            <a:xfrm>
              <a:off x="2488628" y="9720064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1" name="pt5591"/>
            <p:cNvSpPr/>
            <p:nvPr/>
          </p:nvSpPr>
          <p:spPr>
            <a:xfrm>
              <a:off x="2571860" y="937900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2" name="pt5592"/>
            <p:cNvSpPr/>
            <p:nvPr/>
          </p:nvSpPr>
          <p:spPr>
            <a:xfrm>
              <a:off x="2447871" y="9725774"/>
              <a:ext cx="80678" cy="80678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3" name="pt5593"/>
            <p:cNvSpPr/>
            <p:nvPr/>
          </p:nvSpPr>
          <p:spPr>
            <a:xfrm>
              <a:off x="2612661" y="9273765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4" name="pt5594"/>
            <p:cNvSpPr/>
            <p:nvPr/>
          </p:nvSpPr>
          <p:spPr>
            <a:xfrm>
              <a:off x="2798711" y="10421964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5" name="pt5595"/>
            <p:cNvSpPr/>
            <p:nvPr/>
          </p:nvSpPr>
          <p:spPr>
            <a:xfrm>
              <a:off x="2441101" y="9673809"/>
              <a:ext cx="80678" cy="80678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6" name="pt5596"/>
            <p:cNvSpPr/>
            <p:nvPr/>
          </p:nvSpPr>
          <p:spPr>
            <a:xfrm>
              <a:off x="2618943" y="9392283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7" name="pt5597"/>
            <p:cNvSpPr/>
            <p:nvPr/>
          </p:nvSpPr>
          <p:spPr>
            <a:xfrm>
              <a:off x="1734017" y="9863470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8" name="pt5598"/>
            <p:cNvSpPr/>
            <p:nvPr/>
          </p:nvSpPr>
          <p:spPr>
            <a:xfrm>
              <a:off x="2113355" y="905397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99" name="pt5599"/>
            <p:cNvSpPr/>
            <p:nvPr/>
          </p:nvSpPr>
          <p:spPr>
            <a:xfrm>
              <a:off x="2329759" y="9755705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0" name="pt5600"/>
            <p:cNvSpPr/>
            <p:nvPr/>
          </p:nvSpPr>
          <p:spPr>
            <a:xfrm>
              <a:off x="2729082" y="8824011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1" name="pt5601"/>
            <p:cNvSpPr/>
            <p:nvPr/>
          </p:nvSpPr>
          <p:spPr>
            <a:xfrm>
              <a:off x="2483783" y="9682166"/>
              <a:ext cx="80678" cy="80678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2" name="pg5602"/>
            <p:cNvSpPr/>
            <p:nvPr/>
          </p:nvSpPr>
          <p:spPr>
            <a:xfrm>
              <a:off x="3024852" y="893338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3" name="pt5603"/>
            <p:cNvSpPr/>
            <p:nvPr/>
          </p:nvSpPr>
          <p:spPr>
            <a:xfrm>
              <a:off x="2425003" y="9509457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4" name="pt5604"/>
            <p:cNvSpPr/>
            <p:nvPr/>
          </p:nvSpPr>
          <p:spPr>
            <a:xfrm>
              <a:off x="2497558" y="9656470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5" name="pt5605"/>
            <p:cNvSpPr/>
            <p:nvPr/>
          </p:nvSpPr>
          <p:spPr>
            <a:xfrm>
              <a:off x="2327295" y="913803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6" name="pt5606"/>
            <p:cNvSpPr/>
            <p:nvPr/>
          </p:nvSpPr>
          <p:spPr>
            <a:xfrm>
              <a:off x="2431799" y="9592181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7" name="pt5607"/>
            <p:cNvSpPr/>
            <p:nvPr/>
          </p:nvSpPr>
          <p:spPr>
            <a:xfrm>
              <a:off x="2411821" y="9468131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8" name="pt5608"/>
            <p:cNvSpPr/>
            <p:nvPr/>
          </p:nvSpPr>
          <p:spPr>
            <a:xfrm>
              <a:off x="2696065" y="9619727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09" name="pt5609"/>
            <p:cNvSpPr/>
            <p:nvPr/>
          </p:nvSpPr>
          <p:spPr>
            <a:xfrm>
              <a:off x="2488528" y="9774159"/>
              <a:ext cx="80678" cy="80678"/>
            </a:xfrm>
            <a:prstGeom prst="ellipse">
              <a:avLst/>
            </a:pr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0" name="pg5610"/>
            <p:cNvSpPr/>
            <p:nvPr/>
          </p:nvSpPr>
          <p:spPr>
            <a:xfrm>
              <a:off x="2438167" y="968018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1" name="pt5611"/>
            <p:cNvSpPr/>
            <p:nvPr/>
          </p:nvSpPr>
          <p:spPr>
            <a:xfrm>
              <a:off x="2429125" y="9683890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2" name="pt5612"/>
            <p:cNvSpPr/>
            <p:nvPr/>
          </p:nvSpPr>
          <p:spPr>
            <a:xfrm>
              <a:off x="2821852" y="964119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3" name="pt5613"/>
            <p:cNvSpPr/>
            <p:nvPr/>
          </p:nvSpPr>
          <p:spPr>
            <a:xfrm>
              <a:off x="3344255" y="9486962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4" name="pt5614"/>
            <p:cNvSpPr/>
            <p:nvPr/>
          </p:nvSpPr>
          <p:spPr>
            <a:xfrm>
              <a:off x="2448128" y="1000818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5" name="pt5615"/>
            <p:cNvSpPr/>
            <p:nvPr/>
          </p:nvSpPr>
          <p:spPr>
            <a:xfrm>
              <a:off x="2760572" y="9380139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6" name="pt5616"/>
            <p:cNvSpPr/>
            <p:nvPr/>
          </p:nvSpPr>
          <p:spPr>
            <a:xfrm>
              <a:off x="2234476" y="9581802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7" name="pt5617"/>
            <p:cNvSpPr/>
            <p:nvPr/>
          </p:nvSpPr>
          <p:spPr>
            <a:xfrm>
              <a:off x="2298680" y="967790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8" name="pt5618"/>
            <p:cNvSpPr/>
            <p:nvPr/>
          </p:nvSpPr>
          <p:spPr>
            <a:xfrm>
              <a:off x="2614613" y="9208106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19" name="pt5619"/>
            <p:cNvSpPr/>
            <p:nvPr/>
          </p:nvSpPr>
          <p:spPr>
            <a:xfrm>
              <a:off x="2396885" y="9731516"/>
              <a:ext cx="80678" cy="80678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0" name="pt5620"/>
            <p:cNvSpPr/>
            <p:nvPr/>
          </p:nvSpPr>
          <p:spPr>
            <a:xfrm>
              <a:off x="2451686" y="9468143"/>
              <a:ext cx="80678" cy="8067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1" name="pt5621"/>
            <p:cNvSpPr/>
            <p:nvPr/>
          </p:nvSpPr>
          <p:spPr>
            <a:xfrm>
              <a:off x="2545491" y="926762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2" name="pt5622"/>
            <p:cNvSpPr/>
            <p:nvPr/>
          </p:nvSpPr>
          <p:spPr>
            <a:xfrm>
              <a:off x="3364846" y="962727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3" name="pt5623"/>
            <p:cNvSpPr/>
            <p:nvPr/>
          </p:nvSpPr>
          <p:spPr>
            <a:xfrm>
              <a:off x="2465950" y="947270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4" name="pt5624"/>
            <p:cNvSpPr/>
            <p:nvPr/>
          </p:nvSpPr>
          <p:spPr>
            <a:xfrm>
              <a:off x="2460242" y="9666855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5" name="pt5625"/>
            <p:cNvSpPr/>
            <p:nvPr/>
          </p:nvSpPr>
          <p:spPr>
            <a:xfrm>
              <a:off x="2473279" y="9728346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6" name="pt5626"/>
            <p:cNvSpPr/>
            <p:nvPr/>
          </p:nvSpPr>
          <p:spPr>
            <a:xfrm>
              <a:off x="3139796" y="904514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7" name="pt5627"/>
            <p:cNvSpPr/>
            <p:nvPr/>
          </p:nvSpPr>
          <p:spPr>
            <a:xfrm>
              <a:off x="2845325" y="9548673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8" name="pt5628"/>
            <p:cNvSpPr/>
            <p:nvPr/>
          </p:nvSpPr>
          <p:spPr>
            <a:xfrm>
              <a:off x="2305825" y="978136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29" name="pt5629"/>
            <p:cNvSpPr/>
            <p:nvPr/>
          </p:nvSpPr>
          <p:spPr>
            <a:xfrm>
              <a:off x="2499016" y="9699612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30" name="pl5630"/>
            <p:cNvSpPr/>
            <p:nvPr/>
          </p:nvSpPr>
          <p:spPr>
            <a:xfrm>
              <a:off x="2398829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1" name="pl5631"/>
            <p:cNvSpPr/>
            <p:nvPr/>
          </p:nvSpPr>
          <p:spPr>
            <a:xfrm>
              <a:off x="2398829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2" name="pl5632"/>
            <p:cNvSpPr/>
            <p:nvPr/>
          </p:nvSpPr>
          <p:spPr>
            <a:xfrm>
              <a:off x="2378171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3" name="pl5633"/>
            <p:cNvSpPr/>
            <p:nvPr/>
          </p:nvSpPr>
          <p:spPr>
            <a:xfrm>
              <a:off x="2378171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4" name="pl5634"/>
            <p:cNvSpPr/>
            <p:nvPr/>
          </p:nvSpPr>
          <p:spPr>
            <a:xfrm>
              <a:off x="2374797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5" name="pl5635"/>
            <p:cNvSpPr/>
            <p:nvPr/>
          </p:nvSpPr>
          <p:spPr>
            <a:xfrm>
              <a:off x="2374797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36" name="pg5636"/>
            <p:cNvSpPr/>
            <p:nvPr/>
          </p:nvSpPr>
          <p:spPr>
            <a:xfrm>
              <a:off x="2450097" y="961552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37" name="pg5637"/>
            <p:cNvSpPr/>
            <p:nvPr/>
          </p:nvSpPr>
          <p:spPr>
            <a:xfrm>
              <a:off x="2544351" y="991715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38" name="pg5638"/>
            <p:cNvSpPr/>
            <p:nvPr/>
          </p:nvSpPr>
          <p:spPr>
            <a:xfrm>
              <a:off x="2446429" y="94344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39" name="pt5639"/>
            <p:cNvSpPr/>
            <p:nvPr/>
          </p:nvSpPr>
          <p:spPr>
            <a:xfrm>
              <a:off x="2440622" y="9672150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0" name="pt5640"/>
            <p:cNvSpPr/>
            <p:nvPr/>
          </p:nvSpPr>
          <p:spPr>
            <a:xfrm>
              <a:off x="2463975" y="9670331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1" name="pt5641"/>
            <p:cNvSpPr/>
            <p:nvPr/>
          </p:nvSpPr>
          <p:spPr>
            <a:xfrm>
              <a:off x="2403580" y="971260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2" name="pt5642"/>
            <p:cNvSpPr/>
            <p:nvPr/>
          </p:nvSpPr>
          <p:spPr>
            <a:xfrm>
              <a:off x="2451383" y="966189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3" name="pt5643"/>
            <p:cNvSpPr/>
            <p:nvPr/>
          </p:nvSpPr>
          <p:spPr>
            <a:xfrm>
              <a:off x="2440930" y="9576685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4" name="pt5644"/>
            <p:cNvSpPr/>
            <p:nvPr/>
          </p:nvSpPr>
          <p:spPr>
            <a:xfrm>
              <a:off x="2487937" y="9700159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5" name="pt5645"/>
            <p:cNvSpPr/>
            <p:nvPr/>
          </p:nvSpPr>
          <p:spPr>
            <a:xfrm>
              <a:off x="2473133" y="9682462"/>
              <a:ext cx="80678" cy="80678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46" name="pl5646"/>
            <p:cNvSpPr/>
            <p:nvPr/>
          </p:nvSpPr>
          <p:spPr>
            <a:xfrm>
              <a:off x="2439723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7" name="pl5647"/>
            <p:cNvSpPr/>
            <p:nvPr/>
          </p:nvSpPr>
          <p:spPr>
            <a:xfrm>
              <a:off x="2439723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8" name="pl5648"/>
            <p:cNvSpPr/>
            <p:nvPr/>
          </p:nvSpPr>
          <p:spPr>
            <a:xfrm>
              <a:off x="2429609" y="9595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49" name="pl5649"/>
            <p:cNvSpPr/>
            <p:nvPr/>
          </p:nvSpPr>
          <p:spPr>
            <a:xfrm>
              <a:off x="2464140" y="9561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50" name="pt5650"/>
            <p:cNvSpPr/>
            <p:nvPr/>
          </p:nvSpPr>
          <p:spPr>
            <a:xfrm>
              <a:off x="2420767" y="967286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1" name="pt5651"/>
            <p:cNvSpPr/>
            <p:nvPr/>
          </p:nvSpPr>
          <p:spPr>
            <a:xfrm>
              <a:off x="1905788" y="9004365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2" name="pt5652"/>
            <p:cNvSpPr/>
            <p:nvPr/>
          </p:nvSpPr>
          <p:spPr>
            <a:xfrm>
              <a:off x="2438012" y="969975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3" name="pt5653"/>
            <p:cNvSpPr/>
            <p:nvPr/>
          </p:nvSpPr>
          <p:spPr>
            <a:xfrm>
              <a:off x="2495325" y="965226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4" name="pt5654"/>
            <p:cNvSpPr/>
            <p:nvPr/>
          </p:nvSpPr>
          <p:spPr>
            <a:xfrm>
              <a:off x="3223402" y="1008843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5" name="pt5655"/>
            <p:cNvSpPr/>
            <p:nvPr/>
          </p:nvSpPr>
          <p:spPr>
            <a:xfrm>
              <a:off x="1872583" y="1012353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6" name="pt5656"/>
            <p:cNvSpPr/>
            <p:nvPr/>
          </p:nvSpPr>
          <p:spPr>
            <a:xfrm>
              <a:off x="2518036" y="9643235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7" name="pt5657"/>
            <p:cNvSpPr/>
            <p:nvPr/>
          </p:nvSpPr>
          <p:spPr>
            <a:xfrm>
              <a:off x="3119926" y="932677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8" name="pt5658"/>
            <p:cNvSpPr/>
            <p:nvPr/>
          </p:nvSpPr>
          <p:spPr>
            <a:xfrm>
              <a:off x="2808739" y="9332192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59" name="pt5659"/>
            <p:cNvSpPr/>
            <p:nvPr/>
          </p:nvSpPr>
          <p:spPr>
            <a:xfrm>
              <a:off x="3190366" y="1014052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0" name="pl5660"/>
            <p:cNvSpPr/>
            <p:nvPr/>
          </p:nvSpPr>
          <p:spPr>
            <a:xfrm>
              <a:off x="2386982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1" name="pl5661"/>
            <p:cNvSpPr/>
            <p:nvPr/>
          </p:nvSpPr>
          <p:spPr>
            <a:xfrm>
              <a:off x="2386982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2" name="pl5662"/>
            <p:cNvSpPr/>
            <p:nvPr/>
          </p:nvSpPr>
          <p:spPr>
            <a:xfrm>
              <a:off x="2376868" y="89563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3" name="pl5663"/>
            <p:cNvSpPr/>
            <p:nvPr/>
          </p:nvSpPr>
          <p:spPr>
            <a:xfrm>
              <a:off x="2411399" y="89218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664" name="pt5664"/>
            <p:cNvSpPr/>
            <p:nvPr/>
          </p:nvSpPr>
          <p:spPr>
            <a:xfrm>
              <a:off x="2521141" y="9641918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5" name="pt5665"/>
            <p:cNvSpPr/>
            <p:nvPr/>
          </p:nvSpPr>
          <p:spPr>
            <a:xfrm>
              <a:off x="2494474" y="978740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6" name="pt5666"/>
            <p:cNvSpPr/>
            <p:nvPr/>
          </p:nvSpPr>
          <p:spPr>
            <a:xfrm>
              <a:off x="2337397" y="915756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7" name="pt5667"/>
            <p:cNvSpPr/>
            <p:nvPr/>
          </p:nvSpPr>
          <p:spPr>
            <a:xfrm>
              <a:off x="2469013" y="965398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8" name="pt5668"/>
            <p:cNvSpPr/>
            <p:nvPr/>
          </p:nvSpPr>
          <p:spPr>
            <a:xfrm>
              <a:off x="2847458" y="940002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69" name="pt5669"/>
            <p:cNvSpPr/>
            <p:nvPr/>
          </p:nvSpPr>
          <p:spPr>
            <a:xfrm>
              <a:off x="2471105" y="9660838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0" name="pt5670"/>
            <p:cNvSpPr/>
            <p:nvPr/>
          </p:nvSpPr>
          <p:spPr>
            <a:xfrm>
              <a:off x="2726009" y="9290587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1" name="pt5671"/>
            <p:cNvSpPr/>
            <p:nvPr/>
          </p:nvSpPr>
          <p:spPr>
            <a:xfrm>
              <a:off x="2450833" y="9631162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2" name="pt5672"/>
            <p:cNvSpPr/>
            <p:nvPr/>
          </p:nvSpPr>
          <p:spPr>
            <a:xfrm>
              <a:off x="2510927" y="972776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3" name="pt5673"/>
            <p:cNvSpPr/>
            <p:nvPr/>
          </p:nvSpPr>
          <p:spPr>
            <a:xfrm>
              <a:off x="2501298" y="9662270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4" name="pt5674"/>
            <p:cNvSpPr/>
            <p:nvPr/>
          </p:nvSpPr>
          <p:spPr>
            <a:xfrm>
              <a:off x="2382358" y="892597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5" name="pt5675"/>
            <p:cNvSpPr/>
            <p:nvPr/>
          </p:nvSpPr>
          <p:spPr>
            <a:xfrm>
              <a:off x="2813424" y="9638385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6" name="pt5676"/>
            <p:cNvSpPr/>
            <p:nvPr/>
          </p:nvSpPr>
          <p:spPr>
            <a:xfrm>
              <a:off x="2468777" y="965037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7" name="pg5677"/>
            <p:cNvSpPr/>
            <p:nvPr/>
          </p:nvSpPr>
          <p:spPr>
            <a:xfrm>
              <a:off x="2366403" y="954938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8" name="pt5678"/>
            <p:cNvSpPr/>
            <p:nvPr/>
          </p:nvSpPr>
          <p:spPr>
            <a:xfrm>
              <a:off x="2782357" y="965142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79" name="pt5679"/>
            <p:cNvSpPr/>
            <p:nvPr/>
          </p:nvSpPr>
          <p:spPr>
            <a:xfrm>
              <a:off x="2536558" y="922796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0" name="pt5680"/>
            <p:cNvSpPr/>
            <p:nvPr/>
          </p:nvSpPr>
          <p:spPr>
            <a:xfrm>
              <a:off x="2422264" y="993024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1" name="pt5681"/>
            <p:cNvSpPr/>
            <p:nvPr/>
          </p:nvSpPr>
          <p:spPr>
            <a:xfrm>
              <a:off x="2871439" y="930177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2" name="pt5682"/>
            <p:cNvSpPr/>
            <p:nvPr/>
          </p:nvSpPr>
          <p:spPr>
            <a:xfrm>
              <a:off x="2334375" y="1037847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3" name="pt5683"/>
            <p:cNvSpPr/>
            <p:nvPr/>
          </p:nvSpPr>
          <p:spPr>
            <a:xfrm>
              <a:off x="2787270" y="881484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4" name="pg5684"/>
            <p:cNvSpPr/>
            <p:nvPr/>
          </p:nvSpPr>
          <p:spPr>
            <a:xfrm>
              <a:off x="3035294" y="1002565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5" name="pt5685"/>
            <p:cNvSpPr/>
            <p:nvPr/>
          </p:nvSpPr>
          <p:spPr>
            <a:xfrm>
              <a:off x="2461171" y="9673483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6" name="pt5686"/>
            <p:cNvSpPr/>
            <p:nvPr/>
          </p:nvSpPr>
          <p:spPr>
            <a:xfrm>
              <a:off x="1976406" y="1024944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7" name="pg5687"/>
            <p:cNvSpPr/>
            <p:nvPr/>
          </p:nvSpPr>
          <p:spPr>
            <a:xfrm>
              <a:off x="2521480" y="924772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8" name="pt5688"/>
            <p:cNvSpPr/>
            <p:nvPr/>
          </p:nvSpPr>
          <p:spPr>
            <a:xfrm>
              <a:off x="1739184" y="9336874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89" name="pt5689"/>
            <p:cNvSpPr/>
            <p:nvPr/>
          </p:nvSpPr>
          <p:spPr>
            <a:xfrm>
              <a:off x="2526659" y="977193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0" name="pt5690"/>
            <p:cNvSpPr/>
            <p:nvPr/>
          </p:nvSpPr>
          <p:spPr>
            <a:xfrm>
              <a:off x="2049056" y="899922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1" name="pt5691"/>
            <p:cNvSpPr/>
            <p:nvPr/>
          </p:nvSpPr>
          <p:spPr>
            <a:xfrm>
              <a:off x="2840915" y="951085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2" name="pt5692"/>
            <p:cNvSpPr/>
            <p:nvPr/>
          </p:nvSpPr>
          <p:spPr>
            <a:xfrm>
              <a:off x="2572138" y="941804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3" name="pt5693"/>
            <p:cNvSpPr/>
            <p:nvPr/>
          </p:nvSpPr>
          <p:spPr>
            <a:xfrm>
              <a:off x="2484952" y="9654682"/>
              <a:ext cx="48833" cy="48833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4" name="pg5694"/>
            <p:cNvSpPr/>
            <p:nvPr/>
          </p:nvSpPr>
          <p:spPr>
            <a:xfrm>
              <a:off x="2697389" y="927685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5" name="pt5695"/>
            <p:cNvSpPr/>
            <p:nvPr/>
          </p:nvSpPr>
          <p:spPr>
            <a:xfrm>
              <a:off x="2707284" y="970215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6" name="pt5696"/>
            <p:cNvSpPr/>
            <p:nvPr/>
          </p:nvSpPr>
          <p:spPr>
            <a:xfrm>
              <a:off x="1903850" y="8997297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7" name="pt5697"/>
            <p:cNvSpPr/>
            <p:nvPr/>
          </p:nvSpPr>
          <p:spPr>
            <a:xfrm>
              <a:off x="2530590" y="976693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8" name="pt5698"/>
            <p:cNvSpPr/>
            <p:nvPr/>
          </p:nvSpPr>
          <p:spPr>
            <a:xfrm>
              <a:off x="2814027" y="9550950"/>
              <a:ext cx="85604" cy="8560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99" name="pt5699"/>
            <p:cNvSpPr/>
            <p:nvPr/>
          </p:nvSpPr>
          <p:spPr>
            <a:xfrm>
              <a:off x="2893684" y="956814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0" name="pt5700"/>
            <p:cNvSpPr/>
            <p:nvPr/>
          </p:nvSpPr>
          <p:spPr>
            <a:xfrm>
              <a:off x="2836616" y="939710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1" name="pt5701"/>
            <p:cNvSpPr/>
            <p:nvPr/>
          </p:nvSpPr>
          <p:spPr>
            <a:xfrm>
              <a:off x="2389298" y="945880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2" name="pt5702"/>
            <p:cNvSpPr/>
            <p:nvPr/>
          </p:nvSpPr>
          <p:spPr>
            <a:xfrm>
              <a:off x="2456627" y="967327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3" name="pt5703"/>
            <p:cNvSpPr/>
            <p:nvPr/>
          </p:nvSpPr>
          <p:spPr>
            <a:xfrm>
              <a:off x="2569689" y="979391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4" name="pt5704"/>
            <p:cNvSpPr/>
            <p:nvPr/>
          </p:nvSpPr>
          <p:spPr>
            <a:xfrm>
              <a:off x="2859991" y="886670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5" name="pt5705"/>
            <p:cNvSpPr/>
            <p:nvPr/>
          </p:nvSpPr>
          <p:spPr>
            <a:xfrm>
              <a:off x="1919127" y="901192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6" name="pt5706"/>
            <p:cNvSpPr/>
            <p:nvPr/>
          </p:nvSpPr>
          <p:spPr>
            <a:xfrm>
              <a:off x="2488149" y="9704371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7" name="pt5707"/>
            <p:cNvSpPr/>
            <p:nvPr/>
          </p:nvSpPr>
          <p:spPr>
            <a:xfrm>
              <a:off x="2451259" y="9660042"/>
              <a:ext cx="80678" cy="80678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8" name="pt5708"/>
            <p:cNvSpPr/>
            <p:nvPr/>
          </p:nvSpPr>
          <p:spPr>
            <a:xfrm>
              <a:off x="2454374" y="9679640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09" name="pt5709"/>
            <p:cNvSpPr/>
            <p:nvPr/>
          </p:nvSpPr>
          <p:spPr>
            <a:xfrm>
              <a:off x="2402415" y="998042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0" name="pt5710"/>
            <p:cNvSpPr/>
            <p:nvPr/>
          </p:nvSpPr>
          <p:spPr>
            <a:xfrm>
              <a:off x="1743768" y="990464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1" name="pt5711"/>
            <p:cNvSpPr/>
            <p:nvPr/>
          </p:nvSpPr>
          <p:spPr>
            <a:xfrm>
              <a:off x="2331496" y="10369929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2" name="pt5712"/>
            <p:cNvSpPr/>
            <p:nvPr/>
          </p:nvSpPr>
          <p:spPr>
            <a:xfrm>
              <a:off x="2417567" y="879805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3" name="pt5713"/>
            <p:cNvSpPr/>
            <p:nvPr/>
          </p:nvSpPr>
          <p:spPr>
            <a:xfrm>
              <a:off x="2443734" y="966403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4" name="pt5714"/>
            <p:cNvSpPr/>
            <p:nvPr/>
          </p:nvSpPr>
          <p:spPr>
            <a:xfrm>
              <a:off x="2545177" y="1017361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5" name="pl5715"/>
            <p:cNvSpPr/>
            <p:nvPr/>
          </p:nvSpPr>
          <p:spPr>
            <a:xfrm>
              <a:off x="2545177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6" name="pl5716"/>
            <p:cNvSpPr/>
            <p:nvPr/>
          </p:nvSpPr>
          <p:spPr>
            <a:xfrm>
              <a:off x="2545177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17" name="pt5717"/>
            <p:cNvSpPr/>
            <p:nvPr/>
          </p:nvSpPr>
          <p:spPr>
            <a:xfrm>
              <a:off x="2467222" y="967107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8" name="pt5718"/>
            <p:cNvSpPr/>
            <p:nvPr/>
          </p:nvSpPr>
          <p:spPr>
            <a:xfrm>
              <a:off x="2350619" y="953722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19" name="pg5719"/>
            <p:cNvSpPr/>
            <p:nvPr/>
          </p:nvSpPr>
          <p:spPr>
            <a:xfrm>
              <a:off x="2564758" y="9584017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0" name="pg5720"/>
            <p:cNvSpPr/>
            <p:nvPr/>
          </p:nvSpPr>
          <p:spPr>
            <a:xfrm>
              <a:off x="2569181" y="94124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1" name="pt5721"/>
            <p:cNvSpPr/>
            <p:nvPr/>
          </p:nvSpPr>
          <p:spPr>
            <a:xfrm>
              <a:off x="2456706" y="989932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2" name="pg5722"/>
            <p:cNvSpPr/>
            <p:nvPr/>
          </p:nvSpPr>
          <p:spPr>
            <a:xfrm>
              <a:off x="2439901" y="970221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3" name="pt5723"/>
            <p:cNvSpPr/>
            <p:nvPr/>
          </p:nvSpPr>
          <p:spPr>
            <a:xfrm>
              <a:off x="2516038" y="9737293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4" name="pg5724"/>
            <p:cNvSpPr/>
            <p:nvPr/>
          </p:nvSpPr>
          <p:spPr>
            <a:xfrm>
              <a:off x="2375880" y="957359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5" name="pt5725"/>
            <p:cNvSpPr/>
            <p:nvPr/>
          </p:nvSpPr>
          <p:spPr>
            <a:xfrm>
              <a:off x="2625445" y="962414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6" name="pt5726"/>
            <p:cNvSpPr/>
            <p:nvPr/>
          </p:nvSpPr>
          <p:spPr>
            <a:xfrm>
              <a:off x="2446979" y="969116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7" name="pt5727"/>
            <p:cNvSpPr/>
            <p:nvPr/>
          </p:nvSpPr>
          <p:spPr>
            <a:xfrm>
              <a:off x="2486274" y="9687427"/>
              <a:ext cx="67219" cy="67219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8" name="pt5728"/>
            <p:cNvSpPr/>
            <p:nvPr/>
          </p:nvSpPr>
          <p:spPr>
            <a:xfrm>
              <a:off x="2434391" y="9954439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29" name="pt5729"/>
            <p:cNvSpPr/>
            <p:nvPr/>
          </p:nvSpPr>
          <p:spPr>
            <a:xfrm>
              <a:off x="2560697" y="9625591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0" name="pt5730"/>
            <p:cNvSpPr/>
            <p:nvPr/>
          </p:nvSpPr>
          <p:spPr>
            <a:xfrm>
              <a:off x="3333865" y="981714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1" name="pt5731"/>
            <p:cNvSpPr/>
            <p:nvPr/>
          </p:nvSpPr>
          <p:spPr>
            <a:xfrm>
              <a:off x="1846109" y="9971373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2" name="pt5732"/>
            <p:cNvSpPr/>
            <p:nvPr/>
          </p:nvSpPr>
          <p:spPr>
            <a:xfrm>
              <a:off x="1990936" y="896523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3" name="pt5733"/>
            <p:cNvSpPr/>
            <p:nvPr/>
          </p:nvSpPr>
          <p:spPr>
            <a:xfrm>
              <a:off x="2424478" y="9648826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4" name="pt5734"/>
            <p:cNvSpPr/>
            <p:nvPr/>
          </p:nvSpPr>
          <p:spPr>
            <a:xfrm>
              <a:off x="2493228" y="9706984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5" name="pt5735"/>
            <p:cNvSpPr/>
            <p:nvPr/>
          </p:nvSpPr>
          <p:spPr>
            <a:xfrm>
              <a:off x="2513739" y="9719736"/>
              <a:ext cx="48833" cy="48833"/>
            </a:xfrm>
            <a:prstGeom prst="ellipse">
              <a:avLst/>
            </a:prstGeom>
            <a:solidFill>
              <a:srgbClr val="E7298A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6" name="pt5736"/>
            <p:cNvSpPr/>
            <p:nvPr/>
          </p:nvSpPr>
          <p:spPr>
            <a:xfrm>
              <a:off x="2359017" y="954704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7" name="pt5737"/>
            <p:cNvSpPr/>
            <p:nvPr/>
          </p:nvSpPr>
          <p:spPr>
            <a:xfrm>
              <a:off x="2447258" y="1001864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8" name="pt5738"/>
            <p:cNvSpPr/>
            <p:nvPr/>
          </p:nvSpPr>
          <p:spPr>
            <a:xfrm>
              <a:off x="2600187" y="937856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39" name="pt5739"/>
            <p:cNvSpPr/>
            <p:nvPr/>
          </p:nvSpPr>
          <p:spPr>
            <a:xfrm>
              <a:off x="2729088" y="883638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0" name="pg5740"/>
            <p:cNvSpPr/>
            <p:nvPr/>
          </p:nvSpPr>
          <p:spPr>
            <a:xfrm>
              <a:off x="1745495" y="98931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1" name="pt5741"/>
            <p:cNvSpPr/>
            <p:nvPr/>
          </p:nvSpPr>
          <p:spPr>
            <a:xfrm>
              <a:off x="2893899" y="955672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2" name="pt5742"/>
            <p:cNvSpPr/>
            <p:nvPr/>
          </p:nvSpPr>
          <p:spPr>
            <a:xfrm>
              <a:off x="1765620" y="993316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3" name="pt5743"/>
            <p:cNvSpPr/>
            <p:nvPr/>
          </p:nvSpPr>
          <p:spPr>
            <a:xfrm>
              <a:off x="2493765" y="9472074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4" name="pt5744"/>
            <p:cNvSpPr/>
            <p:nvPr/>
          </p:nvSpPr>
          <p:spPr>
            <a:xfrm>
              <a:off x="3357673" y="9599071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5" name="pt5745"/>
            <p:cNvSpPr/>
            <p:nvPr/>
          </p:nvSpPr>
          <p:spPr>
            <a:xfrm>
              <a:off x="2800696" y="954753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6" name="pt5746"/>
            <p:cNvSpPr/>
            <p:nvPr/>
          </p:nvSpPr>
          <p:spPr>
            <a:xfrm>
              <a:off x="2546876" y="9706017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47" name="pl5747"/>
            <p:cNvSpPr/>
            <p:nvPr/>
          </p:nvSpPr>
          <p:spPr>
            <a:xfrm>
              <a:off x="2444112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8" name="pl5748"/>
            <p:cNvSpPr/>
            <p:nvPr/>
          </p:nvSpPr>
          <p:spPr>
            <a:xfrm>
              <a:off x="2444112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49" name="pl5749"/>
            <p:cNvSpPr/>
            <p:nvPr/>
          </p:nvSpPr>
          <p:spPr>
            <a:xfrm>
              <a:off x="2411795" y="9742538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0" name="pl5750"/>
            <p:cNvSpPr/>
            <p:nvPr/>
          </p:nvSpPr>
          <p:spPr>
            <a:xfrm>
              <a:off x="2522131" y="9632202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1" name="pt5751"/>
            <p:cNvSpPr/>
            <p:nvPr/>
          </p:nvSpPr>
          <p:spPr>
            <a:xfrm>
              <a:off x="1909740" y="1017020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2" name="pt5752"/>
            <p:cNvSpPr/>
            <p:nvPr/>
          </p:nvSpPr>
          <p:spPr>
            <a:xfrm>
              <a:off x="2722733" y="9285021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3" name="pt5753"/>
            <p:cNvSpPr/>
            <p:nvPr/>
          </p:nvSpPr>
          <p:spPr>
            <a:xfrm>
              <a:off x="2375933" y="976814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4" name="pt5754"/>
            <p:cNvSpPr/>
            <p:nvPr/>
          </p:nvSpPr>
          <p:spPr>
            <a:xfrm>
              <a:off x="2629421" y="9701693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5" name="pt5755"/>
            <p:cNvSpPr/>
            <p:nvPr/>
          </p:nvSpPr>
          <p:spPr>
            <a:xfrm>
              <a:off x="2403865" y="9748611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56" name="pl5756"/>
            <p:cNvSpPr/>
            <p:nvPr/>
          </p:nvSpPr>
          <p:spPr>
            <a:xfrm>
              <a:off x="2457111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7" name="pl5757"/>
            <p:cNvSpPr/>
            <p:nvPr/>
          </p:nvSpPr>
          <p:spPr>
            <a:xfrm>
              <a:off x="2457111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8" name="pl5758"/>
            <p:cNvSpPr/>
            <p:nvPr/>
          </p:nvSpPr>
          <p:spPr>
            <a:xfrm>
              <a:off x="2439382" y="977249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59" name="pl5759"/>
            <p:cNvSpPr/>
            <p:nvPr/>
          </p:nvSpPr>
          <p:spPr>
            <a:xfrm>
              <a:off x="2499914" y="9711961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60" name="pg5760"/>
            <p:cNvSpPr/>
            <p:nvPr/>
          </p:nvSpPr>
          <p:spPr>
            <a:xfrm>
              <a:off x="2459292" y="982387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1" name="pt5761"/>
            <p:cNvSpPr/>
            <p:nvPr/>
          </p:nvSpPr>
          <p:spPr>
            <a:xfrm>
              <a:off x="2698902" y="947418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2" name="pg5762"/>
            <p:cNvSpPr/>
            <p:nvPr/>
          </p:nvSpPr>
          <p:spPr>
            <a:xfrm>
              <a:off x="2635753" y="96621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3" name="pg5763"/>
            <p:cNvSpPr/>
            <p:nvPr/>
          </p:nvSpPr>
          <p:spPr>
            <a:xfrm>
              <a:off x="2643087" y="96590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4" name="pt5764"/>
            <p:cNvSpPr/>
            <p:nvPr/>
          </p:nvSpPr>
          <p:spPr>
            <a:xfrm>
              <a:off x="1815345" y="932197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5" name="pt5765"/>
            <p:cNvSpPr/>
            <p:nvPr/>
          </p:nvSpPr>
          <p:spPr>
            <a:xfrm>
              <a:off x="2492120" y="9698133"/>
              <a:ext cx="80678" cy="80678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6" name="pg5766"/>
            <p:cNvSpPr/>
            <p:nvPr/>
          </p:nvSpPr>
          <p:spPr>
            <a:xfrm>
              <a:off x="2760611" y="9367450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7" name="pt5767"/>
            <p:cNvSpPr/>
            <p:nvPr/>
          </p:nvSpPr>
          <p:spPr>
            <a:xfrm>
              <a:off x="2551124" y="9641115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8" name="pt5768"/>
            <p:cNvSpPr/>
            <p:nvPr/>
          </p:nvSpPr>
          <p:spPr>
            <a:xfrm>
              <a:off x="2468693" y="9678006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69" name="pt5769"/>
            <p:cNvSpPr/>
            <p:nvPr/>
          </p:nvSpPr>
          <p:spPr>
            <a:xfrm>
              <a:off x="2487710" y="9698185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0" name="pt5770"/>
            <p:cNvSpPr/>
            <p:nvPr/>
          </p:nvSpPr>
          <p:spPr>
            <a:xfrm>
              <a:off x="2109202" y="9065400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1" name="pt5771"/>
            <p:cNvSpPr/>
            <p:nvPr/>
          </p:nvSpPr>
          <p:spPr>
            <a:xfrm>
              <a:off x="2648822" y="1045458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2" name="pt5772"/>
            <p:cNvSpPr/>
            <p:nvPr/>
          </p:nvSpPr>
          <p:spPr>
            <a:xfrm>
              <a:off x="3196703" y="1010765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3" name="pt5773"/>
            <p:cNvSpPr/>
            <p:nvPr/>
          </p:nvSpPr>
          <p:spPr>
            <a:xfrm>
              <a:off x="2803149" y="954829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4" name="pt5774"/>
            <p:cNvSpPr/>
            <p:nvPr/>
          </p:nvSpPr>
          <p:spPr>
            <a:xfrm>
              <a:off x="2763695" y="943948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75" name="pl5775"/>
            <p:cNvSpPr/>
            <p:nvPr/>
          </p:nvSpPr>
          <p:spPr>
            <a:xfrm>
              <a:off x="2461820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6" name="pl5776"/>
            <p:cNvSpPr/>
            <p:nvPr/>
          </p:nvSpPr>
          <p:spPr>
            <a:xfrm>
              <a:off x="2461820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7" name="pl5777"/>
            <p:cNvSpPr/>
            <p:nvPr/>
          </p:nvSpPr>
          <p:spPr>
            <a:xfrm>
              <a:off x="2451706" y="971286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8" name="pl5778"/>
            <p:cNvSpPr/>
            <p:nvPr/>
          </p:nvSpPr>
          <p:spPr>
            <a:xfrm>
              <a:off x="2486237" y="96783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79" name="pt5779"/>
            <p:cNvSpPr/>
            <p:nvPr/>
          </p:nvSpPr>
          <p:spPr>
            <a:xfrm>
              <a:off x="1874416" y="10142850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0" name="pt5780"/>
            <p:cNvSpPr/>
            <p:nvPr/>
          </p:nvSpPr>
          <p:spPr>
            <a:xfrm>
              <a:off x="2474731" y="9751346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1" name="pt5781"/>
            <p:cNvSpPr/>
            <p:nvPr/>
          </p:nvSpPr>
          <p:spPr>
            <a:xfrm>
              <a:off x="2472298" y="9664329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2" name="pt5782"/>
            <p:cNvSpPr/>
            <p:nvPr/>
          </p:nvSpPr>
          <p:spPr>
            <a:xfrm>
              <a:off x="2517019" y="879078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3" name="pg5783"/>
            <p:cNvSpPr/>
            <p:nvPr/>
          </p:nvSpPr>
          <p:spPr>
            <a:xfrm>
              <a:off x="2563399" y="93888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4" name="pt5784"/>
            <p:cNvSpPr/>
            <p:nvPr/>
          </p:nvSpPr>
          <p:spPr>
            <a:xfrm>
              <a:off x="2693366" y="1044699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85" name="pl5785"/>
            <p:cNvSpPr/>
            <p:nvPr/>
          </p:nvSpPr>
          <p:spPr>
            <a:xfrm>
              <a:off x="2571416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6" name="pl5786"/>
            <p:cNvSpPr/>
            <p:nvPr/>
          </p:nvSpPr>
          <p:spPr>
            <a:xfrm>
              <a:off x="2571416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7" name="pl5787"/>
            <p:cNvSpPr/>
            <p:nvPr/>
          </p:nvSpPr>
          <p:spPr>
            <a:xfrm>
              <a:off x="2561302" y="92871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8" name="pl5788"/>
            <p:cNvSpPr/>
            <p:nvPr/>
          </p:nvSpPr>
          <p:spPr>
            <a:xfrm>
              <a:off x="2595832" y="925266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89" name="pg5789"/>
            <p:cNvSpPr/>
            <p:nvPr/>
          </p:nvSpPr>
          <p:spPr>
            <a:xfrm>
              <a:off x="2463115" y="980933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0" name="pt5790"/>
            <p:cNvSpPr/>
            <p:nvPr/>
          </p:nvSpPr>
          <p:spPr>
            <a:xfrm>
              <a:off x="2071174" y="906224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1" name="pg5791"/>
            <p:cNvSpPr/>
            <p:nvPr/>
          </p:nvSpPr>
          <p:spPr>
            <a:xfrm>
              <a:off x="2510518" y="104578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2" name="pt5792"/>
            <p:cNvSpPr/>
            <p:nvPr/>
          </p:nvSpPr>
          <p:spPr>
            <a:xfrm>
              <a:off x="2445388" y="9735121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3" name="pt5793"/>
            <p:cNvSpPr/>
            <p:nvPr/>
          </p:nvSpPr>
          <p:spPr>
            <a:xfrm>
              <a:off x="2851097" y="942027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4" name="pt5794"/>
            <p:cNvSpPr/>
            <p:nvPr/>
          </p:nvSpPr>
          <p:spPr>
            <a:xfrm>
              <a:off x="2740573" y="936313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5" name="pt5795"/>
            <p:cNvSpPr/>
            <p:nvPr/>
          </p:nvSpPr>
          <p:spPr>
            <a:xfrm>
              <a:off x="1713700" y="955417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796" name="pl5796"/>
            <p:cNvSpPr/>
            <p:nvPr/>
          </p:nvSpPr>
          <p:spPr>
            <a:xfrm>
              <a:off x="2416827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7" name="pl5797"/>
            <p:cNvSpPr/>
            <p:nvPr/>
          </p:nvSpPr>
          <p:spPr>
            <a:xfrm>
              <a:off x="2416827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8" name="pl5798"/>
            <p:cNvSpPr/>
            <p:nvPr/>
          </p:nvSpPr>
          <p:spPr>
            <a:xfrm>
              <a:off x="2406713" y="96914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99" name="pl5799"/>
            <p:cNvSpPr/>
            <p:nvPr/>
          </p:nvSpPr>
          <p:spPr>
            <a:xfrm>
              <a:off x="2441244" y="96569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00" name="pt5800"/>
            <p:cNvSpPr/>
            <p:nvPr/>
          </p:nvSpPr>
          <p:spPr>
            <a:xfrm>
              <a:off x="2965818" y="936078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1" name="pt5801"/>
            <p:cNvSpPr/>
            <p:nvPr/>
          </p:nvSpPr>
          <p:spPr>
            <a:xfrm>
              <a:off x="2551700" y="9902353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2" name="pt5802"/>
            <p:cNvSpPr/>
            <p:nvPr/>
          </p:nvSpPr>
          <p:spPr>
            <a:xfrm>
              <a:off x="2692863" y="9460414"/>
              <a:ext cx="80678" cy="80678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3" name="pt5803"/>
            <p:cNvSpPr/>
            <p:nvPr/>
          </p:nvSpPr>
          <p:spPr>
            <a:xfrm>
              <a:off x="2340930" y="1038827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4" name="pt5804"/>
            <p:cNvSpPr/>
            <p:nvPr/>
          </p:nvSpPr>
          <p:spPr>
            <a:xfrm>
              <a:off x="2436498" y="973746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5" name="pt5805"/>
            <p:cNvSpPr/>
            <p:nvPr/>
          </p:nvSpPr>
          <p:spPr>
            <a:xfrm>
              <a:off x="2553385" y="9636754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6" name="pt5806"/>
            <p:cNvSpPr/>
            <p:nvPr/>
          </p:nvSpPr>
          <p:spPr>
            <a:xfrm>
              <a:off x="3329579" y="978571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7" name="pt5807"/>
            <p:cNvSpPr/>
            <p:nvPr/>
          </p:nvSpPr>
          <p:spPr>
            <a:xfrm>
              <a:off x="1697126" y="953945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8" name="pt5808"/>
            <p:cNvSpPr/>
            <p:nvPr/>
          </p:nvSpPr>
          <p:spPr>
            <a:xfrm>
              <a:off x="2501325" y="9734150"/>
              <a:ext cx="85604" cy="85604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09" name="pt5809"/>
            <p:cNvSpPr/>
            <p:nvPr/>
          </p:nvSpPr>
          <p:spPr>
            <a:xfrm>
              <a:off x="2419864" y="1035761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0" name="pt5810"/>
            <p:cNvSpPr/>
            <p:nvPr/>
          </p:nvSpPr>
          <p:spPr>
            <a:xfrm>
              <a:off x="2472756" y="9651892"/>
              <a:ext cx="80678" cy="80678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1" name="pt5811"/>
            <p:cNvSpPr/>
            <p:nvPr/>
          </p:nvSpPr>
          <p:spPr>
            <a:xfrm>
              <a:off x="2237457" y="9581699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2" name="pt5812"/>
            <p:cNvSpPr/>
            <p:nvPr/>
          </p:nvSpPr>
          <p:spPr>
            <a:xfrm>
              <a:off x="2731108" y="9279999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3" name="pt5813"/>
            <p:cNvSpPr/>
            <p:nvPr/>
          </p:nvSpPr>
          <p:spPr>
            <a:xfrm>
              <a:off x="2592628" y="999822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4" name="pt5814"/>
            <p:cNvSpPr/>
            <p:nvPr/>
          </p:nvSpPr>
          <p:spPr>
            <a:xfrm>
              <a:off x="2544815" y="976478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15" name="pl5815"/>
            <p:cNvSpPr/>
            <p:nvPr/>
          </p:nvSpPr>
          <p:spPr>
            <a:xfrm>
              <a:off x="2529090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6" name="pl5816"/>
            <p:cNvSpPr/>
            <p:nvPr/>
          </p:nvSpPr>
          <p:spPr>
            <a:xfrm>
              <a:off x="2529090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7" name="pl5817"/>
            <p:cNvSpPr/>
            <p:nvPr/>
          </p:nvSpPr>
          <p:spPr>
            <a:xfrm>
              <a:off x="2518977" y="97409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8" name="pl5818"/>
            <p:cNvSpPr/>
            <p:nvPr/>
          </p:nvSpPr>
          <p:spPr>
            <a:xfrm>
              <a:off x="2553507" y="97064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19" name="pt5819"/>
            <p:cNvSpPr/>
            <p:nvPr/>
          </p:nvSpPr>
          <p:spPr>
            <a:xfrm>
              <a:off x="3299237" y="927351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20" name="pt5820"/>
            <p:cNvSpPr/>
            <p:nvPr/>
          </p:nvSpPr>
          <p:spPr>
            <a:xfrm>
              <a:off x="2505841" y="9672570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21" name="pt5821"/>
            <p:cNvSpPr/>
            <p:nvPr/>
          </p:nvSpPr>
          <p:spPr>
            <a:xfrm>
              <a:off x="3019408" y="895497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2" name="pl5822"/>
            <p:cNvSpPr/>
            <p:nvPr/>
          </p:nvSpPr>
          <p:spPr>
            <a:xfrm>
              <a:off x="3019408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3" name="pl5823"/>
            <p:cNvSpPr/>
            <p:nvPr/>
          </p:nvSpPr>
          <p:spPr>
            <a:xfrm>
              <a:off x="3019408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4" name="pt5824"/>
            <p:cNvSpPr/>
            <p:nvPr/>
          </p:nvSpPr>
          <p:spPr>
            <a:xfrm>
              <a:off x="2482464" y="9679913"/>
              <a:ext cx="74834" cy="74834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25" name="pl5825"/>
            <p:cNvSpPr/>
            <p:nvPr/>
          </p:nvSpPr>
          <p:spPr>
            <a:xfrm>
              <a:off x="2642966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6" name="pl5826"/>
            <p:cNvSpPr/>
            <p:nvPr/>
          </p:nvSpPr>
          <p:spPr>
            <a:xfrm>
              <a:off x="2642966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7" name="pl5827"/>
            <p:cNvSpPr/>
            <p:nvPr/>
          </p:nvSpPr>
          <p:spPr>
            <a:xfrm>
              <a:off x="2632852" y="92341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8" name="pl5828"/>
            <p:cNvSpPr/>
            <p:nvPr/>
          </p:nvSpPr>
          <p:spPr>
            <a:xfrm>
              <a:off x="2667383" y="91996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29" name="pg5829"/>
            <p:cNvSpPr/>
            <p:nvPr/>
          </p:nvSpPr>
          <p:spPr>
            <a:xfrm>
              <a:off x="2555374" y="987355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30" name="pg5830"/>
            <p:cNvSpPr/>
            <p:nvPr/>
          </p:nvSpPr>
          <p:spPr>
            <a:xfrm>
              <a:off x="2627290" y="96501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31" name="pt5831"/>
            <p:cNvSpPr/>
            <p:nvPr/>
          </p:nvSpPr>
          <p:spPr>
            <a:xfrm>
              <a:off x="2450483" y="975898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32" name="pl5832"/>
            <p:cNvSpPr/>
            <p:nvPr/>
          </p:nvSpPr>
          <p:spPr>
            <a:xfrm>
              <a:off x="3003161" y="1178295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3" name="pl5833"/>
            <p:cNvSpPr/>
            <p:nvPr/>
          </p:nvSpPr>
          <p:spPr>
            <a:xfrm>
              <a:off x="3089795" y="1118128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4" name="pl5834"/>
            <p:cNvSpPr/>
            <p:nvPr/>
          </p:nvSpPr>
          <p:spPr>
            <a:xfrm>
              <a:off x="3109383" y="11185376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5" name="pl5835"/>
            <p:cNvSpPr/>
            <p:nvPr/>
          </p:nvSpPr>
          <p:spPr>
            <a:xfrm>
              <a:off x="2606146" y="1196260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6" name="pl5836"/>
            <p:cNvSpPr/>
            <p:nvPr/>
          </p:nvSpPr>
          <p:spPr>
            <a:xfrm>
              <a:off x="2609216" y="1188915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7" name="pl5837"/>
            <p:cNvSpPr/>
            <p:nvPr/>
          </p:nvSpPr>
          <p:spPr>
            <a:xfrm>
              <a:off x="2588599" y="11406119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8" name="pl5838"/>
            <p:cNvSpPr/>
            <p:nvPr/>
          </p:nvSpPr>
          <p:spPr>
            <a:xfrm>
              <a:off x="2980697" y="1174736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39" name="pl5839"/>
            <p:cNvSpPr/>
            <p:nvPr/>
          </p:nvSpPr>
          <p:spPr>
            <a:xfrm>
              <a:off x="2621980" y="1225048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0" name="pl5840"/>
            <p:cNvSpPr/>
            <p:nvPr/>
          </p:nvSpPr>
          <p:spPr>
            <a:xfrm>
              <a:off x="2389205" y="11498794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1" name="pl5841"/>
            <p:cNvSpPr/>
            <p:nvPr/>
          </p:nvSpPr>
          <p:spPr>
            <a:xfrm>
              <a:off x="2597615" y="1196683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2" name="pl5842"/>
            <p:cNvSpPr/>
            <p:nvPr/>
          </p:nvSpPr>
          <p:spPr>
            <a:xfrm>
              <a:off x="2580319" y="1198307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3" name="pl5843"/>
            <p:cNvSpPr/>
            <p:nvPr/>
          </p:nvSpPr>
          <p:spPr>
            <a:xfrm>
              <a:off x="2495302" y="11422520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4" name="pl5844"/>
            <p:cNvSpPr/>
            <p:nvPr/>
          </p:nvSpPr>
          <p:spPr>
            <a:xfrm>
              <a:off x="2244227" y="1233267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5" name="pl5845"/>
            <p:cNvSpPr/>
            <p:nvPr/>
          </p:nvSpPr>
          <p:spPr>
            <a:xfrm>
              <a:off x="2512197" y="11419445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6" name="pl5846"/>
            <p:cNvSpPr/>
            <p:nvPr/>
          </p:nvSpPr>
          <p:spPr>
            <a:xfrm>
              <a:off x="2539545" y="1140805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7" name="pl5847"/>
            <p:cNvSpPr/>
            <p:nvPr/>
          </p:nvSpPr>
          <p:spPr>
            <a:xfrm>
              <a:off x="2429104" y="1146776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8" name="pl5848"/>
            <p:cNvSpPr/>
            <p:nvPr/>
          </p:nvSpPr>
          <p:spPr>
            <a:xfrm>
              <a:off x="2428802" y="11446613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49" name="pl5849"/>
            <p:cNvSpPr/>
            <p:nvPr/>
          </p:nvSpPr>
          <p:spPr>
            <a:xfrm>
              <a:off x="2417932" y="1146776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0" name="pl5850"/>
            <p:cNvSpPr/>
            <p:nvPr/>
          </p:nvSpPr>
          <p:spPr>
            <a:xfrm>
              <a:off x="2429104" y="1146737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1" name="pl5851"/>
            <p:cNvSpPr/>
            <p:nvPr/>
          </p:nvSpPr>
          <p:spPr>
            <a:xfrm>
              <a:off x="2429104" y="1146641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2" name="pl5852"/>
            <p:cNvSpPr/>
            <p:nvPr/>
          </p:nvSpPr>
          <p:spPr>
            <a:xfrm>
              <a:off x="2669937" y="1163462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3" name="pl5853"/>
            <p:cNvSpPr/>
            <p:nvPr/>
          </p:nvSpPr>
          <p:spPr>
            <a:xfrm>
              <a:off x="2465133" y="1140404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4" name="pl5854"/>
            <p:cNvSpPr/>
            <p:nvPr/>
          </p:nvSpPr>
          <p:spPr>
            <a:xfrm>
              <a:off x="2419622" y="11435345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5" name="pl5855"/>
            <p:cNvSpPr/>
            <p:nvPr/>
          </p:nvSpPr>
          <p:spPr>
            <a:xfrm>
              <a:off x="2430842" y="1143702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6" name="pl5856"/>
            <p:cNvSpPr/>
            <p:nvPr/>
          </p:nvSpPr>
          <p:spPr>
            <a:xfrm>
              <a:off x="2156158" y="10966326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7" name="pl5857"/>
            <p:cNvSpPr/>
            <p:nvPr/>
          </p:nvSpPr>
          <p:spPr>
            <a:xfrm>
              <a:off x="2444378" y="11468174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8" name="pl5858"/>
            <p:cNvSpPr/>
            <p:nvPr/>
          </p:nvSpPr>
          <p:spPr>
            <a:xfrm>
              <a:off x="2444003" y="11468174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59" name="pl5859"/>
            <p:cNvSpPr/>
            <p:nvPr/>
          </p:nvSpPr>
          <p:spPr>
            <a:xfrm>
              <a:off x="2444378" y="11468174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0" name="pl5860"/>
            <p:cNvSpPr/>
            <p:nvPr/>
          </p:nvSpPr>
          <p:spPr>
            <a:xfrm>
              <a:off x="2444378" y="11468174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1" name="pl5861"/>
            <p:cNvSpPr/>
            <p:nvPr/>
          </p:nvSpPr>
          <p:spPr>
            <a:xfrm>
              <a:off x="2441800" y="11468174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2" name="pl5862"/>
            <p:cNvSpPr/>
            <p:nvPr/>
          </p:nvSpPr>
          <p:spPr>
            <a:xfrm>
              <a:off x="2444378" y="11468174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3" name="pl5863"/>
            <p:cNvSpPr/>
            <p:nvPr/>
          </p:nvSpPr>
          <p:spPr>
            <a:xfrm>
              <a:off x="2715052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4" name="pl5864"/>
            <p:cNvSpPr/>
            <p:nvPr/>
          </p:nvSpPr>
          <p:spPr>
            <a:xfrm>
              <a:off x="2715052" y="1166762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5" name="pl5865"/>
            <p:cNvSpPr/>
            <p:nvPr/>
          </p:nvSpPr>
          <p:spPr>
            <a:xfrm>
              <a:off x="1980270" y="11131386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6" name="pl5866"/>
            <p:cNvSpPr/>
            <p:nvPr/>
          </p:nvSpPr>
          <p:spPr>
            <a:xfrm>
              <a:off x="1980270" y="1111056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7" name="pl5867"/>
            <p:cNvSpPr/>
            <p:nvPr/>
          </p:nvSpPr>
          <p:spPr>
            <a:xfrm>
              <a:off x="2443077" y="11481565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8" name="pl5868"/>
            <p:cNvSpPr/>
            <p:nvPr/>
          </p:nvSpPr>
          <p:spPr>
            <a:xfrm>
              <a:off x="2860858" y="10975690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69" name="pl5869"/>
            <p:cNvSpPr/>
            <p:nvPr/>
          </p:nvSpPr>
          <p:spPr>
            <a:xfrm>
              <a:off x="2342232" y="11481335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0" name="pl5870"/>
            <p:cNvSpPr/>
            <p:nvPr/>
          </p:nvSpPr>
          <p:spPr>
            <a:xfrm>
              <a:off x="2379466" y="1143881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1" name="pl5871"/>
            <p:cNvSpPr/>
            <p:nvPr/>
          </p:nvSpPr>
          <p:spPr>
            <a:xfrm>
              <a:off x="2366473" y="1092522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2" name="pl5872"/>
            <p:cNvSpPr/>
            <p:nvPr/>
          </p:nvSpPr>
          <p:spPr>
            <a:xfrm>
              <a:off x="1853100" y="1138021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3" name="pl5873"/>
            <p:cNvSpPr/>
            <p:nvPr/>
          </p:nvSpPr>
          <p:spPr>
            <a:xfrm>
              <a:off x="1858792" y="11391152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4" name="pl5874"/>
            <p:cNvSpPr/>
            <p:nvPr/>
          </p:nvSpPr>
          <p:spPr>
            <a:xfrm>
              <a:off x="2115543" y="1174501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5" name="pl5875"/>
            <p:cNvSpPr/>
            <p:nvPr/>
          </p:nvSpPr>
          <p:spPr>
            <a:xfrm>
              <a:off x="2699386" y="1239290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6" name="pl5876"/>
            <p:cNvSpPr/>
            <p:nvPr/>
          </p:nvSpPr>
          <p:spPr>
            <a:xfrm>
              <a:off x="2374666" y="1146840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7" name="pl5877"/>
            <p:cNvSpPr/>
            <p:nvPr/>
          </p:nvSpPr>
          <p:spPr>
            <a:xfrm>
              <a:off x="2374062" y="11450538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8" name="pl5878"/>
            <p:cNvSpPr/>
            <p:nvPr/>
          </p:nvSpPr>
          <p:spPr>
            <a:xfrm>
              <a:off x="2591579" y="1183688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79" name="pl5879"/>
            <p:cNvSpPr/>
            <p:nvPr/>
          </p:nvSpPr>
          <p:spPr>
            <a:xfrm>
              <a:off x="2574533" y="11863991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0" name="pl5880"/>
            <p:cNvSpPr/>
            <p:nvPr/>
          </p:nvSpPr>
          <p:spPr>
            <a:xfrm>
              <a:off x="2406133" y="1142267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1" name="pl5881"/>
            <p:cNvSpPr/>
            <p:nvPr/>
          </p:nvSpPr>
          <p:spPr>
            <a:xfrm>
              <a:off x="2393850" y="1142267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2" name="pl5882"/>
            <p:cNvSpPr/>
            <p:nvPr/>
          </p:nvSpPr>
          <p:spPr>
            <a:xfrm>
              <a:off x="2409263" y="1142267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3" name="pl5883"/>
            <p:cNvSpPr/>
            <p:nvPr/>
          </p:nvSpPr>
          <p:spPr>
            <a:xfrm>
              <a:off x="2400770" y="1140963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4" name="pl5884"/>
            <p:cNvSpPr/>
            <p:nvPr/>
          </p:nvSpPr>
          <p:spPr>
            <a:xfrm>
              <a:off x="2409263" y="1141580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5" name="pl5885"/>
            <p:cNvSpPr/>
            <p:nvPr/>
          </p:nvSpPr>
          <p:spPr>
            <a:xfrm>
              <a:off x="2399591" y="1142267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6" name="pl5886"/>
            <p:cNvSpPr/>
            <p:nvPr/>
          </p:nvSpPr>
          <p:spPr>
            <a:xfrm>
              <a:off x="2419622" y="1139993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7" name="pl5887"/>
            <p:cNvSpPr/>
            <p:nvPr/>
          </p:nvSpPr>
          <p:spPr>
            <a:xfrm>
              <a:off x="2423777" y="1136849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8" name="pl5888"/>
            <p:cNvSpPr/>
            <p:nvPr/>
          </p:nvSpPr>
          <p:spPr>
            <a:xfrm>
              <a:off x="2713660" y="11794527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89" name="pl5889"/>
            <p:cNvSpPr/>
            <p:nvPr/>
          </p:nvSpPr>
          <p:spPr>
            <a:xfrm>
              <a:off x="2723881" y="11794527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0" name="pl5890"/>
            <p:cNvSpPr/>
            <p:nvPr/>
          </p:nvSpPr>
          <p:spPr>
            <a:xfrm>
              <a:off x="2723881" y="11794527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1" name="pl5891"/>
            <p:cNvSpPr/>
            <p:nvPr/>
          </p:nvSpPr>
          <p:spPr>
            <a:xfrm>
              <a:off x="2723881" y="11794527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2" name="pl5892"/>
            <p:cNvSpPr/>
            <p:nvPr/>
          </p:nvSpPr>
          <p:spPr>
            <a:xfrm>
              <a:off x="2723881" y="11794527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3" name="pl5893"/>
            <p:cNvSpPr/>
            <p:nvPr/>
          </p:nvSpPr>
          <p:spPr>
            <a:xfrm>
              <a:off x="2723881" y="11794527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4" name="pl5894"/>
            <p:cNvSpPr/>
            <p:nvPr/>
          </p:nvSpPr>
          <p:spPr>
            <a:xfrm>
              <a:off x="2645013" y="11794527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5" name="pl5895"/>
            <p:cNvSpPr/>
            <p:nvPr/>
          </p:nvSpPr>
          <p:spPr>
            <a:xfrm>
              <a:off x="2723881" y="11794527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6" name="pl5896"/>
            <p:cNvSpPr/>
            <p:nvPr/>
          </p:nvSpPr>
          <p:spPr>
            <a:xfrm>
              <a:off x="2723881" y="1178229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7" name="pl5897"/>
            <p:cNvSpPr/>
            <p:nvPr/>
          </p:nvSpPr>
          <p:spPr>
            <a:xfrm>
              <a:off x="2723881" y="11794527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8" name="pl5898"/>
            <p:cNvSpPr/>
            <p:nvPr/>
          </p:nvSpPr>
          <p:spPr>
            <a:xfrm>
              <a:off x="2723881" y="11794527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899" name="pl5899"/>
            <p:cNvSpPr/>
            <p:nvPr/>
          </p:nvSpPr>
          <p:spPr>
            <a:xfrm>
              <a:off x="2723881" y="11785337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0" name="pl5900"/>
            <p:cNvSpPr/>
            <p:nvPr/>
          </p:nvSpPr>
          <p:spPr>
            <a:xfrm>
              <a:off x="2719963" y="11794527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1" name="pl5901"/>
            <p:cNvSpPr/>
            <p:nvPr/>
          </p:nvSpPr>
          <p:spPr>
            <a:xfrm>
              <a:off x="2708547" y="11794527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2" name="pl5902"/>
            <p:cNvSpPr/>
            <p:nvPr/>
          </p:nvSpPr>
          <p:spPr>
            <a:xfrm>
              <a:off x="2723881" y="11794527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3" name="pl5903"/>
            <p:cNvSpPr/>
            <p:nvPr/>
          </p:nvSpPr>
          <p:spPr>
            <a:xfrm>
              <a:off x="2723881" y="11794527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4" name="pl5904"/>
            <p:cNvSpPr/>
            <p:nvPr/>
          </p:nvSpPr>
          <p:spPr>
            <a:xfrm>
              <a:off x="2723881" y="11794527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5" name="pl5905"/>
            <p:cNvSpPr/>
            <p:nvPr/>
          </p:nvSpPr>
          <p:spPr>
            <a:xfrm>
              <a:off x="2503656" y="1140971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6" name="pl5906"/>
            <p:cNvSpPr/>
            <p:nvPr/>
          </p:nvSpPr>
          <p:spPr>
            <a:xfrm>
              <a:off x="2452137" y="1136496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7" name="pl5907"/>
            <p:cNvSpPr/>
            <p:nvPr/>
          </p:nvSpPr>
          <p:spPr>
            <a:xfrm>
              <a:off x="2452137" y="1135281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8" name="pl5908"/>
            <p:cNvSpPr/>
            <p:nvPr/>
          </p:nvSpPr>
          <p:spPr>
            <a:xfrm>
              <a:off x="2442884" y="11399876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09" name="pl5909"/>
            <p:cNvSpPr/>
            <p:nvPr/>
          </p:nvSpPr>
          <p:spPr>
            <a:xfrm>
              <a:off x="2421278" y="11399876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0" name="pl5910"/>
            <p:cNvSpPr/>
            <p:nvPr/>
          </p:nvSpPr>
          <p:spPr>
            <a:xfrm>
              <a:off x="2452137" y="1138431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1" name="pl5911"/>
            <p:cNvSpPr/>
            <p:nvPr/>
          </p:nvSpPr>
          <p:spPr>
            <a:xfrm>
              <a:off x="2452137" y="11387921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2" name="pl5912"/>
            <p:cNvSpPr/>
            <p:nvPr/>
          </p:nvSpPr>
          <p:spPr>
            <a:xfrm>
              <a:off x="2452137" y="1136090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3" name="pl5913"/>
            <p:cNvSpPr/>
            <p:nvPr/>
          </p:nvSpPr>
          <p:spPr>
            <a:xfrm>
              <a:off x="2452137" y="11393416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4" name="pl5914"/>
            <p:cNvSpPr/>
            <p:nvPr/>
          </p:nvSpPr>
          <p:spPr>
            <a:xfrm>
              <a:off x="2428802" y="11399876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5" name="pl5915"/>
            <p:cNvSpPr/>
            <p:nvPr/>
          </p:nvSpPr>
          <p:spPr>
            <a:xfrm>
              <a:off x="2430552" y="11399876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6" name="pl5916"/>
            <p:cNvSpPr/>
            <p:nvPr/>
          </p:nvSpPr>
          <p:spPr>
            <a:xfrm>
              <a:off x="2452137" y="11399876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7" name="pl5917"/>
            <p:cNvSpPr/>
            <p:nvPr/>
          </p:nvSpPr>
          <p:spPr>
            <a:xfrm>
              <a:off x="2309682" y="1146815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8" name="pl5918"/>
            <p:cNvSpPr/>
            <p:nvPr/>
          </p:nvSpPr>
          <p:spPr>
            <a:xfrm>
              <a:off x="2367655" y="1147987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19" name="pl5919"/>
            <p:cNvSpPr/>
            <p:nvPr/>
          </p:nvSpPr>
          <p:spPr>
            <a:xfrm>
              <a:off x="2486737" y="1143008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0" name="pl5920"/>
            <p:cNvSpPr/>
            <p:nvPr/>
          </p:nvSpPr>
          <p:spPr>
            <a:xfrm>
              <a:off x="2183520" y="1132799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1" name="pl5921"/>
            <p:cNvSpPr/>
            <p:nvPr/>
          </p:nvSpPr>
          <p:spPr>
            <a:xfrm>
              <a:off x="2936758" y="1102105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2" name="pl5922"/>
            <p:cNvSpPr/>
            <p:nvPr/>
          </p:nvSpPr>
          <p:spPr>
            <a:xfrm>
              <a:off x="1980270" y="11131386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3" name="pl5923"/>
            <p:cNvSpPr/>
            <p:nvPr/>
          </p:nvSpPr>
          <p:spPr>
            <a:xfrm>
              <a:off x="2640824" y="1177737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4" name="pl5924"/>
            <p:cNvSpPr/>
            <p:nvPr/>
          </p:nvSpPr>
          <p:spPr>
            <a:xfrm>
              <a:off x="2661880" y="1163460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5" name="pl5925"/>
            <p:cNvSpPr/>
            <p:nvPr/>
          </p:nvSpPr>
          <p:spPr>
            <a:xfrm>
              <a:off x="2661880" y="1175985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6" name="pl5926"/>
            <p:cNvSpPr/>
            <p:nvPr/>
          </p:nvSpPr>
          <p:spPr>
            <a:xfrm>
              <a:off x="2603174" y="1223304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7" name="pl5927"/>
            <p:cNvSpPr/>
            <p:nvPr/>
          </p:nvSpPr>
          <p:spPr>
            <a:xfrm>
              <a:off x="2607716" y="1223304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8" name="pl5928"/>
            <p:cNvSpPr/>
            <p:nvPr/>
          </p:nvSpPr>
          <p:spPr>
            <a:xfrm>
              <a:off x="2607365" y="1219368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29" name="pl5929"/>
            <p:cNvSpPr/>
            <p:nvPr/>
          </p:nvSpPr>
          <p:spPr>
            <a:xfrm>
              <a:off x="2605020" y="1223304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0" name="pl5930"/>
            <p:cNvSpPr/>
            <p:nvPr/>
          </p:nvSpPr>
          <p:spPr>
            <a:xfrm>
              <a:off x="2584685" y="1223304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1" name="pl5931"/>
            <p:cNvSpPr/>
            <p:nvPr/>
          </p:nvSpPr>
          <p:spPr>
            <a:xfrm>
              <a:off x="2607716" y="1222626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2" name="pl5932"/>
            <p:cNvSpPr/>
            <p:nvPr/>
          </p:nvSpPr>
          <p:spPr>
            <a:xfrm>
              <a:off x="2465294" y="1134099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3" name="pl5933"/>
            <p:cNvSpPr/>
            <p:nvPr/>
          </p:nvSpPr>
          <p:spPr>
            <a:xfrm>
              <a:off x="1865545" y="1197065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4" name="pl5934"/>
            <p:cNvSpPr/>
            <p:nvPr/>
          </p:nvSpPr>
          <p:spPr>
            <a:xfrm>
              <a:off x="2737886" y="1158277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5" name="pl5935"/>
            <p:cNvSpPr/>
            <p:nvPr/>
          </p:nvSpPr>
          <p:spPr>
            <a:xfrm>
              <a:off x="2728174" y="1161583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6" name="pl5936"/>
            <p:cNvSpPr/>
            <p:nvPr/>
          </p:nvSpPr>
          <p:spPr>
            <a:xfrm>
              <a:off x="2723378" y="11590402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7" name="pl5937"/>
            <p:cNvSpPr/>
            <p:nvPr/>
          </p:nvSpPr>
          <p:spPr>
            <a:xfrm>
              <a:off x="2728142" y="1160018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8" name="pl5938"/>
            <p:cNvSpPr/>
            <p:nvPr/>
          </p:nvSpPr>
          <p:spPr>
            <a:xfrm>
              <a:off x="2737886" y="1161583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39" name="pl5939"/>
            <p:cNvSpPr/>
            <p:nvPr/>
          </p:nvSpPr>
          <p:spPr>
            <a:xfrm>
              <a:off x="2732789" y="1160310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0" name="pl5940"/>
            <p:cNvSpPr/>
            <p:nvPr/>
          </p:nvSpPr>
          <p:spPr>
            <a:xfrm>
              <a:off x="2737886" y="1161583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1" name="pl5941"/>
            <p:cNvSpPr/>
            <p:nvPr/>
          </p:nvSpPr>
          <p:spPr>
            <a:xfrm>
              <a:off x="2721164" y="1161583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2" name="pl5942"/>
            <p:cNvSpPr/>
            <p:nvPr/>
          </p:nvSpPr>
          <p:spPr>
            <a:xfrm>
              <a:off x="2737886" y="1161583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3" name="pl5943"/>
            <p:cNvSpPr/>
            <p:nvPr/>
          </p:nvSpPr>
          <p:spPr>
            <a:xfrm>
              <a:off x="2727167" y="1161186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4" name="pl5944"/>
            <p:cNvSpPr/>
            <p:nvPr/>
          </p:nvSpPr>
          <p:spPr>
            <a:xfrm>
              <a:off x="2722856" y="1161570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5" name="pl5945"/>
            <p:cNvSpPr/>
            <p:nvPr/>
          </p:nvSpPr>
          <p:spPr>
            <a:xfrm>
              <a:off x="2737886" y="1161583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6" name="pl5946"/>
            <p:cNvSpPr/>
            <p:nvPr/>
          </p:nvSpPr>
          <p:spPr>
            <a:xfrm>
              <a:off x="2737886" y="1161583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7" name="pl5947"/>
            <p:cNvSpPr/>
            <p:nvPr/>
          </p:nvSpPr>
          <p:spPr>
            <a:xfrm>
              <a:off x="2737886" y="1160409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8" name="pl5948"/>
            <p:cNvSpPr/>
            <p:nvPr/>
          </p:nvSpPr>
          <p:spPr>
            <a:xfrm>
              <a:off x="2737886" y="1161583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49" name="pl5949"/>
            <p:cNvSpPr/>
            <p:nvPr/>
          </p:nvSpPr>
          <p:spPr>
            <a:xfrm>
              <a:off x="2737886" y="11612791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0" name="pl5950"/>
            <p:cNvSpPr/>
            <p:nvPr/>
          </p:nvSpPr>
          <p:spPr>
            <a:xfrm>
              <a:off x="2737886" y="1160725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1" name="pl5951"/>
            <p:cNvSpPr/>
            <p:nvPr/>
          </p:nvSpPr>
          <p:spPr>
            <a:xfrm>
              <a:off x="2737886" y="1161583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2" name="pl5952"/>
            <p:cNvSpPr/>
            <p:nvPr/>
          </p:nvSpPr>
          <p:spPr>
            <a:xfrm>
              <a:off x="2737886" y="11605622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3" name="pl5953"/>
            <p:cNvSpPr/>
            <p:nvPr/>
          </p:nvSpPr>
          <p:spPr>
            <a:xfrm>
              <a:off x="2683564" y="1161583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4" name="pl5954"/>
            <p:cNvSpPr/>
            <p:nvPr/>
          </p:nvSpPr>
          <p:spPr>
            <a:xfrm>
              <a:off x="2726301" y="1161583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5" name="pl5955"/>
            <p:cNvSpPr/>
            <p:nvPr/>
          </p:nvSpPr>
          <p:spPr>
            <a:xfrm>
              <a:off x="2727959" y="1161583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6" name="pl5956"/>
            <p:cNvSpPr/>
            <p:nvPr/>
          </p:nvSpPr>
          <p:spPr>
            <a:xfrm>
              <a:off x="2737886" y="1156568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7" name="pl5957"/>
            <p:cNvSpPr/>
            <p:nvPr/>
          </p:nvSpPr>
          <p:spPr>
            <a:xfrm>
              <a:off x="2737886" y="1158794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8" name="pl5958"/>
            <p:cNvSpPr/>
            <p:nvPr/>
          </p:nvSpPr>
          <p:spPr>
            <a:xfrm>
              <a:off x="2737886" y="11597103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59" name="pl5959"/>
            <p:cNvSpPr/>
            <p:nvPr/>
          </p:nvSpPr>
          <p:spPr>
            <a:xfrm>
              <a:off x="2374792" y="1142627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0" name="pl5960"/>
            <p:cNvSpPr/>
            <p:nvPr/>
          </p:nvSpPr>
          <p:spPr>
            <a:xfrm>
              <a:off x="2709835" y="1160088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1" name="pl5961"/>
            <p:cNvSpPr/>
            <p:nvPr/>
          </p:nvSpPr>
          <p:spPr>
            <a:xfrm>
              <a:off x="2482973" y="1134030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2" name="pl5962"/>
            <p:cNvSpPr/>
            <p:nvPr/>
          </p:nvSpPr>
          <p:spPr>
            <a:xfrm>
              <a:off x="2477529" y="1134030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3" name="pl5963"/>
            <p:cNvSpPr/>
            <p:nvPr/>
          </p:nvSpPr>
          <p:spPr>
            <a:xfrm>
              <a:off x="2460016" y="11379410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4" name="pl5964"/>
            <p:cNvSpPr/>
            <p:nvPr/>
          </p:nvSpPr>
          <p:spPr>
            <a:xfrm>
              <a:off x="2460016" y="1138313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5" name="pl5965"/>
            <p:cNvSpPr/>
            <p:nvPr/>
          </p:nvSpPr>
          <p:spPr>
            <a:xfrm>
              <a:off x="2460016" y="1139271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6" name="pl5966"/>
            <p:cNvSpPr/>
            <p:nvPr/>
          </p:nvSpPr>
          <p:spPr>
            <a:xfrm>
              <a:off x="2459036" y="1138431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7" name="pl5967"/>
            <p:cNvSpPr/>
            <p:nvPr/>
          </p:nvSpPr>
          <p:spPr>
            <a:xfrm>
              <a:off x="2428182" y="1139271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8" name="pl5968"/>
            <p:cNvSpPr/>
            <p:nvPr/>
          </p:nvSpPr>
          <p:spPr>
            <a:xfrm>
              <a:off x="2456922" y="11387921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69" name="pl5969"/>
            <p:cNvSpPr/>
            <p:nvPr/>
          </p:nvSpPr>
          <p:spPr>
            <a:xfrm>
              <a:off x="2460016" y="1138492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0" name="pl5970"/>
            <p:cNvSpPr/>
            <p:nvPr/>
          </p:nvSpPr>
          <p:spPr>
            <a:xfrm>
              <a:off x="2460016" y="1135829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1" name="pl5971"/>
            <p:cNvSpPr/>
            <p:nvPr/>
          </p:nvSpPr>
          <p:spPr>
            <a:xfrm>
              <a:off x="2460016" y="1139271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2" name="pl5972"/>
            <p:cNvSpPr/>
            <p:nvPr/>
          </p:nvSpPr>
          <p:spPr>
            <a:xfrm>
              <a:off x="2460016" y="1139271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3" name="pl5973"/>
            <p:cNvSpPr/>
            <p:nvPr/>
          </p:nvSpPr>
          <p:spPr>
            <a:xfrm>
              <a:off x="2460016" y="1138050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4" name="pl5974"/>
            <p:cNvSpPr/>
            <p:nvPr/>
          </p:nvSpPr>
          <p:spPr>
            <a:xfrm>
              <a:off x="2374860" y="1148070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5" name="pl5975"/>
            <p:cNvSpPr/>
            <p:nvPr/>
          </p:nvSpPr>
          <p:spPr>
            <a:xfrm>
              <a:off x="2882114" y="1187396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6" name="pl5976"/>
            <p:cNvSpPr/>
            <p:nvPr/>
          </p:nvSpPr>
          <p:spPr>
            <a:xfrm>
              <a:off x="2230443" y="1222703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7" name="pl5977"/>
            <p:cNvSpPr/>
            <p:nvPr/>
          </p:nvSpPr>
          <p:spPr>
            <a:xfrm>
              <a:off x="2224503" y="1222703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8" name="pl5978"/>
            <p:cNvSpPr/>
            <p:nvPr/>
          </p:nvSpPr>
          <p:spPr>
            <a:xfrm>
              <a:off x="1980270" y="11098423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79" name="pl5979"/>
            <p:cNvSpPr/>
            <p:nvPr/>
          </p:nvSpPr>
          <p:spPr>
            <a:xfrm>
              <a:off x="2439820" y="1131896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0" name="pl5980"/>
            <p:cNvSpPr/>
            <p:nvPr/>
          </p:nvSpPr>
          <p:spPr>
            <a:xfrm>
              <a:off x="2406133" y="1144499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1" name="pl5981"/>
            <p:cNvSpPr/>
            <p:nvPr/>
          </p:nvSpPr>
          <p:spPr>
            <a:xfrm>
              <a:off x="2393850" y="1144175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2" name="pl5982"/>
            <p:cNvSpPr/>
            <p:nvPr/>
          </p:nvSpPr>
          <p:spPr>
            <a:xfrm>
              <a:off x="2396018" y="1146316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3" name="pl5983"/>
            <p:cNvSpPr/>
            <p:nvPr/>
          </p:nvSpPr>
          <p:spPr>
            <a:xfrm>
              <a:off x="2414556" y="11455522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4" name="pl5984"/>
            <p:cNvSpPr/>
            <p:nvPr/>
          </p:nvSpPr>
          <p:spPr>
            <a:xfrm>
              <a:off x="2402108" y="1146316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5" name="pl5985"/>
            <p:cNvSpPr/>
            <p:nvPr/>
          </p:nvSpPr>
          <p:spPr>
            <a:xfrm>
              <a:off x="2414556" y="1145193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6" name="pl5986"/>
            <p:cNvSpPr/>
            <p:nvPr/>
          </p:nvSpPr>
          <p:spPr>
            <a:xfrm>
              <a:off x="2414556" y="1146316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7" name="pl5987"/>
            <p:cNvSpPr/>
            <p:nvPr/>
          </p:nvSpPr>
          <p:spPr>
            <a:xfrm>
              <a:off x="2407920" y="1146316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8" name="pl5988"/>
            <p:cNvSpPr/>
            <p:nvPr/>
          </p:nvSpPr>
          <p:spPr>
            <a:xfrm>
              <a:off x="2410795" y="1146316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89" name="pl5989"/>
            <p:cNvSpPr/>
            <p:nvPr/>
          </p:nvSpPr>
          <p:spPr>
            <a:xfrm>
              <a:off x="2414556" y="11448667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0" name="pl5990"/>
            <p:cNvSpPr/>
            <p:nvPr/>
          </p:nvSpPr>
          <p:spPr>
            <a:xfrm>
              <a:off x="2408115" y="1146316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1" name="pl5991"/>
            <p:cNvSpPr/>
            <p:nvPr/>
          </p:nvSpPr>
          <p:spPr>
            <a:xfrm>
              <a:off x="2405965" y="1146316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2" name="pl5992"/>
            <p:cNvSpPr/>
            <p:nvPr/>
          </p:nvSpPr>
          <p:spPr>
            <a:xfrm>
              <a:off x="2397783" y="1146316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3" name="pl5993"/>
            <p:cNvSpPr/>
            <p:nvPr/>
          </p:nvSpPr>
          <p:spPr>
            <a:xfrm>
              <a:off x="2414556" y="11435345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4" name="pl5994"/>
            <p:cNvSpPr/>
            <p:nvPr/>
          </p:nvSpPr>
          <p:spPr>
            <a:xfrm>
              <a:off x="2414556" y="1144136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5" name="pl5995"/>
            <p:cNvSpPr/>
            <p:nvPr/>
          </p:nvSpPr>
          <p:spPr>
            <a:xfrm>
              <a:off x="2414556" y="11446466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6" name="pl5996"/>
            <p:cNvSpPr/>
            <p:nvPr/>
          </p:nvSpPr>
          <p:spPr>
            <a:xfrm>
              <a:off x="2414556" y="11450668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7" name="pl5997"/>
            <p:cNvSpPr/>
            <p:nvPr/>
          </p:nvSpPr>
          <p:spPr>
            <a:xfrm>
              <a:off x="2409513" y="1146316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8" name="pl5998"/>
            <p:cNvSpPr/>
            <p:nvPr/>
          </p:nvSpPr>
          <p:spPr>
            <a:xfrm>
              <a:off x="2414556" y="1145552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99" name="pl5999"/>
            <p:cNvSpPr/>
            <p:nvPr/>
          </p:nvSpPr>
          <p:spPr>
            <a:xfrm>
              <a:off x="2414556" y="11428012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0" name="pl6000"/>
            <p:cNvSpPr/>
            <p:nvPr/>
          </p:nvSpPr>
          <p:spPr>
            <a:xfrm>
              <a:off x="2414556" y="1144970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1" name="pl6001"/>
            <p:cNvSpPr/>
            <p:nvPr/>
          </p:nvSpPr>
          <p:spPr>
            <a:xfrm>
              <a:off x="2371848" y="1146316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2" name="pl6002"/>
            <p:cNvSpPr/>
            <p:nvPr/>
          </p:nvSpPr>
          <p:spPr>
            <a:xfrm>
              <a:off x="2378701" y="1146316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3" name="pl6003"/>
            <p:cNvSpPr/>
            <p:nvPr/>
          </p:nvSpPr>
          <p:spPr>
            <a:xfrm>
              <a:off x="2357431" y="1146316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4" name="pl6004"/>
            <p:cNvSpPr/>
            <p:nvPr/>
          </p:nvSpPr>
          <p:spPr>
            <a:xfrm>
              <a:off x="2398628" y="1146316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5" name="pl6005"/>
            <p:cNvSpPr/>
            <p:nvPr/>
          </p:nvSpPr>
          <p:spPr>
            <a:xfrm>
              <a:off x="2414556" y="1146316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6" name="pl6006"/>
            <p:cNvSpPr/>
            <p:nvPr/>
          </p:nvSpPr>
          <p:spPr>
            <a:xfrm>
              <a:off x="2392470" y="11452039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7" name="pl6007"/>
            <p:cNvSpPr/>
            <p:nvPr/>
          </p:nvSpPr>
          <p:spPr>
            <a:xfrm>
              <a:off x="2414556" y="11446613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8" name="pl6008"/>
            <p:cNvSpPr/>
            <p:nvPr/>
          </p:nvSpPr>
          <p:spPr>
            <a:xfrm>
              <a:off x="2414556" y="1146316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09" name="pl6009"/>
            <p:cNvSpPr/>
            <p:nvPr/>
          </p:nvSpPr>
          <p:spPr>
            <a:xfrm>
              <a:off x="2414556" y="11429567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0" name="pl6010"/>
            <p:cNvSpPr/>
            <p:nvPr/>
          </p:nvSpPr>
          <p:spPr>
            <a:xfrm>
              <a:off x="2414556" y="1146096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1" name="pl6011"/>
            <p:cNvSpPr/>
            <p:nvPr/>
          </p:nvSpPr>
          <p:spPr>
            <a:xfrm>
              <a:off x="2401241" y="1146316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2" name="pl6012"/>
            <p:cNvSpPr/>
            <p:nvPr/>
          </p:nvSpPr>
          <p:spPr>
            <a:xfrm>
              <a:off x="2414556" y="1146316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3" name="pl6013"/>
            <p:cNvSpPr/>
            <p:nvPr/>
          </p:nvSpPr>
          <p:spPr>
            <a:xfrm>
              <a:off x="2408079" y="1146316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4" name="pl6014"/>
            <p:cNvSpPr/>
            <p:nvPr/>
          </p:nvSpPr>
          <p:spPr>
            <a:xfrm>
              <a:off x="2412028" y="1146316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5" name="pl6015"/>
            <p:cNvSpPr/>
            <p:nvPr/>
          </p:nvSpPr>
          <p:spPr>
            <a:xfrm>
              <a:off x="2404274" y="1146316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6" name="pl6016"/>
            <p:cNvSpPr/>
            <p:nvPr/>
          </p:nvSpPr>
          <p:spPr>
            <a:xfrm>
              <a:off x="2393642" y="1146316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7" name="pl6017"/>
            <p:cNvSpPr/>
            <p:nvPr/>
          </p:nvSpPr>
          <p:spPr>
            <a:xfrm>
              <a:off x="2414556" y="1146316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8" name="pl6018"/>
            <p:cNvSpPr/>
            <p:nvPr/>
          </p:nvSpPr>
          <p:spPr>
            <a:xfrm>
              <a:off x="2406318" y="1146316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19" name="pl6019"/>
            <p:cNvSpPr/>
            <p:nvPr/>
          </p:nvSpPr>
          <p:spPr>
            <a:xfrm>
              <a:off x="2414556" y="11449855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0" name="pl6020"/>
            <p:cNvSpPr/>
            <p:nvPr/>
          </p:nvSpPr>
          <p:spPr>
            <a:xfrm>
              <a:off x="2414556" y="1146316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1" name="pl6021"/>
            <p:cNvSpPr/>
            <p:nvPr/>
          </p:nvSpPr>
          <p:spPr>
            <a:xfrm>
              <a:off x="2390455" y="1146316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2" name="pl6022"/>
            <p:cNvSpPr/>
            <p:nvPr/>
          </p:nvSpPr>
          <p:spPr>
            <a:xfrm>
              <a:off x="2387102" y="1146316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3" name="pl6023"/>
            <p:cNvSpPr/>
            <p:nvPr/>
          </p:nvSpPr>
          <p:spPr>
            <a:xfrm>
              <a:off x="2395972" y="1146316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4" name="pl6024"/>
            <p:cNvSpPr/>
            <p:nvPr/>
          </p:nvSpPr>
          <p:spPr>
            <a:xfrm>
              <a:off x="2399591" y="1143844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5" name="pl6025"/>
            <p:cNvSpPr/>
            <p:nvPr/>
          </p:nvSpPr>
          <p:spPr>
            <a:xfrm>
              <a:off x="2740461" y="1184780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6" name="pl6026"/>
            <p:cNvSpPr/>
            <p:nvPr/>
          </p:nvSpPr>
          <p:spPr>
            <a:xfrm>
              <a:off x="2764758" y="1184065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7" name="pl6027"/>
            <p:cNvSpPr/>
            <p:nvPr/>
          </p:nvSpPr>
          <p:spPr>
            <a:xfrm>
              <a:off x="3053970" y="12226561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8" name="pl6028"/>
            <p:cNvSpPr/>
            <p:nvPr/>
          </p:nvSpPr>
          <p:spPr>
            <a:xfrm>
              <a:off x="2412314" y="1142507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29" name="pl6029"/>
            <p:cNvSpPr/>
            <p:nvPr/>
          </p:nvSpPr>
          <p:spPr>
            <a:xfrm>
              <a:off x="2142116" y="1197745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0" name="pl6030"/>
            <p:cNvSpPr/>
            <p:nvPr/>
          </p:nvSpPr>
          <p:spPr>
            <a:xfrm>
              <a:off x="2367850" y="1145474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1" name="pl6031"/>
            <p:cNvSpPr/>
            <p:nvPr/>
          </p:nvSpPr>
          <p:spPr>
            <a:xfrm>
              <a:off x="2378258" y="11452039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2" name="pl6032"/>
            <p:cNvSpPr/>
            <p:nvPr/>
          </p:nvSpPr>
          <p:spPr>
            <a:xfrm>
              <a:off x="2581464" y="1225609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3" name="pl6033"/>
            <p:cNvSpPr/>
            <p:nvPr/>
          </p:nvSpPr>
          <p:spPr>
            <a:xfrm>
              <a:off x="2600612" y="1225609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4" name="pl6034"/>
            <p:cNvSpPr/>
            <p:nvPr/>
          </p:nvSpPr>
          <p:spPr>
            <a:xfrm>
              <a:off x="2946171" y="1217860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5" name="pl6035"/>
            <p:cNvSpPr/>
            <p:nvPr/>
          </p:nvSpPr>
          <p:spPr>
            <a:xfrm>
              <a:off x="3251560" y="1138732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6" name="pl6036"/>
            <p:cNvSpPr/>
            <p:nvPr/>
          </p:nvSpPr>
          <p:spPr>
            <a:xfrm>
              <a:off x="2592319" y="11968631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7" name="pl6037"/>
            <p:cNvSpPr/>
            <p:nvPr/>
          </p:nvSpPr>
          <p:spPr>
            <a:xfrm>
              <a:off x="2593434" y="1196683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8" name="pl6038"/>
            <p:cNvSpPr/>
            <p:nvPr/>
          </p:nvSpPr>
          <p:spPr>
            <a:xfrm>
              <a:off x="2591691" y="11968631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39" name="pl6039"/>
            <p:cNvSpPr/>
            <p:nvPr/>
          </p:nvSpPr>
          <p:spPr>
            <a:xfrm>
              <a:off x="2049174" y="12194862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0" name="pl6040"/>
            <p:cNvSpPr/>
            <p:nvPr/>
          </p:nvSpPr>
          <p:spPr>
            <a:xfrm>
              <a:off x="2537708" y="11874474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1" name="pl6041"/>
            <p:cNvSpPr/>
            <p:nvPr/>
          </p:nvSpPr>
          <p:spPr>
            <a:xfrm>
              <a:off x="2739143" y="1182477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2" name="pl6042"/>
            <p:cNvSpPr/>
            <p:nvPr/>
          </p:nvSpPr>
          <p:spPr>
            <a:xfrm>
              <a:off x="2739143" y="1182477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3" name="pl6043"/>
            <p:cNvSpPr/>
            <p:nvPr/>
          </p:nvSpPr>
          <p:spPr>
            <a:xfrm>
              <a:off x="2739143" y="1182477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4" name="pl6044"/>
            <p:cNvSpPr/>
            <p:nvPr/>
          </p:nvSpPr>
          <p:spPr>
            <a:xfrm>
              <a:off x="2601292" y="1090327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5" name="pl6045"/>
            <p:cNvSpPr/>
            <p:nvPr/>
          </p:nvSpPr>
          <p:spPr>
            <a:xfrm>
              <a:off x="2720114" y="1163727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6" name="pl6046"/>
            <p:cNvSpPr/>
            <p:nvPr/>
          </p:nvSpPr>
          <p:spPr>
            <a:xfrm>
              <a:off x="2409499" y="1139112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7" name="pl6047"/>
            <p:cNvSpPr/>
            <p:nvPr/>
          </p:nvSpPr>
          <p:spPr>
            <a:xfrm>
              <a:off x="2444378" y="1145416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8" name="pl6048"/>
            <p:cNvSpPr/>
            <p:nvPr/>
          </p:nvSpPr>
          <p:spPr>
            <a:xfrm>
              <a:off x="2409213" y="1144746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49" name="pl6049"/>
            <p:cNvSpPr/>
            <p:nvPr/>
          </p:nvSpPr>
          <p:spPr>
            <a:xfrm>
              <a:off x="2126717" y="11906627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0" name="pl6050"/>
            <p:cNvSpPr/>
            <p:nvPr/>
          </p:nvSpPr>
          <p:spPr>
            <a:xfrm>
              <a:off x="2133384" y="11905659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1" name="pl6051"/>
            <p:cNvSpPr/>
            <p:nvPr/>
          </p:nvSpPr>
          <p:spPr>
            <a:xfrm>
              <a:off x="2444378" y="1145979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2" name="pl6052"/>
            <p:cNvSpPr/>
            <p:nvPr/>
          </p:nvSpPr>
          <p:spPr>
            <a:xfrm>
              <a:off x="2783767" y="10936751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3" name="pl6053"/>
            <p:cNvSpPr/>
            <p:nvPr/>
          </p:nvSpPr>
          <p:spPr>
            <a:xfrm>
              <a:off x="2570343" y="11874474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4" name="pl6054"/>
            <p:cNvSpPr/>
            <p:nvPr/>
          </p:nvSpPr>
          <p:spPr>
            <a:xfrm>
              <a:off x="2565747" y="1187494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5" name="pl6055"/>
            <p:cNvSpPr/>
            <p:nvPr/>
          </p:nvSpPr>
          <p:spPr>
            <a:xfrm>
              <a:off x="2564118" y="1187494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6" name="pl6056"/>
            <p:cNvSpPr/>
            <p:nvPr/>
          </p:nvSpPr>
          <p:spPr>
            <a:xfrm>
              <a:off x="2485435" y="1141731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7" name="pl6057"/>
            <p:cNvSpPr/>
            <p:nvPr/>
          </p:nvSpPr>
          <p:spPr>
            <a:xfrm>
              <a:off x="2362289" y="10930292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8" name="pl6058"/>
            <p:cNvSpPr/>
            <p:nvPr/>
          </p:nvSpPr>
          <p:spPr>
            <a:xfrm>
              <a:off x="2325580" y="1150032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59" name="pl6059"/>
            <p:cNvSpPr/>
            <p:nvPr/>
          </p:nvSpPr>
          <p:spPr>
            <a:xfrm>
              <a:off x="2827724" y="11566216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0" name="pl6060"/>
            <p:cNvSpPr/>
            <p:nvPr/>
          </p:nvSpPr>
          <p:spPr>
            <a:xfrm>
              <a:off x="2638926" y="11758266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1" name="pl6061"/>
            <p:cNvSpPr/>
            <p:nvPr/>
          </p:nvSpPr>
          <p:spPr>
            <a:xfrm>
              <a:off x="2715052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2" name="pl6062"/>
            <p:cNvSpPr/>
            <p:nvPr/>
          </p:nvSpPr>
          <p:spPr>
            <a:xfrm>
              <a:off x="2723034" y="11784702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3" name="pl6063"/>
            <p:cNvSpPr/>
            <p:nvPr/>
          </p:nvSpPr>
          <p:spPr>
            <a:xfrm>
              <a:off x="2723881" y="1167324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4" name="pl6064"/>
            <p:cNvSpPr/>
            <p:nvPr/>
          </p:nvSpPr>
          <p:spPr>
            <a:xfrm>
              <a:off x="1946899" y="1114407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5" name="pl6065"/>
            <p:cNvSpPr/>
            <p:nvPr/>
          </p:nvSpPr>
          <p:spPr>
            <a:xfrm>
              <a:off x="2604620" y="1202860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6" name="pl6066"/>
            <p:cNvSpPr/>
            <p:nvPr/>
          </p:nvSpPr>
          <p:spPr>
            <a:xfrm>
              <a:off x="2600994" y="1202860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7" name="pl6067"/>
            <p:cNvSpPr/>
            <p:nvPr/>
          </p:nvSpPr>
          <p:spPr>
            <a:xfrm>
              <a:off x="2105627" y="11744116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8" name="pl6068"/>
            <p:cNvSpPr/>
            <p:nvPr/>
          </p:nvSpPr>
          <p:spPr>
            <a:xfrm>
              <a:off x="2481140" y="1144896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69" name="pl6069"/>
            <p:cNvSpPr/>
            <p:nvPr/>
          </p:nvSpPr>
          <p:spPr>
            <a:xfrm>
              <a:off x="2485435" y="1141079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0" name="pl6070"/>
            <p:cNvSpPr/>
            <p:nvPr/>
          </p:nvSpPr>
          <p:spPr>
            <a:xfrm>
              <a:off x="2413349" y="1138038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1" name="pl6071"/>
            <p:cNvSpPr/>
            <p:nvPr/>
          </p:nvSpPr>
          <p:spPr>
            <a:xfrm>
              <a:off x="2738645" y="11575107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2" name="pl6072"/>
            <p:cNvSpPr/>
            <p:nvPr/>
          </p:nvSpPr>
          <p:spPr>
            <a:xfrm>
              <a:off x="2736271" y="1160872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3" name="pl6073"/>
            <p:cNvSpPr/>
            <p:nvPr/>
          </p:nvSpPr>
          <p:spPr>
            <a:xfrm>
              <a:off x="2731746" y="1160872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4" name="pl6074"/>
            <p:cNvSpPr/>
            <p:nvPr/>
          </p:nvSpPr>
          <p:spPr>
            <a:xfrm>
              <a:off x="2737132" y="1160872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5" name="pl6075"/>
            <p:cNvSpPr/>
            <p:nvPr/>
          </p:nvSpPr>
          <p:spPr>
            <a:xfrm>
              <a:off x="3255234" y="1148292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6" name="pl6076"/>
            <p:cNvSpPr/>
            <p:nvPr/>
          </p:nvSpPr>
          <p:spPr>
            <a:xfrm>
              <a:off x="1809648" y="1165765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7" name="pl6077"/>
            <p:cNvSpPr/>
            <p:nvPr/>
          </p:nvSpPr>
          <p:spPr>
            <a:xfrm>
              <a:off x="1788993" y="11665371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8" name="pl6078"/>
            <p:cNvSpPr/>
            <p:nvPr/>
          </p:nvSpPr>
          <p:spPr>
            <a:xfrm>
              <a:off x="2980697" y="1179190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79" name="pl6079"/>
            <p:cNvSpPr/>
            <p:nvPr/>
          </p:nvSpPr>
          <p:spPr>
            <a:xfrm>
              <a:off x="2604620" y="12127319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0" name="pl6080"/>
            <p:cNvSpPr/>
            <p:nvPr/>
          </p:nvSpPr>
          <p:spPr>
            <a:xfrm>
              <a:off x="1859628" y="1190267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1" name="pl6081"/>
            <p:cNvSpPr/>
            <p:nvPr/>
          </p:nvSpPr>
          <p:spPr>
            <a:xfrm>
              <a:off x="2121705" y="1192549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2" name="pl6082"/>
            <p:cNvSpPr/>
            <p:nvPr/>
          </p:nvSpPr>
          <p:spPr>
            <a:xfrm>
              <a:off x="2133384" y="1191091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3" name="pl6083"/>
            <p:cNvSpPr/>
            <p:nvPr/>
          </p:nvSpPr>
          <p:spPr>
            <a:xfrm>
              <a:off x="2130634" y="1192549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4" name="pl6084"/>
            <p:cNvSpPr/>
            <p:nvPr/>
          </p:nvSpPr>
          <p:spPr>
            <a:xfrm>
              <a:off x="2139682" y="1192549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5" name="pl6085"/>
            <p:cNvSpPr/>
            <p:nvPr/>
          </p:nvSpPr>
          <p:spPr>
            <a:xfrm>
              <a:off x="3060421" y="1111166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6" name="pl6086"/>
            <p:cNvSpPr/>
            <p:nvPr/>
          </p:nvSpPr>
          <p:spPr>
            <a:xfrm>
              <a:off x="2444378" y="11468174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7" name="pl6087"/>
            <p:cNvSpPr/>
            <p:nvPr/>
          </p:nvSpPr>
          <p:spPr>
            <a:xfrm>
              <a:off x="2396349" y="1139138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8" name="pl6088"/>
            <p:cNvSpPr/>
            <p:nvPr/>
          </p:nvSpPr>
          <p:spPr>
            <a:xfrm>
              <a:off x="2384004" y="1137914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89" name="pl6089"/>
            <p:cNvSpPr/>
            <p:nvPr/>
          </p:nvSpPr>
          <p:spPr>
            <a:xfrm>
              <a:off x="2394293" y="1137900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0" name="pl6090"/>
            <p:cNvSpPr/>
            <p:nvPr/>
          </p:nvSpPr>
          <p:spPr>
            <a:xfrm>
              <a:off x="2390500" y="1137693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1" name="pl6091"/>
            <p:cNvSpPr/>
            <p:nvPr/>
          </p:nvSpPr>
          <p:spPr>
            <a:xfrm>
              <a:off x="2386765" y="1138099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2" name="pl6092"/>
            <p:cNvSpPr/>
            <p:nvPr/>
          </p:nvSpPr>
          <p:spPr>
            <a:xfrm>
              <a:off x="2949404" y="1217860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3" name="pl6093"/>
            <p:cNvSpPr/>
            <p:nvPr/>
          </p:nvSpPr>
          <p:spPr>
            <a:xfrm>
              <a:off x="3124184" y="11719584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4" name="pl6094"/>
            <p:cNvSpPr/>
            <p:nvPr/>
          </p:nvSpPr>
          <p:spPr>
            <a:xfrm>
              <a:off x="2715052" y="11666926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5" name="pl6095"/>
            <p:cNvSpPr/>
            <p:nvPr/>
          </p:nvSpPr>
          <p:spPr>
            <a:xfrm>
              <a:off x="3275342" y="1186842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6" name="pl6096"/>
            <p:cNvSpPr/>
            <p:nvPr/>
          </p:nvSpPr>
          <p:spPr>
            <a:xfrm>
              <a:off x="2324877" y="11422778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7" name="pl6097"/>
            <p:cNvSpPr/>
            <p:nvPr/>
          </p:nvSpPr>
          <p:spPr>
            <a:xfrm>
              <a:off x="2335631" y="1142735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8" name="pl6098"/>
            <p:cNvSpPr/>
            <p:nvPr/>
          </p:nvSpPr>
          <p:spPr>
            <a:xfrm>
              <a:off x="2570343" y="11835484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099" name="pl6099"/>
            <p:cNvSpPr/>
            <p:nvPr/>
          </p:nvSpPr>
          <p:spPr>
            <a:xfrm>
              <a:off x="2591869" y="11835484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0" name="pl6100"/>
            <p:cNvSpPr/>
            <p:nvPr/>
          </p:nvSpPr>
          <p:spPr>
            <a:xfrm>
              <a:off x="2609216" y="1196260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1" name="pl6101"/>
            <p:cNvSpPr/>
            <p:nvPr/>
          </p:nvSpPr>
          <p:spPr>
            <a:xfrm>
              <a:off x="2321286" y="1237239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2" name="pl6102"/>
            <p:cNvSpPr/>
            <p:nvPr/>
          </p:nvSpPr>
          <p:spPr>
            <a:xfrm>
              <a:off x="2764758" y="1187396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3" name="pl6103"/>
            <p:cNvSpPr/>
            <p:nvPr/>
          </p:nvSpPr>
          <p:spPr>
            <a:xfrm>
              <a:off x="2414607" y="11401514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4" name="pl6104"/>
            <p:cNvSpPr/>
            <p:nvPr/>
          </p:nvSpPr>
          <p:spPr>
            <a:xfrm>
              <a:off x="2160121" y="1229641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5" name="pl6105"/>
            <p:cNvSpPr/>
            <p:nvPr/>
          </p:nvSpPr>
          <p:spPr>
            <a:xfrm>
              <a:off x="3063589" y="1214369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6" name="pl6106"/>
            <p:cNvSpPr/>
            <p:nvPr/>
          </p:nvSpPr>
          <p:spPr>
            <a:xfrm>
              <a:off x="2781732" y="1224064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7" name="pl6107"/>
            <p:cNvSpPr/>
            <p:nvPr/>
          </p:nvSpPr>
          <p:spPr>
            <a:xfrm>
              <a:off x="2362234" y="11434305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8" name="pl6108"/>
            <p:cNvSpPr/>
            <p:nvPr/>
          </p:nvSpPr>
          <p:spPr>
            <a:xfrm>
              <a:off x="2723881" y="11794527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09" name="pl6109"/>
            <p:cNvSpPr/>
            <p:nvPr/>
          </p:nvSpPr>
          <p:spPr>
            <a:xfrm>
              <a:off x="1794835" y="1184433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0" name="pl6110"/>
            <p:cNvSpPr/>
            <p:nvPr/>
          </p:nvSpPr>
          <p:spPr>
            <a:xfrm>
              <a:off x="2980697" y="1174197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1" name="pl6111"/>
            <p:cNvSpPr/>
            <p:nvPr/>
          </p:nvSpPr>
          <p:spPr>
            <a:xfrm>
              <a:off x="3002256" y="1174197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2" name="pl6112"/>
            <p:cNvSpPr/>
            <p:nvPr/>
          </p:nvSpPr>
          <p:spPr>
            <a:xfrm>
              <a:off x="3005323" y="1173747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3" name="pl6113"/>
            <p:cNvSpPr/>
            <p:nvPr/>
          </p:nvSpPr>
          <p:spPr>
            <a:xfrm>
              <a:off x="2564118" y="1187411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4" name="pl6114"/>
            <p:cNvSpPr/>
            <p:nvPr/>
          </p:nvSpPr>
          <p:spPr>
            <a:xfrm>
              <a:off x="2570343" y="1187411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5" name="pl6115"/>
            <p:cNvSpPr/>
            <p:nvPr/>
          </p:nvSpPr>
          <p:spPr>
            <a:xfrm>
              <a:off x="2593864" y="11837728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6" name="pl6116"/>
            <p:cNvSpPr/>
            <p:nvPr/>
          </p:nvSpPr>
          <p:spPr>
            <a:xfrm>
              <a:off x="2388276" y="1143203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7" name="pl6117"/>
            <p:cNvSpPr/>
            <p:nvPr/>
          </p:nvSpPr>
          <p:spPr>
            <a:xfrm>
              <a:off x="2059053" y="1219441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8" name="pl6118"/>
            <p:cNvSpPr/>
            <p:nvPr/>
          </p:nvSpPr>
          <p:spPr>
            <a:xfrm>
              <a:off x="2721337" y="1161801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19" name="pl6119"/>
            <p:cNvSpPr/>
            <p:nvPr/>
          </p:nvSpPr>
          <p:spPr>
            <a:xfrm>
              <a:off x="2827923" y="1236871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0" name="pl6120"/>
            <p:cNvSpPr/>
            <p:nvPr/>
          </p:nvSpPr>
          <p:spPr>
            <a:xfrm>
              <a:off x="1901793" y="1204787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1" name="pl6121"/>
            <p:cNvSpPr/>
            <p:nvPr/>
          </p:nvSpPr>
          <p:spPr>
            <a:xfrm>
              <a:off x="2342015" y="1150032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2" name="pl6122"/>
            <p:cNvSpPr/>
            <p:nvPr/>
          </p:nvSpPr>
          <p:spPr>
            <a:xfrm>
              <a:off x="2403071" y="1142267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3" name="pl6123"/>
            <p:cNvSpPr/>
            <p:nvPr/>
          </p:nvSpPr>
          <p:spPr>
            <a:xfrm>
              <a:off x="2400331" y="1143474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4" name="pl6124"/>
            <p:cNvSpPr/>
            <p:nvPr/>
          </p:nvSpPr>
          <p:spPr>
            <a:xfrm>
              <a:off x="2428838" y="11428958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5" name="pl6125"/>
            <p:cNvSpPr/>
            <p:nvPr/>
          </p:nvSpPr>
          <p:spPr>
            <a:xfrm>
              <a:off x="2422954" y="1144970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6" name="pl6126"/>
            <p:cNvSpPr/>
            <p:nvPr/>
          </p:nvSpPr>
          <p:spPr>
            <a:xfrm>
              <a:off x="2125678" y="1193651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7" name="pl6127"/>
            <p:cNvSpPr/>
            <p:nvPr/>
          </p:nvSpPr>
          <p:spPr>
            <a:xfrm>
              <a:off x="2508445" y="1190300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8" name="pl6128"/>
            <p:cNvSpPr/>
            <p:nvPr/>
          </p:nvSpPr>
          <p:spPr>
            <a:xfrm>
              <a:off x="2136465" y="1197745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29" name="pl6129"/>
            <p:cNvSpPr/>
            <p:nvPr/>
          </p:nvSpPr>
          <p:spPr>
            <a:xfrm>
              <a:off x="2749200" y="11935463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0" name="pl6130"/>
            <p:cNvSpPr/>
            <p:nvPr/>
          </p:nvSpPr>
          <p:spPr>
            <a:xfrm>
              <a:off x="2749200" y="11935463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1" name="pl6131"/>
            <p:cNvSpPr/>
            <p:nvPr/>
          </p:nvSpPr>
          <p:spPr>
            <a:xfrm>
              <a:off x="2749200" y="11935463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2" name="pl6132"/>
            <p:cNvSpPr/>
            <p:nvPr/>
          </p:nvSpPr>
          <p:spPr>
            <a:xfrm>
              <a:off x="2749200" y="11935463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3" name="pl6133"/>
            <p:cNvSpPr/>
            <p:nvPr/>
          </p:nvSpPr>
          <p:spPr>
            <a:xfrm>
              <a:off x="2715052" y="1174424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4" name="pl6134"/>
            <p:cNvSpPr/>
            <p:nvPr/>
          </p:nvSpPr>
          <p:spPr>
            <a:xfrm>
              <a:off x="2749200" y="1188472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5" name="pl6135"/>
            <p:cNvSpPr/>
            <p:nvPr/>
          </p:nvSpPr>
          <p:spPr>
            <a:xfrm>
              <a:off x="2724844" y="11851475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6" name="pl6136"/>
            <p:cNvSpPr/>
            <p:nvPr/>
          </p:nvSpPr>
          <p:spPr>
            <a:xfrm>
              <a:off x="2746264" y="11935463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7" name="pl6137"/>
            <p:cNvSpPr/>
            <p:nvPr/>
          </p:nvSpPr>
          <p:spPr>
            <a:xfrm>
              <a:off x="2749200" y="11935463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8" name="pl6138"/>
            <p:cNvSpPr/>
            <p:nvPr/>
          </p:nvSpPr>
          <p:spPr>
            <a:xfrm>
              <a:off x="2735705" y="11935463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39" name="pl6139"/>
            <p:cNvSpPr/>
            <p:nvPr/>
          </p:nvSpPr>
          <p:spPr>
            <a:xfrm>
              <a:off x="2444378" y="11468174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0" name="pl6140"/>
            <p:cNvSpPr/>
            <p:nvPr/>
          </p:nvSpPr>
          <p:spPr>
            <a:xfrm>
              <a:off x="1953387" y="11131386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1" name="pl6141"/>
            <p:cNvSpPr/>
            <p:nvPr/>
          </p:nvSpPr>
          <p:spPr>
            <a:xfrm>
              <a:off x="2752265" y="1185560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2" name="pl6142"/>
            <p:cNvSpPr/>
            <p:nvPr/>
          </p:nvSpPr>
          <p:spPr>
            <a:xfrm>
              <a:off x="3298838" y="1168746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3" name="pl6143"/>
            <p:cNvSpPr/>
            <p:nvPr/>
          </p:nvSpPr>
          <p:spPr>
            <a:xfrm>
              <a:off x="2973034" y="11889298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4" name="pl6144"/>
            <p:cNvSpPr/>
            <p:nvPr/>
          </p:nvSpPr>
          <p:spPr>
            <a:xfrm>
              <a:off x="2955444" y="1187238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5" name="pl6145"/>
            <p:cNvSpPr/>
            <p:nvPr/>
          </p:nvSpPr>
          <p:spPr>
            <a:xfrm>
              <a:off x="1938095" y="11230424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6" name="pl6146"/>
            <p:cNvSpPr/>
            <p:nvPr/>
          </p:nvSpPr>
          <p:spPr>
            <a:xfrm>
              <a:off x="2781715" y="1163842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7" name="pl6147"/>
            <p:cNvSpPr/>
            <p:nvPr/>
          </p:nvSpPr>
          <p:spPr>
            <a:xfrm>
              <a:off x="2781715" y="1163842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8" name="pl6148"/>
            <p:cNvSpPr/>
            <p:nvPr/>
          </p:nvSpPr>
          <p:spPr>
            <a:xfrm>
              <a:off x="2151263" y="1197745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49" name="pl6149"/>
            <p:cNvSpPr/>
            <p:nvPr/>
          </p:nvSpPr>
          <p:spPr>
            <a:xfrm>
              <a:off x="2402732" y="1142267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0" name="pl6150"/>
            <p:cNvSpPr/>
            <p:nvPr/>
          </p:nvSpPr>
          <p:spPr>
            <a:xfrm>
              <a:off x="2402732" y="1142501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1" name="pl6151"/>
            <p:cNvSpPr/>
            <p:nvPr/>
          </p:nvSpPr>
          <p:spPr>
            <a:xfrm>
              <a:off x="3046122" y="12226561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2" name="pl6152"/>
            <p:cNvSpPr/>
            <p:nvPr/>
          </p:nvSpPr>
          <p:spPr>
            <a:xfrm>
              <a:off x="2748259" y="1181988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3" name="pl6153"/>
            <p:cNvSpPr/>
            <p:nvPr/>
          </p:nvSpPr>
          <p:spPr>
            <a:xfrm>
              <a:off x="2855411" y="1154583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4" name="pl6154"/>
            <p:cNvSpPr/>
            <p:nvPr/>
          </p:nvSpPr>
          <p:spPr>
            <a:xfrm>
              <a:off x="2855411" y="1156173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5" name="pl6155"/>
            <p:cNvSpPr/>
            <p:nvPr/>
          </p:nvSpPr>
          <p:spPr>
            <a:xfrm>
              <a:off x="2934223" y="1179190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6" name="pl6156"/>
            <p:cNvSpPr/>
            <p:nvPr/>
          </p:nvSpPr>
          <p:spPr>
            <a:xfrm>
              <a:off x="2934223" y="1185287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7" name="pl6157"/>
            <p:cNvSpPr/>
            <p:nvPr/>
          </p:nvSpPr>
          <p:spPr>
            <a:xfrm>
              <a:off x="2882114" y="1185287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8" name="pl6158"/>
            <p:cNvSpPr/>
            <p:nvPr/>
          </p:nvSpPr>
          <p:spPr>
            <a:xfrm>
              <a:off x="2934223" y="1185287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59" name="pl6159"/>
            <p:cNvSpPr/>
            <p:nvPr/>
          </p:nvSpPr>
          <p:spPr>
            <a:xfrm>
              <a:off x="1929139" y="1123082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0" name="pl6160"/>
            <p:cNvSpPr/>
            <p:nvPr/>
          </p:nvSpPr>
          <p:spPr>
            <a:xfrm>
              <a:off x="2435325" y="11468174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1" name="pl6161"/>
            <p:cNvSpPr/>
            <p:nvPr/>
          </p:nvSpPr>
          <p:spPr>
            <a:xfrm>
              <a:off x="2597615" y="1196260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2" name="pl6162"/>
            <p:cNvSpPr/>
            <p:nvPr/>
          </p:nvSpPr>
          <p:spPr>
            <a:xfrm>
              <a:off x="2593383" y="1196683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3" name="pl6163"/>
            <p:cNvSpPr/>
            <p:nvPr/>
          </p:nvSpPr>
          <p:spPr>
            <a:xfrm>
              <a:off x="2597615" y="11921428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4" name="pl6164"/>
            <p:cNvSpPr/>
            <p:nvPr/>
          </p:nvSpPr>
          <p:spPr>
            <a:xfrm>
              <a:off x="2392470" y="1144449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5" name="pl6165"/>
            <p:cNvSpPr/>
            <p:nvPr/>
          </p:nvSpPr>
          <p:spPr>
            <a:xfrm>
              <a:off x="2685977" y="1163462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6" name="pl6166"/>
            <p:cNvSpPr/>
            <p:nvPr/>
          </p:nvSpPr>
          <p:spPr>
            <a:xfrm>
              <a:off x="2703498" y="1161583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7" name="pl6167"/>
            <p:cNvSpPr/>
            <p:nvPr/>
          </p:nvSpPr>
          <p:spPr>
            <a:xfrm>
              <a:off x="2695144" y="1163462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8" name="pl6168"/>
            <p:cNvSpPr/>
            <p:nvPr/>
          </p:nvSpPr>
          <p:spPr>
            <a:xfrm>
              <a:off x="2391901" y="1143767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69" name="pl6169"/>
            <p:cNvSpPr/>
            <p:nvPr/>
          </p:nvSpPr>
          <p:spPr>
            <a:xfrm>
              <a:off x="2337777" y="1230234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0" name="pl6170"/>
            <p:cNvSpPr/>
            <p:nvPr/>
          </p:nvSpPr>
          <p:spPr>
            <a:xfrm>
              <a:off x="2737886" y="11604141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1" name="pl6171"/>
            <p:cNvSpPr/>
            <p:nvPr/>
          </p:nvSpPr>
          <p:spPr>
            <a:xfrm>
              <a:off x="2739181" y="11589005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2" name="pl6172"/>
            <p:cNvSpPr/>
            <p:nvPr/>
          </p:nvSpPr>
          <p:spPr>
            <a:xfrm>
              <a:off x="2738645" y="11604141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3" name="pl6173"/>
            <p:cNvSpPr/>
            <p:nvPr/>
          </p:nvSpPr>
          <p:spPr>
            <a:xfrm>
              <a:off x="2738837" y="1159888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4" name="pl6174"/>
            <p:cNvSpPr/>
            <p:nvPr/>
          </p:nvSpPr>
          <p:spPr>
            <a:xfrm>
              <a:off x="2739181" y="1160381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5" name="pl6175"/>
            <p:cNvSpPr/>
            <p:nvPr/>
          </p:nvSpPr>
          <p:spPr>
            <a:xfrm>
              <a:off x="2660854" y="1085477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6" name="pl6176"/>
            <p:cNvSpPr/>
            <p:nvPr/>
          </p:nvSpPr>
          <p:spPr>
            <a:xfrm>
              <a:off x="2160121" y="12305174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7" name="pl6177"/>
            <p:cNvSpPr/>
            <p:nvPr/>
          </p:nvSpPr>
          <p:spPr>
            <a:xfrm>
              <a:off x="2374383" y="1092126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8" name="pl6178"/>
            <p:cNvSpPr/>
            <p:nvPr/>
          </p:nvSpPr>
          <p:spPr>
            <a:xfrm>
              <a:off x="2798846" y="1161827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79" name="pl6179"/>
            <p:cNvSpPr/>
            <p:nvPr/>
          </p:nvSpPr>
          <p:spPr>
            <a:xfrm>
              <a:off x="1769775" y="1169662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0" name="pl6180"/>
            <p:cNvSpPr/>
            <p:nvPr/>
          </p:nvSpPr>
          <p:spPr>
            <a:xfrm>
              <a:off x="1758694" y="1169662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1" name="pl6181"/>
            <p:cNvSpPr/>
            <p:nvPr/>
          </p:nvSpPr>
          <p:spPr>
            <a:xfrm>
              <a:off x="1769775" y="11681658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2" name="pl6182"/>
            <p:cNvSpPr/>
            <p:nvPr/>
          </p:nvSpPr>
          <p:spPr>
            <a:xfrm>
              <a:off x="1928896" y="1114407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3" name="pl6183"/>
            <p:cNvSpPr/>
            <p:nvPr/>
          </p:nvSpPr>
          <p:spPr>
            <a:xfrm>
              <a:off x="1797260" y="11491774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4" name="pl6184"/>
            <p:cNvSpPr/>
            <p:nvPr/>
          </p:nvSpPr>
          <p:spPr>
            <a:xfrm>
              <a:off x="1989458" y="1179558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5" name="pl6185"/>
            <p:cNvSpPr/>
            <p:nvPr/>
          </p:nvSpPr>
          <p:spPr>
            <a:xfrm>
              <a:off x="1992548" y="1179838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6" name="pl6186"/>
            <p:cNvSpPr/>
            <p:nvPr/>
          </p:nvSpPr>
          <p:spPr>
            <a:xfrm>
              <a:off x="1788993" y="11681658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7" name="pl6187"/>
            <p:cNvSpPr/>
            <p:nvPr/>
          </p:nvSpPr>
          <p:spPr>
            <a:xfrm>
              <a:off x="2167711" y="11949531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8" name="pl6188"/>
            <p:cNvSpPr/>
            <p:nvPr/>
          </p:nvSpPr>
          <p:spPr>
            <a:xfrm>
              <a:off x="2167711" y="11944794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89" name="pl6189"/>
            <p:cNvSpPr/>
            <p:nvPr/>
          </p:nvSpPr>
          <p:spPr>
            <a:xfrm>
              <a:off x="2150078" y="11944624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0" name="pl6190"/>
            <p:cNvSpPr/>
            <p:nvPr/>
          </p:nvSpPr>
          <p:spPr>
            <a:xfrm>
              <a:off x="2750926" y="1197900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1" name="pl6191"/>
            <p:cNvSpPr/>
            <p:nvPr/>
          </p:nvSpPr>
          <p:spPr>
            <a:xfrm>
              <a:off x="2589399" y="1198307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2" name="pl6192"/>
            <p:cNvSpPr/>
            <p:nvPr/>
          </p:nvSpPr>
          <p:spPr>
            <a:xfrm>
              <a:off x="3225733" y="11905188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3" name="pl6193"/>
            <p:cNvSpPr/>
            <p:nvPr/>
          </p:nvSpPr>
          <p:spPr>
            <a:xfrm>
              <a:off x="2444378" y="11453831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4" name="pl6194"/>
            <p:cNvSpPr/>
            <p:nvPr/>
          </p:nvSpPr>
          <p:spPr>
            <a:xfrm>
              <a:off x="2448948" y="11464164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5" name="pl6195"/>
            <p:cNvSpPr/>
            <p:nvPr/>
          </p:nvSpPr>
          <p:spPr>
            <a:xfrm>
              <a:off x="2150078" y="11944624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6" name="pl6196"/>
            <p:cNvSpPr/>
            <p:nvPr/>
          </p:nvSpPr>
          <p:spPr>
            <a:xfrm>
              <a:off x="2690614" y="1174424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7" name="pl6197"/>
            <p:cNvSpPr/>
            <p:nvPr/>
          </p:nvSpPr>
          <p:spPr>
            <a:xfrm>
              <a:off x="2422167" y="1239470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8" name="pl6198"/>
            <p:cNvSpPr/>
            <p:nvPr/>
          </p:nvSpPr>
          <p:spPr>
            <a:xfrm>
              <a:off x="2775817" y="1184065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99" name="pl6199"/>
            <p:cNvSpPr/>
            <p:nvPr/>
          </p:nvSpPr>
          <p:spPr>
            <a:xfrm>
              <a:off x="2444378" y="11459308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0" name="pl6200"/>
            <p:cNvSpPr/>
            <p:nvPr/>
          </p:nvSpPr>
          <p:spPr>
            <a:xfrm>
              <a:off x="1964088" y="1208503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1" name="pl6201"/>
            <p:cNvSpPr/>
            <p:nvPr/>
          </p:nvSpPr>
          <p:spPr>
            <a:xfrm>
              <a:off x="3151844" y="11349819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2" name="pl6202"/>
            <p:cNvSpPr/>
            <p:nvPr/>
          </p:nvSpPr>
          <p:spPr>
            <a:xfrm>
              <a:off x="3143770" y="1134165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3" name="pl6203"/>
            <p:cNvSpPr/>
            <p:nvPr/>
          </p:nvSpPr>
          <p:spPr>
            <a:xfrm>
              <a:off x="3151844" y="1132842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4" name="pl6204"/>
            <p:cNvSpPr/>
            <p:nvPr/>
          </p:nvSpPr>
          <p:spPr>
            <a:xfrm>
              <a:off x="2781732" y="1224948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5" name="pl6205"/>
            <p:cNvSpPr/>
            <p:nvPr/>
          </p:nvSpPr>
          <p:spPr>
            <a:xfrm>
              <a:off x="2461352" y="1134818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6" name="pl6206"/>
            <p:cNvSpPr/>
            <p:nvPr/>
          </p:nvSpPr>
          <p:spPr>
            <a:xfrm>
              <a:off x="3124184" y="11726646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7" name="pl6207"/>
            <p:cNvSpPr/>
            <p:nvPr/>
          </p:nvSpPr>
          <p:spPr>
            <a:xfrm>
              <a:off x="2422906" y="11457928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8" name="pl6208"/>
            <p:cNvSpPr/>
            <p:nvPr/>
          </p:nvSpPr>
          <p:spPr>
            <a:xfrm>
              <a:off x="2400331" y="1144449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09" name="pl6209"/>
            <p:cNvSpPr/>
            <p:nvPr/>
          </p:nvSpPr>
          <p:spPr>
            <a:xfrm>
              <a:off x="2409213" y="1144746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0" name="pl6210"/>
            <p:cNvSpPr/>
            <p:nvPr/>
          </p:nvSpPr>
          <p:spPr>
            <a:xfrm>
              <a:off x="2494379" y="1144511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1" name="pl6211"/>
            <p:cNvSpPr/>
            <p:nvPr/>
          </p:nvSpPr>
          <p:spPr>
            <a:xfrm>
              <a:off x="1786194" y="1166838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2" name="pl6212"/>
            <p:cNvSpPr/>
            <p:nvPr/>
          </p:nvSpPr>
          <p:spPr>
            <a:xfrm>
              <a:off x="3000875" y="1107567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3" name="pl6213"/>
            <p:cNvSpPr/>
            <p:nvPr/>
          </p:nvSpPr>
          <p:spPr>
            <a:xfrm>
              <a:off x="2459556" y="1144155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4" name="pl6214"/>
            <p:cNvSpPr/>
            <p:nvPr/>
          </p:nvSpPr>
          <p:spPr>
            <a:xfrm>
              <a:off x="2432970" y="1144155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5" name="pl6215"/>
            <p:cNvSpPr/>
            <p:nvPr/>
          </p:nvSpPr>
          <p:spPr>
            <a:xfrm>
              <a:off x="2436741" y="1144155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6" name="pl6216"/>
            <p:cNvSpPr/>
            <p:nvPr/>
          </p:nvSpPr>
          <p:spPr>
            <a:xfrm>
              <a:off x="2459556" y="1142677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7" name="pl6217"/>
            <p:cNvSpPr/>
            <p:nvPr/>
          </p:nvSpPr>
          <p:spPr>
            <a:xfrm>
              <a:off x="2459556" y="11428122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8" name="pl6218"/>
            <p:cNvSpPr/>
            <p:nvPr/>
          </p:nvSpPr>
          <p:spPr>
            <a:xfrm>
              <a:off x="2428700" y="1144155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19" name="pl6219"/>
            <p:cNvSpPr/>
            <p:nvPr/>
          </p:nvSpPr>
          <p:spPr>
            <a:xfrm>
              <a:off x="2442884" y="1142440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0" name="pl6220"/>
            <p:cNvSpPr/>
            <p:nvPr/>
          </p:nvSpPr>
          <p:spPr>
            <a:xfrm>
              <a:off x="2447097" y="1144155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1" name="pl6221"/>
            <p:cNvSpPr/>
            <p:nvPr/>
          </p:nvSpPr>
          <p:spPr>
            <a:xfrm>
              <a:off x="2452251" y="1144155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2" name="pl6222"/>
            <p:cNvSpPr/>
            <p:nvPr/>
          </p:nvSpPr>
          <p:spPr>
            <a:xfrm>
              <a:off x="2434961" y="1144155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3" name="pl6223"/>
            <p:cNvSpPr/>
            <p:nvPr/>
          </p:nvSpPr>
          <p:spPr>
            <a:xfrm>
              <a:off x="2447570" y="1144155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4" name="pl6224"/>
            <p:cNvSpPr/>
            <p:nvPr/>
          </p:nvSpPr>
          <p:spPr>
            <a:xfrm>
              <a:off x="2459556" y="11406653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5" name="pl6225"/>
            <p:cNvSpPr/>
            <p:nvPr/>
          </p:nvSpPr>
          <p:spPr>
            <a:xfrm>
              <a:off x="2459556" y="1144155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6" name="pl6226"/>
            <p:cNvSpPr/>
            <p:nvPr/>
          </p:nvSpPr>
          <p:spPr>
            <a:xfrm>
              <a:off x="2438665" y="1144155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7" name="pl6227"/>
            <p:cNvSpPr/>
            <p:nvPr/>
          </p:nvSpPr>
          <p:spPr>
            <a:xfrm>
              <a:off x="2459556" y="11436938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8" name="pl6228"/>
            <p:cNvSpPr/>
            <p:nvPr/>
          </p:nvSpPr>
          <p:spPr>
            <a:xfrm>
              <a:off x="2441510" y="1144155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29" name="pl6229"/>
            <p:cNvSpPr/>
            <p:nvPr/>
          </p:nvSpPr>
          <p:spPr>
            <a:xfrm>
              <a:off x="2424104" y="1141580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0" name="pl6230"/>
            <p:cNvSpPr/>
            <p:nvPr/>
          </p:nvSpPr>
          <p:spPr>
            <a:xfrm>
              <a:off x="2459556" y="1144155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1" name="pl6231"/>
            <p:cNvSpPr/>
            <p:nvPr/>
          </p:nvSpPr>
          <p:spPr>
            <a:xfrm>
              <a:off x="2428838" y="1144155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2" name="pl6232"/>
            <p:cNvSpPr/>
            <p:nvPr/>
          </p:nvSpPr>
          <p:spPr>
            <a:xfrm>
              <a:off x="2459556" y="1143455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3" name="pl6233"/>
            <p:cNvSpPr/>
            <p:nvPr/>
          </p:nvSpPr>
          <p:spPr>
            <a:xfrm>
              <a:off x="2459556" y="11431486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4" name="pl6234"/>
            <p:cNvSpPr/>
            <p:nvPr/>
          </p:nvSpPr>
          <p:spPr>
            <a:xfrm>
              <a:off x="2459556" y="11405812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5" name="pl6235"/>
            <p:cNvSpPr/>
            <p:nvPr/>
          </p:nvSpPr>
          <p:spPr>
            <a:xfrm>
              <a:off x="2459556" y="1142079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6" name="pl6236"/>
            <p:cNvSpPr/>
            <p:nvPr/>
          </p:nvSpPr>
          <p:spPr>
            <a:xfrm>
              <a:off x="2459556" y="1143794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7" name="pl6237"/>
            <p:cNvSpPr/>
            <p:nvPr/>
          </p:nvSpPr>
          <p:spPr>
            <a:xfrm>
              <a:off x="2459556" y="1144155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8" name="pl6238"/>
            <p:cNvSpPr/>
            <p:nvPr/>
          </p:nvSpPr>
          <p:spPr>
            <a:xfrm>
              <a:off x="2459556" y="11438640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39" name="pl6239"/>
            <p:cNvSpPr/>
            <p:nvPr/>
          </p:nvSpPr>
          <p:spPr>
            <a:xfrm>
              <a:off x="2425909" y="1144155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0" name="pl6240"/>
            <p:cNvSpPr/>
            <p:nvPr/>
          </p:nvSpPr>
          <p:spPr>
            <a:xfrm>
              <a:off x="2459556" y="1144155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1" name="pl6241"/>
            <p:cNvSpPr/>
            <p:nvPr/>
          </p:nvSpPr>
          <p:spPr>
            <a:xfrm>
              <a:off x="2459556" y="1141708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2" name="pl6242"/>
            <p:cNvSpPr/>
            <p:nvPr/>
          </p:nvSpPr>
          <p:spPr>
            <a:xfrm>
              <a:off x="2458626" y="1144155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3" name="pl6243"/>
            <p:cNvSpPr/>
            <p:nvPr/>
          </p:nvSpPr>
          <p:spPr>
            <a:xfrm>
              <a:off x="2448948" y="1144155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4" name="pl6244"/>
            <p:cNvSpPr/>
            <p:nvPr/>
          </p:nvSpPr>
          <p:spPr>
            <a:xfrm>
              <a:off x="2459556" y="1140389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5" name="pl6245"/>
            <p:cNvSpPr/>
            <p:nvPr/>
          </p:nvSpPr>
          <p:spPr>
            <a:xfrm>
              <a:off x="2459556" y="1142412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6" name="pl6246"/>
            <p:cNvSpPr/>
            <p:nvPr/>
          </p:nvSpPr>
          <p:spPr>
            <a:xfrm>
              <a:off x="2450001" y="1144155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7" name="pl6247"/>
            <p:cNvSpPr/>
            <p:nvPr/>
          </p:nvSpPr>
          <p:spPr>
            <a:xfrm>
              <a:off x="2441894" y="1144155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8" name="pl6248"/>
            <p:cNvSpPr/>
            <p:nvPr/>
          </p:nvSpPr>
          <p:spPr>
            <a:xfrm>
              <a:off x="2459556" y="11433798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49" name="pl6249"/>
            <p:cNvSpPr/>
            <p:nvPr/>
          </p:nvSpPr>
          <p:spPr>
            <a:xfrm>
              <a:off x="2478663" y="1143746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0" name="pl6250"/>
            <p:cNvSpPr/>
            <p:nvPr/>
          </p:nvSpPr>
          <p:spPr>
            <a:xfrm>
              <a:off x="2781732" y="1224948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1" name="pl6251"/>
            <p:cNvSpPr/>
            <p:nvPr/>
          </p:nvSpPr>
          <p:spPr>
            <a:xfrm>
              <a:off x="2363620" y="11481335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2" name="pl6252"/>
            <p:cNvSpPr/>
            <p:nvPr/>
          </p:nvSpPr>
          <p:spPr>
            <a:xfrm>
              <a:off x="2821419" y="12376588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3" name="pl6253"/>
            <p:cNvSpPr/>
            <p:nvPr/>
          </p:nvSpPr>
          <p:spPr>
            <a:xfrm>
              <a:off x="2770589" y="11576697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4" name="pl6254"/>
            <p:cNvSpPr/>
            <p:nvPr/>
          </p:nvSpPr>
          <p:spPr>
            <a:xfrm>
              <a:off x="2735640" y="11584964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5" name="pl6255"/>
            <p:cNvSpPr/>
            <p:nvPr/>
          </p:nvSpPr>
          <p:spPr>
            <a:xfrm>
              <a:off x="2970561" y="11870855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6" name="pl6256"/>
            <p:cNvSpPr/>
            <p:nvPr/>
          </p:nvSpPr>
          <p:spPr>
            <a:xfrm>
              <a:off x="2038419" y="1104003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7" name="pl6257"/>
            <p:cNvSpPr/>
            <p:nvPr/>
          </p:nvSpPr>
          <p:spPr>
            <a:xfrm>
              <a:off x="2434227" y="1146737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8" name="pl6258"/>
            <p:cNvSpPr/>
            <p:nvPr/>
          </p:nvSpPr>
          <p:spPr>
            <a:xfrm>
              <a:off x="3180898" y="12041901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59" name="pl6259"/>
            <p:cNvSpPr/>
            <p:nvPr/>
          </p:nvSpPr>
          <p:spPr>
            <a:xfrm>
              <a:off x="3170958" y="1205863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0" name="pl6260"/>
            <p:cNvSpPr/>
            <p:nvPr/>
          </p:nvSpPr>
          <p:spPr>
            <a:xfrm>
              <a:off x="2692831" y="1240606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1" name="pl6261"/>
            <p:cNvSpPr/>
            <p:nvPr/>
          </p:nvSpPr>
          <p:spPr>
            <a:xfrm>
              <a:off x="2653030" y="11703525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2" name="pl6262"/>
            <p:cNvSpPr/>
            <p:nvPr/>
          </p:nvSpPr>
          <p:spPr>
            <a:xfrm>
              <a:off x="3199731" y="1125956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3" name="pl6263"/>
            <p:cNvSpPr/>
            <p:nvPr/>
          </p:nvSpPr>
          <p:spPr>
            <a:xfrm>
              <a:off x="2723881" y="1165463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4" name="pl6264"/>
            <p:cNvSpPr/>
            <p:nvPr/>
          </p:nvSpPr>
          <p:spPr>
            <a:xfrm>
              <a:off x="2787853" y="1182432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5" name="pl6265"/>
            <p:cNvSpPr/>
            <p:nvPr/>
          </p:nvSpPr>
          <p:spPr>
            <a:xfrm>
              <a:off x="2732377" y="1161583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6" name="pl6266"/>
            <p:cNvSpPr/>
            <p:nvPr/>
          </p:nvSpPr>
          <p:spPr>
            <a:xfrm>
              <a:off x="2766105" y="1158153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7" name="pl6267"/>
            <p:cNvSpPr/>
            <p:nvPr/>
          </p:nvSpPr>
          <p:spPr>
            <a:xfrm>
              <a:off x="2766105" y="11563185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8" name="pl6268"/>
            <p:cNvSpPr/>
            <p:nvPr/>
          </p:nvSpPr>
          <p:spPr>
            <a:xfrm>
              <a:off x="3287014" y="1157940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69" name="pl6269"/>
            <p:cNvSpPr/>
            <p:nvPr/>
          </p:nvSpPr>
          <p:spPr>
            <a:xfrm>
              <a:off x="1974131" y="1215679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0" name="pl6270"/>
            <p:cNvSpPr/>
            <p:nvPr/>
          </p:nvSpPr>
          <p:spPr>
            <a:xfrm>
              <a:off x="2444378" y="11468174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1" name="pl6271"/>
            <p:cNvSpPr/>
            <p:nvPr/>
          </p:nvSpPr>
          <p:spPr>
            <a:xfrm>
              <a:off x="2436187" y="1146641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2" name="pl6272"/>
            <p:cNvSpPr/>
            <p:nvPr/>
          </p:nvSpPr>
          <p:spPr>
            <a:xfrm>
              <a:off x="2151220" y="1197745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3" name="pl6273"/>
            <p:cNvSpPr/>
            <p:nvPr/>
          </p:nvSpPr>
          <p:spPr>
            <a:xfrm>
              <a:off x="2374441" y="1146844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4" name="pl6274"/>
            <p:cNvSpPr/>
            <p:nvPr/>
          </p:nvSpPr>
          <p:spPr>
            <a:xfrm>
              <a:off x="2448948" y="11464164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5" name="pl6275"/>
            <p:cNvSpPr/>
            <p:nvPr/>
          </p:nvSpPr>
          <p:spPr>
            <a:xfrm>
              <a:off x="2720624" y="11669848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6" name="pl6276"/>
            <p:cNvSpPr/>
            <p:nvPr/>
          </p:nvSpPr>
          <p:spPr>
            <a:xfrm>
              <a:off x="2716844" y="11686954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7" name="pl6277"/>
            <p:cNvSpPr/>
            <p:nvPr/>
          </p:nvSpPr>
          <p:spPr>
            <a:xfrm>
              <a:off x="2633125" y="1181106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8" name="pl6278"/>
            <p:cNvSpPr/>
            <p:nvPr/>
          </p:nvSpPr>
          <p:spPr>
            <a:xfrm>
              <a:off x="2633125" y="11758266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79" name="pl6279"/>
            <p:cNvSpPr/>
            <p:nvPr/>
          </p:nvSpPr>
          <p:spPr>
            <a:xfrm>
              <a:off x="2607839" y="1182957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0" name="pl6280"/>
            <p:cNvSpPr/>
            <p:nvPr/>
          </p:nvSpPr>
          <p:spPr>
            <a:xfrm>
              <a:off x="2621338" y="1182957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1" name="pl6281"/>
            <p:cNvSpPr/>
            <p:nvPr/>
          </p:nvSpPr>
          <p:spPr>
            <a:xfrm>
              <a:off x="2628779" y="1182957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2" name="pl6282"/>
            <p:cNvSpPr/>
            <p:nvPr/>
          </p:nvSpPr>
          <p:spPr>
            <a:xfrm>
              <a:off x="2439491" y="11370029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3" name="pl6283"/>
            <p:cNvSpPr/>
            <p:nvPr/>
          </p:nvSpPr>
          <p:spPr>
            <a:xfrm>
              <a:off x="2431267" y="1138621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4" name="pl6284"/>
            <p:cNvSpPr/>
            <p:nvPr/>
          </p:nvSpPr>
          <p:spPr>
            <a:xfrm>
              <a:off x="2442489" y="1138621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5" name="pl6285"/>
            <p:cNvSpPr/>
            <p:nvPr/>
          </p:nvSpPr>
          <p:spPr>
            <a:xfrm>
              <a:off x="2441784" y="11352572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86" name="pt6286"/>
            <p:cNvSpPr/>
            <p:nvPr/>
          </p:nvSpPr>
          <p:spPr>
            <a:xfrm>
              <a:off x="2586605" y="1087885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87" name="pt6287"/>
            <p:cNvSpPr/>
            <p:nvPr/>
          </p:nvSpPr>
          <p:spPr>
            <a:xfrm>
              <a:off x="2372524" y="11411380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88" name="pt6288"/>
            <p:cNvSpPr/>
            <p:nvPr/>
          </p:nvSpPr>
          <p:spPr>
            <a:xfrm>
              <a:off x="2978744" y="11762514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89" name="pt6289"/>
            <p:cNvSpPr/>
            <p:nvPr/>
          </p:nvSpPr>
          <p:spPr>
            <a:xfrm>
              <a:off x="2452299" y="1141897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0" name="pt6290"/>
            <p:cNvSpPr/>
            <p:nvPr/>
          </p:nvSpPr>
          <p:spPr>
            <a:xfrm>
              <a:off x="3075773" y="11151767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1" name="pg6291"/>
            <p:cNvSpPr/>
            <p:nvPr/>
          </p:nvSpPr>
          <p:spPr>
            <a:xfrm>
              <a:off x="2568876" y="1192226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2" name="pt6292"/>
            <p:cNvSpPr/>
            <p:nvPr/>
          </p:nvSpPr>
          <p:spPr>
            <a:xfrm>
              <a:off x="2430132" y="11456515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3" name="pl6293"/>
            <p:cNvSpPr/>
            <p:nvPr/>
          </p:nvSpPr>
          <p:spPr>
            <a:xfrm>
              <a:off x="2575023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4" name="pl6294"/>
            <p:cNvSpPr/>
            <p:nvPr/>
          </p:nvSpPr>
          <p:spPr>
            <a:xfrm>
              <a:off x="2575023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5" name="pl6295"/>
            <p:cNvSpPr/>
            <p:nvPr/>
          </p:nvSpPr>
          <p:spPr>
            <a:xfrm>
              <a:off x="2564909" y="114061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6" name="pl6296"/>
            <p:cNvSpPr/>
            <p:nvPr/>
          </p:nvSpPr>
          <p:spPr>
            <a:xfrm>
              <a:off x="2599440" y="1137158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97" name="pt6297"/>
            <p:cNvSpPr/>
            <p:nvPr/>
          </p:nvSpPr>
          <p:spPr>
            <a:xfrm>
              <a:off x="2408532" y="1140454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8" name="pg6298"/>
            <p:cNvSpPr/>
            <p:nvPr/>
          </p:nvSpPr>
          <p:spPr>
            <a:xfrm>
              <a:off x="2150636" y="1129002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99" name="pt6299"/>
            <p:cNvSpPr/>
            <p:nvPr/>
          </p:nvSpPr>
          <p:spPr>
            <a:xfrm>
              <a:off x="2940358" y="11751563"/>
              <a:ext cx="80678" cy="80678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0" name="pt6300"/>
            <p:cNvSpPr/>
            <p:nvPr/>
          </p:nvSpPr>
          <p:spPr>
            <a:xfrm>
              <a:off x="2356432" y="11404338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1" name="pt6301"/>
            <p:cNvSpPr/>
            <p:nvPr/>
          </p:nvSpPr>
          <p:spPr>
            <a:xfrm>
              <a:off x="2968647" y="11713753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2" name="pt6302"/>
            <p:cNvSpPr/>
            <p:nvPr/>
          </p:nvSpPr>
          <p:spPr>
            <a:xfrm>
              <a:off x="2609069" y="1224833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3" name="pt6303"/>
            <p:cNvSpPr/>
            <p:nvPr/>
          </p:nvSpPr>
          <p:spPr>
            <a:xfrm>
              <a:off x="2689244" y="1179624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4" name="pg6304"/>
            <p:cNvSpPr/>
            <p:nvPr/>
          </p:nvSpPr>
          <p:spPr>
            <a:xfrm>
              <a:off x="2607214" y="1177745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5" name="pt6305"/>
            <p:cNvSpPr/>
            <p:nvPr/>
          </p:nvSpPr>
          <p:spPr>
            <a:xfrm>
              <a:off x="2794115" y="11549164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6" name="pt6306"/>
            <p:cNvSpPr/>
            <p:nvPr/>
          </p:nvSpPr>
          <p:spPr>
            <a:xfrm>
              <a:off x="3065378" y="1115686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7" name="pg6307"/>
            <p:cNvSpPr/>
            <p:nvPr/>
          </p:nvSpPr>
          <p:spPr>
            <a:xfrm>
              <a:off x="2682909" y="115823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8" name="pt6308"/>
            <p:cNvSpPr/>
            <p:nvPr/>
          </p:nvSpPr>
          <p:spPr>
            <a:xfrm>
              <a:off x="2841417" y="1095127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09" name="pt6309"/>
            <p:cNvSpPr/>
            <p:nvPr/>
          </p:nvSpPr>
          <p:spPr>
            <a:xfrm>
              <a:off x="2364788" y="1148968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0" name="pt6310"/>
            <p:cNvSpPr/>
            <p:nvPr/>
          </p:nvSpPr>
          <p:spPr>
            <a:xfrm>
              <a:off x="2371601" y="11442277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1" name="pg6311"/>
            <p:cNvSpPr/>
            <p:nvPr/>
          </p:nvSpPr>
          <p:spPr>
            <a:xfrm>
              <a:off x="2574487" y="119451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2" name="pt6312"/>
            <p:cNvSpPr/>
            <p:nvPr/>
          </p:nvSpPr>
          <p:spPr>
            <a:xfrm>
              <a:off x="2698961" y="1156598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3" name="pt6313"/>
            <p:cNvSpPr/>
            <p:nvPr/>
          </p:nvSpPr>
          <p:spPr>
            <a:xfrm>
              <a:off x="2126511" y="12272589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4" name="pt6314"/>
            <p:cNvSpPr/>
            <p:nvPr/>
          </p:nvSpPr>
          <p:spPr>
            <a:xfrm>
              <a:off x="2741608" y="1196509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5" name="pt6315"/>
            <p:cNvSpPr/>
            <p:nvPr/>
          </p:nvSpPr>
          <p:spPr>
            <a:xfrm>
              <a:off x="2555902" y="1198712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6" name="pt6316"/>
            <p:cNvSpPr/>
            <p:nvPr/>
          </p:nvSpPr>
          <p:spPr>
            <a:xfrm>
              <a:off x="2484076" y="1139810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17" name="pl6317"/>
            <p:cNvSpPr/>
            <p:nvPr/>
          </p:nvSpPr>
          <p:spPr>
            <a:xfrm>
              <a:off x="2224012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8" name="pl6318"/>
            <p:cNvSpPr/>
            <p:nvPr/>
          </p:nvSpPr>
          <p:spPr>
            <a:xfrm>
              <a:off x="2224012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19" name="pl6319"/>
            <p:cNvSpPr/>
            <p:nvPr/>
          </p:nvSpPr>
          <p:spPr>
            <a:xfrm>
              <a:off x="2213898" y="123326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0" name="pl6320"/>
            <p:cNvSpPr/>
            <p:nvPr/>
          </p:nvSpPr>
          <p:spPr>
            <a:xfrm>
              <a:off x="2248429" y="122981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1" name="pg6321"/>
            <p:cNvSpPr/>
            <p:nvPr/>
          </p:nvSpPr>
          <p:spPr>
            <a:xfrm>
              <a:off x="2505935" y="113858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22" name="pt6322"/>
            <p:cNvSpPr/>
            <p:nvPr/>
          </p:nvSpPr>
          <p:spPr>
            <a:xfrm>
              <a:off x="2726926" y="11979541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23" name="pt6323"/>
            <p:cNvSpPr/>
            <p:nvPr/>
          </p:nvSpPr>
          <p:spPr>
            <a:xfrm>
              <a:off x="2750732" y="1195610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24" name="pl6324"/>
            <p:cNvSpPr/>
            <p:nvPr/>
          </p:nvSpPr>
          <p:spPr>
            <a:xfrm>
              <a:off x="2386301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5" name="pl6325"/>
            <p:cNvSpPr/>
            <p:nvPr/>
          </p:nvSpPr>
          <p:spPr>
            <a:xfrm>
              <a:off x="2386301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6" name="pl6326"/>
            <p:cNvSpPr/>
            <p:nvPr/>
          </p:nvSpPr>
          <p:spPr>
            <a:xfrm>
              <a:off x="2368572" y="1146776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7" name="pl6327"/>
            <p:cNvSpPr/>
            <p:nvPr/>
          </p:nvSpPr>
          <p:spPr>
            <a:xfrm>
              <a:off x="2429104" y="1140722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28" name="pt6328"/>
            <p:cNvSpPr/>
            <p:nvPr/>
          </p:nvSpPr>
          <p:spPr>
            <a:xfrm>
              <a:off x="2645520" y="11619302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29" name="pt6329"/>
            <p:cNvSpPr/>
            <p:nvPr/>
          </p:nvSpPr>
          <p:spPr>
            <a:xfrm>
              <a:off x="2661560" y="1162131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30" name="pl6330"/>
            <p:cNvSpPr/>
            <p:nvPr/>
          </p:nvSpPr>
          <p:spPr>
            <a:xfrm>
              <a:off x="2726102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1" name="pl6331"/>
            <p:cNvSpPr/>
            <p:nvPr/>
          </p:nvSpPr>
          <p:spPr>
            <a:xfrm>
              <a:off x="2726102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2" name="pl6332"/>
            <p:cNvSpPr/>
            <p:nvPr/>
          </p:nvSpPr>
          <p:spPr>
            <a:xfrm>
              <a:off x="2715989" y="119930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3" name="pl6333"/>
            <p:cNvSpPr/>
            <p:nvPr/>
          </p:nvSpPr>
          <p:spPr>
            <a:xfrm>
              <a:off x="2750519" y="119584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4" name="pl6334"/>
            <p:cNvSpPr/>
            <p:nvPr/>
          </p:nvSpPr>
          <p:spPr>
            <a:xfrm>
              <a:off x="2463102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5" name="pl6335"/>
            <p:cNvSpPr/>
            <p:nvPr/>
          </p:nvSpPr>
          <p:spPr>
            <a:xfrm>
              <a:off x="2463102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6" name="pl6336"/>
            <p:cNvSpPr/>
            <p:nvPr/>
          </p:nvSpPr>
          <p:spPr>
            <a:xfrm>
              <a:off x="2452988" y="114040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7" name="pl6337"/>
            <p:cNvSpPr/>
            <p:nvPr/>
          </p:nvSpPr>
          <p:spPr>
            <a:xfrm>
              <a:off x="2487518" y="1136950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38" name="pt6338"/>
            <p:cNvSpPr/>
            <p:nvPr/>
          </p:nvSpPr>
          <p:spPr>
            <a:xfrm>
              <a:off x="2569448" y="11813312"/>
              <a:ext cx="48833" cy="48833"/>
            </a:xfrm>
            <a:prstGeom prst="ellipse">
              <a:avLst/>
            </a:prstGeom>
            <a:solidFill>
              <a:srgbClr val="A6761D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39" name="pt6339"/>
            <p:cNvSpPr/>
            <p:nvPr/>
          </p:nvSpPr>
          <p:spPr>
            <a:xfrm>
              <a:off x="2397232" y="11403416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40" name="pl6340"/>
            <p:cNvSpPr/>
            <p:nvPr/>
          </p:nvSpPr>
          <p:spPr>
            <a:xfrm>
              <a:off x="2135615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1" name="pl6341"/>
            <p:cNvSpPr/>
            <p:nvPr/>
          </p:nvSpPr>
          <p:spPr>
            <a:xfrm>
              <a:off x="2135615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2" name="pl6342"/>
            <p:cNvSpPr/>
            <p:nvPr/>
          </p:nvSpPr>
          <p:spPr>
            <a:xfrm>
              <a:off x="2125501" y="109663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3" name="pl6343"/>
            <p:cNvSpPr/>
            <p:nvPr/>
          </p:nvSpPr>
          <p:spPr>
            <a:xfrm>
              <a:off x="2160032" y="109317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4" name="pl6344"/>
            <p:cNvSpPr/>
            <p:nvPr/>
          </p:nvSpPr>
          <p:spPr>
            <a:xfrm>
              <a:off x="2383190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5" name="pl6345"/>
            <p:cNvSpPr/>
            <p:nvPr/>
          </p:nvSpPr>
          <p:spPr>
            <a:xfrm>
              <a:off x="2383190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6" name="pl6346"/>
            <p:cNvSpPr/>
            <p:nvPr/>
          </p:nvSpPr>
          <p:spPr>
            <a:xfrm>
              <a:off x="2357845" y="11468174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7" name="pl6347"/>
            <p:cNvSpPr/>
            <p:nvPr/>
          </p:nvSpPr>
          <p:spPr>
            <a:xfrm>
              <a:off x="2444378" y="1138164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8" name="pl6348"/>
            <p:cNvSpPr/>
            <p:nvPr/>
          </p:nvSpPr>
          <p:spPr>
            <a:xfrm>
              <a:off x="2670079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49" name="pl6349"/>
            <p:cNvSpPr/>
            <p:nvPr/>
          </p:nvSpPr>
          <p:spPr>
            <a:xfrm>
              <a:off x="2670079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0" name="pl6350"/>
            <p:cNvSpPr/>
            <p:nvPr/>
          </p:nvSpPr>
          <p:spPr>
            <a:xfrm>
              <a:off x="2651451" y="117442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1" name="pl6351"/>
            <p:cNvSpPr/>
            <p:nvPr/>
          </p:nvSpPr>
          <p:spPr>
            <a:xfrm>
              <a:off x="2715052" y="1168064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2" name="pt6352"/>
            <p:cNvSpPr/>
            <p:nvPr/>
          </p:nvSpPr>
          <p:spPr>
            <a:xfrm>
              <a:off x="1962464" y="1115062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53" name="pl6353"/>
            <p:cNvSpPr/>
            <p:nvPr/>
          </p:nvSpPr>
          <p:spPr>
            <a:xfrm>
              <a:off x="1960133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4" name="pl6354"/>
            <p:cNvSpPr/>
            <p:nvPr/>
          </p:nvSpPr>
          <p:spPr>
            <a:xfrm>
              <a:off x="1960133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5" name="pl6355"/>
            <p:cNvSpPr/>
            <p:nvPr/>
          </p:nvSpPr>
          <p:spPr>
            <a:xfrm>
              <a:off x="1950019" y="11110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6" name="pl6356"/>
            <p:cNvSpPr/>
            <p:nvPr/>
          </p:nvSpPr>
          <p:spPr>
            <a:xfrm>
              <a:off x="1984550" y="11076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7" name="pt6357"/>
            <p:cNvSpPr/>
            <p:nvPr/>
          </p:nvSpPr>
          <p:spPr>
            <a:xfrm>
              <a:off x="2410393" y="11447956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58" name="pl6358"/>
            <p:cNvSpPr/>
            <p:nvPr/>
          </p:nvSpPr>
          <p:spPr>
            <a:xfrm>
              <a:off x="2102300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59" name="pl6359"/>
            <p:cNvSpPr/>
            <p:nvPr/>
          </p:nvSpPr>
          <p:spPr>
            <a:xfrm>
              <a:off x="2102300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0" name="pl6360"/>
            <p:cNvSpPr/>
            <p:nvPr/>
          </p:nvSpPr>
          <p:spPr>
            <a:xfrm>
              <a:off x="2092186" y="1190662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1" name="pl6361"/>
            <p:cNvSpPr/>
            <p:nvPr/>
          </p:nvSpPr>
          <p:spPr>
            <a:xfrm>
              <a:off x="2126717" y="118720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2" name="pl6362"/>
            <p:cNvSpPr/>
            <p:nvPr/>
          </p:nvSpPr>
          <p:spPr>
            <a:xfrm>
              <a:off x="2836441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3" name="pl6363"/>
            <p:cNvSpPr/>
            <p:nvPr/>
          </p:nvSpPr>
          <p:spPr>
            <a:xfrm>
              <a:off x="2836441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4" name="pl6364"/>
            <p:cNvSpPr/>
            <p:nvPr/>
          </p:nvSpPr>
          <p:spPr>
            <a:xfrm>
              <a:off x="2826327" y="109845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5" name="pl6365"/>
            <p:cNvSpPr/>
            <p:nvPr/>
          </p:nvSpPr>
          <p:spPr>
            <a:xfrm>
              <a:off x="2860858" y="1095003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66" name="pt6366"/>
            <p:cNvSpPr/>
            <p:nvPr/>
          </p:nvSpPr>
          <p:spPr>
            <a:xfrm>
              <a:off x="2317815" y="11467210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67" name="pt6367"/>
            <p:cNvSpPr/>
            <p:nvPr/>
          </p:nvSpPr>
          <p:spPr>
            <a:xfrm>
              <a:off x="2355049" y="11414402"/>
              <a:ext cx="48833" cy="48833"/>
            </a:xfrm>
            <a:prstGeom prst="ellipse">
              <a:avLst/>
            </a:prstGeom>
            <a:solidFill>
              <a:srgbClr val="A6761D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68" name="pt6368"/>
            <p:cNvSpPr/>
            <p:nvPr/>
          </p:nvSpPr>
          <p:spPr>
            <a:xfrm>
              <a:off x="2342057" y="1090081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69" name="pt6369"/>
            <p:cNvSpPr/>
            <p:nvPr/>
          </p:nvSpPr>
          <p:spPr>
            <a:xfrm>
              <a:off x="2571011" y="12093710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70" name="pt6370"/>
            <p:cNvSpPr/>
            <p:nvPr/>
          </p:nvSpPr>
          <p:spPr>
            <a:xfrm>
              <a:off x="2415075" y="11345612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71" name="pt6371"/>
            <p:cNvSpPr/>
            <p:nvPr/>
          </p:nvSpPr>
          <p:spPr>
            <a:xfrm>
              <a:off x="1825182" y="11357543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72" name="pt6372"/>
            <p:cNvSpPr/>
            <p:nvPr/>
          </p:nvSpPr>
          <p:spPr>
            <a:xfrm>
              <a:off x="2096949" y="1172347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73" name="pl6373"/>
            <p:cNvSpPr/>
            <p:nvPr/>
          </p:nvSpPr>
          <p:spPr>
            <a:xfrm>
              <a:off x="2675715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4" name="pl6374"/>
            <p:cNvSpPr/>
            <p:nvPr/>
          </p:nvSpPr>
          <p:spPr>
            <a:xfrm>
              <a:off x="2675715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5" name="pl6375"/>
            <p:cNvSpPr/>
            <p:nvPr/>
          </p:nvSpPr>
          <p:spPr>
            <a:xfrm>
              <a:off x="2665601" y="1239290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6" name="pl6376"/>
            <p:cNvSpPr/>
            <p:nvPr/>
          </p:nvSpPr>
          <p:spPr>
            <a:xfrm>
              <a:off x="2700132" y="123583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7" name="pg6377"/>
            <p:cNvSpPr/>
            <p:nvPr/>
          </p:nvSpPr>
          <p:spPr>
            <a:xfrm>
              <a:off x="2341782" y="1143043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78" name="pl6378"/>
            <p:cNvSpPr/>
            <p:nvPr/>
          </p:nvSpPr>
          <p:spPr>
            <a:xfrm>
              <a:off x="2349645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79" name="pl6379"/>
            <p:cNvSpPr/>
            <p:nvPr/>
          </p:nvSpPr>
          <p:spPr>
            <a:xfrm>
              <a:off x="2349645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0" name="pl6380"/>
            <p:cNvSpPr/>
            <p:nvPr/>
          </p:nvSpPr>
          <p:spPr>
            <a:xfrm>
              <a:off x="2339532" y="114505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1" name="pl6381"/>
            <p:cNvSpPr/>
            <p:nvPr/>
          </p:nvSpPr>
          <p:spPr>
            <a:xfrm>
              <a:off x="2374062" y="1141600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2" name="pg6382"/>
            <p:cNvSpPr/>
            <p:nvPr/>
          </p:nvSpPr>
          <p:spPr>
            <a:xfrm>
              <a:off x="2557969" y="1183038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83" name="pt6383"/>
            <p:cNvSpPr/>
            <p:nvPr/>
          </p:nvSpPr>
          <p:spPr>
            <a:xfrm>
              <a:off x="1748649" y="1168221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384" name="pl6384"/>
            <p:cNvSpPr/>
            <p:nvPr/>
          </p:nvSpPr>
          <p:spPr>
            <a:xfrm>
              <a:off x="2358845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5" name="pl6385"/>
            <p:cNvSpPr/>
            <p:nvPr/>
          </p:nvSpPr>
          <p:spPr>
            <a:xfrm>
              <a:off x="2358845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6" name="pl6386"/>
            <p:cNvSpPr/>
            <p:nvPr/>
          </p:nvSpPr>
          <p:spPr>
            <a:xfrm>
              <a:off x="2337962" y="1142267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7" name="pl6387"/>
            <p:cNvSpPr/>
            <p:nvPr/>
          </p:nvSpPr>
          <p:spPr>
            <a:xfrm>
              <a:off x="2409263" y="11351371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8" name="pl6388"/>
            <p:cNvSpPr/>
            <p:nvPr/>
          </p:nvSpPr>
          <p:spPr>
            <a:xfrm>
              <a:off x="2393849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89" name="pl6389"/>
            <p:cNvSpPr/>
            <p:nvPr/>
          </p:nvSpPr>
          <p:spPr>
            <a:xfrm>
              <a:off x="2393849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0" name="pl6390"/>
            <p:cNvSpPr/>
            <p:nvPr/>
          </p:nvSpPr>
          <p:spPr>
            <a:xfrm>
              <a:off x="2378351" y="1139993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1" name="pl6391"/>
            <p:cNvSpPr/>
            <p:nvPr/>
          </p:nvSpPr>
          <p:spPr>
            <a:xfrm>
              <a:off x="2431267" y="1134702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2" name="pl6392"/>
            <p:cNvSpPr/>
            <p:nvPr/>
          </p:nvSpPr>
          <p:spPr>
            <a:xfrm>
              <a:off x="2805799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3" name="pl6393"/>
            <p:cNvSpPr/>
            <p:nvPr/>
          </p:nvSpPr>
          <p:spPr>
            <a:xfrm>
              <a:off x="2805799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4" name="pl6394"/>
            <p:cNvSpPr/>
            <p:nvPr/>
          </p:nvSpPr>
          <p:spPr>
            <a:xfrm>
              <a:off x="2795685" y="119154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5" name="pl6395"/>
            <p:cNvSpPr/>
            <p:nvPr/>
          </p:nvSpPr>
          <p:spPr>
            <a:xfrm>
              <a:off x="2830215" y="11880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6" name="pl6396"/>
            <p:cNvSpPr/>
            <p:nvPr/>
          </p:nvSpPr>
          <p:spPr>
            <a:xfrm>
              <a:off x="2659394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7" name="pl6397"/>
            <p:cNvSpPr/>
            <p:nvPr/>
          </p:nvSpPr>
          <p:spPr>
            <a:xfrm>
              <a:off x="2659394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8" name="pl6398"/>
            <p:cNvSpPr/>
            <p:nvPr/>
          </p:nvSpPr>
          <p:spPr>
            <a:xfrm>
              <a:off x="2632682" y="11794527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99" name="pl6399"/>
            <p:cNvSpPr/>
            <p:nvPr/>
          </p:nvSpPr>
          <p:spPr>
            <a:xfrm>
              <a:off x="2723881" y="1170332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0" name="pt6400"/>
            <p:cNvSpPr/>
            <p:nvPr/>
          </p:nvSpPr>
          <p:spPr>
            <a:xfrm>
              <a:off x="2491848" y="11385295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01" name="pl6401"/>
            <p:cNvSpPr/>
            <p:nvPr/>
          </p:nvSpPr>
          <p:spPr>
            <a:xfrm>
              <a:off x="2397232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2" name="pl6402"/>
            <p:cNvSpPr/>
            <p:nvPr/>
          </p:nvSpPr>
          <p:spPr>
            <a:xfrm>
              <a:off x="2397232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3" name="pl6403"/>
            <p:cNvSpPr/>
            <p:nvPr/>
          </p:nvSpPr>
          <p:spPr>
            <a:xfrm>
              <a:off x="2374489" y="11399876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4" name="pl6404"/>
            <p:cNvSpPr/>
            <p:nvPr/>
          </p:nvSpPr>
          <p:spPr>
            <a:xfrm>
              <a:off x="2452137" y="1132222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5" name="pl6405"/>
            <p:cNvSpPr/>
            <p:nvPr/>
          </p:nvSpPr>
          <p:spPr>
            <a:xfrm>
              <a:off x="2285266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6" name="pl6406"/>
            <p:cNvSpPr/>
            <p:nvPr/>
          </p:nvSpPr>
          <p:spPr>
            <a:xfrm>
              <a:off x="2285266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7" name="pl6407"/>
            <p:cNvSpPr/>
            <p:nvPr/>
          </p:nvSpPr>
          <p:spPr>
            <a:xfrm>
              <a:off x="2275152" y="114681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8" name="pl6408"/>
            <p:cNvSpPr/>
            <p:nvPr/>
          </p:nvSpPr>
          <p:spPr>
            <a:xfrm>
              <a:off x="2309682" y="114336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09" name="pt6409"/>
            <p:cNvSpPr/>
            <p:nvPr/>
          </p:nvSpPr>
          <p:spPr>
            <a:xfrm>
              <a:off x="2343238" y="1149779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0" name="pt6410"/>
            <p:cNvSpPr/>
            <p:nvPr/>
          </p:nvSpPr>
          <p:spPr>
            <a:xfrm>
              <a:off x="2498794" y="1140566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1" name="pl6411"/>
            <p:cNvSpPr/>
            <p:nvPr/>
          </p:nvSpPr>
          <p:spPr>
            <a:xfrm>
              <a:off x="2355359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2" name="pl6412"/>
            <p:cNvSpPr/>
            <p:nvPr/>
          </p:nvSpPr>
          <p:spPr>
            <a:xfrm>
              <a:off x="2355359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3" name="pl6413"/>
            <p:cNvSpPr/>
            <p:nvPr/>
          </p:nvSpPr>
          <p:spPr>
            <a:xfrm>
              <a:off x="2336731" y="1144449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4" name="pl6414"/>
            <p:cNvSpPr/>
            <p:nvPr/>
          </p:nvSpPr>
          <p:spPr>
            <a:xfrm>
              <a:off x="2400331" y="11380894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5" name="pt6415"/>
            <p:cNvSpPr/>
            <p:nvPr/>
          </p:nvSpPr>
          <p:spPr>
            <a:xfrm>
              <a:off x="2912341" y="1100282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6" name="pt6416"/>
            <p:cNvSpPr/>
            <p:nvPr/>
          </p:nvSpPr>
          <p:spPr>
            <a:xfrm>
              <a:off x="1989917" y="1111553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7" name="pt6417"/>
            <p:cNvSpPr/>
            <p:nvPr/>
          </p:nvSpPr>
          <p:spPr>
            <a:xfrm>
              <a:off x="1965041" y="11771165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18" name="pl6418"/>
            <p:cNvSpPr/>
            <p:nvPr/>
          </p:nvSpPr>
          <p:spPr>
            <a:xfrm>
              <a:off x="2624463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19" name="pl6419"/>
            <p:cNvSpPr/>
            <p:nvPr/>
          </p:nvSpPr>
          <p:spPr>
            <a:xfrm>
              <a:off x="2624463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0" name="pl6420"/>
            <p:cNvSpPr/>
            <p:nvPr/>
          </p:nvSpPr>
          <p:spPr>
            <a:xfrm>
              <a:off x="2608964" y="1177737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1" name="pl6421"/>
            <p:cNvSpPr/>
            <p:nvPr/>
          </p:nvSpPr>
          <p:spPr>
            <a:xfrm>
              <a:off x="2661880" y="1172445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2" name="pl6422"/>
            <p:cNvSpPr/>
            <p:nvPr/>
          </p:nvSpPr>
          <p:spPr>
            <a:xfrm>
              <a:off x="2562744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3" name="pl6423"/>
            <p:cNvSpPr/>
            <p:nvPr/>
          </p:nvSpPr>
          <p:spPr>
            <a:xfrm>
              <a:off x="2562744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4" name="pl6424"/>
            <p:cNvSpPr/>
            <p:nvPr/>
          </p:nvSpPr>
          <p:spPr>
            <a:xfrm>
              <a:off x="2544115" y="1223304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5" name="pl6425"/>
            <p:cNvSpPr/>
            <p:nvPr/>
          </p:nvSpPr>
          <p:spPr>
            <a:xfrm>
              <a:off x="2607716" y="1216944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6" name="pl6426"/>
            <p:cNvSpPr/>
            <p:nvPr/>
          </p:nvSpPr>
          <p:spPr>
            <a:xfrm>
              <a:off x="2442298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7" name="pl6427"/>
            <p:cNvSpPr/>
            <p:nvPr/>
          </p:nvSpPr>
          <p:spPr>
            <a:xfrm>
              <a:off x="2442298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8" name="pl6428"/>
            <p:cNvSpPr/>
            <p:nvPr/>
          </p:nvSpPr>
          <p:spPr>
            <a:xfrm>
              <a:off x="2432184" y="1134099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29" name="pl6429"/>
            <p:cNvSpPr/>
            <p:nvPr/>
          </p:nvSpPr>
          <p:spPr>
            <a:xfrm>
              <a:off x="2466715" y="113064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0" name="pl6430"/>
            <p:cNvSpPr/>
            <p:nvPr/>
          </p:nvSpPr>
          <p:spPr>
            <a:xfrm>
              <a:off x="1841129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1" name="pl6431"/>
            <p:cNvSpPr/>
            <p:nvPr/>
          </p:nvSpPr>
          <p:spPr>
            <a:xfrm>
              <a:off x="1841129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2" name="pl6432"/>
            <p:cNvSpPr/>
            <p:nvPr/>
          </p:nvSpPr>
          <p:spPr>
            <a:xfrm>
              <a:off x="1831015" y="119706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3" name="pl6433"/>
            <p:cNvSpPr/>
            <p:nvPr/>
          </p:nvSpPr>
          <p:spPr>
            <a:xfrm>
              <a:off x="1865545" y="119361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4" name="pl6434"/>
            <p:cNvSpPr/>
            <p:nvPr/>
          </p:nvSpPr>
          <p:spPr>
            <a:xfrm>
              <a:off x="2664826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5" name="pl6435"/>
            <p:cNvSpPr/>
            <p:nvPr/>
          </p:nvSpPr>
          <p:spPr>
            <a:xfrm>
              <a:off x="2664826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6" name="pl6436"/>
            <p:cNvSpPr/>
            <p:nvPr/>
          </p:nvSpPr>
          <p:spPr>
            <a:xfrm>
              <a:off x="2634564" y="1161583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7" name="pl6437"/>
            <p:cNvSpPr/>
            <p:nvPr/>
          </p:nvSpPr>
          <p:spPr>
            <a:xfrm>
              <a:off x="2737886" y="11512513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38" name="pt6438"/>
            <p:cNvSpPr/>
            <p:nvPr/>
          </p:nvSpPr>
          <p:spPr>
            <a:xfrm>
              <a:off x="2399360" y="11421913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39" name="pt6439"/>
            <p:cNvSpPr/>
            <p:nvPr/>
          </p:nvSpPr>
          <p:spPr>
            <a:xfrm>
              <a:off x="2366411" y="11404664"/>
              <a:ext cx="85604" cy="85604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0" name="pt6440"/>
            <p:cNvSpPr/>
            <p:nvPr/>
          </p:nvSpPr>
          <p:spPr>
            <a:xfrm>
              <a:off x="1969609" y="11773967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1" name="pt6441"/>
            <p:cNvSpPr/>
            <p:nvPr/>
          </p:nvSpPr>
          <p:spPr>
            <a:xfrm>
              <a:off x="1734277" y="1167585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2" name="pl6442"/>
            <p:cNvSpPr/>
            <p:nvPr/>
          </p:nvSpPr>
          <p:spPr>
            <a:xfrm>
              <a:off x="2685418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3" name="pl6443"/>
            <p:cNvSpPr/>
            <p:nvPr/>
          </p:nvSpPr>
          <p:spPr>
            <a:xfrm>
              <a:off x="2685418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4" name="pl6444"/>
            <p:cNvSpPr/>
            <p:nvPr/>
          </p:nvSpPr>
          <p:spPr>
            <a:xfrm>
              <a:off x="2675305" y="116008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5" name="pl6445"/>
            <p:cNvSpPr/>
            <p:nvPr/>
          </p:nvSpPr>
          <p:spPr>
            <a:xfrm>
              <a:off x="2709835" y="115663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46" name="pt6446"/>
            <p:cNvSpPr/>
            <p:nvPr/>
          </p:nvSpPr>
          <p:spPr>
            <a:xfrm>
              <a:off x="2457931" y="11306697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7" name="pt6447"/>
            <p:cNvSpPr/>
            <p:nvPr/>
          </p:nvSpPr>
          <p:spPr>
            <a:xfrm>
              <a:off x="2406529" y="11339232"/>
              <a:ext cx="106973" cy="10697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8" name="pt6448"/>
            <p:cNvSpPr/>
            <p:nvPr/>
          </p:nvSpPr>
          <p:spPr>
            <a:xfrm>
              <a:off x="2350443" y="11473546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49" name="pt6449"/>
            <p:cNvSpPr/>
            <p:nvPr/>
          </p:nvSpPr>
          <p:spPr>
            <a:xfrm>
              <a:off x="2870687" y="1186816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50" name="pl6450"/>
            <p:cNvSpPr/>
            <p:nvPr/>
          </p:nvSpPr>
          <p:spPr>
            <a:xfrm>
              <a:off x="2213620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1" name="pl6451"/>
            <p:cNvSpPr/>
            <p:nvPr/>
          </p:nvSpPr>
          <p:spPr>
            <a:xfrm>
              <a:off x="2213620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2" name="pl6452"/>
            <p:cNvSpPr/>
            <p:nvPr/>
          </p:nvSpPr>
          <p:spPr>
            <a:xfrm>
              <a:off x="2203506" y="122299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3" name="pl6453"/>
            <p:cNvSpPr/>
            <p:nvPr/>
          </p:nvSpPr>
          <p:spPr>
            <a:xfrm>
              <a:off x="2238037" y="12195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4" name="pl6454"/>
            <p:cNvSpPr/>
            <p:nvPr/>
          </p:nvSpPr>
          <p:spPr>
            <a:xfrm>
              <a:off x="2200086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5" name="pl6455"/>
            <p:cNvSpPr/>
            <p:nvPr/>
          </p:nvSpPr>
          <p:spPr>
            <a:xfrm>
              <a:off x="2200086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6" name="pl6456"/>
            <p:cNvSpPr/>
            <p:nvPr/>
          </p:nvSpPr>
          <p:spPr>
            <a:xfrm>
              <a:off x="2189972" y="12227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7" name="pl6457"/>
            <p:cNvSpPr/>
            <p:nvPr/>
          </p:nvSpPr>
          <p:spPr>
            <a:xfrm>
              <a:off x="2224503" y="12192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58" name="pt6458"/>
            <p:cNvSpPr/>
            <p:nvPr/>
          </p:nvSpPr>
          <p:spPr>
            <a:xfrm>
              <a:off x="2771668" y="1187329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59" name="pt6459"/>
            <p:cNvSpPr/>
            <p:nvPr/>
          </p:nvSpPr>
          <p:spPr>
            <a:xfrm>
              <a:off x="2006322" y="1107400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0" name="pl6460"/>
            <p:cNvSpPr/>
            <p:nvPr/>
          </p:nvSpPr>
          <p:spPr>
            <a:xfrm>
              <a:off x="2408175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1" name="pl6461"/>
            <p:cNvSpPr/>
            <p:nvPr/>
          </p:nvSpPr>
          <p:spPr>
            <a:xfrm>
              <a:off x="2408175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2" name="pl6462"/>
            <p:cNvSpPr/>
            <p:nvPr/>
          </p:nvSpPr>
          <p:spPr>
            <a:xfrm>
              <a:off x="2394253" y="1135257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3" name="pl6463"/>
            <p:cNvSpPr/>
            <p:nvPr/>
          </p:nvSpPr>
          <p:spPr>
            <a:xfrm>
              <a:off x="2441784" y="1130504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64" name="pt6464"/>
            <p:cNvSpPr/>
            <p:nvPr/>
          </p:nvSpPr>
          <p:spPr>
            <a:xfrm>
              <a:off x="2329162" y="11377765"/>
              <a:ext cx="170789" cy="17078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5" name="pg6465"/>
            <p:cNvSpPr/>
            <p:nvPr/>
          </p:nvSpPr>
          <p:spPr>
            <a:xfrm>
              <a:off x="2719786" y="1183975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6" name="pt6466"/>
            <p:cNvSpPr/>
            <p:nvPr/>
          </p:nvSpPr>
          <p:spPr>
            <a:xfrm>
              <a:off x="3020361" y="12192952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7" name="pg6467"/>
            <p:cNvSpPr/>
            <p:nvPr/>
          </p:nvSpPr>
          <p:spPr>
            <a:xfrm>
              <a:off x="2416088" y="113126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8" name="pg6468"/>
            <p:cNvSpPr/>
            <p:nvPr/>
          </p:nvSpPr>
          <p:spPr>
            <a:xfrm>
              <a:off x="2369224" y="1144649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69" name="pt6469"/>
            <p:cNvSpPr/>
            <p:nvPr/>
          </p:nvSpPr>
          <p:spPr>
            <a:xfrm>
              <a:off x="2424643" y="11457497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0" name="pt6470"/>
            <p:cNvSpPr/>
            <p:nvPr/>
          </p:nvSpPr>
          <p:spPr>
            <a:xfrm>
              <a:off x="2703725" y="1157576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1" name="pt6471"/>
            <p:cNvSpPr/>
            <p:nvPr/>
          </p:nvSpPr>
          <p:spPr>
            <a:xfrm>
              <a:off x="2387898" y="1140065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2" name="pt6472"/>
            <p:cNvSpPr/>
            <p:nvPr/>
          </p:nvSpPr>
          <p:spPr>
            <a:xfrm>
              <a:off x="2296869" y="1234797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3" name="pt6473"/>
            <p:cNvSpPr/>
            <p:nvPr/>
          </p:nvSpPr>
          <p:spPr>
            <a:xfrm>
              <a:off x="1780185" y="1146735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4" name="pt6474"/>
            <p:cNvSpPr/>
            <p:nvPr/>
          </p:nvSpPr>
          <p:spPr>
            <a:xfrm>
              <a:off x="2791502" y="1162876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5" name="pt6475"/>
            <p:cNvSpPr/>
            <p:nvPr/>
          </p:nvSpPr>
          <p:spPr>
            <a:xfrm>
              <a:off x="2117699" y="1196721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6" name="pt6476"/>
            <p:cNvSpPr/>
            <p:nvPr/>
          </p:nvSpPr>
          <p:spPr>
            <a:xfrm>
              <a:off x="2109728" y="1188124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77" name="pl6477"/>
            <p:cNvSpPr/>
            <p:nvPr/>
          </p:nvSpPr>
          <p:spPr>
            <a:xfrm>
              <a:off x="2344649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8" name="pl6478"/>
            <p:cNvSpPr/>
            <p:nvPr/>
          </p:nvSpPr>
          <p:spPr>
            <a:xfrm>
              <a:off x="2344649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79" name="pl6479"/>
            <p:cNvSpPr/>
            <p:nvPr/>
          </p:nvSpPr>
          <p:spPr>
            <a:xfrm>
              <a:off x="2330727" y="1145474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0" name="pl6480"/>
            <p:cNvSpPr/>
            <p:nvPr/>
          </p:nvSpPr>
          <p:spPr>
            <a:xfrm>
              <a:off x="2378258" y="1140721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1" name="pt6481"/>
            <p:cNvSpPr/>
            <p:nvPr/>
          </p:nvSpPr>
          <p:spPr>
            <a:xfrm>
              <a:off x="2442685" y="11354994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2" name="pt6482"/>
            <p:cNvSpPr/>
            <p:nvPr/>
          </p:nvSpPr>
          <p:spPr>
            <a:xfrm>
              <a:off x="2403131" y="11418329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3" name="pt6483"/>
            <p:cNvSpPr/>
            <p:nvPr/>
          </p:nvSpPr>
          <p:spPr>
            <a:xfrm>
              <a:off x="2887489" y="1152141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4" name="pt6484"/>
            <p:cNvSpPr/>
            <p:nvPr/>
          </p:nvSpPr>
          <p:spPr>
            <a:xfrm>
              <a:off x="2565757" y="12218673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5" name="pt6485"/>
            <p:cNvSpPr/>
            <p:nvPr/>
          </p:nvSpPr>
          <p:spPr>
            <a:xfrm>
              <a:off x="3175314" y="1123514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6" name="pt6486"/>
            <p:cNvSpPr/>
            <p:nvPr/>
          </p:nvSpPr>
          <p:spPr>
            <a:xfrm>
              <a:off x="2337872" y="1091393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87" name="pt6487"/>
            <p:cNvSpPr/>
            <p:nvPr/>
          </p:nvSpPr>
          <p:spPr>
            <a:xfrm>
              <a:off x="2567902" y="1194762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8" name="pl6488"/>
            <p:cNvSpPr/>
            <p:nvPr/>
          </p:nvSpPr>
          <p:spPr>
            <a:xfrm>
              <a:off x="2567902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89" name="pl6489"/>
            <p:cNvSpPr/>
            <p:nvPr/>
          </p:nvSpPr>
          <p:spPr>
            <a:xfrm>
              <a:off x="2567902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90" name="pg6490"/>
            <p:cNvSpPr/>
            <p:nvPr/>
          </p:nvSpPr>
          <p:spPr>
            <a:xfrm>
              <a:off x="2921754" y="121593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1" name="pt6491"/>
            <p:cNvSpPr/>
            <p:nvPr/>
          </p:nvSpPr>
          <p:spPr>
            <a:xfrm>
              <a:off x="2704178" y="1178051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2" name="pt6492"/>
            <p:cNvSpPr/>
            <p:nvPr/>
          </p:nvSpPr>
          <p:spPr>
            <a:xfrm>
              <a:off x="2147213" y="1193550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3" name="pt6493"/>
            <p:cNvSpPr/>
            <p:nvPr/>
          </p:nvSpPr>
          <p:spPr>
            <a:xfrm>
              <a:off x="3227143" y="1136290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4" name="pt6494"/>
            <p:cNvSpPr/>
            <p:nvPr/>
          </p:nvSpPr>
          <p:spPr>
            <a:xfrm>
              <a:off x="1943542" y="1206062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5" name="pt6495"/>
            <p:cNvSpPr/>
            <p:nvPr/>
          </p:nvSpPr>
          <p:spPr>
            <a:xfrm>
              <a:off x="2131741" y="1094780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6" name="pt6496"/>
            <p:cNvSpPr/>
            <p:nvPr/>
          </p:nvSpPr>
          <p:spPr>
            <a:xfrm>
              <a:off x="2449363" y="11319205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7" name="pt6497"/>
            <p:cNvSpPr/>
            <p:nvPr/>
          </p:nvSpPr>
          <p:spPr>
            <a:xfrm>
              <a:off x="2732705" y="1155069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8" name="pg6498"/>
            <p:cNvSpPr/>
            <p:nvPr/>
          </p:nvSpPr>
          <p:spPr>
            <a:xfrm>
              <a:off x="2556017" y="1193121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99" name="pt6499"/>
            <p:cNvSpPr/>
            <p:nvPr/>
          </p:nvSpPr>
          <p:spPr>
            <a:xfrm>
              <a:off x="2763361" y="1155712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0" name="pt6500"/>
            <p:cNvSpPr/>
            <p:nvPr/>
          </p:nvSpPr>
          <p:spPr>
            <a:xfrm>
              <a:off x="2794313" y="1234297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1" name="pg6501"/>
            <p:cNvSpPr/>
            <p:nvPr/>
          </p:nvSpPr>
          <p:spPr>
            <a:xfrm>
              <a:off x="2909575" y="1098308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2" name="pt6502"/>
            <p:cNvSpPr/>
            <p:nvPr/>
          </p:nvSpPr>
          <p:spPr>
            <a:xfrm>
              <a:off x="2981514" y="1105184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3" name="pt6503"/>
            <p:cNvSpPr/>
            <p:nvPr/>
          </p:nvSpPr>
          <p:spPr>
            <a:xfrm>
              <a:off x="2025444" y="12161253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4" name="pt6504"/>
            <p:cNvSpPr/>
            <p:nvPr/>
          </p:nvSpPr>
          <p:spPr>
            <a:xfrm>
              <a:off x="2504098" y="11869392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5" name="pl6505"/>
            <p:cNvSpPr/>
            <p:nvPr/>
          </p:nvSpPr>
          <p:spPr>
            <a:xfrm>
              <a:off x="2537205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6" name="pl6506"/>
            <p:cNvSpPr/>
            <p:nvPr/>
          </p:nvSpPr>
          <p:spPr>
            <a:xfrm>
              <a:off x="2537205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07" name="pt6507"/>
            <p:cNvSpPr/>
            <p:nvPr/>
          </p:nvSpPr>
          <p:spPr>
            <a:xfrm>
              <a:off x="2541330" y="1185987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8" name="pt6508"/>
            <p:cNvSpPr/>
            <p:nvPr/>
          </p:nvSpPr>
          <p:spPr>
            <a:xfrm>
              <a:off x="2738434" y="1159616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09" name="pt6509"/>
            <p:cNvSpPr/>
            <p:nvPr/>
          </p:nvSpPr>
          <p:spPr>
            <a:xfrm>
              <a:off x="2101261" y="1191632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0" name="pt6510"/>
            <p:cNvSpPr/>
            <p:nvPr/>
          </p:nvSpPr>
          <p:spPr>
            <a:xfrm>
              <a:off x="2637490" y="10835451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1" name="pt6511"/>
            <p:cNvSpPr/>
            <p:nvPr/>
          </p:nvSpPr>
          <p:spPr>
            <a:xfrm>
              <a:off x="2478588" y="11393166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2" name="pt6512"/>
            <p:cNvSpPr/>
            <p:nvPr/>
          </p:nvSpPr>
          <p:spPr>
            <a:xfrm>
              <a:off x="2698804" y="11784438"/>
              <a:ext cx="80678" cy="80678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3" name="pt6513"/>
            <p:cNvSpPr/>
            <p:nvPr/>
          </p:nvSpPr>
          <p:spPr>
            <a:xfrm>
              <a:off x="2691235" y="11817866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4" name="pt6514"/>
            <p:cNvSpPr/>
            <p:nvPr/>
          </p:nvSpPr>
          <p:spPr>
            <a:xfrm>
              <a:off x="2576875" y="1088707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5" name="pt6515"/>
            <p:cNvSpPr/>
            <p:nvPr/>
          </p:nvSpPr>
          <p:spPr>
            <a:xfrm>
              <a:off x="2461693" y="11394513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6" name="pt6516"/>
            <p:cNvSpPr/>
            <p:nvPr/>
          </p:nvSpPr>
          <p:spPr>
            <a:xfrm>
              <a:off x="2395091" y="11429882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7" name="pt6517"/>
            <p:cNvSpPr/>
            <p:nvPr/>
          </p:nvSpPr>
          <p:spPr>
            <a:xfrm>
              <a:off x="2936952" y="11837246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18" name="pl6518"/>
            <p:cNvSpPr/>
            <p:nvPr/>
          </p:nvSpPr>
          <p:spPr>
            <a:xfrm>
              <a:off x="2695697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19" name="pl6519"/>
            <p:cNvSpPr/>
            <p:nvPr/>
          </p:nvSpPr>
          <p:spPr>
            <a:xfrm>
              <a:off x="2695697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0" name="pl6520"/>
            <p:cNvSpPr/>
            <p:nvPr/>
          </p:nvSpPr>
          <p:spPr>
            <a:xfrm>
              <a:off x="2685583" y="11647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1" name="pl6521"/>
            <p:cNvSpPr/>
            <p:nvPr/>
          </p:nvSpPr>
          <p:spPr>
            <a:xfrm>
              <a:off x="2720114" y="11612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22" name="pt6522"/>
            <p:cNvSpPr/>
            <p:nvPr/>
          </p:nvSpPr>
          <p:spPr>
            <a:xfrm>
              <a:off x="2343433" y="11430649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3" name="pt6523"/>
            <p:cNvSpPr/>
            <p:nvPr/>
          </p:nvSpPr>
          <p:spPr>
            <a:xfrm>
              <a:off x="2405467" y="11386990"/>
              <a:ext cx="74834" cy="74834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4" name="pg6524"/>
            <p:cNvSpPr/>
            <p:nvPr/>
          </p:nvSpPr>
          <p:spPr>
            <a:xfrm>
              <a:off x="2723339" y="115645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5" name="pt6525"/>
            <p:cNvSpPr/>
            <p:nvPr/>
          </p:nvSpPr>
          <p:spPr>
            <a:xfrm>
              <a:off x="2313788" y="1227792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6" name="pt6526"/>
            <p:cNvSpPr/>
            <p:nvPr/>
          </p:nvSpPr>
          <p:spPr>
            <a:xfrm>
              <a:off x="2383503" y="11446330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7" name="pt6527"/>
            <p:cNvSpPr/>
            <p:nvPr/>
          </p:nvSpPr>
          <p:spPr>
            <a:xfrm>
              <a:off x="2588371" y="1221687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8" name="pg6528"/>
            <p:cNvSpPr/>
            <p:nvPr/>
          </p:nvSpPr>
          <p:spPr>
            <a:xfrm>
              <a:off x="2088822" y="11889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29" name="pt6529"/>
            <p:cNvSpPr/>
            <p:nvPr/>
          </p:nvSpPr>
          <p:spPr>
            <a:xfrm>
              <a:off x="2385082" y="11366704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0" name="pt6530"/>
            <p:cNvSpPr/>
            <p:nvPr/>
          </p:nvSpPr>
          <p:spPr>
            <a:xfrm>
              <a:off x="2409679" y="11416749"/>
              <a:ext cx="74834" cy="74834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1" name="pt6531"/>
            <p:cNvSpPr/>
            <p:nvPr/>
          </p:nvSpPr>
          <p:spPr>
            <a:xfrm>
              <a:off x="2148875" y="1192037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2" name="pt6532"/>
            <p:cNvSpPr/>
            <p:nvPr/>
          </p:nvSpPr>
          <p:spPr>
            <a:xfrm>
              <a:off x="2095966" y="11873500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3" name="pt6533"/>
            <p:cNvSpPr/>
            <p:nvPr/>
          </p:nvSpPr>
          <p:spPr>
            <a:xfrm>
              <a:off x="2418641" y="11426184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4" name="pt6534"/>
            <p:cNvSpPr/>
            <p:nvPr/>
          </p:nvSpPr>
          <p:spPr>
            <a:xfrm>
              <a:off x="2024757" y="1218377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5" name="pt6535"/>
            <p:cNvSpPr/>
            <p:nvPr/>
          </p:nvSpPr>
          <p:spPr>
            <a:xfrm>
              <a:off x="2709086" y="1179001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6" name="pt6536"/>
            <p:cNvSpPr/>
            <p:nvPr/>
          </p:nvSpPr>
          <p:spPr>
            <a:xfrm>
              <a:off x="2759350" y="1092567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7" name="pt6537"/>
            <p:cNvSpPr/>
            <p:nvPr/>
          </p:nvSpPr>
          <p:spPr>
            <a:xfrm>
              <a:off x="2081933" y="11711405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8" name="pt6538"/>
            <p:cNvSpPr/>
            <p:nvPr/>
          </p:nvSpPr>
          <p:spPr>
            <a:xfrm>
              <a:off x="2576577" y="1202718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39" name="pt6539"/>
            <p:cNvSpPr/>
            <p:nvPr/>
          </p:nvSpPr>
          <p:spPr>
            <a:xfrm>
              <a:off x="2530509" y="11843474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0" name="pt6540"/>
            <p:cNvSpPr/>
            <p:nvPr/>
          </p:nvSpPr>
          <p:spPr>
            <a:xfrm>
              <a:off x="2442372" y="1135871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1" name="pl6541"/>
            <p:cNvSpPr/>
            <p:nvPr/>
          </p:nvSpPr>
          <p:spPr>
            <a:xfrm>
              <a:off x="2014002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2" name="pl6542"/>
            <p:cNvSpPr/>
            <p:nvPr/>
          </p:nvSpPr>
          <p:spPr>
            <a:xfrm>
              <a:off x="2014002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3" name="pl6543"/>
            <p:cNvSpPr/>
            <p:nvPr/>
          </p:nvSpPr>
          <p:spPr>
            <a:xfrm>
              <a:off x="2003888" y="1104086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4" name="pl6544"/>
            <p:cNvSpPr/>
            <p:nvPr/>
          </p:nvSpPr>
          <p:spPr>
            <a:xfrm>
              <a:off x="2038419" y="110063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45" name="pt6545"/>
            <p:cNvSpPr/>
            <p:nvPr/>
          </p:nvSpPr>
          <p:spPr>
            <a:xfrm>
              <a:off x="2380998" y="11367905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6" name="pt6546"/>
            <p:cNvSpPr/>
            <p:nvPr/>
          </p:nvSpPr>
          <p:spPr>
            <a:xfrm>
              <a:off x="2744315" y="12212071"/>
              <a:ext cx="74834" cy="7483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7" name="pg6547"/>
            <p:cNvSpPr/>
            <p:nvPr/>
          </p:nvSpPr>
          <p:spPr>
            <a:xfrm>
              <a:off x="2527541" y="1183214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8" name="pt6548"/>
            <p:cNvSpPr/>
            <p:nvPr/>
          </p:nvSpPr>
          <p:spPr>
            <a:xfrm>
              <a:off x="2467271" y="1139289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49" name="pt6549"/>
            <p:cNvSpPr/>
            <p:nvPr/>
          </p:nvSpPr>
          <p:spPr>
            <a:xfrm>
              <a:off x="2386378" y="11447732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0" name="pt6550"/>
            <p:cNvSpPr/>
            <p:nvPr/>
          </p:nvSpPr>
          <p:spPr>
            <a:xfrm>
              <a:off x="2708372" y="1157868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1" name="pt6551"/>
            <p:cNvSpPr/>
            <p:nvPr/>
          </p:nvSpPr>
          <p:spPr>
            <a:xfrm>
              <a:off x="2555966" y="11945657"/>
              <a:ext cx="74834" cy="74834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2" name="pg6552"/>
            <p:cNvSpPr/>
            <p:nvPr/>
          </p:nvSpPr>
          <p:spPr>
            <a:xfrm>
              <a:off x="2323990" y="1087210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3" name="pt6553"/>
            <p:cNvSpPr/>
            <p:nvPr/>
          </p:nvSpPr>
          <p:spPr>
            <a:xfrm>
              <a:off x="2721847" y="1193023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4" name="pt6554"/>
            <p:cNvSpPr/>
            <p:nvPr/>
          </p:nvSpPr>
          <p:spPr>
            <a:xfrm>
              <a:off x="2401352" y="11415058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5" name="pt6555"/>
            <p:cNvSpPr/>
            <p:nvPr/>
          </p:nvSpPr>
          <p:spPr>
            <a:xfrm>
              <a:off x="2301163" y="1149381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6" name="pt6556"/>
            <p:cNvSpPr/>
            <p:nvPr/>
          </p:nvSpPr>
          <p:spPr>
            <a:xfrm>
              <a:off x="1795911" y="1163323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7" name="pt6557"/>
            <p:cNvSpPr/>
            <p:nvPr/>
          </p:nvSpPr>
          <p:spPr>
            <a:xfrm>
              <a:off x="2383698" y="11463087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8" name="pt6558"/>
            <p:cNvSpPr/>
            <p:nvPr/>
          </p:nvSpPr>
          <p:spPr>
            <a:xfrm>
              <a:off x="2843780" y="1154180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59" name="pt6559"/>
            <p:cNvSpPr/>
            <p:nvPr/>
          </p:nvSpPr>
          <p:spPr>
            <a:xfrm>
              <a:off x="2615613" y="11720849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0" name="pt6560"/>
            <p:cNvSpPr/>
            <p:nvPr/>
          </p:nvSpPr>
          <p:spPr>
            <a:xfrm>
              <a:off x="1761777" y="1164396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1" name="pt6561"/>
            <p:cNvSpPr/>
            <p:nvPr/>
          </p:nvSpPr>
          <p:spPr>
            <a:xfrm>
              <a:off x="2685617" y="11747285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2" name="pt6562"/>
            <p:cNvSpPr/>
            <p:nvPr/>
          </p:nvSpPr>
          <p:spPr>
            <a:xfrm>
              <a:off x="1828683" y="1135580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3" name="pg6563"/>
            <p:cNvSpPr/>
            <p:nvPr/>
          </p:nvSpPr>
          <p:spPr>
            <a:xfrm>
              <a:off x="2691007" y="1162097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4" name="pt6564"/>
            <p:cNvSpPr/>
            <p:nvPr/>
          </p:nvSpPr>
          <p:spPr>
            <a:xfrm>
              <a:off x="2915794" y="12144990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5" name="pg6565"/>
            <p:cNvSpPr/>
            <p:nvPr/>
          </p:nvSpPr>
          <p:spPr>
            <a:xfrm>
              <a:off x="2373081" y="114315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6" name="pt6566"/>
            <p:cNvSpPr/>
            <p:nvPr/>
          </p:nvSpPr>
          <p:spPr>
            <a:xfrm>
              <a:off x="2376353" y="11385215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7" name="pt6567"/>
            <p:cNvSpPr/>
            <p:nvPr/>
          </p:nvSpPr>
          <p:spPr>
            <a:xfrm>
              <a:off x="1915970" y="11106659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8" name="pt6568"/>
            <p:cNvSpPr/>
            <p:nvPr/>
          </p:nvSpPr>
          <p:spPr>
            <a:xfrm>
              <a:off x="3131100" y="1133577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69" name="pt6569"/>
            <p:cNvSpPr/>
            <p:nvPr/>
          </p:nvSpPr>
          <p:spPr>
            <a:xfrm>
              <a:off x="2775749" y="1160565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70" name="pt6570"/>
            <p:cNvSpPr/>
            <p:nvPr/>
          </p:nvSpPr>
          <p:spPr>
            <a:xfrm>
              <a:off x="2568728" y="11991189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71" name="pt6571"/>
            <p:cNvSpPr/>
            <p:nvPr/>
          </p:nvSpPr>
          <p:spPr>
            <a:xfrm>
              <a:off x="2081210" y="1171969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72" name="pt6572"/>
            <p:cNvSpPr/>
            <p:nvPr/>
          </p:nvSpPr>
          <p:spPr>
            <a:xfrm>
              <a:off x="2489553" y="1143544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73" name="pl6573"/>
            <p:cNvSpPr/>
            <p:nvPr/>
          </p:nvSpPr>
          <p:spPr>
            <a:xfrm>
              <a:off x="2465803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4" name="pl6574"/>
            <p:cNvSpPr/>
            <p:nvPr/>
          </p:nvSpPr>
          <p:spPr>
            <a:xfrm>
              <a:off x="2465803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5" name="pl6575"/>
            <p:cNvSpPr/>
            <p:nvPr/>
          </p:nvSpPr>
          <p:spPr>
            <a:xfrm>
              <a:off x="2455690" y="114107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6" name="pl6576"/>
            <p:cNvSpPr/>
            <p:nvPr/>
          </p:nvSpPr>
          <p:spPr>
            <a:xfrm>
              <a:off x="2490220" y="113762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7" name="pl6577"/>
            <p:cNvSpPr/>
            <p:nvPr/>
          </p:nvSpPr>
          <p:spPr>
            <a:xfrm>
              <a:off x="2388932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8" name="pl6578"/>
            <p:cNvSpPr/>
            <p:nvPr/>
          </p:nvSpPr>
          <p:spPr>
            <a:xfrm>
              <a:off x="2388932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79" name="pl6579"/>
            <p:cNvSpPr/>
            <p:nvPr/>
          </p:nvSpPr>
          <p:spPr>
            <a:xfrm>
              <a:off x="2378818" y="113803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0" name="pl6580"/>
            <p:cNvSpPr/>
            <p:nvPr/>
          </p:nvSpPr>
          <p:spPr>
            <a:xfrm>
              <a:off x="2413349" y="113458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1" name="pl6581"/>
            <p:cNvSpPr/>
            <p:nvPr/>
          </p:nvSpPr>
          <p:spPr>
            <a:xfrm>
              <a:off x="2695842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2" name="pl6582"/>
            <p:cNvSpPr/>
            <p:nvPr/>
          </p:nvSpPr>
          <p:spPr>
            <a:xfrm>
              <a:off x="2695842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3" name="pt6583"/>
            <p:cNvSpPr/>
            <p:nvPr/>
          </p:nvSpPr>
          <p:spPr>
            <a:xfrm>
              <a:off x="2714420" y="1157446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4" name="pl6584"/>
            <p:cNvSpPr/>
            <p:nvPr/>
          </p:nvSpPr>
          <p:spPr>
            <a:xfrm>
              <a:off x="2714420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5" name="pl6585"/>
            <p:cNvSpPr/>
            <p:nvPr/>
          </p:nvSpPr>
          <p:spPr>
            <a:xfrm>
              <a:off x="2714420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86" name="pt6586"/>
            <p:cNvSpPr/>
            <p:nvPr/>
          </p:nvSpPr>
          <p:spPr>
            <a:xfrm>
              <a:off x="3168054" y="1201748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87" name="pt6587"/>
            <p:cNvSpPr/>
            <p:nvPr/>
          </p:nvSpPr>
          <p:spPr>
            <a:xfrm>
              <a:off x="3230817" y="1145850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88" name="pt6588"/>
            <p:cNvSpPr/>
            <p:nvPr/>
          </p:nvSpPr>
          <p:spPr>
            <a:xfrm>
              <a:off x="2373366" y="11456415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89" name="pt6589"/>
            <p:cNvSpPr/>
            <p:nvPr/>
          </p:nvSpPr>
          <p:spPr>
            <a:xfrm>
              <a:off x="2670727" y="1161658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0" name="pt6590"/>
            <p:cNvSpPr/>
            <p:nvPr/>
          </p:nvSpPr>
          <p:spPr>
            <a:xfrm>
              <a:off x="2706851" y="1181419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1" name="pg6591"/>
            <p:cNvSpPr/>
            <p:nvPr/>
          </p:nvSpPr>
          <p:spPr>
            <a:xfrm>
              <a:off x="2365294" y="1137261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2" name="pt6592"/>
            <p:cNvSpPr/>
            <p:nvPr/>
          </p:nvSpPr>
          <p:spPr>
            <a:xfrm>
              <a:off x="1776038" y="11631762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3" name="pt6593"/>
            <p:cNvSpPr/>
            <p:nvPr/>
          </p:nvSpPr>
          <p:spPr>
            <a:xfrm>
              <a:off x="3000446" y="1178198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4" name="pt6594"/>
            <p:cNvSpPr/>
            <p:nvPr/>
          </p:nvSpPr>
          <p:spPr>
            <a:xfrm>
              <a:off x="2783267" y="1162482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5" name="pt6595"/>
            <p:cNvSpPr/>
            <p:nvPr/>
          </p:nvSpPr>
          <p:spPr>
            <a:xfrm>
              <a:off x="2573755" y="12160071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6" name="pt6596"/>
            <p:cNvSpPr/>
            <p:nvPr/>
          </p:nvSpPr>
          <p:spPr>
            <a:xfrm>
              <a:off x="2574230" y="1188781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7" name="pt6597"/>
            <p:cNvSpPr/>
            <p:nvPr/>
          </p:nvSpPr>
          <p:spPr>
            <a:xfrm>
              <a:off x="2387669" y="1140775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8" name="pt6598"/>
            <p:cNvSpPr/>
            <p:nvPr/>
          </p:nvSpPr>
          <p:spPr>
            <a:xfrm>
              <a:off x="1835211" y="1187825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599" name="pt6599"/>
            <p:cNvSpPr/>
            <p:nvPr/>
          </p:nvSpPr>
          <p:spPr>
            <a:xfrm>
              <a:off x="2099343" y="11885155"/>
              <a:ext cx="80678" cy="80678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0" name="pt6600"/>
            <p:cNvSpPr/>
            <p:nvPr/>
          </p:nvSpPr>
          <p:spPr>
            <a:xfrm>
              <a:off x="3041599" y="1108911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1" name="pt6601"/>
            <p:cNvSpPr/>
            <p:nvPr/>
          </p:nvSpPr>
          <p:spPr>
            <a:xfrm>
              <a:off x="2413961" y="11412857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2" name="pt6602"/>
            <p:cNvSpPr/>
            <p:nvPr/>
          </p:nvSpPr>
          <p:spPr>
            <a:xfrm>
              <a:off x="2415403" y="11294547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3" name="pt6603"/>
            <p:cNvSpPr/>
            <p:nvPr/>
          </p:nvSpPr>
          <p:spPr>
            <a:xfrm>
              <a:off x="2431964" y="11373044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4" name="pt6604"/>
            <p:cNvSpPr/>
            <p:nvPr/>
          </p:nvSpPr>
          <p:spPr>
            <a:xfrm>
              <a:off x="2422209" y="11448178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5" name="pt6605"/>
            <p:cNvSpPr/>
            <p:nvPr/>
          </p:nvSpPr>
          <p:spPr>
            <a:xfrm>
              <a:off x="2449483" y="1142224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6" name="pt6606"/>
            <p:cNvSpPr/>
            <p:nvPr/>
          </p:nvSpPr>
          <p:spPr>
            <a:xfrm>
              <a:off x="2580604" y="1221545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7" name="pt6607"/>
            <p:cNvSpPr/>
            <p:nvPr/>
          </p:nvSpPr>
          <p:spPr>
            <a:xfrm>
              <a:off x="2425427" y="11350705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8" name="pt6608"/>
            <p:cNvSpPr/>
            <p:nvPr/>
          </p:nvSpPr>
          <p:spPr>
            <a:xfrm>
              <a:off x="2560268" y="1222099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09" name="pt6609"/>
            <p:cNvSpPr/>
            <p:nvPr/>
          </p:nvSpPr>
          <p:spPr>
            <a:xfrm>
              <a:off x="2405055" y="11417059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0" name="pt6610"/>
            <p:cNvSpPr/>
            <p:nvPr/>
          </p:nvSpPr>
          <p:spPr>
            <a:xfrm>
              <a:off x="2353547" y="11348577"/>
              <a:ext cx="85604" cy="85604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1" name="pt6611"/>
            <p:cNvSpPr/>
            <p:nvPr/>
          </p:nvSpPr>
          <p:spPr>
            <a:xfrm>
              <a:off x="2385096" y="1145354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2" name="pt6612"/>
            <p:cNvSpPr/>
            <p:nvPr/>
          </p:nvSpPr>
          <p:spPr>
            <a:xfrm>
              <a:off x="2934493" y="1216001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3" name="pt6613"/>
            <p:cNvSpPr/>
            <p:nvPr/>
          </p:nvSpPr>
          <p:spPr>
            <a:xfrm>
              <a:off x="3100521" y="1169516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4" name="pt6614"/>
            <p:cNvSpPr/>
            <p:nvPr/>
          </p:nvSpPr>
          <p:spPr>
            <a:xfrm>
              <a:off x="2698136" y="11633317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5" name="pg6615"/>
            <p:cNvSpPr/>
            <p:nvPr/>
          </p:nvSpPr>
          <p:spPr>
            <a:xfrm>
              <a:off x="2390894" y="1133052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6" name="pt6616"/>
            <p:cNvSpPr/>
            <p:nvPr/>
          </p:nvSpPr>
          <p:spPr>
            <a:xfrm>
              <a:off x="3250925" y="1184401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7" name="pt6617"/>
            <p:cNvSpPr/>
            <p:nvPr/>
          </p:nvSpPr>
          <p:spPr>
            <a:xfrm>
              <a:off x="2687554" y="1163623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8" name="pt6618"/>
            <p:cNvSpPr/>
            <p:nvPr/>
          </p:nvSpPr>
          <p:spPr>
            <a:xfrm>
              <a:off x="2587728" y="11855544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19" name="pt6619"/>
            <p:cNvSpPr/>
            <p:nvPr/>
          </p:nvSpPr>
          <p:spPr>
            <a:xfrm>
              <a:off x="2300460" y="1139836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0" name="pt6620"/>
            <p:cNvSpPr/>
            <p:nvPr/>
          </p:nvSpPr>
          <p:spPr>
            <a:xfrm>
              <a:off x="2311214" y="11402941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1" name="pt6621"/>
            <p:cNvSpPr/>
            <p:nvPr/>
          </p:nvSpPr>
          <p:spPr>
            <a:xfrm>
              <a:off x="2453128" y="11403329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2" name="pl6622"/>
            <p:cNvSpPr/>
            <p:nvPr/>
          </p:nvSpPr>
          <p:spPr>
            <a:xfrm>
              <a:off x="2558259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3" name="pl6623"/>
            <p:cNvSpPr/>
            <p:nvPr/>
          </p:nvSpPr>
          <p:spPr>
            <a:xfrm>
              <a:off x="2558259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24" name="pt6624"/>
            <p:cNvSpPr/>
            <p:nvPr/>
          </p:nvSpPr>
          <p:spPr>
            <a:xfrm>
              <a:off x="3090575" y="11693037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5" name="pt6625"/>
            <p:cNvSpPr/>
            <p:nvPr/>
          </p:nvSpPr>
          <p:spPr>
            <a:xfrm>
              <a:off x="2590983" y="1196200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6" name="pt6626"/>
            <p:cNvSpPr/>
            <p:nvPr/>
          </p:nvSpPr>
          <p:spPr>
            <a:xfrm>
              <a:off x="2299574" y="1235798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7" name="pt6627"/>
            <p:cNvSpPr/>
            <p:nvPr/>
          </p:nvSpPr>
          <p:spPr>
            <a:xfrm>
              <a:off x="2407900" y="11421916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8" name="pt6628"/>
            <p:cNvSpPr/>
            <p:nvPr/>
          </p:nvSpPr>
          <p:spPr>
            <a:xfrm>
              <a:off x="3227378" y="1138227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29" name="pt6629"/>
            <p:cNvSpPr/>
            <p:nvPr/>
          </p:nvSpPr>
          <p:spPr>
            <a:xfrm>
              <a:off x="2844696" y="11836544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0" name="pt6630"/>
            <p:cNvSpPr/>
            <p:nvPr/>
          </p:nvSpPr>
          <p:spPr>
            <a:xfrm>
              <a:off x="2390765" y="11390595"/>
              <a:ext cx="74834" cy="74834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1" name="pt6631"/>
            <p:cNvSpPr/>
            <p:nvPr/>
          </p:nvSpPr>
          <p:spPr>
            <a:xfrm>
              <a:off x="2137537" y="12271999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2" name="pl6632"/>
            <p:cNvSpPr/>
            <p:nvPr/>
          </p:nvSpPr>
          <p:spPr>
            <a:xfrm>
              <a:off x="3039172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3" name="pl6633"/>
            <p:cNvSpPr/>
            <p:nvPr/>
          </p:nvSpPr>
          <p:spPr>
            <a:xfrm>
              <a:off x="3039172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34" name="pt6634"/>
            <p:cNvSpPr/>
            <p:nvPr/>
          </p:nvSpPr>
          <p:spPr>
            <a:xfrm>
              <a:off x="2386686" y="11378386"/>
              <a:ext cx="74834" cy="74834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5" name="pt6635"/>
            <p:cNvSpPr/>
            <p:nvPr/>
          </p:nvSpPr>
          <p:spPr>
            <a:xfrm>
              <a:off x="3203358" y="1188077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6" name="pt6636"/>
            <p:cNvSpPr/>
            <p:nvPr/>
          </p:nvSpPr>
          <p:spPr>
            <a:xfrm>
              <a:off x="2359587" y="11354723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7" name="pt6637"/>
            <p:cNvSpPr/>
            <p:nvPr/>
          </p:nvSpPr>
          <p:spPr>
            <a:xfrm>
              <a:off x="3036004" y="1108724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8" name="pt6638"/>
            <p:cNvSpPr/>
            <p:nvPr/>
          </p:nvSpPr>
          <p:spPr>
            <a:xfrm>
              <a:off x="2611404" y="11803276"/>
              <a:ext cx="67219" cy="67219"/>
            </a:xfrm>
            <a:prstGeom prst="ellipse">
              <a:avLst/>
            </a:prstGeom>
            <a:solidFill>
              <a:srgbClr val="1B9E77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39" name="pt6639"/>
            <p:cNvSpPr/>
            <p:nvPr/>
          </p:nvSpPr>
          <p:spPr>
            <a:xfrm>
              <a:off x="2761967" y="12216226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0" name="pt6640"/>
            <p:cNvSpPr/>
            <p:nvPr/>
          </p:nvSpPr>
          <p:spPr>
            <a:xfrm>
              <a:off x="2423313" y="11354312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1" name="pt6641"/>
            <p:cNvSpPr/>
            <p:nvPr/>
          </p:nvSpPr>
          <p:spPr>
            <a:xfrm>
              <a:off x="2324816" y="11396888"/>
              <a:ext cx="74834" cy="7483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2" name="pt6642"/>
            <p:cNvSpPr/>
            <p:nvPr/>
          </p:nvSpPr>
          <p:spPr>
            <a:xfrm>
              <a:off x="2604362" y="1184246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3" name="pt6643"/>
            <p:cNvSpPr/>
            <p:nvPr/>
          </p:nvSpPr>
          <p:spPr>
            <a:xfrm>
              <a:off x="2716626" y="1177246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4" name="pt6644"/>
            <p:cNvSpPr/>
            <p:nvPr/>
          </p:nvSpPr>
          <p:spPr>
            <a:xfrm>
              <a:off x="1770418" y="1181991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5" name="pg6645"/>
            <p:cNvSpPr/>
            <p:nvPr/>
          </p:nvSpPr>
          <p:spPr>
            <a:xfrm>
              <a:off x="2437929" y="1134695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6" name="pt6646"/>
            <p:cNvSpPr/>
            <p:nvPr/>
          </p:nvSpPr>
          <p:spPr>
            <a:xfrm>
              <a:off x="2739467" y="11605811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7" name="pt6647"/>
            <p:cNvSpPr/>
            <p:nvPr/>
          </p:nvSpPr>
          <p:spPr>
            <a:xfrm>
              <a:off x="2398537" y="1142580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8" name="pt6648"/>
            <p:cNvSpPr/>
            <p:nvPr/>
          </p:nvSpPr>
          <p:spPr>
            <a:xfrm>
              <a:off x="3039513" y="12204312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49" name="pg6649"/>
            <p:cNvSpPr/>
            <p:nvPr/>
          </p:nvSpPr>
          <p:spPr>
            <a:xfrm>
              <a:off x="2967905" y="1170456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0" name="pt6650"/>
            <p:cNvSpPr/>
            <p:nvPr/>
          </p:nvSpPr>
          <p:spPr>
            <a:xfrm>
              <a:off x="2702750" y="11587446"/>
              <a:ext cx="48833" cy="48833"/>
            </a:xfrm>
            <a:prstGeom prst="ellipse">
              <a:avLst/>
            </a:prstGeom>
            <a:solidFill>
              <a:srgbClr val="1B9E77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1" name="pg6651"/>
            <p:cNvSpPr/>
            <p:nvPr/>
          </p:nvSpPr>
          <p:spPr>
            <a:xfrm>
              <a:off x="2537115" y="11836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2" name="pg6652"/>
            <p:cNvSpPr/>
            <p:nvPr/>
          </p:nvSpPr>
          <p:spPr>
            <a:xfrm>
              <a:off x="2560563" y="118044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3" name="pt6653"/>
            <p:cNvSpPr/>
            <p:nvPr/>
          </p:nvSpPr>
          <p:spPr>
            <a:xfrm>
              <a:off x="2363859" y="1140761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4" name="pt6654"/>
            <p:cNvSpPr/>
            <p:nvPr/>
          </p:nvSpPr>
          <p:spPr>
            <a:xfrm>
              <a:off x="2460770" y="11411503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5" name="pt6655"/>
            <p:cNvSpPr/>
            <p:nvPr/>
          </p:nvSpPr>
          <p:spPr>
            <a:xfrm>
              <a:off x="2045446" y="1217000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6" name="pt6656"/>
            <p:cNvSpPr/>
            <p:nvPr/>
          </p:nvSpPr>
          <p:spPr>
            <a:xfrm>
              <a:off x="2696921" y="1159873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7" name="pt6657"/>
            <p:cNvSpPr/>
            <p:nvPr/>
          </p:nvSpPr>
          <p:spPr>
            <a:xfrm>
              <a:off x="2809582" y="1234430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58" name="pl6658"/>
            <p:cNvSpPr/>
            <p:nvPr/>
          </p:nvSpPr>
          <p:spPr>
            <a:xfrm>
              <a:off x="1877376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59" name="pl6659"/>
            <p:cNvSpPr/>
            <p:nvPr/>
          </p:nvSpPr>
          <p:spPr>
            <a:xfrm>
              <a:off x="1877376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0" name="pl6660"/>
            <p:cNvSpPr/>
            <p:nvPr/>
          </p:nvSpPr>
          <p:spPr>
            <a:xfrm>
              <a:off x="1867262" y="12051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1" name="pl6661"/>
            <p:cNvSpPr/>
            <p:nvPr/>
          </p:nvSpPr>
          <p:spPr>
            <a:xfrm>
              <a:off x="1901793" y="1201688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2" name="pl6662"/>
            <p:cNvSpPr/>
            <p:nvPr/>
          </p:nvSpPr>
          <p:spPr>
            <a:xfrm>
              <a:off x="2317598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3" name="pl6663"/>
            <p:cNvSpPr/>
            <p:nvPr/>
          </p:nvSpPr>
          <p:spPr>
            <a:xfrm>
              <a:off x="2317598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4" name="pl6664"/>
            <p:cNvSpPr/>
            <p:nvPr/>
          </p:nvSpPr>
          <p:spPr>
            <a:xfrm>
              <a:off x="2307484" y="115105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5" name="pl6665"/>
            <p:cNvSpPr/>
            <p:nvPr/>
          </p:nvSpPr>
          <p:spPr>
            <a:xfrm>
              <a:off x="2342015" y="114759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66" name="pt6666"/>
            <p:cNvSpPr/>
            <p:nvPr/>
          </p:nvSpPr>
          <p:spPr>
            <a:xfrm>
              <a:off x="2369461" y="11401139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67" name="pt6667"/>
            <p:cNvSpPr/>
            <p:nvPr/>
          </p:nvSpPr>
          <p:spPr>
            <a:xfrm>
              <a:off x="2388498" y="11409362"/>
              <a:ext cx="80678" cy="80678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68" name="pt6668"/>
            <p:cNvSpPr/>
            <p:nvPr/>
          </p:nvSpPr>
          <p:spPr>
            <a:xfrm>
              <a:off x="2097024" y="11902901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69" name="pt6669"/>
            <p:cNvSpPr/>
            <p:nvPr/>
          </p:nvSpPr>
          <p:spPr>
            <a:xfrm>
              <a:off x="2443919" y="11327298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0" name="pt6670"/>
            <p:cNvSpPr/>
            <p:nvPr/>
          </p:nvSpPr>
          <p:spPr>
            <a:xfrm>
              <a:off x="2484028" y="1190176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1" name="pt6671"/>
            <p:cNvSpPr/>
            <p:nvPr/>
          </p:nvSpPr>
          <p:spPr>
            <a:xfrm>
              <a:off x="2112048" y="1196131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2" name="pt6672"/>
            <p:cNvSpPr/>
            <p:nvPr/>
          </p:nvSpPr>
          <p:spPr>
            <a:xfrm>
              <a:off x="3146542" y="1205052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3" name="pt6673"/>
            <p:cNvSpPr/>
            <p:nvPr/>
          </p:nvSpPr>
          <p:spPr>
            <a:xfrm>
              <a:off x="2697205" y="11883468"/>
              <a:ext cx="103990" cy="103990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4" name="pt6674"/>
            <p:cNvSpPr/>
            <p:nvPr/>
          </p:nvSpPr>
          <p:spPr>
            <a:xfrm>
              <a:off x="2966853" y="1188480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5" name="pt6675"/>
            <p:cNvSpPr/>
            <p:nvPr/>
          </p:nvSpPr>
          <p:spPr>
            <a:xfrm>
              <a:off x="2350024" y="11449403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6" name="pt6676"/>
            <p:cNvSpPr/>
            <p:nvPr/>
          </p:nvSpPr>
          <p:spPr>
            <a:xfrm>
              <a:off x="1922482" y="1113555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7" name="pt6677"/>
            <p:cNvSpPr/>
            <p:nvPr/>
          </p:nvSpPr>
          <p:spPr>
            <a:xfrm>
              <a:off x="2431684" y="11324683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8" name="pt6678"/>
            <p:cNvSpPr/>
            <p:nvPr/>
          </p:nvSpPr>
          <p:spPr>
            <a:xfrm>
              <a:off x="2219810" y="1231457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79" name="pt6679"/>
            <p:cNvSpPr/>
            <p:nvPr/>
          </p:nvSpPr>
          <p:spPr>
            <a:xfrm>
              <a:off x="2425639" y="11454058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0" name="pt6680"/>
            <p:cNvSpPr/>
            <p:nvPr/>
          </p:nvSpPr>
          <p:spPr>
            <a:xfrm>
              <a:off x="2442590" y="1141014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1" name="pt6681"/>
            <p:cNvSpPr/>
            <p:nvPr/>
          </p:nvSpPr>
          <p:spPr>
            <a:xfrm>
              <a:off x="1853771" y="1196055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2" name="pt6682"/>
            <p:cNvSpPr/>
            <p:nvPr/>
          </p:nvSpPr>
          <p:spPr>
            <a:xfrm>
              <a:off x="2445240" y="11407070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3" name="pt6683"/>
            <p:cNvSpPr/>
            <p:nvPr/>
          </p:nvSpPr>
          <p:spPr>
            <a:xfrm>
              <a:off x="1937467" y="11088584"/>
              <a:ext cx="85604" cy="8560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4" name="pt6684"/>
            <p:cNvSpPr/>
            <p:nvPr/>
          </p:nvSpPr>
          <p:spPr>
            <a:xfrm>
              <a:off x="2698439" y="1159128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5" name="pt6685"/>
            <p:cNvSpPr/>
            <p:nvPr/>
          </p:nvSpPr>
          <p:spPr>
            <a:xfrm>
              <a:off x="2347431" y="11454103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6" name="pt6686"/>
            <p:cNvSpPr/>
            <p:nvPr/>
          </p:nvSpPr>
          <p:spPr>
            <a:xfrm>
              <a:off x="2427431" y="11372203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7" name="pt6687"/>
            <p:cNvSpPr/>
            <p:nvPr/>
          </p:nvSpPr>
          <p:spPr>
            <a:xfrm>
              <a:off x="2341284" y="11443918"/>
              <a:ext cx="74834" cy="74834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8" name="pt6688"/>
            <p:cNvSpPr/>
            <p:nvPr/>
          </p:nvSpPr>
          <p:spPr>
            <a:xfrm>
              <a:off x="2744999" y="1186085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89" name="pg6689"/>
            <p:cNvSpPr/>
            <p:nvPr/>
          </p:nvSpPr>
          <p:spPr>
            <a:xfrm>
              <a:off x="3268712" y="116494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0" name="pt6690"/>
            <p:cNvSpPr/>
            <p:nvPr/>
          </p:nvSpPr>
          <p:spPr>
            <a:xfrm>
              <a:off x="2939424" y="1185568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1" name="pt6691"/>
            <p:cNvSpPr/>
            <p:nvPr/>
          </p:nvSpPr>
          <p:spPr>
            <a:xfrm>
              <a:off x="2765237" y="11584668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2" name="pt6692"/>
            <p:cNvSpPr/>
            <p:nvPr/>
          </p:nvSpPr>
          <p:spPr>
            <a:xfrm>
              <a:off x="2432868" y="11451268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3" name="pt6693"/>
            <p:cNvSpPr/>
            <p:nvPr/>
          </p:nvSpPr>
          <p:spPr>
            <a:xfrm>
              <a:off x="1919817" y="11206007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4" name="pt6694"/>
            <p:cNvSpPr/>
            <p:nvPr/>
          </p:nvSpPr>
          <p:spPr>
            <a:xfrm>
              <a:off x="2369876" y="11354583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5" name="pt6695"/>
            <p:cNvSpPr/>
            <p:nvPr/>
          </p:nvSpPr>
          <p:spPr>
            <a:xfrm>
              <a:off x="2417384" y="11457643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6" name="pt6696"/>
            <p:cNvSpPr/>
            <p:nvPr/>
          </p:nvSpPr>
          <p:spPr>
            <a:xfrm>
              <a:off x="2744297" y="11601008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7" name="pt6697"/>
            <p:cNvSpPr/>
            <p:nvPr/>
          </p:nvSpPr>
          <p:spPr>
            <a:xfrm>
              <a:off x="2136045" y="11963445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8" name="pt6698"/>
            <p:cNvSpPr/>
            <p:nvPr/>
          </p:nvSpPr>
          <p:spPr>
            <a:xfrm>
              <a:off x="2448018" y="11383381"/>
              <a:ext cx="74834" cy="74834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99" name="pg6699"/>
            <p:cNvSpPr/>
            <p:nvPr/>
          </p:nvSpPr>
          <p:spPr>
            <a:xfrm>
              <a:off x="2307038" y="114421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0" name="pt6700"/>
            <p:cNvSpPr/>
            <p:nvPr/>
          </p:nvSpPr>
          <p:spPr>
            <a:xfrm>
              <a:off x="2730713" y="1157968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1" name="pt6701"/>
            <p:cNvSpPr/>
            <p:nvPr/>
          </p:nvSpPr>
          <p:spPr>
            <a:xfrm>
              <a:off x="2726796" y="1159735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2" name="pt6702"/>
            <p:cNvSpPr/>
            <p:nvPr/>
          </p:nvSpPr>
          <p:spPr>
            <a:xfrm>
              <a:off x="2429526" y="1136899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3" name="pt6703"/>
            <p:cNvSpPr/>
            <p:nvPr/>
          </p:nvSpPr>
          <p:spPr>
            <a:xfrm>
              <a:off x="2404463" y="12370285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4" name="pt6704"/>
            <p:cNvSpPr/>
            <p:nvPr/>
          </p:nvSpPr>
          <p:spPr>
            <a:xfrm>
              <a:off x="2731414" y="1158837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5" name="pt6705"/>
            <p:cNvSpPr/>
            <p:nvPr/>
          </p:nvSpPr>
          <p:spPr>
            <a:xfrm>
              <a:off x="2369122" y="11391409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6" name="pt6706"/>
            <p:cNvSpPr/>
            <p:nvPr/>
          </p:nvSpPr>
          <p:spPr>
            <a:xfrm>
              <a:off x="3021705" y="12208303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7" name="pt6707"/>
            <p:cNvSpPr/>
            <p:nvPr/>
          </p:nvSpPr>
          <p:spPr>
            <a:xfrm>
              <a:off x="2894773" y="1153731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8" name="pt6708"/>
            <p:cNvSpPr/>
            <p:nvPr/>
          </p:nvSpPr>
          <p:spPr>
            <a:xfrm>
              <a:off x="2714650" y="11786271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09" name="pt6709"/>
            <p:cNvSpPr/>
            <p:nvPr/>
          </p:nvSpPr>
          <p:spPr>
            <a:xfrm>
              <a:off x="2446191" y="1141353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0" name="pt6710"/>
            <p:cNvSpPr/>
            <p:nvPr/>
          </p:nvSpPr>
          <p:spPr>
            <a:xfrm>
              <a:off x="2817993" y="11539280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1" name="pt6711"/>
            <p:cNvSpPr/>
            <p:nvPr/>
          </p:nvSpPr>
          <p:spPr>
            <a:xfrm>
              <a:off x="2447531" y="11415357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2" name="pt6712"/>
            <p:cNvSpPr/>
            <p:nvPr/>
          </p:nvSpPr>
          <p:spPr>
            <a:xfrm>
              <a:off x="2374211" y="1144636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3" name="pt6713"/>
            <p:cNvSpPr/>
            <p:nvPr/>
          </p:nvSpPr>
          <p:spPr>
            <a:xfrm>
              <a:off x="2979577" y="11758542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4" name="pt6714"/>
            <p:cNvSpPr/>
            <p:nvPr/>
          </p:nvSpPr>
          <p:spPr>
            <a:xfrm>
              <a:off x="2790564" y="1184510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5" name="pt6715"/>
            <p:cNvSpPr/>
            <p:nvPr/>
          </p:nvSpPr>
          <p:spPr>
            <a:xfrm>
              <a:off x="2778328" y="11582835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6" name="pt6716"/>
            <p:cNvSpPr/>
            <p:nvPr/>
          </p:nvSpPr>
          <p:spPr>
            <a:xfrm>
              <a:off x="2893884" y="11812532"/>
              <a:ext cx="80678" cy="80678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7" name="pt6717"/>
            <p:cNvSpPr/>
            <p:nvPr/>
          </p:nvSpPr>
          <p:spPr>
            <a:xfrm>
              <a:off x="1904722" y="11206743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8" name="pt6718"/>
            <p:cNvSpPr/>
            <p:nvPr/>
          </p:nvSpPr>
          <p:spPr>
            <a:xfrm>
              <a:off x="2397908" y="11434897"/>
              <a:ext cx="74834" cy="74834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19" name="pl6719"/>
            <p:cNvSpPr/>
            <p:nvPr/>
          </p:nvSpPr>
          <p:spPr>
            <a:xfrm>
              <a:off x="2554812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0" name="pl6720"/>
            <p:cNvSpPr/>
            <p:nvPr/>
          </p:nvSpPr>
          <p:spPr>
            <a:xfrm>
              <a:off x="2554812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1" name="pl6721"/>
            <p:cNvSpPr/>
            <p:nvPr/>
          </p:nvSpPr>
          <p:spPr>
            <a:xfrm>
              <a:off x="2716959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2" name="pl6722"/>
            <p:cNvSpPr/>
            <p:nvPr/>
          </p:nvSpPr>
          <p:spPr>
            <a:xfrm>
              <a:off x="2716959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23" name="pg6723"/>
            <p:cNvSpPr/>
            <p:nvPr/>
          </p:nvSpPr>
          <p:spPr>
            <a:xfrm>
              <a:off x="2338142" y="1138930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4" name="pg6724"/>
            <p:cNvSpPr/>
            <p:nvPr/>
          </p:nvSpPr>
          <p:spPr>
            <a:xfrm>
              <a:off x="2649171" y="1157188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5" name="pt6725"/>
            <p:cNvSpPr/>
            <p:nvPr/>
          </p:nvSpPr>
          <p:spPr>
            <a:xfrm>
              <a:off x="2108460" y="11934655"/>
              <a:ext cx="85604" cy="8560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6" name="pt6726"/>
            <p:cNvSpPr/>
            <p:nvPr/>
          </p:nvSpPr>
          <p:spPr>
            <a:xfrm>
              <a:off x="2367485" y="1141325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7" name="pt6727"/>
            <p:cNvSpPr/>
            <p:nvPr/>
          </p:nvSpPr>
          <p:spPr>
            <a:xfrm>
              <a:off x="2391385" y="11409196"/>
              <a:ext cx="74834" cy="74834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8" name="pt6728"/>
            <p:cNvSpPr/>
            <p:nvPr/>
          </p:nvSpPr>
          <p:spPr>
            <a:xfrm>
              <a:off x="2384323" y="11442298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29" name="pt6729"/>
            <p:cNvSpPr/>
            <p:nvPr/>
          </p:nvSpPr>
          <p:spPr>
            <a:xfrm>
              <a:off x="2921835" y="11838779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0" name="pt6730"/>
            <p:cNvSpPr/>
            <p:nvPr/>
          </p:nvSpPr>
          <p:spPr>
            <a:xfrm>
              <a:off x="2313360" y="1229099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1" name="pt6731"/>
            <p:cNvSpPr/>
            <p:nvPr/>
          </p:nvSpPr>
          <p:spPr>
            <a:xfrm>
              <a:off x="2396943" y="11395958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2" name="pt6732"/>
            <p:cNvSpPr/>
            <p:nvPr/>
          </p:nvSpPr>
          <p:spPr>
            <a:xfrm>
              <a:off x="2445053" y="11405031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3" name="pt6733"/>
            <p:cNvSpPr/>
            <p:nvPr/>
          </p:nvSpPr>
          <p:spPr>
            <a:xfrm>
              <a:off x="2366083" y="11352513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4" name="pt6734"/>
            <p:cNvSpPr/>
            <p:nvPr/>
          </p:nvSpPr>
          <p:spPr>
            <a:xfrm>
              <a:off x="3272442" y="11557059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5" name="pg6735"/>
            <p:cNvSpPr/>
            <p:nvPr/>
          </p:nvSpPr>
          <p:spPr>
            <a:xfrm>
              <a:off x="2696379" y="1156133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36" name="pl6736"/>
            <p:cNvSpPr/>
            <p:nvPr/>
          </p:nvSpPr>
          <p:spPr>
            <a:xfrm>
              <a:off x="2636437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7" name="pl6737"/>
            <p:cNvSpPr/>
            <p:nvPr/>
          </p:nvSpPr>
          <p:spPr>
            <a:xfrm>
              <a:off x="2636437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8" name="pl6738"/>
            <p:cNvSpPr/>
            <p:nvPr/>
          </p:nvSpPr>
          <p:spPr>
            <a:xfrm>
              <a:off x="2626323" y="108547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39" name="pl6739"/>
            <p:cNvSpPr/>
            <p:nvPr/>
          </p:nvSpPr>
          <p:spPr>
            <a:xfrm>
              <a:off x="2660854" y="108202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40" name="pt6740"/>
            <p:cNvSpPr/>
            <p:nvPr/>
          </p:nvSpPr>
          <p:spPr>
            <a:xfrm>
              <a:off x="2143332" y="1228075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1" name="pt6741"/>
            <p:cNvSpPr/>
            <p:nvPr/>
          </p:nvSpPr>
          <p:spPr>
            <a:xfrm>
              <a:off x="2363958" y="1089684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2" name="pt6742"/>
            <p:cNvSpPr/>
            <p:nvPr/>
          </p:nvSpPr>
          <p:spPr>
            <a:xfrm>
              <a:off x="2745089" y="1184222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3" name="pt6743"/>
            <p:cNvSpPr/>
            <p:nvPr/>
          </p:nvSpPr>
          <p:spPr>
            <a:xfrm>
              <a:off x="2692427" y="11679966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4" name="pt6744"/>
            <p:cNvSpPr/>
            <p:nvPr/>
          </p:nvSpPr>
          <p:spPr>
            <a:xfrm>
              <a:off x="2832962" y="1159723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5" name="pg6745"/>
            <p:cNvSpPr/>
            <p:nvPr/>
          </p:nvSpPr>
          <p:spPr>
            <a:xfrm>
              <a:off x="1719383" y="1163843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6" name="pt6746"/>
            <p:cNvSpPr/>
            <p:nvPr/>
          </p:nvSpPr>
          <p:spPr>
            <a:xfrm>
              <a:off x="2392299" y="11427357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7" name="pt6747"/>
            <p:cNvSpPr/>
            <p:nvPr/>
          </p:nvSpPr>
          <p:spPr>
            <a:xfrm>
              <a:off x="1781035" y="11823430"/>
              <a:ext cx="48833" cy="48833"/>
            </a:xfrm>
            <a:prstGeom prst="ellipse">
              <a:avLst/>
            </a:pr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8" name="pt6748"/>
            <p:cNvSpPr/>
            <p:nvPr/>
          </p:nvSpPr>
          <p:spPr>
            <a:xfrm>
              <a:off x="3119353" y="1131723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49" name="pt6749"/>
            <p:cNvSpPr/>
            <p:nvPr/>
          </p:nvSpPr>
          <p:spPr>
            <a:xfrm>
              <a:off x="2586128" y="12201844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0" name="pt6750"/>
            <p:cNvSpPr/>
            <p:nvPr/>
          </p:nvSpPr>
          <p:spPr>
            <a:xfrm>
              <a:off x="2715010" y="1160223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1" name="pt6751"/>
            <p:cNvSpPr/>
            <p:nvPr/>
          </p:nvSpPr>
          <p:spPr>
            <a:xfrm>
              <a:off x="1904479" y="1112136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2" name="pt6752"/>
            <p:cNvSpPr/>
            <p:nvPr/>
          </p:nvSpPr>
          <p:spPr>
            <a:xfrm>
              <a:off x="1772844" y="11472575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3" name="pt6753"/>
            <p:cNvSpPr/>
            <p:nvPr/>
          </p:nvSpPr>
          <p:spPr>
            <a:xfrm>
              <a:off x="2557047" y="1226264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4" name="pg6754"/>
            <p:cNvSpPr/>
            <p:nvPr/>
          </p:nvSpPr>
          <p:spPr>
            <a:xfrm>
              <a:off x="1958939" y="117683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5" name="pt6755"/>
            <p:cNvSpPr/>
            <p:nvPr/>
          </p:nvSpPr>
          <p:spPr>
            <a:xfrm>
              <a:off x="3102354" y="1116500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6" name="pt6756"/>
            <p:cNvSpPr/>
            <p:nvPr/>
          </p:nvSpPr>
          <p:spPr>
            <a:xfrm>
              <a:off x="1771534" y="1166447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7" name="pt6757"/>
            <p:cNvSpPr/>
            <p:nvPr/>
          </p:nvSpPr>
          <p:spPr>
            <a:xfrm>
              <a:off x="2443002" y="11431388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8" name="pt6758"/>
            <p:cNvSpPr/>
            <p:nvPr/>
          </p:nvSpPr>
          <p:spPr>
            <a:xfrm>
              <a:off x="2130294" y="11912114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59" name="pt6759"/>
            <p:cNvSpPr/>
            <p:nvPr/>
          </p:nvSpPr>
          <p:spPr>
            <a:xfrm>
              <a:off x="2717317" y="11945390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0" name="pt6760"/>
            <p:cNvSpPr/>
            <p:nvPr/>
          </p:nvSpPr>
          <p:spPr>
            <a:xfrm>
              <a:off x="2564983" y="11970066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1" name="pt6761"/>
            <p:cNvSpPr/>
            <p:nvPr/>
          </p:nvSpPr>
          <p:spPr>
            <a:xfrm>
              <a:off x="3201316" y="11884487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2" name="pt6762"/>
            <p:cNvSpPr/>
            <p:nvPr/>
          </p:nvSpPr>
          <p:spPr>
            <a:xfrm>
              <a:off x="2367632" y="11446261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3" name="pt6763"/>
            <p:cNvSpPr/>
            <p:nvPr/>
          </p:nvSpPr>
          <p:spPr>
            <a:xfrm>
              <a:off x="2470047" y="11383473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4" name="pt6764"/>
            <p:cNvSpPr/>
            <p:nvPr/>
          </p:nvSpPr>
          <p:spPr>
            <a:xfrm>
              <a:off x="2425016" y="11420222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5" name="pt6765"/>
            <p:cNvSpPr/>
            <p:nvPr/>
          </p:nvSpPr>
          <p:spPr>
            <a:xfrm>
              <a:off x="2408609" y="11423825"/>
              <a:ext cx="80678" cy="80678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6" name="pt6766"/>
            <p:cNvSpPr/>
            <p:nvPr/>
          </p:nvSpPr>
          <p:spPr>
            <a:xfrm>
              <a:off x="3254446" y="1184490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7" name="pt6767"/>
            <p:cNvSpPr/>
            <p:nvPr/>
          </p:nvSpPr>
          <p:spPr>
            <a:xfrm>
              <a:off x="1840063" y="1137724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8" name="pt6768"/>
            <p:cNvSpPr/>
            <p:nvPr/>
          </p:nvSpPr>
          <p:spPr>
            <a:xfrm>
              <a:off x="2196834" y="12193424"/>
              <a:ext cx="67219" cy="67219"/>
            </a:xfrm>
            <a:prstGeom prst="ellipse">
              <a:avLst/>
            </a:prstGeom>
            <a:solidFill>
              <a:srgbClr val="7570B3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69" name="pt6769"/>
            <p:cNvSpPr/>
            <p:nvPr/>
          </p:nvSpPr>
          <p:spPr>
            <a:xfrm>
              <a:off x="2112661" y="11907207"/>
              <a:ext cx="74834" cy="74834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0" name="pt6770"/>
            <p:cNvSpPr/>
            <p:nvPr/>
          </p:nvSpPr>
          <p:spPr>
            <a:xfrm>
              <a:off x="2431312" y="11370285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1" name="pt6771"/>
            <p:cNvSpPr/>
            <p:nvPr/>
          </p:nvSpPr>
          <p:spPr>
            <a:xfrm>
              <a:off x="2383663" y="11443735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2" name="pt6772"/>
            <p:cNvSpPr/>
            <p:nvPr/>
          </p:nvSpPr>
          <p:spPr>
            <a:xfrm>
              <a:off x="2704366" y="11757880"/>
              <a:ext cx="48833" cy="48833"/>
            </a:xfrm>
            <a:prstGeom prst="ellipse">
              <a:avLst/>
            </a:prstGeom>
            <a:solidFill>
              <a:srgbClr val="1B9E77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3" name="pg6773"/>
            <p:cNvSpPr/>
            <p:nvPr/>
          </p:nvSpPr>
          <p:spPr>
            <a:xfrm>
              <a:off x="1868925" y="1200990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4" name="pg6774"/>
            <p:cNvSpPr/>
            <p:nvPr/>
          </p:nvSpPr>
          <p:spPr>
            <a:xfrm>
              <a:off x="2606042" y="117248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5" name="pg6775"/>
            <p:cNvSpPr/>
            <p:nvPr/>
          </p:nvSpPr>
          <p:spPr>
            <a:xfrm>
              <a:off x="2414740" y="1136593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6" name="pt6776"/>
            <p:cNvSpPr/>
            <p:nvPr/>
          </p:nvSpPr>
          <p:spPr>
            <a:xfrm>
              <a:off x="2387611" y="1145902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7" name="pg6777"/>
            <p:cNvSpPr/>
            <p:nvPr/>
          </p:nvSpPr>
          <p:spPr>
            <a:xfrm>
              <a:off x="2645350" y="117075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8" name="pt6778"/>
            <p:cNvSpPr/>
            <p:nvPr/>
          </p:nvSpPr>
          <p:spPr>
            <a:xfrm>
              <a:off x="2397750" y="12371533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79" name="pt6779"/>
            <p:cNvSpPr/>
            <p:nvPr/>
          </p:nvSpPr>
          <p:spPr>
            <a:xfrm>
              <a:off x="2724344" y="11776657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0" name="pt6780"/>
            <p:cNvSpPr/>
            <p:nvPr/>
          </p:nvSpPr>
          <p:spPr>
            <a:xfrm>
              <a:off x="2429267" y="11450124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1" name="pt6781"/>
            <p:cNvSpPr/>
            <p:nvPr/>
          </p:nvSpPr>
          <p:spPr>
            <a:xfrm>
              <a:off x="2738400" y="11803238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2" name="pt6782"/>
            <p:cNvSpPr/>
            <p:nvPr/>
          </p:nvSpPr>
          <p:spPr>
            <a:xfrm>
              <a:off x="2412584" y="11421891"/>
              <a:ext cx="74834" cy="74834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3" name="pt6783"/>
            <p:cNvSpPr/>
            <p:nvPr/>
          </p:nvSpPr>
          <p:spPr>
            <a:xfrm>
              <a:off x="1939671" y="1206967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4" name="pg6784"/>
            <p:cNvSpPr/>
            <p:nvPr/>
          </p:nvSpPr>
          <p:spPr>
            <a:xfrm>
              <a:off x="3265954" y="116597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5" name="pt6785"/>
            <p:cNvSpPr/>
            <p:nvPr/>
          </p:nvSpPr>
          <p:spPr>
            <a:xfrm>
              <a:off x="3114427" y="11312402"/>
              <a:ext cx="74834" cy="74834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6" name="pt6786"/>
            <p:cNvSpPr/>
            <p:nvPr/>
          </p:nvSpPr>
          <p:spPr>
            <a:xfrm>
              <a:off x="2720585" y="11760920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7" name="pt6787"/>
            <p:cNvSpPr/>
            <p:nvPr/>
          </p:nvSpPr>
          <p:spPr>
            <a:xfrm>
              <a:off x="2379857" y="11469295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8" name="pt6788"/>
            <p:cNvSpPr/>
            <p:nvPr/>
          </p:nvSpPr>
          <p:spPr>
            <a:xfrm>
              <a:off x="2759217" y="12235956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89" name="pl6789"/>
            <p:cNvSpPr/>
            <p:nvPr/>
          </p:nvSpPr>
          <p:spPr>
            <a:xfrm>
              <a:off x="2443013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0" name="pl6790"/>
            <p:cNvSpPr/>
            <p:nvPr/>
          </p:nvSpPr>
          <p:spPr>
            <a:xfrm>
              <a:off x="2443013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1" name="pl6791"/>
            <p:cNvSpPr/>
            <p:nvPr/>
          </p:nvSpPr>
          <p:spPr>
            <a:xfrm>
              <a:off x="2432900" y="113481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2" name="pl6792"/>
            <p:cNvSpPr/>
            <p:nvPr/>
          </p:nvSpPr>
          <p:spPr>
            <a:xfrm>
              <a:off x="2467430" y="113136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3" name="pt6793"/>
            <p:cNvSpPr/>
            <p:nvPr/>
          </p:nvSpPr>
          <p:spPr>
            <a:xfrm>
              <a:off x="3104404" y="1170653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94" name="pt6794"/>
            <p:cNvSpPr/>
            <p:nvPr/>
          </p:nvSpPr>
          <p:spPr>
            <a:xfrm>
              <a:off x="2360033" y="11447099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95" name="pt6795"/>
            <p:cNvSpPr/>
            <p:nvPr/>
          </p:nvSpPr>
          <p:spPr>
            <a:xfrm>
              <a:off x="2385488" y="11420511"/>
              <a:ext cx="74834" cy="7483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796" name="pl6796"/>
            <p:cNvSpPr/>
            <p:nvPr/>
          </p:nvSpPr>
          <p:spPr>
            <a:xfrm>
              <a:off x="2485993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7" name="pl6797"/>
            <p:cNvSpPr/>
            <p:nvPr/>
          </p:nvSpPr>
          <p:spPr>
            <a:xfrm>
              <a:off x="2485993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8" name="pl6798"/>
            <p:cNvSpPr/>
            <p:nvPr/>
          </p:nvSpPr>
          <p:spPr>
            <a:xfrm>
              <a:off x="2475879" y="1144675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99" name="pl6799"/>
            <p:cNvSpPr/>
            <p:nvPr/>
          </p:nvSpPr>
          <p:spPr>
            <a:xfrm>
              <a:off x="2510410" y="114122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0" name="pl6800"/>
            <p:cNvSpPr/>
            <p:nvPr/>
          </p:nvSpPr>
          <p:spPr>
            <a:xfrm>
              <a:off x="2711288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1" name="pl6801"/>
            <p:cNvSpPr/>
            <p:nvPr/>
          </p:nvSpPr>
          <p:spPr>
            <a:xfrm>
              <a:off x="2711288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2" name="pl6802"/>
            <p:cNvSpPr/>
            <p:nvPr/>
          </p:nvSpPr>
          <p:spPr>
            <a:xfrm>
              <a:off x="2701174" y="119890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3" name="pl6803"/>
            <p:cNvSpPr/>
            <p:nvPr/>
          </p:nvSpPr>
          <p:spPr>
            <a:xfrm>
              <a:off x="2735705" y="11954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4" name="pt6804"/>
            <p:cNvSpPr/>
            <p:nvPr/>
          </p:nvSpPr>
          <p:spPr>
            <a:xfrm>
              <a:off x="2695546" y="11790099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05" name="pg6805"/>
            <p:cNvSpPr/>
            <p:nvPr/>
          </p:nvSpPr>
          <p:spPr>
            <a:xfrm>
              <a:off x="1734665" y="1161892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06" name="pt6806"/>
            <p:cNvSpPr/>
            <p:nvPr/>
          </p:nvSpPr>
          <p:spPr>
            <a:xfrm>
              <a:off x="2576195" y="1225976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07" name="pt6807"/>
            <p:cNvSpPr/>
            <p:nvPr/>
          </p:nvSpPr>
          <p:spPr>
            <a:xfrm>
              <a:off x="2684130" y="1178313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08" name="pt6808"/>
            <p:cNvSpPr/>
            <p:nvPr/>
          </p:nvSpPr>
          <p:spPr>
            <a:xfrm>
              <a:off x="2567274" y="1194464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09" name="pl6809"/>
            <p:cNvSpPr/>
            <p:nvPr/>
          </p:nvSpPr>
          <p:spPr>
            <a:xfrm>
              <a:off x="2567274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0" name="pl6810"/>
            <p:cNvSpPr/>
            <p:nvPr/>
          </p:nvSpPr>
          <p:spPr>
            <a:xfrm>
              <a:off x="2567274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1" name="pt6811"/>
            <p:cNvSpPr/>
            <p:nvPr/>
          </p:nvSpPr>
          <p:spPr>
            <a:xfrm>
              <a:off x="2438099" y="11356084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12" name="pt6812"/>
            <p:cNvSpPr/>
            <p:nvPr/>
          </p:nvSpPr>
          <p:spPr>
            <a:xfrm>
              <a:off x="2976458" y="1105126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13" name="pt6813"/>
            <p:cNvSpPr/>
            <p:nvPr/>
          </p:nvSpPr>
          <p:spPr>
            <a:xfrm>
              <a:off x="2754244" y="11790715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14" name="pl6814"/>
            <p:cNvSpPr/>
            <p:nvPr/>
          </p:nvSpPr>
          <p:spPr>
            <a:xfrm>
              <a:off x="2380754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5" name="pl6815"/>
            <p:cNvSpPr/>
            <p:nvPr/>
          </p:nvSpPr>
          <p:spPr>
            <a:xfrm>
              <a:off x="2380754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6" name="pl6816"/>
            <p:cNvSpPr/>
            <p:nvPr/>
          </p:nvSpPr>
          <p:spPr>
            <a:xfrm>
              <a:off x="2348114" y="1144155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7" name="pl6817"/>
            <p:cNvSpPr/>
            <p:nvPr/>
          </p:nvSpPr>
          <p:spPr>
            <a:xfrm>
              <a:off x="2459556" y="1133011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8" name="pl6818"/>
            <p:cNvSpPr/>
            <p:nvPr/>
          </p:nvSpPr>
          <p:spPr>
            <a:xfrm>
              <a:off x="2479405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19" name="pl6819"/>
            <p:cNvSpPr/>
            <p:nvPr/>
          </p:nvSpPr>
          <p:spPr>
            <a:xfrm>
              <a:off x="2479405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0" name="pl6820"/>
            <p:cNvSpPr/>
            <p:nvPr/>
          </p:nvSpPr>
          <p:spPr>
            <a:xfrm>
              <a:off x="2469291" y="114374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1" name="pl6821"/>
            <p:cNvSpPr/>
            <p:nvPr/>
          </p:nvSpPr>
          <p:spPr>
            <a:xfrm>
              <a:off x="2503822" y="11402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2" name="pt6822"/>
            <p:cNvSpPr/>
            <p:nvPr/>
          </p:nvSpPr>
          <p:spPr>
            <a:xfrm>
              <a:off x="2762337" y="1222838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23" name="pt6823"/>
            <p:cNvSpPr/>
            <p:nvPr/>
          </p:nvSpPr>
          <p:spPr>
            <a:xfrm>
              <a:off x="2339204" y="11466466"/>
              <a:ext cx="48833" cy="48833"/>
            </a:xfrm>
            <a:prstGeom prst="ellipse">
              <a:avLst/>
            </a:prstGeom>
            <a:solidFill>
              <a:srgbClr val="E7298A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24" name="pt6824"/>
            <p:cNvSpPr/>
            <p:nvPr/>
          </p:nvSpPr>
          <p:spPr>
            <a:xfrm>
              <a:off x="1949714" y="12132381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25" name="pt6825"/>
            <p:cNvSpPr/>
            <p:nvPr/>
          </p:nvSpPr>
          <p:spPr>
            <a:xfrm>
              <a:off x="2797002" y="1235555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26" name="pl6826"/>
            <p:cNvSpPr/>
            <p:nvPr/>
          </p:nvSpPr>
          <p:spPr>
            <a:xfrm>
              <a:off x="3251095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7" name="pl6827"/>
            <p:cNvSpPr/>
            <p:nvPr/>
          </p:nvSpPr>
          <p:spPr>
            <a:xfrm>
              <a:off x="3251095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8" name="pl6828"/>
            <p:cNvSpPr/>
            <p:nvPr/>
          </p:nvSpPr>
          <p:spPr>
            <a:xfrm>
              <a:off x="3240981" y="1148628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29" name="pl6829"/>
            <p:cNvSpPr/>
            <p:nvPr/>
          </p:nvSpPr>
          <p:spPr>
            <a:xfrm>
              <a:off x="3275512" y="1145175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30" name="pt6830"/>
            <p:cNvSpPr/>
            <p:nvPr/>
          </p:nvSpPr>
          <p:spPr>
            <a:xfrm>
              <a:off x="2736979" y="11572013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1" name="pg6831"/>
            <p:cNvSpPr/>
            <p:nvPr/>
          </p:nvSpPr>
          <p:spPr>
            <a:xfrm>
              <a:off x="2702756" y="1154699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2" name="pt6832"/>
            <p:cNvSpPr/>
            <p:nvPr/>
          </p:nvSpPr>
          <p:spPr>
            <a:xfrm>
              <a:off x="2997266" y="11876953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3" name="pt6833"/>
            <p:cNvSpPr/>
            <p:nvPr/>
          </p:nvSpPr>
          <p:spPr>
            <a:xfrm>
              <a:off x="2418660" y="1146862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4" name="pt6834"/>
            <p:cNvSpPr/>
            <p:nvPr/>
          </p:nvSpPr>
          <p:spPr>
            <a:xfrm>
              <a:off x="2015158" y="11015618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5" name="pt6835"/>
            <p:cNvSpPr/>
            <p:nvPr/>
          </p:nvSpPr>
          <p:spPr>
            <a:xfrm>
              <a:off x="2396810" y="11429959"/>
              <a:ext cx="74834" cy="74834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6" name="pt6836"/>
            <p:cNvSpPr/>
            <p:nvPr/>
          </p:nvSpPr>
          <p:spPr>
            <a:xfrm>
              <a:off x="3147288" y="12025027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7" name="pt6837"/>
            <p:cNvSpPr/>
            <p:nvPr/>
          </p:nvSpPr>
          <p:spPr>
            <a:xfrm>
              <a:off x="2749734" y="1178212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8" name="pt6838"/>
            <p:cNvSpPr/>
            <p:nvPr/>
          </p:nvSpPr>
          <p:spPr>
            <a:xfrm>
              <a:off x="2718656" y="11821997"/>
              <a:ext cx="67219" cy="67219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39" name="pt6839"/>
            <p:cNvSpPr/>
            <p:nvPr/>
          </p:nvSpPr>
          <p:spPr>
            <a:xfrm>
              <a:off x="2981981" y="11713055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0" name="pt6840"/>
            <p:cNvSpPr/>
            <p:nvPr/>
          </p:nvSpPr>
          <p:spPr>
            <a:xfrm>
              <a:off x="2793634" y="11538768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1" name="pt6841"/>
            <p:cNvSpPr/>
            <p:nvPr/>
          </p:nvSpPr>
          <p:spPr>
            <a:xfrm>
              <a:off x="2668415" y="1239190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2" name="pt6842"/>
            <p:cNvSpPr/>
            <p:nvPr/>
          </p:nvSpPr>
          <p:spPr>
            <a:xfrm>
              <a:off x="2649955" y="11669916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3" name="pt6843"/>
            <p:cNvSpPr/>
            <p:nvPr/>
          </p:nvSpPr>
          <p:spPr>
            <a:xfrm>
              <a:off x="3186024" y="11247670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4" name="pt6844"/>
            <p:cNvSpPr/>
            <p:nvPr/>
          </p:nvSpPr>
          <p:spPr>
            <a:xfrm>
              <a:off x="2350375" y="1140185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5" name="pt6845"/>
            <p:cNvSpPr/>
            <p:nvPr/>
          </p:nvSpPr>
          <p:spPr>
            <a:xfrm>
              <a:off x="2381901" y="11456544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6" name="pg6846"/>
            <p:cNvSpPr/>
            <p:nvPr/>
          </p:nvSpPr>
          <p:spPr>
            <a:xfrm>
              <a:off x="2691868" y="116023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7" name="pt6847"/>
            <p:cNvSpPr/>
            <p:nvPr/>
          </p:nvSpPr>
          <p:spPr>
            <a:xfrm>
              <a:off x="2823937" y="11828926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8" name="pt6848"/>
            <p:cNvSpPr/>
            <p:nvPr/>
          </p:nvSpPr>
          <p:spPr>
            <a:xfrm>
              <a:off x="2766426" y="10912334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49" name="pg6849"/>
            <p:cNvSpPr/>
            <p:nvPr/>
          </p:nvSpPr>
          <p:spPr>
            <a:xfrm>
              <a:off x="2694960" y="1158059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0" name="pg6850"/>
            <p:cNvSpPr/>
            <p:nvPr/>
          </p:nvSpPr>
          <p:spPr>
            <a:xfrm>
              <a:off x="2692691" y="116036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1" name="pt6851"/>
            <p:cNvSpPr/>
            <p:nvPr/>
          </p:nvSpPr>
          <p:spPr>
            <a:xfrm>
              <a:off x="2408285" y="11416246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2" name="pt6852"/>
            <p:cNvSpPr/>
            <p:nvPr/>
          </p:nvSpPr>
          <p:spPr>
            <a:xfrm>
              <a:off x="2694349" y="11634017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3" name="pt6853"/>
            <p:cNvSpPr/>
            <p:nvPr/>
          </p:nvSpPr>
          <p:spPr>
            <a:xfrm>
              <a:off x="2756506" y="11541263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4" name="pt6854"/>
            <p:cNvSpPr/>
            <p:nvPr/>
          </p:nvSpPr>
          <p:spPr>
            <a:xfrm>
              <a:off x="2774506" y="11563532"/>
              <a:ext cx="48833" cy="48833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5" name="pt6855"/>
            <p:cNvSpPr/>
            <p:nvPr/>
          </p:nvSpPr>
          <p:spPr>
            <a:xfrm>
              <a:off x="1846577" y="11878592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6" name="pt6856"/>
            <p:cNvSpPr/>
            <p:nvPr/>
          </p:nvSpPr>
          <p:spPr>
            <a:xfrm>
              <a:off x="2665777" y="12372456"/>
              <a:ext cx="67219" cy="67219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7" name="pt6857"/>
            <p:cNvSpPr/>
            <p:nvPr/>
          </p:nvSpPr>
          <p:spPr>
            <a:xfrm>
              <a:off x="2728687" y="11559686"/>
              <a:ext cx="74834" cy="74834"/>
            </a:xfrm>
            <a:prstGeom prst="ellipse">
              <a:avLst/>
            </a:pr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8" name="pt6858"/>
            <p:cNvSpPr/>
            <p:nvPr/>
          </p:nvSpPr>
          <p:spPr>
            <a:xfrm>
              <a:off x="3262597" y="1155498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59" name="pt6859"/>
            <p:cNvSpPr/>
            <p:nvPr/>
          </p:nvSpPr>
          <p:spPr>
            <a:xfrm>
              <a:off x="2450533" y="11409381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0" name="pt6860"/>
            <p:cNvSpPr/>
            <p:nvPr/>
          </p:nvSpPr>
          <p:spPr>
            <a:xfrm>
              <a:off x="1904486" y="11197212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1" name="pl6861"/>
            <p:cNvSpPr/>
            <p:nvPr/>
          </p:nvSpPr>
          <p:spPr>
            <a:xfrm>
              <a:off x="2362348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2" name="pl6862"/>
            <p:cNvSpPr/>
            <p:nvPr/>
          </p:nvSpPr>
          <p:spPr>
            <a:xfrm>
              <a:off x="2362348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3" name="pl6863"/>
            <p:cNvSpPr/>
            <p:nvPr/>
          </p:nvSpPr>
          <p:spPr>
            <a:xfrm>
              <a:off x="2352235" y="113809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4" name="pl6864"/>
            <p:cNvSpPr/>
            <p:nvPr/>
          </p:nvSpPr>
          <p:spPr>
            <a:xfrm>
              <a:off x="2386765" y="113464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65" name="pt6865"/>
            <p:cNvSpPr/>
            <p:nvPr/>
          </p:nvSpPr>
          <p:spPr>
            <a:xfrm>
              <a:off x="3138686" y="11304008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6" name="pt6866"/>
            <p:cNvSpPr/>
            <p:nvPr/>
          </p:nvSpPr>
          <p:spPr>
            <a:xfrm>
              <a:off x="1968937" y="12146697"/>
              <a:ext cx="48833" cy="48833"/>
            </a:xfrm>
            <a:prstGeom prst="ellipse">
              <a:avLst/>
            </a:pr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7" name="pt6867"/>
            <p:cNvSpPr/>
            <p:nvPr/>
          </p:nvSpPr>
          <p:spPr>
            <a:xfrm>
              <a:off x="2554989" y="11374445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8" name="pt6868"/>
            <p:cNvSpPr/>
            <p:nvPr/>
          </p:nvSpPr>
          <p:spPr>
            <a:xfrm>
              <a:off x="2432439" y="11471724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69" name="pt6869"/>
            <p:cNvSpPr/>
            <p:nvPr/>
          </p:nvSpPr>
          <p:spPr>
            <a:xfrm>
              <a:off x="2398770" y="11428993"/>
              <a:ext cx="74834" cy="74834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0" name="pt6870"/>
            <p:cNvSpPr/>
            <p:nvPr/>
          </p:nvSpPr>
          <p:spPr>
            <a:xfrm>
              <a:off x="2126803" y="1197309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1" name="pt6871"/>
            <p:cNvSpPr/>
            <p:nvPr/>
          </p:nvSpPr>
          <p:spPr>
            <a:xfrm>
              <a:off x="2350116" y="11428102"/>
              <a:ext cx="80678" cy="80678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2" name="pt6872"/>
            <p:cNvSpPr/>
            <p:nvPr/>
          </p:nvSpPr>
          <p:spPr>
            <a:xfrm>
              <a:off x="2453412" y="1146589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3" name="pt6873"/>
            <p:cNvSpPr/>
            <p:nvPr/>
          </p:nvSpPr>
          <p:spPr>
            <a:xfrm>
              <a:off x="2362685" y="11455610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4" name="pt6874"/>
            <p:cNvSpPr/>
            <p:nvPr/>
          </p:nvSpPr>
          <p:spPr>
            <a:xfrm>
              <a:off x="2362363" y="11465185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5" name="pl6875"/>
            <p:cNvSpPr/>
            <p:nvPr/>
          </p:nvSpPr>
          <p:spPr>
            <a:xfrm>
              <a:off x="2687015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6" name="pl6876"/>
            <p:cNvSpPr/>
            <p:nvPr/>
          </p:nvSpPr>
          <p:spPr>
            <a:xfrm>
              <a:off x="2687015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77" name="pt6877"/>
            <p:cNvSpPr/>
            <p:nvPr/>
          </p:nvSpPr>
          <p:spPr>
            <a:xfrm>
              <a:off x="2365981" y="11404833"/>
              <a:ext cx="67219" cy="67219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8" name="pg6878"/>
            <p:cNvSpPr/>
            <p:nvPr/>
          </p:nvSpPr>
          <p:spPr>
            <a:xfrm>
              <a:off x="3032026" y="1210572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79" name="pg6879"/>
            <p:cNvSpPr/>
            <p:nvPr/>
          </p:nvSpPr>
          <p:spPr>
            <a:xfrm>
              <a:off x="2590322" y="1178677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80" name="pg6880"/>
            <p:cNvSpPr/>
            <p:nvPr/>
          </p:nvSpPr>
          <p:spPr>
            <a:xfrm>
              <a:off x="2402149" y="1134587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881" name="pl6881"/>
            <p:cNvSpPr/>
            <p:nvPr/>
          </p:nvSpPr>
          <p:spPr>
            <a:xfrm>
              <a:off x="4321452" y="178312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2" name="pl6882"/>
            <p:cNvSpPr/>
            <p:nvPr/>
          </p:nvSpPr>
          <p:spPr>
            <a:xfrm>
              <a:off x="4396711" y="174183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3" name="pl6883"/>
            <p:cNvSpPr/>
            <p:nvPr/>
          </p:nvSpPr>
          <p:spPr>
            <a:xfrm>
              <a:off x="4381694" y="1727372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4" name="pl6884"/>
            <p:cNvSpPr/>
            <p:nvPr/>
          </p:nvSpPr>
          <p:spPr>
            <a:xfrm>
              <a:off x="4396711" y="173258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5" name="pl6885"/>
            <p:cNvSpPr/>
            <p:nvPr/>
          </p:nvSpPr>
          <p:spPr>
            <a:xfrm>
              <a:off x="4366519" y="180391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6" name="pl6886"/>
            <p:cNvSpPr/>
            <p:nvPr/>
          </p:nvSpPr>
          <p:spPr>
            <a:xfrm>
              <a:off x="4438977" y="211130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7" name="pl6887"/>
            <p:cNvSpPr/>
            <p:nvPr/>
          </p:nvSpPr>
          <p:spPr>
            <a:xfrm>
              <a:off x="4438977" y="211130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8" name="pl6888"/>
            <p:cNvSpPr/>
            <p:nvPr/>
          </p:nvSpPr>
          <p:spPr>
            <a:xfrm>
              <a:off x="4400792" y="206384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89" name="pl6889"/>
            <p:cNvSpPr/>
            <p:nvPr/>
          </p:nvSpPr>
          <p:spPr>
            <a:xfrm>
              <a:off x="4438977" y="211130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0" name="pl6890"/>
            <p:cNvSpPr/>
            <p:nvPr/>
          </p:nvSpPr>
          <p:spPr>
            <a:xfrm>
              <a:off x="4438977" y="211130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1" name="pl6891"/>
            <p:cNvSpPr/>
            <p:nvPr/>
          </p:nvSpPr>
          <p:spPr>
            <a:xfrm>
              <a:off x="4392533" y="187950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2" name="pl6892"/>
            <p:cNvSpPr/>
            <p:nvPr/>
          </p:nvSpPr>
          <p:spPr>
            <a:xfrm>
              <a:off x="4724862" y="176100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3" name="pl6893"/>
            <p:cNvSpPr/>
            <p:nvPr/>
          </p:nvSpPr>
          <p:spPr>
            <a:xfrm>
              <a:off x="4304088" y="181073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4" name="pl6894"/>
            <p:cNvSpPr/>
            <p:nvPr/>
          </p:nvSpPr>
          <p:spPr>
            <a:xfrm>
              <a:off x="5268648" y="1732390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5" name="pl6895"/>
            <p:cNvSpPr/>
            <p:nvPr/>
          </p:nvSpPr>
          <p:spPr>
            <a:xfrm>
              <a:off x="5012029" y="1832880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6" name="pl6896"/>
            <p:cNvSpPr/>
            <p:nvPr/>
          </p:nvSpPr>
          <p:spPr>
            <a:xfrm>
              <a:off x="4678171" y="1868183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7" name="pl6897"/>
            <p:cNvSpPr/>
            <p:nvPr/>
          </p:nvSpPr>
          <p:spPr>
            <a:xfrm>
              <a:off x="4722905" y="187933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8" name="pl6898"/>
            <p:cNvSpPr/>
            <p:nvPr/>
          </p:nvSpPr>
          <p:spPr>
            <a:xfrm>
              <a:off x="4722905" y="187933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99" name="pl6899"/>
            <p:cNvSpPr/>
            <p:nvPr/>
          </p:nvSpPr>
          <p:spPr>
            <a:xfrm>
              <a:off x="4398304" y="206384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0" name="pl6900"/>
            <p:cNvSpPr/>
            <p:nvPr/>
          </p:nvSpPr>
          <p:spPr>
            <a:xfrm>
              <a:off x="4724862" y="175217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1" name="pl6901"/>
            <p:cNvSpPr/>
            <p:nvPr/>
          </p:nvSpPr>
          <p:spPr>
            <a:xfrm>
              <a:off x="4823299" y="174282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2" name="pl6902"/>
            <p:cNvSpPr/>
            <p:nvPr/>
          </p:nvSpPr>
          <p:spPr>
            <a:xfrm>
              <a:off x="4823299" y="1741803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3" name="pl6903"/>
            <p:cNvSpPr/>
            <p:nvPr/>
          </p:nvSpPr>
          <p:spPr>
            <a:xfrm>
              <a:off x="4469298" y="188816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4" name="pl6904"/>
            <p:cNvSpPr/>
            <p:nvPr/>
          </p:nvSpPr>
          <p:spPr>
            <a:xfrm>
              <a:off x="4222909" y="106233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5" name="pl6905"/>
            <p:cNvSpPr/>
            <p:nvPr/>
          </p:nvSpPr>
          <p:spPr>
            <a:xfrm>
              <a:off x="4365358" y="205642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6" name="pl6906"/>
            <p:cNvSpPr/>
            <p:nvPr/>
          </p:nvSpPr>
          <p:spPr>
            <a:xfrm>
              <a:off x="4380977" y="200596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7" name="pl6907"/>
            <p:cNvSpPr/>
            <p:nvPr/>
          </p:nvSpPr>
          <p:spPr>
            <a:xfrm>
              <a:off x="4689942" y="189765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8" name="pl6908"/>
            <p:cNvSpPr/>
            <p:nvPr/>
          </p:nvSpPr>
          <p:spPr>
            <a:xfrm>
              <a:off x="4393753" y="192852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09" name="pl6909"/>
            <p:cNvSpPr/>
            <p:nvPr/>
          </p:nvSpPr>
          <p:spPr>
            <a:xfrm>
              <a:off x="4402209" y="1936676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0" name="pl6910"/>
            <p:cNvSpPr/>
            <p:nvPr/>
          </p:nvSpPr>
          <p:spPr>
            <a:xfrm>
              <a:off x="4391575" y="1921392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1" name="pl6911"/>
            <p:cNvSpPr/>
            <p:nvPr/>
          </p:nvSpPr>
          <p:spPr>
            <a:xfrm>
              <a:off x="4390058" y="188888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2" name="pl6912"/>
            <p:cNvSpPr/>
            <p:nvPr/>
          </p:nvSpPr>
          <p:spPr>
            <a:xfrm>
              <a:off x="4390058" y="188888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3" name="pl6913"/>
            <p:cNvSpPr/>
            <p:nvPr/>
          </p:nvSpPr>
          <p:spPr>
            <a:xfrm>
              <a:off x="4382316" y="187565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4" name="pl6914"/>
            <p:cNvSpPr/>
            <p:nvPr/>
          </p:nvSpPr>
          <p:spPr>
            <a:xfrm>
              <a:off x="4365385" y="184680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5" name="pl6915"/>
            <p:cNvSpPr/>
            <p:nvPr/>
          </p:nvSpPr>
          <p:spPr>
            <a:xfrm>
              <a:off x="4390058" y="188888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6" name="pl6916"/>
            <p:cNvSpPr/>
            <p:nvPr/>
          </p:nvSpPr>
          <p:spPr>
            <a:xfrm>
              <a:off x="4326470" y="177627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7" name="pl6917"/>
            <p:cNvSpPr/>
            <p:nvPr/>
          </p:nvSpPr>
          <p:spPr>
            <a:xfrm>
              <a:off x="4326470" y="177627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8" name="pl6918"/>
            <p:cNvSpPr/>
            <p:nvPr/>
          </p:nvSpPr>
          <p:spPr>
            <a:xfrm>
              <a:off x="4444104" y="199796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19" name="pl6919"/>
            <p:cNvSpPr/>
            <p:nvPr/>
          </p:nvSpPr>
          <p:spPr>
            <a:xfrm>
              <a:off x="4421168" y="194554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0" name="pl6920"/>
            <p:cNvSpPr/>
            <p:nvPr/>
          </p:nvSpPr>
          <p:spPr>
            <a:xfrm>
              <a:off x="4421168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1" name="pl6921"/>
            <p:cNvSpPr/>
            <p:nvPr/>
          </p:nvSpPr>
          <p:spPr>
            <a:xfrm>
              <a:off x="4421168" y="1947087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2" name="pl6922"/>
            <p:cNvSpPr/>
            <p:nvPr/>
          </p:nvSpPr>
          <p:spPr>
            <a:xfrm>
              <a:off x="4650760" y="175233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3" name="pl6923"/>
            <p:cNvSpPr/>
            <p:nvPr/>
          </p:nvSpPr>
          <p:spPr>
            <a:xfrm>
              <a:off x="4702785" y="175411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4" name="pl6924"/>
            <p:cNvSpPr/>
            <p:nvPr/>
          </p:nvSpPr>
          <p:spPr>
            <a:xfrm>
              <a:off x="4158870" y="1825626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5" name="pl6925"/>
            <p:cNvSpPr/>
            <p:nvPr/>
          </p:nvSpPr>
          <p:spPr>
            <a:xfrm>
              <a:off x="4460505" y="213904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6" name="pl6926"/>
            <p:cNvSpPr/>
            <p:nvPr/>
          </p:nvSpPr>
          <p:spPr>
            <a:xfrm>
              <a:off x="4348833" y="1981702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7" name="pl6927"/>
            <p:cNvSpPr/>
            <p:nvPr/>
          </p:nvSpPr>
          <p:spPr>
            <a:xfrm>
              <a:off x="4563325" y="1734276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8" name="pl6928"/>
            <p:cNvSpPr/>
            <p:nvPr/>
          </p:nvSpPr>
          <p:spPr>
            <a:xfrm>
              <a:off x="4678171" y="1868183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29" name="pl6929"/>
            <p:cNvSpPr/>
            <p:nvPr/>
          </p:nvSpPr>
          <p:spPr>
            <a:xfrm>
              <a:off x="4502058" y="188354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0" name="pl6930"/>
            <p:cNvSpPr/>
            <p:nvPr/>
          </p:nvSpPr>
          <p:spPr>
            <a:xfrm>
              <a:off x="4434884" y="190936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1" name="pl6931"/>
            <p:cNvSpPr/>
            <p:nvPr/>
          </p:nvSpPr>
          <p:spPr>
            <a:xfrm>
              <a:off x="4407363" y="191636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2" name="pl6932"/>
            <p:cNvSpPr/>
            <p:nvPr/>
          </p:nvSpPr>
          <p:spPr>
            <a:xfrm>
              <a:off x="4405938" y="191025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3" name="pl6933"/>
            <p:cNvSpPr/>
            <p:nvPr/>
          </p:nvSpPr>
          <p:spPr>
            <a:xfrm>
              <a:off x="4393753" y="191636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4" name="pl6934"/>
            <p:cNvSpPr/>
            <p:nvPr/>
          </p:nvSpPr>
          <p:spPr>
            <a:xfrm>
              <a:off x="4407363" y="191636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5" name="pl6935"/>
            <p:cNvSpPr/>
            <p:nvPr/>
          </p:nvSpPr>
          <p:spPr>
            <a:xfrm>
              <a:off x="4392533" y="187950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6" name="pl6936"/>
            <p:cNvSpPr/>
            <p:nvPr/>
          </p:nvSpPr>
          <p:spPr>
            <a:xfrm>
              <a:off x="4407363" y="191636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7" name="pl6937"/>
            <p:cNvSpPr/>
            <p:nvPr/>
          </p:nvSpPr>
          <p:spPr>
            <a:xfrm>
              <a:off x="4381417" y="191636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8" name="pl6938"/>
            <p:cNvSpPr/>
            <p:nvPr/>
          </p:nvSpPr>
          <p:spPr>
            <a:xfrm>
              <a:off x="4407363" y="191636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39" name="pl6939"/>
            <p:cNvSpPr/>
            <p:nvPr/>
          </p:nvSpPr>
          <p:spPr>
            <a:xfrm>
              <a:off x="4404402" y="1899263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0" name="pl6940"/>
            <p:cNvSpPr/>
            <p:nvPr/>
          </p:nvSpPr>
          <p:spPr>
            <a:xfrm>
              <a:off x="4407363" y="1900109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1" name="pl6941"/>
            <p:cNvSpPr/>
            <p:nvPr/>
          </p:nvSpPr>
          <p:spPr>
            <a:xfrm>
              <a:off x="4407363" y="191636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2" name="pl6942"/>
            <p:cNvSpPr/>
            <p:nvPr/>
          </p:nvSpPr>
          <p:spPr>
            <a:xfrm>
              <a:off x="4407363" y="1913242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3" name="pl6943"/>
            <p:cNvSpPr/>
            <p:nvPr/>
          </p:nvSpPr>
          <p:spPr>
            <a:xfrm>
              <a:off x="4407363" y="191636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4" name="pl6944"/>
            <p:cNvSpPr/>
            <p:nvPr/>
          </p:nvSpPr>
          <p:spPr>
            <a:xfrm>
              <a:off x="4449889" y="188059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5" name="pl6945"/>
            <p:cNvSpPr/>
            <p:nvPr/>
          </p:nvSpPr>
          <p:spPr>
            <a:xfrm>
              <a:off x="5222342" y="214932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6" name="pl6946"/>
            <p:cNvSpPr/>
            <p:nvPr/>
          </p:nvSpPr>
          <p:spPr>
            <a:xfrm>
              <a:off x="3920862" y="1184515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7" name="pl6947"/>
            <p:cNvSpPr/>
            <p:nvPr/>
          </p:nvSpPr>
          <p:spPr>
            <a:xfrm>
              <a:off x="4496741" y="1650711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8" name="pl6948"/>
            <p:cNvSpPr/>
            <p:nvPr/>
          </p:nvSpPr>
          <p:spPr>
            <a:xfrm>
              <a:off x="4392002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49" name="pl6949"/>
            <p:cNvSpPr/>
            <p:nvPr/>
          </p:nvSpPr>
          <p:spPr>
            <a:xfrm>
              <a:off x="4334263" y="2600697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0" name="pl6950"/>
            <p:cNvSpPr/>
            <p:nvPr/>
          </p:nvSpPr>
          <p:spPr>
            <a:xfrm>
              <a:off x="4329397" y="259726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1" name="pl6951"/>
            <p:cNvSpPr/>
            <p:nvPr/>
          </p:nvSpPr>
          <p:spPr>
            <a:xfrm>
              <a:off x="4334263" y="2600697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2" name="pl6952"/>
            <p:cNvSpPr/>
            <p:nvPr/>
          </p:nvSpPr>
          <p:spPr>
            <a:xfrm>
              <a:off x="4373244" y="1847442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3" name="pl6953"/>
            <p:cNvSpPr/>
            <p:nvPr/>
          </p:nvSpPr>
          <p:spPr>
            <a:xfrm>
              <a:off x="4350677" y="183026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4" name="pl6954"/>
            <p:cNvSpPr/>
            <p:nvPr/>
          </p:nvSpPr>
          <p:spPr>
            <a:xfrm>
              <a:off x="4373244" y="1847442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5" name="pl6955"/>
            <p:cNvSpPr/>
            <p:nvPr/>
          </p:nvSpPr>
          <p:spPr>
            <a:xfrm>
              <a:off x="4373244" y="1847442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6" name="pl6956"/>
            <p:cNvSpPr/>
            <p:nvPr/>
          </p:nvSpPr>
          <p:spPr>
            <a:xfrm>
              <a:off x="4373244" y="1847442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7" name="pl6957"/>
            <p:cNvSpPr/>
            <p:nvPr/>
          </p:nvSpPr>
          <p:spPr>
            <a:xfrm>
              <a:off x="4373244" y="1847442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8" name="pl6958"/>
            <p:cNvSpPr/>
            <p:nvPr/>
          </p:nvSpPr>
          <p:spPr>
            <a:xfrm>
              <a:off x="4373244" y="1847442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59" name="pl6959"/>
            <p:cNvSpPr/>
            <p:nvPr/>
          </p:nvSpPr>
          <p:spPr>
            <a:xfrm>
              <a:off x="4373244" y="1847442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0" name="pl6960"/>
            <p:cNvSpPr/>
            <p:nvPr/>
          </p:nvSpPr>
          <p:spPr>
            <a:xfrm>
              <a:off x="4373244" y="1847442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1" name="pl6961"/>
            <p:cNvSpPr/>
            <p:nvPr/>
          </p:nvSpPr>
          <p:spPr>
            <a:xfrm>
              <a:off x="5263166" y="201283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2" name="pl6962"/>
            <p:cNvSpPr/>
            <p:nvPr/>
          </p:nvSpPr>
          <p:spPr>
            <a:xfrm>
              <a:off x="4580528" y="144379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3" name="pl6963"/>
            <p:cNvSpPr/>
            <p:nvPr/>
          </p:nvSpPr>
          <p:spPr>
            <a:xfrm>
              <a:off x="4597137" y="140679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4" name="pl6964"/>
            <p:cNvSpPr/>
            <p:nvPr/>
          </p:nvSpPr>
          <p:spPr>
            <a:xfrm>
              <a:off x="4913739" y="255265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5" name="pl6965"/>
            <p:cNvSpPr/>
            <p:nvPr/>
          </p:nvSpPr>
          <p:spPr>
            <a:xfrm>
              <a:off x="4573216" y="269951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6" name="pl6966"/>
            <p:cNvSpPr/>
            <p:nvPr/>
          </p:nvSpPr>
          <p:spPr>
            <a:xfrm>
              <a:off x="4367198" y="1839631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7" name="pl6967"/>
            <p:cNvSpPr/>
            <p:nvPr/>
          </p:nvSpPr>
          <p:spPr>
            <a:xfrm>
              <a:off x="4419855" y="193469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8" name="pl6968"/>
            <p:cNvSpPr/>
            <p:nvPr/>
          </p:nvSpPr>
          <p:spPr>
            <a:xfrm>
              <a:off x="3671412" y="212189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69" name="pl6969"/>
            <p:cNvSpPr/>
            <p:nvPr/>
          </p:nvSpPr>
          <p:spPr>
            <a:xfrm>
              <a:off x="4351146" y="206384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0" name="pl6970"/>
            <p:cNvSpPr/>
            <p:nvPr/>
          </p:nvSpPr>
          <p:spPr>
            <a:xfrm>
              <a:off x="4341793" y="1923936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1" name="pl6971"/>
            <p:cNvSpPr/>
            <p:nvPr/>
          </p:nvSpPr>
          <p:spPr>
            <a:xfrm>
              <a:off x="4400792" y="206384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2" name="pl6972"/>
            <p:cNvSpPr/>
            <p:nvPr/>
          </p:nvSpPr>
          <p:spPr>
            <a:xfrm>
              <a:off x="4366519" y="1942318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3" name="pl6973"/>
            <p:cNvSpPr/>
            <p:nvPr/>
          </p:nvSpPr>
          <p:spPr>
            <a:xfrm>
              <a:off x="4377170" y="206384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4" name="pl6974"/>
            <p:cNvSpPr/>
            <p:nvPr/>
          </p:nvSpPr>
          <p:spPr>
            <a:xfrm>
              <a:off x="4464671" y="189113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5" name="pl6975"/>
            <p:cNvSpPr/>
            <p:nvPr/>
          </p:nvSpPr>
          <p:spPr>
            <a:xfrm>
              <a:off x="4469298" y="187101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6" name="pl6976"/>
            <p:cNvSpPr/>
            <p:nvPr/>
          </p:nvSpPr>
          <p:spPr>
            <a:xfrm>
              <a:off x="4567314" y="196113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7" name="pl6977"/>
            <p:cNvSpPr/>
            <p:nvPr/>
          </p:nvSpPr>
          <p:spPr>
            <a:xfrm>
              <a:off x="4356799" y="1971543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8" name="pl6978"/>
            <p:cNvSpPr/>
            <p:nvPr/>
          </p:nvSpPr>
          <p:spPr>
            <a:xfrm>
              <a:off x="4378285" y="1971543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79" name="pl6979"/>
            <p:cNvSpPr/>
            <p:nvPr/>
          </p:nvSpPr>
          <p:spPr>
            <a:xfrm>
              <a:off x="4367113" y="1971543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0" name="pl6980"/>
            <p:cNvSpPr/>
            <p:nvPr/>
          </p:nvSpPr>
          <p:spPr>
            <a:xfrm>
              <a:off x="4371615" y="1971543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1" name="pl6981"/>
            <p:cNvSpPr/>
            <p:nvPr/>
          </p:nvSpPr>
          <p:spPr>
            <a:xfrm>
              <a:off x="4377883" y="1971543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2" name="pl6982"/>
            <p:cNvSpPr/>
            <p:nvPr/>
          </p:nvSpPr>
          <p:spPr>
            <a:xfrm>
              <a:off x="4378285" y="1970765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3" name="pl6983"/>
            <p:cNvSpPr/>
            <p:nvPr/>
          </p:nvSpPr>
          <p:spPr>
            <a:xfrm>
              <a:off x="4377315" y="190204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4" name="pl6984"/>
            <p:cNvSpPr/>
            <p:nvPr/>
          </p:nvSpPr>
          <p:spPr>
            <a:xfrm>
              <a:off x="4337201" y="1971543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5" name="pl6985"/>
            <p:cNvSpPr/>
            <p:nvPr/>
          </p:nvSpPr>
          <p:spPr>
            <a:xfrm>
              <a:off x="4378285" y="1971543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6" name="pl6986"/>
            <p:cNvSpPr/>
            <p:nvPr/>
          </p:nvSpPr>
          <p:spPr>
            <a:xfrm>
              <a:off x="4369782" y="1971543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7" name="pl6987"/>
            <p:cNvSpPr/>
            <p:nvPr/>
          </p:nvSpPr>
          <p:spPr>
            <a:xfrm>
              <a:off x="4360892" y="1971543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8" name="pl6988"/>
            <p:cNvSpPr/>
            <p:nvPr/>
          </p:nvSpPr>
          <p:spPr>
            <a:xfrm>
              <a:off x="4289587" y="2715643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89" name="pl6989"/>
            <p:cNvSpPr/>
            <p:nvPr/>
          </p:nvSpPr>
          <p:spPr>
            <a:xfrm>
              <a:off x="4380007" y="187099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0" name="pl6990"/>
            <p:cNvSpPr/>
            <p:nvPr/>
          </p:nvSpPr>
          <p:spPr>
            <a:xfrm>
              <a:off x="4394770" y="191958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1" name="pl6991"/>
            <p:cNvSpPr/>
            <p:nvPr/>
          </p:nvSpPr>
          <p:spPr>
            <a:xfrm>
              <a:off x="4394770" y="191958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2" name="pl6992"/>
            <p:cNvSpPr/>
            <p:nvPr/>
          </p:nvSpPr>
          <p:spPr>
            <a:xfrm>
              <a:off x="4387101" y="191958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3" name="pl6993"/>
            <p:cNvSpPr/>
            <p:nvPr/>
          </p:nvSpPr>
          <p:spPr>
            <a:xfrm>
              <a:off x="4394770" y="191025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4" name="pl6994"/>
            <p:cNvSpPr/>
            <p:nvPr/>
          </p:nvSpPr>
          <p:spPr>
            <a:xfrm>
              <a:off x="4374118" y="186434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5" name="pl6995"/>
            <p:cNvSpPr/>
            <p:nvPr/>
          </p:nvSpPr>
          <p:spPr>
            <a:xfrm>
              <a:off x="4393753" y="191958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6" name="pl6996"/>
            <p:cNvSpPr/>
            <p:nvPr/>
          </p:nvSpPr>
          <p:spPr>
            <a:xfrm>
              <a:off x="4377454" y="191133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7" name="pl6997"/>
            <p:cNvSpPr/>
            <p:nvPr/>
          </p:nvSpPr>
          <p:spPr>
            <a:xfrm>
              <a:off x="4388371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8" name="pl6998"/>
            <p:cNvSpPr/>
            <p:nvPr/>
          </p:nvSpPr>
          <p:spPr>
            <a:xfrm>
              <a:off x="4394770" y="191958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99" name="pl6999"/>
            <p:cNvSpPr/>
            <p:nvPr/>
          </p:nvSpPr>
          <p:spPr>
            <a:xfrm>
              <a:off x="4394770" y="191958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0" name="pl7000"/>
            <p:cNvSpPr/>
            <p:nvPr/>
          </p:nvSpPr>
          <p:spPr>
            <a:xfrm>
              <a:off x="4374625" y="191958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1" name="pl7001"/>
            <p:cNvSpPr/>
            <p:nvPr/>
          </p:nvSpPr>
          <p:spPr>
            <a:xfrm>
              <a:off x="4381099" y="1889007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2" name="pl7002"/>
            <p:cNvSpPr/>
            <p:nvPr/>
          </p:nvSpPr>
          <p:spPr>
            <a:xfrm>
              <a:off x="4390656" y="190825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3" name="pl7003"/>
            <p:cNvSpPr/>
            <p:nvPr/>
          </p:nvSpPr>
          <p:spPr>
            <a:xfrm>
              <a:off x="4394770" y="191958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4" name="pl7004"/>
            <p:cNvSpPr/>
            <p:nvPr/>
          </p:nvSpPr>
          <p:spPr>
            <a:xfrm>
              <a:off x="4375355" y="191533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5" name="pl7005"/>
            <p:cNvSpPr/>
            <p:nvPr/>
          </p:nvSpPr>
          <p:spPr>
            <a:xfrm>
              <a:off x="4394770" y="191958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6" name="pl7006"/>
            <p:cNvSpPr/>
            <p:nvPr/>
          </p:nvSpPr>
          <p:spPr>
            <a:xfrm>
              <a:off x="4394770" y="191958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7" name="pl7007"/>
            <p:cNvSpPr/>
            <p:nvPr/>
          </p:nvSpPr>
          <p:spPr>
            <a:xfrm>
              <a:off x="4377315" y="190204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8" name="pl7008"/>
            <p:cNvSpPr/>
            <p:nvPr/>
          </p:nvSpPr>
          <p:spPr>
            <a:xfrm>
              <a:off x="4381417" y="191958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09" name="pl7009"/>
            <p:cNvSpPr/>
            <p:nvPr/>
          </p:nvSpPr>
          <p:spPr>
            <a:xfrm>
              <a:off x="4383408" y="191958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0" name="pl7010"/>
            <p:cNvSpPr/>
            <p:nvPr/>
          </p:nvSpPr>
          <p:spPr>
            <a:xfrm>
              <a:off x="4384636" y="191228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1" name="pl7011"/>
            <p:cNvSpPr/>
            <p:nvPr/>
          </p:nvSpPr>
          <p:spPr>
            <a:xfrm>
              <a:off x="4365016" y="191757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2" name="pl7012"/>
            <p:cNvSpPr/>
            <p:nvPr/>
          </p:nvSpPr>
          <p:spPr>
            <a:xfrm>
              <a:off x="4394770" y="191958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3" name="pl7013"/>
            <p:cNvSpPr/>
            <p:nvPr/>
          </p:nvSpPr>
          <p:spPr>
            <a:xfrm>
              <a:off x="4384420" y="1885782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4" name="pl7014"/>
            <p:cNvSpPr/>
            <p:nvPr/>
          </p:nvSpPr>
          <p:spPr>
            <a:xfrm>
              <a:off x="4394770" y="191689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5" name="pl7015"/>
            <p:cNvSpPr/>
            <p:nvPr/>
          </p:nvSpPr>
          <p:spPr>
            <a:xfrm>
              <a:off x="4385564" y="1918910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6" name="pl7016"/>
            <p:cNvSpPr/>
            <p:nvPr/>
          </p:nvSpPr>
          <p:spPr>
            <a:xfrm>
              <a:off x="4381021" y="1918706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7" name="pl7017"/>
            <p:cNvSpPr/>
            <p:nvPr/>
          </p:nvSpPr>
          <p:spPr>
            <a:xfrm>
              <a:off x="4391575" y="191958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8" name="pl7018"/>
            <p:cNvSpPr/>
            <p:nvPr/>
          </p:nvSpPr>
          <p:spPr>
            <a:xfrm>
              <a:off x="4378767" y="191958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19" name="pl7019"/>
            <p:cNvSpPr/>
            <p:nvPr/>
          </p:nvSpPr>
          <p:spPr>
            <a:xfrm>
              <a:off x="4377320" y="191865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0" name="pl7020"/>
            <p:cNvSpPr/>
            <p:nvPr/>
          </p:nvSpPr>
          <p:spPr>
            <a:xfrm>
              <a:off x="4391616" y="191650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1" name="pl7021"/>
            <p:cNvSpPr/>
            <p:nvPr/>
          </p:nvSpPr>
          <p:spPr>
            <a:xfrm>
              <a:off x="4394770" y="1909757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2" name="pl7022"/>
            <p:cNvSpPr/>
            <p:nvPr/>
          </p:nvSpPr>
          <p:spPr>
            <a:xfrm>
              <a:off x="4394770" y="1913242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3" name="pl7023"/>
            <p:cNvSpPr/>
            <p:nvPr/>
          </p:nvSpPr>
          <p:spPr>
            <a:xfrm>
              <a:off x="4566609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4" name="pl7024"/>
            <p:cNvSpPr/>
            <p:nvPr/>
          </p:nvSpPr>
          <p:spPr>
            <a:xfrm>
              <a:off x="4413446" y="1938504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5" name="pl7025"/>
            <p:cNvSpPr/>
            <p:nvPr/>
          </p:nvSpPr>
          <p:spPr>
            <a:xfrm>
              <a:off x="4398024" y="1938504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6" name="pl7026"/>
            <p:cNvSpPr/>
            <p:nvPr/>
          </p:nvSpPr>
          <p:spPr>
            <a:xfrm>
              <a:off x="4407140" y="1938856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7" name="pl7027"/>
            <p:cNvSpPr/>
            <p:nvPr/>
          </p:nvSpPr>
          <p:spPr>
            <a:xfrm>
              <a:off x="4558635" y="1483954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8" name="pl7028"/>
            <p:cNvSpPr/>
            <p:nvPr/>
          </p:nvSpPr>
          <p:spPr>
            <a:xfrm>
              <a:off x="4374590" y="1681687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29" name="pl7029"/>
            <p:cNvSpPr/>
            <p:nvPr/>
          </p:nvSpPr>
          <p:spPr>
            <a:xfrm>
              <a:off x="4553539" y="196113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0" name="pl7030"/>
            <p:cNvSpPr/>
            <p:nvPr/>
          </p:nvSpPr>
          <p:spPr>
            <a:xfrm>
              <a:off x="4567314" y="196113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1" name="pl7031"/>
            <p:cNvSpPr/>
            <p:nvPr/>
          </p:nvSpPr>
          <p:spPr>
            <a:xfrm>
              <a:off x="4177298" y="191763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2" name="pl7032"/>
            <p:cNvSpPr/>
            <p:nvPr/>
          </p:nvSpPr>
          <p:spPr>
            <a:xfrm>
              <a:off x="4432436" y="195948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3" name="pl7033"/>
            <p:cNvSpPr/>
            <p:nvPr/>
          </p:nvSpPr>
          <p:spPr>
            <a:xfrm>
              <a:off x="4726081" y="265943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4" name="pl7034"/>
            <p:cNvSpPr/>
            <p:nvPr/>
          </p:nvSpPr>
          <p:spPr>
            <a:xfrm>
              <a:off x="4326271" y="193987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5" name="pl7035"/>
            <p:cNvSpPr/>
            <p:nvPr/>
          </p:nvSpPr>
          <p:spPr>
            <a:xfrm>
              <a:off x="4327974" y="193987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6" name="pl7036"/>
            <p:cNvSpPr/>
            <p:nvPr/>
          </p:nvSpPr>
          <p:spPr>
            <a:xfrm>
              <a:off x="4278938" y="1429849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7" name="pl7037"/>
            <p:cNvSpPr/>
            <p:nvPr/>
          </p:nvSpPr>
          <p:spPr>
            <a:xfrm>
              <a:off x="4496434" y="1609939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8" name="pl7038"/>
            <p:cNvSpPr/>
            <p:nvPr/>
          </p:nvSpPr>
          <p:spPr>
            <a:xfrm>
              <a:off x="4442845" y="156184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39" name="pl7039"/>
            <p:cNvSpPr/>
            <p:nvPr/>
          </p:nvSpPr>
          <p:spPr>
            <a:xfrm>
              <a:off x="4487625" y="157228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0" name="pl7040"/>
            <p:cNvSpPr/>
            <p:nvPr/>
          </p:nvSpPr>
          <p:spPr>
            <a:xfrm>
              <a:off x="4494533" y="156293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1" name="pl7041"/>
            <p:cNvSpPr/>
            <p:nvPr/>
          </p:nvSpPr>
          <p:spPr>
            <a:xfrm>
              <a:off x="4475785" y="1531470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2" name="pl7042"/>
            <p:cNvSpPr/>
            <p:nvPr/>
          </p:nvSpPr>
          <p:spPr>
            <a:xfrm>
              <a:off x="4397054" y="1975851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3" name="pl7043"/>
            <p:cNvSpPr/>
            <p:nvPr/>
          </p:nvSpPr>
          <p:spPr>
            <a:xfrm>
              <a:off x="3996871" y="121733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4" name="pl7044"/>
            <p:cNvSpPr/>
            <p:nvPr/>
          </p:nvSpPr>
          <p:spPr>
            <a:xfrm>
              <a:off x="3973449" y="124464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5" name="pl7045"/>
            <p:cNvSpPr/>
            <p:nvPr/>
          </p:nvSpPr>
          <p:spPr>
            <a:xfrm>
              <a:off x="4479158" y="161731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6" name="pl7046"/>
            <p:cNvSpPr/>
            <p:nvPr/>
          </p:nvSpPr>
          <p:spPr>
            <a:xfrm>
              <a:off x="4317668" y="178312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7" name="pl7047"/>
            <p:cNvSpPr/>
            <p:nvPr/>
          </p:nvSpPr>
          <p:spPr>
            <a:xfrm>
              <a:off x="4315374" y="179263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8" name="pl7048"/>
            <p:cNvSpPr/>
            <p:nvPr/>
          </p:nvSpPr>
          <p:spPr>
            <a:xfrm>
              <a:off x="3668873" y="2139089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49" name="pl7049"/>
            <p:cNvSpPr/>
            <p:nvPr/>
          </p:nvSpPr>
          <p:spPr>
            <a:xfrm>
              <a:off x="4496012" y="1596737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0" name="pl7050"/>
            <p:cNvSpPr/>
            <p:nvPr/>
          </p:nvSpPr>
          <p:spPr>
            <a:xfrm>
              <a:off x="4495657" y="149276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1" name="pl7051"/>
            <p:cNvSpPr/>
            <p:nvPr/>
          </p:nvSpPr>
          <p:spPr>
            <a:xfrm>
              <a:off x="4495809" y="150820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2" name="pl7052"/>
            <p:cNvSpPr/>
            <p:nvPr/>
          </p:nvSpPr>
          <p:spPr>
            <a:xfrm>
              <a:off x="4543277" y="1035336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3" name="pl7053"/>
            <p:cNvSpPr/>
            <p:nvPr/>
          </p:nvSpPr>
          <p:spPr>
            <a:xfrm>
              <a:off x="3753014" y="1539011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4" name="pl7054"/>
            <p:cNvSpPr/>
            <p:nvPr/>
          </p:nvSpPr>
          <p:spPr>
            <a:xfrm>
              <a:off x="3739245" y="154186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5" name="pl7055"/>
            <p:cNvSpPr/>
            <p:nvPr/>
          </p:nvSpPr>
          <p:spPr>
            <a:xfrm>
              <a:off x="3739738" y="155305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6" name="pl7056"/>
            <p:cNvSpPr/>
            <p:nvPr/>
          </p:nvSpPr>
          <p:spPr>
            <a:xfrm>
              <a:off x="4496741" y="1681687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7" name="pl7057"/>
            <p:cNvSpPr/>
            <p:nvPr/>
          </p:nvSpPr>
          <p:spPr>
            <a:xfrm>
              <a:off x="4563325" y="1734276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8" name="pl7058"/>
            <p:cNvSpPr/>
            <p:nvPr/>
          </p:nvSpPr>
          <p:spPr>
            <a:xfrm>
              <a:off x="4563325" y="169989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59" name="pl7059"/>
            <p:cNvSpPr/>
            <p:nvPr/>
          </p:nvSpPr>
          <p:spPr>
            <a:xfrm>
              <a:off x="4563325" y="1714839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0" name="pl7060"/>
            <p:cNvSpPr/>
            <p:nvPr/>
          </p:nvSpPr>
          <p:spPr>
            <a:xfrm>
              <a:off x="4610177" y="1340691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1" name="pl7061"/>
            <p:cNvSpPr/>
            <p:nvPr/>
          </p:nvSpPr>
          <p:spPr>
            <a:xfrm>
              <a:off x="4366534" y="221825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2" name="pl7062"/>
            <p:cNvSpPr/>
            <p:nvPr/>
          </p:nvSpPr>
          <p:spPr>
            <a:xfrm>
              <a:off x="4484027" y="196706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3" name="pl7063"/>
            <p:cNvSpPr/>
            <p:nvPr/>
          </p:nvSpPr>
          <p:spPr>
            <a:xfrm>
              <a:off x="4482676" y="1969100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4" name="pl7064"/>
            <p:cNvSpPr/>
            <p:nvPr/>
          </p:nvSpPr>
          <p:spPr>
            <a:xfrm>
              <a:off x="4310805" y="216299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5" name="pl7065"/>
            <p:cNvSpPr/>
            <p:nvPr/>
          </p:nvSpPr>
          <p:spPr>
            <a:xfrm>
              <a:off x="4334120" y="216299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6" name="pl7066"/>
            <p:cNvSpPr/>
            <p:nvPr/>
          </p:nvSpPr>
          <p:spPr>
            <a:xfrm>
              <a:off x="4302266" y="216299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7" name="pl7067"/>
            <p:cNvSpPr/>
            <p:nvPr/>
          </p:nvSpPr>
          <p:spPr>
            <a:xfrm>
              <a:off x="4346658" y="216299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8" name="pl7068"/>
            <p:cNvSpPr/>
            <p:nvPr/>
          </p:nvSpPr>
          <p:spPr>
            <a:xfrm>
              <a:off x="4326809" y="216299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69" name="pl7069"/>
            <p:cNvSpPr/>
            <p:nvPr/>
          </p:nvSpPr>
          <p:spPr>
            <a:xfrm>
              <a:off x="4421168" y="1947087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0" name="pl7070"/>
            <p:cNvSpPr/>
            <p:nvPr/>
          </p:nvSpPr>
          <p:spPr>
            <a:xfrm>
              <a:off x="4442491" y="195648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1" name="pl7071"/>
            <p:cNvSpPr/>
            <p:nvPr/>
          </p:nvSpPr>
          <p:spPr>
            <a:xfrm>
              <a:off x="4428844" y="2035509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2" name="pl7072"/>
            <p:cNvSpPr/>
            <p:nvPr/>
          </p:nvSpPr>
          <p:spPr>
            <a:xfrm>
              <a:off x="4251689" y="138346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3" name="pl7073"/>
            <p:cNvSpPr/>
            <p:nvPr/>
          </p:nvSpPr>
          <p:spPr>
            <a:xfrm>
              <a:off x="4261791" y="1402996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4" name="pl7074"/>
            <p:cNvSpPr/>
            <p:nvPr/>
          </p:nvSpPr>
          <p:spPr>
            <a:xfrm>
              <a:off x="4781931" y="1925374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5" name="pl7075"/>
            <p:cNvSpPr/>
            <p:nvPr/>
          </p:nvSpPr>
          <p:spPr>
            <a:xfrm>
              <a:off x="4781931" y="1925374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6" name="pl7076"/>
            <p:cNvSpPr/>
            <p:nvPr/>
          </p:nvSpPr>
          <p:spPr>
            <a:xfrm>
              <a:off x="4781931" y="1925374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7" name="pl7077"/>
            <p:cNvSpPr/>
            <p:nvPr/>
          </p:nvSpPr>
          <p:spPr>
            <a:xfrm>
              <a:off x="4472279" y="174183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8" name="pl7078"/>
            <p:cNvSpPr/>
            <p:nvPr/>
          </p:nvSpPr>
          <p:spPr>
            <a:xfrm>
              <a:off x="4464671" y="1903294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79" name="pl7079"/>
            <p:cNvSpPr/>
            <p:nvPr/>
          </p:nvSpPr>
          <p:spPr>
            <a:xfrm>
              <a:off x="4415238" y="204318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0" name="pl7080"/>
            <p:cNvSpPr/>
            <p:nvPr/>
          </p:nvSpPr>
          <p:spPr>
            <a:xfrm>
              <a:off x="4414220" y="204318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1" name="pl7081"/>
            <p:cNvSpPr/>
            <p:nvPr/>
          </p:nvSpPr>
          <p:spPr>
            <a:xfrm>
              <a:off x="4469298" y="1887389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2" name="pl7082"/>
            <p:cNvSpPr/>
            <p:nvPr/>
          </p:nvSpPr>
          <p:spPr>
            <a:xfrm>
              <a:off x="4421168" y="193205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3" name="pl7083"/>
            <p:cNvSpPr/>
            <p:nvPr/>
          </p:nvSpPr>
          <p:spPr>
            <a:xfrm>
              <a:off x="4435916" y="189113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4" name="pl7084"/>
            <p:cNvSpPr/>
            <p:nvPr/>
          </p:nvSpPr>
          <p:spPr>
            <a:xfrm>
              <a:off x="4711664" y="1060191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5" name="pl7085"/>
            <p:cNvSpPr/>
            <p:nvPr/>
          </p:nvSpPr>
          <p:spPr>
            <a:xfrm>
              <a:off x="4361102" y="174183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6" name="pl7086"/>
            <p:cNvSpPr/>
            <p:nvPr/>
          </p:nvSpPr>
          <p:spPr>
            <a:xfrm>
              <a:off x="4336215" y="171355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7" name="pl7087"/>
            <p:cNvSpPr/>
            <p:nvPr/>
          </p:nvSpPr>
          <p:spPr>
            <a:xfrm>
              <a:off x="4407475" y="1923780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8" name="pl7088"/>
            <p:cNvSpPr/>
            <p:nvPr/>
          </p:nvSpPr>
          <p:spPr>
            <a:xfrm>
              <a:off x="3623460" y="194551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89" name="pl7089"/>
            <p:cNvSpPr/>
            <p:nvPr/>
          </p:nvSpPr>
          <p:spPr>
            <a:xfrm>
              <a:off x="3623488" y="1956668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0" name="pl7090"/>
            <p:cNvSpPr/>
            <p:nvPr/>
          </p:nvSpPr>
          <p:spPr>
            <a:xfrm>
              <a:off x="4421168" y="1947087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1" name="pl7091"/>
            <p:cNvSpPr/>
            <p:nvPr/>
          </p:nvSpPr>
          <p:spPr>
            <a:xfrm>
              <a:off x="4428581" y="195559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2" name="pl7092"/>
            <p:cNvSpPr/>
            <p:nvPr/>
          </p:nvSpPr>
          <p:spPr>
            <a:xfrm>
              <a:off x="4496741" y="161735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3" name="pl7093"/>
            <p:cNvSpPr/>
            <p:nvPr/>
          </p:nvSpPr>
          <p:spPr>
            <a:xfrm>
              <a:off x="4366798" y="191763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4" name="pl7094"/>
            <p:cNvSpPr/>
            <p:nvPr/>
          </p:nvSpPr>
          <p:spPr>
            <a:xfrm>
              <a:off x="4470329" y="162446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5" name="pl7095"/>
            <p:cNvSpPr/>
            <p:nvPr/>
          </p:nvSpPr>
          <p:spPr>
            <a:xfrm>
              <a:off x="4658038" y="1868183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6" name="pl7096"/>
            <p:cNvSpPr/>
            <p:nvPr/>
          </p:nvSpPr>
          <p:spPr>
            <a:xfrm>
              <a:off x="4622020" y="195243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7" name="pl7097"/>
            <p:cNvSpPr/>
            <p:nvPr/>
          </p:nvSpPr>
          <p:spPr>
            <a:xfrm>
              <a:off x="4477196" y="209385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8" name="pl7098"/>
            <p:cNvSpPr/>
            <p:nvPr/>
          </p:nvSpPr>
          <p:spPr>
            <a:xfrm>
              <a:off x="4570054" y="203213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99" name="pl7099"/>
            <p:cNvSpPr/>
            <p:nvPr/>
          </p:nvSpPr>
          <p:spPr>
            <a:xfrm>
              <a:off x="4417306" y="1947087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0" name="pl7100"/>
            <p:cNvSpPr/>
            <p:nvPr/>
          </p:nvSpPr>
          <p:spPr>
            <a:xfrm>
              <a:off x="3753014" y="155305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1" name="pl7101"/>
            <p:cNvSpPr/>
            <p:nvPr/>
          </p:nvSpPr>
          <p:spPr>
            <a:xfrm>
              <a:off x="4321452" y="1774715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2" name="pl7102"/>
            <p:cNvSpPr/>
            <p:nvPr/>
          </p:nvSpPr>
          <p:spPr>
            <a:xfrm>
              <a:off x="4323160" y="1774715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3" name="pl7103"/>
            <p:cNvSpPr/>
            <p:nvPr/>
          </p:nvSpPr>
          <p:spPr>
            <a:xfrm>
              <a:off x="4323160" y="172942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4" name="pl7104"/>
            <p:cNvSpPr/>
            <p:nvPr/>
          </p:nvSpPr>
          <p:spPr>
            <a:xfrm>
              <a:off x="4323160" y="177220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5" name="pl7105"/>
            <p:cNvSpPr/>
            <p:nvPr/>
          </p:nvSpPr>
          <p:spPr>
            <a:xfrm>
              <a:off x="4323160" y="1758811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6" name="pl7106"/>
            <p:cNvSpPr/>
            <p:nvPr/>
          </p:nvSpPr>
          <p:spPr>
            <a:xfrm>
              <a:off x="4323160" y="177096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7" name="pl7107"/>
            <p:cNvSpPr/>
            <p:nvPr/>
          </p:nvSpPr>
          <p:spPr>
            <a:xfrm>
              <a:off x="4373354" y="192784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8" name="pl7108"/>
            <p:cNvSpPr/>
            <p:nvPr/>
          </p:nvSpPr>
          <p:spPr>
            <a:xfrm>
              <a:off x="4388371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09" name="pl7109"/>
            <p:cNvSpPr/>
            <p:nvPr/>
          </p:nvSpPr>
          <p:spPr>
            <a:xfrm>
              <a:off x="4366688" y="192784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0" name="pl7110"/>
            <p:cNvSpPr/>
            <p:nvPr/>
          </p:nvSpPr>
          <p:spPr>
            <a:xfrm>
              <a:off x="4386214" y="192784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1" name="pl7111"/>
            <p:cNvSpPr/>
            <p:nvPr/>
          </p:nvSpPr>
          <p:spPr>
            <a:xfrm>
              <a:off x="4408403" y="192495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2" name="pl7112"/>
            <p:cNvSpPr/>
            <p:nvPr/>
          </p:nvSpPr>
          <p:spPr>
            <a:xfrm>
              <a:off x="4467421" y="211721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3" name="pl7113"/>
            <p:cNvSpPr/>
            <p:nvPr/>
          </p:nvSpPr>
          <p:spPr>
            <a:xfrm>
              <a:off x="4566609" y="174183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4" name="pl7114"/>
            <p:cNvSpPr/>
            <p:nvPr/>
          </p:nvSpPr>
          <p:spPr>
            <a:xfrm>
              <a:off x="3642885" y="1696245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5" name="pl7115"/>
            <p:cNvSpPr/>
            <p:nvPr/>
          </p:nvSpPr>
          <p:spPr>
            <a:xfrm>
              <a:off x="4531410" y="153033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6" name="pl7116"/>
            <p:cNvSpPr/>
            <p:nvPr/>
          </p:nvSpPr>
          <p:spPr>
            <a:xfrm>
              <a:off x="4496741" y="158250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7" name="pl7117"/>
            <p:cNvSpPr/>
            <p:nvPr/>
          </p:nvSpPr>
          <p:spPr>
            <a:xfrm>
              <a:off x="4531410" y="153177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8" name="pl7118"/>
            <p:cNvSpPr/>
            <p:nvPr/>
          </p:nvSpPr>
          <p:spPr>
            <a:xfrm>
              <a:off x="4531410" y="152838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19" name="pl7119"/>
            <p:cNvSpPr/>
            <p:nvPr/>
          </p:nvSpPr>
          <p:spPr>
            <a:xfrm>
              <a:off x="4416089" y="1899341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0" name="pl7120"/>
            <p:cNvSpPr/>
            <p:nvPr/>
          </p:nvSpPr>
          <p:spPr>
            <a:xfrm>
              <a:off x="4421454" y="197271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1" name="pl7121"/>
            <p:cNvSpPr/>
            <p:nvPr/>
          </p:nvSpPr>
          <p:spPr>
            <a:xfrm>
              <a:off x="4421168" y="1947087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2" name="pl7122"/>
            <p:cNvSpPr/>
            <p:nvPr/>
          </p:nvSpPr>
          <p:spPr>
            <a:xfrm>
              <a:off x="4419668" y="197271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3" name="pl7123"/>
            <p:cNvSpPr/>
            <p:nvPr/>
          </p:nvSpPr>
          <p:spPr>
            <a:xfrm>
              <a:off x="5054753" y="1276091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4" name="pl7124"/>
            <p:cNvSpPr/>
            <p:nvPr/>
          </p:nvSpPr>
          <p:spPr>
            <a:xfrm>
              <a:off x="4567314" y="195848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5" name="pl7125"/>
            <p:cNvSpPr/>
            <p:nvPr/>
          </p:nvSpPr>
          <p:spPr>
            <a:xfrm>
              <a:off x="5146505" y="138237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6" name="pl7126"/>
            <p:cNvSpPr/>
            <p:nvPr/>
          </p:nvSpPr>
          <p:spPr>
            <a:xfrm>
              <a:off x="4496035" y="197120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7" name="pl7127"/>
            <p:cNvSpPr/>
            <p:nvPr/>
          </p:nvSpPr>
          <p:spPr>
            <a:xfrm>
              <a:off x="4484027" y="196706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8" name="pl7128"/>
            <p:cNvSpPr/>
            <p:nvPr/>
          </p:nvSpPr>
          <p:spPr>
            <a:xfrm>
              <a:off x="4482676" y="1969100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29" name="pl7129"/>
            <p:cNvSpPr/>
            <p:nvPr/>
          </p:nvSpPr>
          <p:spPr>
            <a:xfrm>
              <a:off x="4782380" y="111163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0" name="pl7130"/>
            <p:cNvSpPr/>
            <p:nvPr/>
          </p:nvSpPr>
          <p:spPr>
            <a:xfrm>
              <a:off x="4315374" y="180304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1" name="pl7131"/>
            <p:cNvSpPr/>
            <p:nvPr/>
          </p:nvSpPr>
          <p:spPr>
            <a:xfrm>
              <a:off x="4315374" y="176188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2" name="pl7132"/>
            <p:cNvSpPr/>
            <p:nvPr/>
          </p:nvSpPr>
          <p:spPr>
            <a:xfrm>
              <a:off x="4315374" y="1759277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3" name="pl7133"/>
            <p:cNvSpPr/>
            <p:nvPr/>
          </p:nvSpPr>
          <p:spPr>
            <a:xfrm>
              <a:off x="4315374" y="176788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4" name="pl7134"/>
            <p:cNvSpPr/>
            <p:nvPr/>
          </p:nvSpPr>
          <p:spPr>
            <a:xfrm>
              <a:off x="4315374" y="172949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5" name="pl7135"/>
            <p:cNvSpPr/>
            <p:nvPr/>
          </p:nvSpPr>
          <p:spPr>
            <a:xfrm>
              <a:off x="4275013" y="178264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6" name="pl7136"/>
            <p:cNvSpPr/>
            <p:nvPr/>
          </p:nvSpPr>
          <p:spPr>
            <a:xfrm>
              <a:off x="4283411" y="179247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7" name="pl7137"/>
            <p:cNvSpPr/>
            <p:nvPr/>
          </p:nvSpPr>
          <p:spPr>
            <a:xfrm>
              <a:off x="4315374" y="1730502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8" name="pl7138"/>
            <p:cNvSpPr/>
            <p:nvPr/>
          </p:nvSpPr>
          <p:spPr>
            <a:xfrm>
              <a:off x="4176473" y="1378064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39" name="pl7139"/>
            <p:cNvSpPr/>
            <p:nvPr/>
          </p:nvSpPr>
          <p:spPr>
            <a:xfrm>
              <a:off x="3965785" y="130267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0" name="pl7140"/>
            <p:cNvSpPr/>
            <p:nvPr/>
          </p:nvSpPr>
          <p:spPr>
            <a:xfrm>
              <a:off x="3976960" y="130912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1" name="pl7141"/>
            <p:cNvSpPr/>
            <p:nvPr/>
          </p:nvSpPr>
          <p:spPr>
            <a:xfrm>
              <a:off x="3996871" y="125884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2" name="pl7142"/>
            <p:cNvSpPr/>
            <p:nvPr/>
          </p:nvSpPr>
          <p:spPr>
            <a:xfrm>
              <a:off x="4010962" y="130912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3" name="pl7143"/>
            <p:cNvSpPr/>
            <p:nvPr/>
          </p:nvSpPr>
          <p:spPr>
            <a:xfrm>
              <a:off x="3995567" y="1307673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4" name="pl7144"/>
            <p:cNvSpPr/>
            <p:nvPr/>
          </p:nvSpPr>
          <p:spPr>
            <a:xfrm>
              <a:off x="4421168" y="1947087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5" name="pl7145"/>
            <p:cNvSpPr/>
            <p:nvPr/>
          </p:nvSpPr>
          <p:spPr>
            <a:xfrm>
              <a:off x="4407363" y="189363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6" name="pl7146"/>
            <p:cNvSpPr/>
            <p:nvPr/>
          </p:nvSpPr>
          <p:spPr>
            <a:xfrm>
              <a:off x="4449889" y="189113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7" name="pl7147"/>
            <p:cNvSpPr/>
            <p:nvPr/>
          </p:nvSpPr>
          <p:spPr>
            <a:xfrm>
              <a:off x="4496741" y="1633004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8" name="pl7148"/>
            <p:cNvSpPr/>
            <p:nvPr/>
          </p:nvSpPr>
          <p:spPr>
            <a:xfrm>
              <a:off x="3719101" y="220271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49" name="pl7149"/>
            <p:cNvSpPr/>
            <p:nvPr/>
          </p:nvSpPr>
          <p:spPr>
            <a:xfrm>
              <a:off x="4566609" y="168454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0" name="pl7150"/>
            <p:cNvSpPr/>
            <p:nvPr/>
          </p:nvSpPr>
          <p:spPr>
            <a:xfrm>
              <a:off x="4074730" y="262179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1" name="pl7151"/>
            <p:cNvSpPr/>
            <p:nvPr/>
          </p:nvSpPr>
          <p:spPr>
            <a:xfrm>
              <a:off x="4400486" y="274339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2" name="pl7152"/>
            <p:cNvSpPr/>
            <p:nvPr/>
          </p:nvSpPr>
          <p:spPr>
            <a:xfrm>
              <a:off x="5187489" y="2256884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3" name="pl7153"/>
            <p:cNvSpPr/>
            <p:nvPr/>
          </p:nvSpPr>
          <p:spPr>
            <a:xfrm>
              <a:off x="4337452" y="199204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4" name="pl7154"/>
            <p:cNvSpPr/>
            <p:nvPr/>
          </p:nvSpPr>
          <p:spPr>
            <a:xfrm>
              <a:off x="4416089" y="190334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5" name="pl7155"/>
            <p:cNvSpPr/>
            <p:nvPr/>
          </p:nvSpPr>
          <p:spPr>
            <a:xfrm>
              <a:off x="4418755" y="1897697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6" name="pl7156"/>
            <p:cNvSpPr/>
            <p:nvPr/>
          </p:nvSpPr>
          <p:spPr>
            <a:xfrm>
              <a:off x="4415464" y="190100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7" name="pl7157"/>
            <p:cNvSpPr/>
            <p:nvPr/>
          </p:nvSpPr>
          <p:spPr>
            <a:xfrm>
              <a:off x="4418226" y="1991529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8" name="pl7158"/>
            <p:cNvSpPr/>
            <p:nvPr/>
          </p:nvSpPr>
          <p:spPr>
            <a:xfrm>
              <a:off x="5003919" y="247882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59" name="pl7159"/>
            <p:cNvSpPr/>
            <p:nvPr/>
          </p:nvSpPr>
          <p:spPr>
            <a:xfrm>
              <a:off x="5019647" y="247728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0" name="pl7160"/>
            <p:cNvSpPr/>
            <p:nvPr/>
          </p:nvSpPr>
          <p:spPr>
            <a:xfrm>
              <a:off x="4469547" y="241864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1" name="pl7161"/>
            <p:cNvSpPr/>
            <p:nvPr/>
          </p:nvSpPr>
          <p:spPr>
            <a:xfrm>
              <a:off x="4469547" y="241864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2" name="pl7162"/>
            <p:cNvSpPr/>
            <p:nvPr/>
          </p:nvSpPr>
          <p:spPr>
            <a:xfrm>
              <a:off x="4484270" y="1964445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3" name="pl7163"/>
            <p:cNvSpPr/>
            <p:nvPr/>
          </p:nvSpPr>
          <p:spPr>
            <a:xfrm>
              <a:off x="4381351" y="189341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4" name="pl7164"/>
            <p:cNvSpPr/>
            <p:nvPr/>
          </p:nvSpPr>
          <p:spPr>
            <a:xfrm>
              <a:off x="4397238" y="190509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5" name="pl7165"/>
            <p:cNvSpPr/>
            <p:nvPr/>
          </p:nvSpPr>
          <p:spPr>
            <a:xfrm>
              <a:off x="4397238" y="1903717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6" name="pl7166"/>
            <p:cNvSpPr/>
            <p:nvPr/>
          </p:nvSpPr>
          <p:spPr>
            <a:xfrm>
              <a:off x="4394770" y="190509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7" name="pl7167"/>
            <p:cNvSpPr/>
            <p:nvPr/>
          </p:nvSpPr>
          <p:spPr>
            <a:xfrm>
              <a:off x="4393407" y="1899409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8" name="pl7168"/>
            <p:cNvSpPr/>
            <p:nvPr/>
          </p:nvSpPr>
          <p:spPr>
            <a:xfrm>
              <a:off x="4393171" y="189580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69" name="pl7169"/>
            <p:cNvSpPr/>
            <p:nvPr/>
          </p:nvSpPr>
          <p:spPr>
            <a:xfrm>
              <a:off x="4012749" y="1203668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0" name="pl7170"/>
            <p:cNvSpPr/>
            <p:nvPr/>
          </p:nvSpPr>
          <p:spPr>
            <a:xfrm>
              <a:off x="4120091" y="1098857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1" name="pl7171"/>
            <p:cNvSpPr/>
            <p:nvPr/>
          </p:nvSpPr>
          <p:spPr>
            <a:xfrm>
              <a:off x="4395124" y="206384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2" name="pl7172"/>
            <p:cNvSpPr/>
            <p:nvPr/>
          </p:nvSpPr>
          <p:spPr>
            <a:xfrm>
              <a:off x="4326921" y="178670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3" name="pl7173"/>
            <p:cNvSpPr/>
            <p:nvPr/>
          </p:nvSpPr>
          <p:spPr>
            <a:xfrm>
              <a:off x="4354044" y="181193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4" name="pl7174"/>
            <p:cNvSpPr/>
            <p:nvPr/>
          </p:nvSpPr>
          <p:spPr>
            <a:xfrm>
              <a:off x="4323160" y="1774715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5" name="pl7175"/>
            <p:cNvSpPr/>
            <p:nvPr/>
          </p:nvSpPr>
          <p:spPr>
            <a:xfrm>
              <a:off x="4354044" y="181193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6" name="pl7176"/>
            <p:cNvSpPr/>
            <p:nvPr/>
          </p:nvSpPr>
          <p:spPr>
            <a:xfrm>
              <a:off x="4354044" y="154284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7" name="pl7177"/>
            <p:cNvSpPr/>
            <p:nvPr/>
          </p:nvSpPr>
          <p:spPr>
            <a:xfrm>
              <a:off x="4469298" y="1884396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8" name="pl7178"/>
            <p:cNvSpPr/>
            <p:nvPr/>
          </p:nvSpPr>
          <p:spPr>
            <a:xfrm>
              <a:off x="4723096" y="265296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79" name="pl7179"/>
            <p:cNvSpPr/>
            <p:nvPr/>
          </p:nvSpPr>
          <p:spPr>
            <a:xfrm>
              <a:off x="4566609" y="1719434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0" name="pl7180"/>
            <p:cNvSpPr/>
            <p:nvPr/>
          </p:nvSpPr>
          <p:spPr>
            <a:xfrm>
              <a:off x="4414623" y="194595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1" name="pl7181"/>
            <p:cNvSpPr/>
            <p:nvPr/>
          </p:nvSpPr>
          <p:spPr>
            <a:xfrm>
              <a:off x="4396903" y="194595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2" name="pl7182"/>
            <p:cNvSpPr/>
            <p:nvPr/>
          </p:nvSpPr>
          <p:spPr>
            <a:xfrm>
              <a:off x="4484027" y="196385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3" name="pl7183"/>
            <p:cNvSpPr/>
            <p:nvPr/>
          </p:nvSpPr>
          <p:spPr>
            <a:xfrm>
              <a:off x="4460432" y="192681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4" name="pl7184"/>
            <p:cNvSpPr/>
            <p:nvPr/>
          </p:nvSpPr>
          <p:spPr>
            <a:xfrm>
              <a:off x="4482676" y="1969100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5" name="pl7185"/>
            <p:cNvSpPr/>
            <p:nvPr/>
          </p:nvSpPr>
          <p:spPr>
            <a:xfrm>
              <a:off x="4449980" y="1969100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6" name="pl7186"/>
            <p:cNvSpPr/>
            <p:nvPr/>
          </p:nvSpPr>
          <p:spPr>
            <a:xfrm>
              <a:off x="4482676" y="196706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7" name="pl7187"/>
            <p:cNvSpPr/>
            <p:nvPr/>
          </p:nvSpPr>
          <p:spPr>
            <a:xfrm>
              <a:off x="4394327" y="174183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8" name="pl7188"/>
            <p:cNvSpPr/>
            <p:nvPr/>
          </p:nvSpPr>
          <p:spPr>
            <a:xfrm>
              <a:off x="4390344" y="171813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89" name="pl7189"/>
            <p:cNvSpPr/>
            <p:nvPr/>
          </p:nvSpPr>
          <p:spPr>
            <a:xfrm>
              <a:off x="4494919" y="167359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0" name="pl7190"/>
            <p:cNvSpPr/>
            <p:nvPr/>
          </p:nvSpPr>
          <p:spPr>
            <a:xfrm>
              <a:off x="4986173" y="157220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1" name="pl7191"/>
            <p:cNvSpPr/>
            <p:nvPr/>
          </p:nvSpPr>
          <p:spPr>
            <a:xfrm>
              <a:off x="4899405" y="158799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2" name="pl7192"/>
            <p:cNvSpPr/>
            <p:nvPr/>
          </p:nvSpPr>
          <p:spPr>
            <a:xfrm>
              <a:off x="4566609" y="174183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3" name="pl7193"/>
            <p:cNvSpPr/>
            <p:nvPr/>
          </p:nvSpPr>
          <p:spPr>
            <a:xfrm>
              <a:off x="4713912" y="178854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4" name="pl7194"/>
            <p:cNvSpPr/>
            <p:nvPr/>
          </p:nvSpPr>
          <p:spPr>
            <a:xfrm>
              <a:off x="4566609" y="174183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5" name="pl7195"/>
            <p:cNvSpPr/>
            <p:nvPr/>
          </p:nvSpPr>
          <p:spPr>
            <a:xfrm>
              <a:off x="4713912" y="1788606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6" name="pl7196"/>
            <p:cNvSpPr/>
            <p:nvPr/>
          </p:nvSpPr>
          <p:spPr>
            <a:xfrm>
              <a:off x="4713912" y="1788606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7" name="pl7197"/>
            <p:cNvSpPr/>
            <p:nvPr/>
          </p:nvSpPr>
          <p:spPr>
            <a:xfrm>
              <a:off x="4254554" y="2014133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8" name="pl7198"/>
            <p:cNvSpPr/>
            <p:nvPr/>
          </p:nvSpPr>
          <p:spPr>
            <a:xfrm>
              <a:off x="4323156" y="177186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99" name="pl7199"/>
            <p:cNvSpPr/>
            <p:nvPr/>
          </p:nvSpPr>
          <p:spPr>
            <a:xfrm>
              <a:off x="4360144" y="1820646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0" name="pl7200"/>
            <p:cNvSpPr/>
            <p:nvPr/>
          </p:nvSpPr>
          <p:spPr>
            <a:xfrm>
              <a:off x="4363386" y="1822955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1" name="pl7201"/>
            <p:cNvSpPr/>
            <p:nvPr/>
          </p:nvSpPr>
          <p:spPr>
            <a:xfrm>
              <a:off x="4363386" y="1819086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2" name="pl7202"/>
            <p:cNvSpPr/>
            <p:nvPr/>
          </p:nvSpPr>
          <p:spPr>
            <a:xfrm>
              <a:off x="4363386" y="182537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3" name="pl7203"/>
            <p:cNvSpPr/>
            <p:nvPr/>
          </p:nvSpPr>
          <p:spPr>
            <a:xfrm>
              <a:off x="4363386" y="182537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4" name="pl7204"/>
            <p:cNvSpPr/>
            <p:nvPr/>
          </p:nvSpPr>
          <p:spPr>
            <a:xfrm>
              <a:off x="4361154" y="1821717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5" name="pl7205"/>
            <p:cNvSpPr/>
            <p:nvPr/>
          </p:nvSpPr>
          <p:spPr>
            <a:xfrm>
              <a:off x="4363386" y="181657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6" name="pl7206"/>
            <p:cNvSpPr/>
            <p:nvPr/>
          </p:nvSpPr>
          <p:spPr>
            <a:xfrm>
              <a:off x="4417509" y="1932664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7" name="pl7207"/>
            <p:cNvSpPr/>
            <p:nvPr/>
          </p:nvSpPr>
          <p:spPr>
            <a:xfrm>
              <a:off x="4407363" y="191636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8" name="pl7208"/>
            <p:cNvSpPr/>
            <p:nvPr/>
          </p:nvSpPr>
          <p:spPr>
            <a:xfrm>
              <a:off x="4343270" y="1829737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09" name="pl7209"/>
            <p:cNvSpPr/>
            <p:nvPr/>
          </p:nvSpPr>
          <p:spPr>
            <a:xfrm>
              <a:off x="4553970" y="104520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0" name="pl7210"/>
            <p:cNvSpPr/>
            <p:nvPr/>
          </p:nvSpPr>
          <p:spPr>
            <a:xfrm>
              <a:off x="3768834" y="220722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1" name="pl7211"/>
            <p:cNvSpPr/>
            <p:nvPr/>
          </p:nvSpPr>
          <p:spPr>
            <a:xfrm>
              <a:off x="4416089" y="189429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2" name="pl7212"/>
            <p:cNvSpPr/>
            <p:nvPr/>
          </p:nvSpPr>
          <p:spPr>
            <a:xfrm>
              <a:off x="4438129" y="189113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3" name="pl7213"/>
            <p:cNvSpPr/>
            <p:nvPr/>
          </p:nvSpPr>
          <p:spPr>
            <a:xfrm>
              <a:off x="4438129" y="188866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4" name="pl7214"/>
            <p:cNvSpPr/>
            <p:nvPr/>
          </p:nvSpPr>
          <p:spPr>
            <a:xfrm>
              <a:off x="4438129" y="188734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5" name="pl7215"/>
            <p:cNvSpPr/>
            <p:nvPr/>
          </p:nvSpPr>
          <p:spPr>
            <a:xfrm>
              <a:off x="4410790" y="1947087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6" name="pl7216"/>
            <p:cNvSpPr/>
            <p:nvPr/>
          </p:nvSpPr>
          <p:spPr>
            <a:xfrm>
              <a:off x="4397673" y="1947283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7" name="pl7217"/>
            <p:cNvSpPr/>
            <p:nvPr/>
          </p:nvSpPr>
          <p:spPr>
            <a:xfrm>
              <a:off x="3900800" y="2494870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8" name="pl7218"/>
            <p:cNvSpPr/>
            <p:nvPr/>
          </p:nvSpPr>
          <p:spPr>
            <a:xfrm>
              <a:off x="4357145" y="221825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19" name="pl7219"/>
            <p:cNvSpPr/>
            <p:nvPr/>
          </p:nvSpPr>
          <p:spPr>
            <a:xfrm>
              <a:off x="4591528" y="173271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0" name="pl7220"/>
            <p:cNvSpPr/>
            <p:nvPr/>
          </p:nvSpPr>
          <p:spPr>
            <a:xfrm>
              <a:off x="4591528" y="1693545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1" name="pl7221"/>
            <p:cNvSpPr/>
            <p:nvPr/>
          </p:nvSpPr>
          <p:spPr>
            <a:xfrm>
              <a:off x="4566609" y="173324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2" name="pl7222"/>
            <p:cNvSpPr/>
            <p:nvPr/>
          </p:nvSpPr>
          <p:spPr>
            <a:xfrm>
              <a:off x="4591528" y="1711442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3" name="pl7223"/>
            <p:cNvSpPr/>
            <p:nvPr/>
          </p:nvSpPr>
          <p:spPr>
            <a:xfrm>
              <a:off x="4591528" y="171756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4" name="pl7224"/>
            <p:cNvSpPr/>
            <p:nvPr/>
          </p:nvSpPr>
          <p:spPr>
            <a:xfrm>
              <a:off x="4591528" y="1724155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5" name="pl7225"/>
            <p:cNvSpPr/>
            <p:nvPr/>
          </p:nvSpPr>
          <p:spPr>
            <a:xfrm>
              <a:off x="4591528" y="171960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6" name="pl7226"/>
            <p:cNvSpPr/>
            <p:nvPr/>
          </p:nvSpPr>
          <p:spPr>
            <a:xfrm>
              <a:off x="4359100" y="1893954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7" name="pl7227"/>
            <p:cNvSpPr/>
            <p:nvPr/>
          </p:nvSpPr>
          <p:spPr>
            <a:xfrm>
              <a:off x="4358563" y="188932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8" name="pl7228"/>
            <p:cNvSpPr/>
            <p:nvPr/>
          </p:nvSpPr>
          <p:spPr>
            <a:xfrm>
              <a:off x="4348872" y="1894254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29" name="pl7229"/>
            <p:cNvSpPr/>
            <p:nvPr/>
          </p:nvSpPr>
          <p:spPr>
            <a:xfrm>
              <a:off x="4566609" y="170066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0" name="pl7230"/>
            <p:cNvSpPr/>
            <p:nvPr/>
          </p:nvSpPr>
          <p:spPr>
            <a:xfrm>
              <a:off x="4628554" y="1654141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1" name="pl7231"/>
            <p:cNvSpPr/>
            <p:nvPr/>
          </p:nvSpPr>
          <p:spPr>
            <a:xfrm>
              <a:off x="4496254" y="162443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2" name="pl7232"/>
            <p:cNvSpPr/>
            <p:nvPr/>
          </p:nvSpPr>
          <p:spPr>
            <a:xfrm>
              <a:off x="4324616" y="1987124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3" name="pl7233"/>
            <p:cNvSpPr/>
            <p:nvPr/>
          </p:nvSpPr>
          <p:spPr>
            <a:xfrm>
              <a:off x="4374877" y="1987124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4" name="pl7234"/>
            <p:cNvSpPr/>
            <p:nvPr/>
          </p:nvSpPr>
          <p:spPr>
            <a:xfrm>
              <a:off x="4723105" y="265943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5" name="pl7235"/>
            <p:cNvSpPr/>
            <p:nvPr/>
          </p:nvSpPr>
          <p:spPr>
            <a:xfrm>
              <a:off x="4369198" y="193515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6" name="pl7236"/>
            <p:cNvSpPr/>
            <p:nvPr/>
          </p:nvSpPr>
          <p:spPr>
            <a:xfrm>
              <a:off x="4362406" y="193515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7" name="pl7237"/>
            <p:cNvSpPr/>
            <p:nvPr/>
          </p:nvSpPr>
          <p:spPr>
            <a:xfrm>
              <a:off x="4556337" y="1650711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8" name="pl7238"/>
            <p:cNvSpPr/>
            <p:nvPr/>
          </p:nvSpPr>
          <p:spPr>
            <a:xfrm>
              <a:off x="4556337" y="1620494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39" name="pl7239"/>
            <p:cNvSpPr/>
            <p:nvPr/>
          </p:nvSpPr>
          <p:spPr>
            <a:xfrm>
              <a:off x="3671412" y="208290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0" name="pl7240"/>
            <p:cNvSpPr/>
            <p:nvPr/>
          </p:nvSpPr>
          <p:spPr>
            <a:xfrm>
              <a:off x="3643429" y="208448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1" name="pl7241"/>
            <p:cNvSpPr/>
            <p:nvPr/>
          </p:nvSpPr>
          <p:spPr>
            <a:xfrm>
              <a:off x="4267153" y="200287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2" name="pl7242"/>
            <p:cNvSpPr/>
            <p:nvPr/>
          </p:nvSpPr>
          <p:spPr>
            <a:xfrm>
              <a:off x="4230218" y="2014133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3" name="pl7243"/>
            <p:cNvSpPr/>
            <p:nvPr/>
          </p:nvSpPr>
          <p:spPr>
            <a:xfrm>
              <a:off x="4421168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4" name="pl7244"/>
            <p:cNvSpPr/>
            <p:nvPr/>
          </p:nvSpPr>
          <p:spPr>
            <a:xfrm>
              <a:off x="4424099" y="194351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5" name="pl7245"/>
            <p:cNvSpPr/>
            <p:nvPr/>
          </p:nvSpPr>
          <p:spPr>
            <a:xfrm>
              <a:off x="4362397" y="174183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6" name="pl7246"/>
            <p:cNvSpPr/>
            <p:nvPr/>
          </p:nvSpPr>
          <p:spPr>
            <a:xfrm>
              <a:off x="4313692" y="170422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7" name="pl7247"/>
            <p:cNvSpPr/>
            <p:nvPr/>
          </p:nvSpPr>
          <p:spPr>
            <a:xfrm>
              <a:off x="4416089" y="190189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8" name="pl7248"/>
            <p:cNvSpPr/>
            <p:nvPr/>
          </p:nvSpPr>
          <p:spPr>
            <a:xfrm>
              <a:off x="4638844" y="188354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49" name="pl7249"/>
            <p:cNvSpPr/>
            <p:nvPr/>
          </p:nvSpPr>
          <p:spPr>
            <a:xfrm>
              <a:off x="4566609" y="174183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0" name="pl7250"/>
            <p:cNvSpPr/>
            <p:nvPr/>
          </p:nvSpPr>
          <p:spPr>
            <a:xfrm>
              <a:off x="4638844" y="1852812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1" name="pl7251"/>
            <p:cNvSpPr/>
            <p:nvPr/>
          </p:nvSpPr>
          <p:spPr>
            <a:xfrm>
              <a:off x="4638844" y="188354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2" name="pl7252"/>
            <p:cNvSpPr/>
            <p:nvPr/>
          </p:nvSpPr>
          <p:spPr>
            <a:xfrm>
              <a:off x="4428844" y="2035509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3" name="pl7253"/>
            <p:cNvSpPr/>
            <p:nvPr/>
          </p:nvSpPr>
          <p:spPr>
            <a:xfrm>
              <a:off x="4428844" y="2035509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4" name="pl7254"/>
            <p:cNvSpPr/>
            <p:nvPr/>
          </p:nvSpPr>
          <p:spPr>
            <a:xfrm>
              <a:off x="4378285" y="195346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5" name="pl7255"/>
            <p:cNvSpPr/>
            <p:nvPr/>
          </p:nvSpPr>
          <p:spPr>
            <a:xfrm>
              <a:off x="4286807" y="1942318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6" name="pl7256"/>
            <p:cNvSpPr/>
            <p:nvPr/>
          </p:nvSpPr>
          <p:spPr>
            <a:xfrm>
              <a:off x="4566609" y="1634759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7" name="pl7257"/>
            <p:cNvSpPr/>
            <p:nvPr/>
          </p:nvSpPr>
          <p:spPr>
            <a:xfrm>
              <a:off x="4223074" y="191763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8" name="pl7258"/>
            <p:cNvSpPr/>
            <p:nvPr/>
          </p:nvSpPr>
          <p:spPr>
            <a:xfrm>
              <a:off x="4537679" y="1471919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59" name="pl7259"/>
            <p:cNvSpPr/>
            <p:nvPr/>
          </p:nvSpPr>
          <p:spPr>
            <a:xfrm>
              <a:off x="4557392" y="141480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0" name="pl7260"/>
            <p:cNvSpPr/>
            <p:nvPr/>
          </p:nvSpPr>
          <p:spPr>
            <a:xfrm>
              <a:off x="4556915" y="145481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1" name="pl7261"/>
            <p:cNvSpPr/>
            <p:nvPr/>
          </p:nvSpPr>
          <p:spPr>
            <a:xfrm>
              <a:off x="4546247" y="1471919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2" name="pl7262"/>
            <p:cNvSpPr/>
            <p:nvPr/>
          </p:nvSpPr>
          <p:spPr>
            <a:xfrm>
              <a:off x="4324616" y="1992866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3" name="pl7263"/>
            <p:cNvSpPr/>
            <p:nvPr/>
          </p:nvSpPr>
          <p:spPr>
            <a:xfrm>
              <a:off x="4295731" y="1992866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4" name="pl7264"/>
            <p:cNvSpPr/>
            <p:nvPr/>
          </p:nvSpPr>
          <p:spPr>
            <a:xfrm>
              <a:off x="4300327" y="1992866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5" name="pl7265"/>
            <p:cNvSpPr/>
            <p:nvPr/>
          </p:nvSpPr>
          <p:spPr>
            <a:xfrm>
              <a:off x="4392002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6" name="pl7266"/>
            <p:cNvSpPr/>
            <p:nvPr/>
          </p:nvSpPr>
          <p:spPr>
            <a:xfrm>
              <a:off x="4370822" y="167988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7" name="pl7267"/>
            <p:cNvSpPr/>
            <p:nvPr/>
          </p:nvSpPr>
          <p:spPr>
            <a:xfrm>
              <a:off x="4725450" y="178854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8" name="pl7268"/>
            <p:cNvSpPr/>
            <p:nvPr/>
          </p:nvSpPr>
          <p:spPr>
            <a:xfrm>
              <a:off x="4756806" y="180329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69" name="pl7269"/>
            <p:cNvSpPr/>
            <p:nvPr/>
          </p:nvSpPr>
          <p:spPr>
            <a:xfrm>
              <a:off x="4432603" y="195423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0" name="pl7270"/>
            <p:cNvSpPr/>
            <p:nvPr/>
          </p:nvSpPr>
          <p:spPr>
            <a:xfrm>
              <a:off x="4404402" y="1899263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1" name="pl7271"/>
            <p:cNvSpPr/>
            <p:nvPr/>
          </p:nvSpPr>
          <p:spPr>
            <a:xfrm>
              <a:off x="4477196" y="213915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2" name="pl7272"/>
            <p:cNvSpPr/>
            <p:nvPr/>
          </p:nvSpPr>
          <p:spPr>
            <a:xfrm>
              <a:off x="4494720" y="2196351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3" name="pl7273"/>
            <p:cNvSpPr/>
            <p:nvPr/>
          </p:nvSpPr>
          <p:spPr>
            <a:xfrm>
              <a:off x="4494720" y="2196351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4" name="pl7274"/>
            <p:cNvSpPr/>
            <p:nvPr/>
          </p:nvSpPr>
          <p:spPr>
            <a:xfrm>
              <a:off x="4363386" y="182211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5" name="pl7275"/>
            <p:cNvSpPr/>
            <p:nvPr/>
          </p:nvSpPr>
          <p:spPr>
            <a:xfrm>
              <a:off x="4421168" y="1947087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6" name="pl7276"/>
            <p:cNvSpPr/>
            <p:nvPr/>
          </p:nvSpPr>
          <p:spPr>
            <a:xfrm>
              <a:off x="4413449" y="194381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7" name="pl7277"/>
            <p:cNvSpPr/>
            <p:nvPr/>
          </p:nvSpPr>
          <p:spPr>
            <a:xfrm>
              <a:off x="4395289" y="194381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8" name="pl7278"/>
            <p:cNvSpPr/>
            <p:nvPr/>
          </p:nvSpPr>
          <p:spPr>
            <a:xfrm>
              <a:off x="4413449" y="194381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79" name="pl7279"/>
            <p:cNvSpPr/>
            <p:nvPr/>
          </p:nvSpPr>
          <p:spPr>
            <a:xfrm>
              <a:off x="4746133" y="1536532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0" name="pl7280"/>
            <p:cNvSpPr/>
            <p:nvPr/>
          </p:nvSpPr>
          <p:spPr>
            <a:xfrm>
              <a:off x="4694158" y="159062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1" name="pl7281"/>
            <p:cNvSpPr/>
            <p:nvPr/>
          </p:nvSpPr>
          <p:spPr>
            <a:xfrm>
              <a:off x="4746133" y="154719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2" name="pl7282"/>
            <p:cNvSpPr/>
            <p:nvPr/>
          </p:nvSpPr>
          <p:spPr>
            <a:xfrm>
              <a:off x="4311376" y="117740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3" name="pl7283"/>
            <p:cNvSpPr/>
            <p:nvPr/>
          </p:nvSpPr>
          <p:spPr>
            <a:xfrm>
              <a:off x="4315945" y="117807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4" name="pl7284"/>
            <p:cNvSpPr/>
            <p:nvPr/>
          </p:nvSpPr>
          <p:spPr>
            <a:xfrm>
              <a:off x="4747011" y="189300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5" name="pl7285"/>
            <p:cNvSpPr/>
            <p:nvPr/>
          </p:nvSpPr>
          <p:spPr>
            <a:xfrm>
              <a:off x="4306719" y="180304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6" name="pl7286"/>
            <p:cNvSpPr/>
            <p:nvPr/>
          </p:nvSpPr>
          <p:spPr>
            <a:xfrm>
              <a:off x="4302564" y="1809666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7" name="pl7287"/>
            <p:cNvSpPr/>
            <p:nvPr/>
          </p:nvSpPr>
          <p:spPr>
            <a:xfrm>
              <a:off x="4299191" y="181073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8" name="pl7288"/>
            <p:cNvSpPr/>
            <p:nvPr/>
          </p:nvSpPr>
          <p:spPr>
            <a:xfrm>
              <a:off x="4982407" y="229808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89" name="pl7289"/>
            <p:cNvSpPr/>
            <p:nvPr/>
          </p:nvSpPr>
          <p:spPr>
            <a:xfrm>
              <a:off x="4985664" y="2304852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0" name="pl7290"/>
            <p:cNvSpPr/>
            <p:nvPr/>
          </p:nvSpPr>
          <p:spPr>
            <a:xfrm>
              <a:off x="4985664" y="230350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1" name="pl7291"/>
            <p:cNvSpPr/>
            <p:nvPr/>
          </p:nvSpPr>
          <p:spPr>
            <a:xfrm>
              <a:off x="4463378" y="1491888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2" name="pl7292"/>
            <p:cNvSpPr/>
            <p:nvPr/>
          </p:nvSpPr>
          <p:spPr>
            <a:xfrm>
              <a:off x="4469885" y="1513048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3" name="pl7293"/>
            <p:cNvSpPr/>
            <p:nvPr/>
          </p:nvSpPr>
          <p:spPr>
            <a:xfrm>
              <a:off x="4460951" y="147339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4" name="pl7294"/>
            <p:cNvSpPr/>
            <p:nvPr/>
          </p:nvSpPr>
          <p:spPr>
            <a:xfrm>
              <a:off x="3662615" y="1582301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5" name="pl7295"/>
            <p:cNvSpPr/>
            <p:nvPr/>
          </p:nvSpPr>
          <p:spPr>
            <a:xfrm>
              <a:off x="4724862" y="1756286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6" name="pl7296"/>
            <p:cNvSpPr/>
            <p:nvPr/>
          </p:nvSpPr>
          <p:spPr>
            <a:xfrm>
              <a:off x="4496531" y="1663474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7" name="pl7297"/>
            <p:cNvSpPr/>
            <p:nvPr/>
          </p:nvSpPr>
          <p:spPr>
            <a:xfrm>
              <a:off x="4642338" y="1538717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8" name="pl7298"/>
            <p:cNvSpPr/>
            <p:nvPr/>
          </p:nvSpPr>
          <p:spPr>
            <a:xfrm>
              <a:off x="4642338" y="153243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99" name="pl7299"/>
            <p:cNvSpPr/>
            <p:nvPr/>
          </p:nvSpPr>
          <p:spPr>
            <a:xfrm>
              <a:off x="4642338" y="153601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0" name="pl7300"/>
            <p:cNvSpPr/>
            <p:nvPr/>
          </p:nvSpPr>
          <p:spPr>
            <a:xfrm>
              <a:off x="4642338" y="153044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1" name="pl7301"/>
            <p:cNvSpPr/>
            <p:nvPr/>
          </p:nvSpPr>
          <p:spPr>
            <a:xfrm>
              <a:off x="4642338" y="152542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2" name="pl7302"/>
            <p:cNvSpPr/>
            <p:nvPr/>
          </p:nvSpPr>
          <p:spPr>
            <a:xfrm>
              <a:off x="4609863" y="194758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3" name="pl7303"/>
            <p:cNvSpPr/>
            <p:nvPr/>
          </p:nvSpPr>
          <p:spPr>
            <a:xfrm>
              <a:off x="3830181" y="1249792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4" name="pl7304"/>
            <p:cNvSpPr/>
            <p:nvPr/>
          </p:nvSpPr>
          <p:spPr>
            <a:xfrm>
              <a:off x="3837437" y="1251917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5" name="pl7305"/>
            <p:cNvSpPr/>
            <p:nvPr/>
          </p:nvSpPr>
          <p:spPr>
            <a:xfrm>
              <a:off x="4566609" y="174183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6" name="pl7306"/>
            <p:cNvSpPr/>
            <p:nvPr/>
          </p:nvSpPr>
          <p:spPr>
            <a:xfrm>
              <a:off x="4705546" y="1814763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7" name="pl7307"/>
            <p:cNvSpPr/>
            <p:nvPr/>
          </p:nvSpPr>
          <p:spPr>
            <a:xfrm>
              <a:off x="4756806" y="181357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8" name="pl7308"/>
            <p:cNvSpPr/>
            <p:nvPr/>
          </p:nvSpPr>
          <p:spPr>
            <a:xfrm>
              <a:off x="4421168" y="1947087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09" name="pl7309"/>
            <p:cNvSpPr/>
            <p:nvPr/>
          </p:nvSpPr>
          <p:spPr>
            <a:xfrm>
              <a:off x="4388369" y="1915758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0" name="pl7310"/>
            <p:cNvSpPr/>
            <p:nvPr/>
          </p:nvSpPr>
          <p:spPr>
            <a:xfrm>
              <a:off x="4375776" y="1907324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1" name="pl7311"/>
            <p:cNvSpPr/>
            <p:nvPr/>
          </p:nvSpPr>
          <p:spPr>
            <a:xfrm>
              <a:off x="3668162" y="214254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2" name="pl7312"/>
            <p:cNvSpPr/>
            <p:nvPr/>
          </p:nvSpPr>
          <p:spPr>
            <a:xfrm>
              <a:off x="4258768" y="262389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3" name="pl7313"/>
            <p:cNvSpPr/>
            <p:nvPr/>
          </p:nvSpPr>
          <p:spPr>
            <a:xfrm>
              <a:off x="4265083" y="262454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4" name="pl7314"/>
            <p:cNvSpPr/>
            <p:nvPr/>
          </p:nvSpPr>
          <p:spPr>
            <a:xfrm>
              <a:off x="4341961" y="104348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5" name="pl7315"/>
            <p:cNvSpPr/>
            <p:nvPr/>
          </p:nvSpPr>
          <p:spPr>
            <a:xfrm>
              <a:off x="4345161" y="191829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6" name="pl7316"/>
            <p:cNvSpPr/>
            <p:nvPr/>
          </p:nvSpPr>
          <p:spPr>
            <a:xfrm>
              <a:off x="4469298" y="187801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7" name="pl7317"/>
            <p:cNvSpPr/>
            <p:nvPr/>
          </p:nvSpPr>
          <p:spPr>
            <a:xfrm>
              <a:off x="4527945" y="1875180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8" name="pl7318"/>
            <p:cNvSpPr/>
            <p:nvPr/>
          </p:nvSpPr>
          <p:spPr>
            <a:xfrm>
              <a:off x="4527945" y="186913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19" name="pl7319"/>
            <p:cNvSpPr/>
            <p:nvPr/>
          </p:nvSpPr>
          <p:spPr>
            <a:xfrm>
              <a:off x="4527945" y="186302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0" name="pl7320"/>
            <p:cNvSpPr/>
            <p:nvPr/>
          </p:nvSpPr>
          <p:spPr>
            <a:xfrm>
              <a:off x="4527945" y="1871005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1" name="pl7321"/>
            <p:cNvSpPr/>
            <p:nvPr/>
          </p:nvSpPr>
          <p:spPr>
            <a:xfrm>
              <a:off x="4527945" y="187801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2" name="pl7322"/>
            <p:cNvSpPr/>
            <p:nvPr/>
          </p:nvSpPr>
          <p:spPr>
            <a:xfrm>
              <a:off x="4527945" y="186957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3" name="pl7323"/>
            <p:cNvSpPr/>
            <p:nvPr/>
          </p:nvSpPr>
          <p:spPr>
            <a:xfrm>
              <a:off x="4496741" y="1671414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4" name="pl7324"/>
            <p:cNvSpPr/>
            <p:nvPr/>
          </p:nvSpPr>
          <p:spPr>
            <a:xfrm>
              <a:off x="4453432" y="199572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5" name="pl7325"/>
            <p:cNvSpPr/>
            <p:nvPr/>
          </p:nvSpPr>
          <p:spPr>
            <a:xfrm>
              <a:off x="4453432" y="199572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6" name="pl7326"/>
            <p:cNvSpPr/>
            <p:nvPr/>
          </p:nvSpPr>
          <p:spPr>
            <a:xfrm>
              <a:off x="4321122" y="184687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7" name="pl7327"/>
            <p:cNvSpPr/>
            <p:nvPr/>
          </p:nvSpPr>
          <p:spPr>
            <a:xfrm>
              <a:off x="4315374" y="180304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8" name="pl7328"/>
            <p:cNvSpPr/>
            <p:nvPr/>
          </p:nvSpPr>
          <p:spPr>
            <a:xfrm>
              <a:off x="4371373" y="192784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29" name="pl7329"/>
            <p:cNvSpPr/>
            <p:nvPr/>
          </p:nvSpPr>
          <p:spPr>
            <a:xfrm>
              <a:off x="4419860" y="194204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0" name="pl7330"/>
            <p:cNvSpPr/>
            <p:nvPr/>
          </p:nvSpPr>
          <p:spPr>
            <a:xfrm>
              <a:off x="4372521" y="221825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1" name="pl7331"/>
            <p:cNvSpPr/>
            <p:nvPr/>
          </p:nvSpPr>
          <p:spPr>
            <a:xfrm>
              <a:off x="4371652" y="221825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2" name="pl7332"/>
            <p:cNvSpPr/>
            <p:nvPr/>
          </p:nvSpPr>
          <p:spPr>
            <a:xfrm>
              <a:off x="3915330" y="118745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3" name="pl7333"/>
            <p:cNvSpPr/>
            <p:nvPr/>
          </p:nvSpPr>
          <p:spPr>
            <a:xfrm>
              <a:off x="4421168" y="1947087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4" name="pl7334"/>
            <p:cNvSpPr/>
            <p:nvPr/>
          </p:nvSpPr>
          <p:spPr>
            <a:xfrm>
              <a:off x="4426814" y="196160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5" name="pl7335"/>
            <p:cNvSpPr/>
            <p:nvPr/>
          </p:nvSpPr>
          <p:spPr>
            <a:xfrm>
              <a:off x="4428581" y="195559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6" name="pl7336"/>
            <p:cNvSpPr/>
            <p:nvPr/>
          </p:nvSpPr>
          <p:spPr>
            <a:xfrm>
              <a:off x="4496741" y="162398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7" name="pl7337"/>
            <p:cNvSpPr/>
            <p:nvPr/>
          </p:nvSpPr>
          <p:spPr>
            <a:xfrm>
              <a:off x="4653476" y="106943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8" name="pl7338"/>
            <p:cNvSpPr/>
            <p:nvPr/>
          </p:nvSpPr>
          <p:spPr>
            <a:xfrm>
              <a:off x="3673842" y="214254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39" name="pl7339"/>
            <p:cNvSpPr/>
            <p:nvPr/>
          </p:nvSpPr>
          <p:spPr>
            <a:xfrm>
              <a:off x="3695865" y="2172362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0" name="pl7340"/>
            <p:cNvSpPr/>
            <p:nvPr/>
          </p:nvSpPr>
          <p:spPr>
            <a:xfrm>
              <a:off x="3690014" y="2172362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1" name="pl7341"/>
            <p:cNvSpPr/>
            <p:nvPr/>
          </p:nvSpPr>
          <p:spPr>
            <a:xfrm>
              <a:off x="4756806" y="1802153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2" name="pl7342"/>
            <p:cNvSpPr/>
            <p:nvPr/>
          </p:nvSpPr>
          <p:spPr>
            <a:xfrm>
              <a:off x="4431159" y="1681687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3" name="pl7343"/>
            <p:cNvSpPr/>
            <p:nvPr/>
          </p:nvSpPr>
          <p:spPr>
            <a:xfrm>
              <a:off x="4431159" y="1730502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4" name="pl7344"/>
            <p:cNvSpPr/>
            <p:nvPr/>
          </p:nvSpPr>
          <p:spPr>
            <a:xfrm>
              <a:off x="5290394" y="183479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5" name="pl7345"/>
            <p:cNvSpPr/>
            <p:nvPr/>
          </p:nvSpPr>
          <p:spPr>
            <a:xfrm>
              <a:off x="5289239" y="1853691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6" name="pl7346"/>
            <p:cNvSpPr/>
            <p:nvPr/>
          </p:nvSpPr>
          <p:spPr>
            <a:xfrm>
              <a:off x="4422108" y="1963549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7" name="pl7347"/>
            <p:cNvSpPr/>
            <p:nvPr/>
          </p:nvSpPr>
          <p:spPr>
            <a:xfrm>
              <a:off x="4422108" y="1963549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8" name="pl7348"/>
            <p:cNvSpPr/>
            <p:nvPr/>
          </p:nvSpPr>
          <p:spPr>
            <a:xfrm>
              <a:off x="4419855" y="1935550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49" name="pl7349"/>
            <p:cNvSpPr/>
            <p:nvPr/>
          </p:nvSpPr>
          <p:spPr>
            <a:xfrm>
              <a:off x="4407140" y="1938856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0" name="pl7350"/>
            <p:cNvSpPr/>
            <p:nvPr/>
          </p:nvSpPr>
          <p:spPr>
            <a:xfrm>
              <a:off x="4387101" y="193987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1" name="pl7351"/>
            <p:cNvSpPr/>
            <p:nvPr/>
          </p:nvSpPr>
          <p:spPr>
            <a:xfrm>
              <a:off x="4401343" y="1963549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2" name="pl7352"/>
            <p:cNvSpPr/>
            <p:nvPr/>
          </p:nvSpPr>
          <p:spPr>
            <a:xfrm>
              <a:off x="4422108" y="1963549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3" name="pl7353"/>
            <p:cNvSpPr/>
            <p:nvPr/>
          </p:nvSpPr>
          <p:spPr>
            <a:xfrm>
              <a:off x="4422108" y="1914221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4" name="pl7354"/>
            <p:cNvSpPr/>
            <p:nvPr/>
          </p:nvSpPr>
          <p:spPr>
            <a:xfrm>
              <a:off x="4415238" y="1963549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5" name="pl7355"/>
            <p:cNvSpPr/>
            <p:nvPr/>
          </p:nvSpPr>
          <p:spPr>
            <a:xfrm>
              <a:off x="4415908" y="1963549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6" name="pl7356"/>
            <p:cNvSpPr/>
            <p:nvPr/>
          </p:nvSpPr>
          <p:spPr>
            <a:xfrm>
              <a:off x="4422108" y="1953434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7" name="pl7357"/>
            <p:cNvSpPr/>
            <p:nvPr/>
          </p:nvSpPr>
          <p:spPr>
            <a:xfrm>
              <a:off x="4402258" y="191716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8" name="pl7358"/>
            <p:cNvSpPr/>
            <p:nvPr/>
          </p:nvSpPr>
          <p:spPr>
            <a:xfrm>
              <a:off x="4421454" y="1963549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59" name="pl7359"/>
            <p:cNvSpPr/>
            <p:nvPr/>
          </p:nvSpPr>
          <p:spPr>
            <a:xfrm>
              <a:off x="4376890" y="1963549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0" name="pl7360"/>
            <p:cNvSpPr/>
            <p:nvPr/>
          </p:nvSpPr>
          <p:spPr>
            <a:xfrm>
              <a:off x="4422108" y="1963549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1" name="pl7361"/>
            <p:cNvSpPr/>
            <p:nvPr/>
          </p:nvSpPr>
          <p:spPr>
            <a:xfrm>
              <a:off x="4418226" y="1963549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2" name="pl7362"/>
            <p:cNvSpPr/>
            <p:nvPr/>
          </p:nvSpPr>
          <p:spPr>
            <a:xfrm>
              <a:off x="4422108" y="1963549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3" name="pl7363"/>
            <p:cNvSpPr/>
            <p:nvPr/>
          </p:nvSpPr>
          <p:spPr>
            <a:xfrm>
              <a:off x="4422108" y="1963549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4" name="pl7364"/>
            <p:cNvSpPr/>
            <p:nvPr/>
          </p:nvSpPr>
          <p:spPr>
            <a:xfrm>
              <a:off x="4422108" y="1963549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5" name="pl7365"/>
            <p:cNvSpPr/>
            <p:nvPr/>
          </p:nvSpPr>
          <p:spPr>
            <a:xfrm>
              <a:off x="4354632" y="183413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6" name="pl7366"/>
            <p:cNvSpPr/>
            <p:nvPr/>
          </p:nvSpPr>
          <p:spPr>
            <a:xfrm>
              <a:off x="4410790" y="1947283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7" name="pl7367"/>
            <p:cNvSpPr/>
            <p:nvPr/>
          </p:nvSpPr>
          <p:spPr>
            <a:xfrm>
              <a:off x="4410941" y="1963549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8" name="pl7368"/>
            <p:cNvSpPr/>
            <p:nvPr/>
          </p:nvSpPr>
          <p:spPr>
            <a:xfrm>
              <a:off x="4422108" y="1963549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69" name="pl7369"/>
            <p:cNvSpPr/>
            <p:nvPr/>
          </p:nvSpPr>
          <p:spPr>
            <a:xfrm>
              <a:off x="4388187" y="1963549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0" name="pl7370"/>
            <p:cNvSpPr/>
            <p:nvPr/>
          </p:nvSpPr>
          <p:spPr>
            <a:xfrm>
              <a:off x="4422108" y="1963549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1" name="pl7371"/>
            <p:cNvSpPr/>
            <p:nvPr/>
          </p:nvSpPr>
          <p:spPr>
            <a:xfrm>
              <a:off x="4421524" y="1954779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2" name="pl7372"/>
            <p:cNvSpPr/>
            <p:nvPr/>
          </p:nvSpPr>
          <p:spPr>
            <a:xfrm>
              <a:off x="4404691" y="191545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3" name="pl7373"/>
            <p:cNvSpPr/>
            <p:nvPr/>
          </p:nvSpPr>
          <p:spPr>
            <a:xfrm>
              <a:off x="4421736" y="195899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4" name="pl7374"/>
            <p:cNvSpPr/>
            <p:nvPr/>
          </p:nvSpPr>
          <p:spPr>
            <a:xfrm>
              <a:off x="4385142" y="1963549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5" name="pl7375"/>
            <p:cNvSpPr/>
            <p:nvPr/>
          </p:nvSpPr>
          <p:spPr>
            <a:xfrm>
              <a:off x="4422108" y="1963549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6" name="pl7376"/>
            <p:cNvSpPr/>
            <p:nvPr/>
          </p:nvSpPr>
          <p:spPr>
            <a:xfrm>
              <a:off x="4422108" y="1963549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7" name="pl7377"/>
            <p:cNvSpPr/>
            <p:nvPr/>
          </p:nvSpPr>
          <p:spPr>
            <a:xfrm>
              <a:off x="4421296" y="195280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8" name="pl7378"/>
            <p:cNvSpPr/>
            <p:nvPr/>
          </p:nvSpPr>
          <p:spPr>
            <a:xfrm>
              <a:off x="4408318" y="1963549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79" name="pl7379"/>
            <p:cNvSpPr/>
            <p:nvPr/>
          </p:nvSpPr>
          <p:spPr>
            <a:xfrm>
              <a:off x="4422108" y="1963549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0" name="pl7380"/>
            <p:cNvSpPr/>
            <p:nvPr/>
          </p:nvSpPr>
          <p:spPr>
            <a:xfrm>
              <a:off x="4413072" y="1913242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1" name="pl7381"/>
            <p:cNvSpPr/>
            <p:nvPr/>
          </p:nvSpPr>
          <p:spPr>
            <a:xfrm>
              <a:off x="4563008" y="1950401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2" name="pl7382"/>
            <p:cNvSpPr/>
            <p:nvPr/>
          </p:nvSpPr>
          <p:spPr>
            <a:xfrm>
              <a:off x="4484270" y="195631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3" name="pl7383"/>
            <p:cNvSpPr/>
            <p:nvPr/>
          </p:nvSpPr>
          <p:spPr>
            <a:xfrm>
              <a:off x="4324616" y="200287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4" name="pl7384"/>
            <p:cNvSpPr/>
            <p:nvPr/>
          </p:nvSpPr>
          <p:spPr>
            <a:xfrm>
              <a:off x="4399891" y="198072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5" name="pl7385"/>
            <p:cNvSpPr/>
            <p:nvPr/>
          </p:nvSpPr>
          <p:spPr>
            <a:xfrm>
              <a:off x="4399891" y="1991529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6" name="pl7386"/>
            <p:cNvSpPr/>
            <p:nvPr/>
          </p:nvSpPr>
          <p:spPr>
            <a:xfrm>
              <a:off x="4377883" y="198554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7" name="pl7387"/>
            <p:cNvSpPr/>
            <p:nvPr/>
          </p:nvSpPr>
          <p:spPr>
            <a:xfrm>
              <a:off x="4399891" y="197468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8" name="pl7388"/>
            <p:cNvSpPr/>
            <p:nvPr/>
          </p:nvSpPr>
          <p:spPr>
            <a:xfrm>
              <a:off x="4388187" y="1987124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89" name="pl7389"/>
            <p:cNvSpPr/>
            <p:nvPr/>
          </p:nvSpPr>
          <p:spPr>
            <a:xfrm>
              <a:off x="4392153" y="206384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0" name="pl7390"/>
            <p:cNvSpPr/>
            <p:nvPr/>
          </p:nvSpPr>
          <p:spPr>
            <a:xfrm>
              <a:off x="4421168" y="1947087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1" name="pl7391"/>
            <p:cNvSpPr/>
            <p:nvPr/>
          </p:nvSpPr>
          <p:spPr>
            <a:xfrm>
              <a:off x="4432436" y="195948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2" name="pl7392"/>
            <p:cNvSpPr/>
            <p:nvPr/>
          </p:nvSpPr>
          <p:spPr>
            <a:xfrm>
              <a:off x="4566609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3" name="pl7393"/>
            <p:cNvSpPr/>
            <p:nvPr/>
          </p:nvSpPr>
          <p:spPr>
            <a:xfrm>
              <a:off x="4732623" y="165536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4" name="pl7394"/>
            <p:cNvSpPr/>
            <p:nvPr/>
          </p:nvSpPr>
          <p:spPr>
            <a:xfrm>
              <a:off x="4732623" y="1607747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5" name="pl7395"/>
            <p:cNvSpPr/>
            <p:nvPr/>
          </p:nvSpPr>
          <p:spPr>
            <a:xfrm>
              <a:off x="4732623" y="1626732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6" name="pl7396"/>
            <p:cNvSpPr/>
            <p:nvPr/>
          </p:nvSpPr>
          <p:spPr>
            <a:xfrm>
              <a:off x="4732623" y="1656835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7" name="pl7397"/>
            <p:cNvSpPr/>
            <p:nvPr/>
          </p:nvSpPr>
          <p:spPr>
            <a:xfrm>
              <a:off x="4628554" y="167163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8" name="pl7398"/>
            <p:cNvSpPr/>
            <p:nvPr/>
          </p:nvSpPr>
          <p:spPr>
            <a:xfrm>
              <a:off x="4732623" y="164545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99" name="pl7399"/>
            <p:cNvSpPr/>
            <p:nvPr/>
          </p:nvSpPr>
          <p:spPr>
            <a:xfrm>
              <a:off x="4732623" y="164253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0" name="pl7400"/>
            <p:cNvSpPr/>
            <p:nvPr/>
          </p:nvSpPr>
          <p:spPr>
            <a:xfrm>
              <a:off x="4732623" y="166570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1" name="pl7401"/>
            <p:cNvSpPr/>
            <p:nvPr/>
          </p:nvSpPr>
          <p:spPr>
            <a:xfrm>
              <a:off x="4732623" y="161540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2" name="pl7402"/>
            <p:cNvSpPr/>
            <p:nvPr/>
          </p:nvSpPr>
          <p:spPr>
            <a:xfrm>
              <a:off x="4469298" y="1886543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3" name="pl7403"/>
            <p:cNvSpPr/>
            <p:nvPr/>
          </p:nvSpPr>
          <p:spPr>
            <a:xfrm>
              <a:off x="4393087" y="191958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4" name="pl7404"/>
            <p:cNvSpPr/>
            <p:nvPr/>
          </p:nvSpPr>
          <p:spPr>
            <a:xfrm>
              <a:off x="4421168" y="1947087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5" name="pl7405"/>
            <p:cNvSpPr/>
            <p:nvPr/>
          </p:nvSpPr>
          <p:spPr>
            <a:xfrm>
              <a:off x="4046596" y="1323828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6" name="pl7406"/>
            <p:cNvSpPr/>
            <p:nvPr/>
          </p:nvSpPr>
          <p:spPr>
            <a:xfrm>
              <a:off x="4037749" y="1299405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7" name="pl7407"/>
            <p:cNvSpPr/>
            <p:nvPr/>
          </p:nvSpPr>
          <p:spPr>
            <a:xfrm>
              <a:off x="5130289" y="233386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8" name="pl7408"/>
            <p:cNvSpPr/>
            <p:nvPr/>
          </p:nvSpPr>
          <p:spPr>
            <a:xfrm>
              <a:off x="5114760" y="236227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09" name="pl7409"/>
            <p:cNvSpPr/>
            <p:nvPr/>
          </p:nvSpPr>
          <p:spPr>
            <a:xfrm>
              <a:off x="3792255" y="2401278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0" name="pl7410"/>
            <p:cNvSpPr/>
            <p:nvPr/>
          </p:nvSpPr>
          <p:spPr>
            <a:xfrm>
              <a:off x="3796977" y="236896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1" name="pl7411"/>
            <p:cNvSpPr/>
            <p:nvPr/>
          </p:nvSpPr>
          <p:spPr>
            <a:xfrm>
              <a:off x="3811810" y="2401278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2" name="pl7412"/>
            <p:cNvSpPr/>
            <p:nvPr/>
          </p:nvSpPr>
          <p:spPr>
            <a:xfrm>
              <a:off x="4441413" y="1033462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3" name="pl7413"/>
            <p:cNvSpPr/>
            <p:nvPr/>
          </p:nvSpPr>
          <p:spPr>
            <a:xfrm>
              <a:off x="4496260" y="164783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4" name="pl7414"/>
            <p:cNvSpPr/>
            <p:nvPr/>
          </p:nvSpPr>
          <p:spPr>
            <a:xfrm>
              <a:off x="4595760" y="2692418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5" name="pl7415"/>
            <p:cNvSpPr/>
            <p:nvPr/>
          </p:nvSpPr>
          <p:spPr>
            <a:xfrm>
              <a:off x="4400509" y="206384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6" name="pl7416"/>
            <p:cNvSpPr/>
            <p:nvPr/>
          </p:nvSpPr>
          <p:spPr>
            <a:xfrm>
              <a:off x="4388376" y="206776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7" name="pl7417"/>
            <p:cNvSpPr/>
            <p:nvPr/>
          </p:nvSpPr>
          <p:spPr>
            <a:xfrm>
              <a:off x="4381100" y="206776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8" name="pl7418"/>
            <p:cNvSpPr/>
            <p:nvPr/>
          </p:nvSpPr>
          <p:spPr>
            <a:xfrm>
              <a:off x="4434911" y="270323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19" name="pl7419"/>
            <p:cNvSpPr/>
            <p:nvPr/>
          </p:nvSpPr>
          <p:spPr>
            <a:xfrm>
              <a:off x="4674159" y="1506872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0" name="pl7420"/>
            <p:cNvSpPr/>
            <p:nvPr/>
          </p:nvSpPr>
          <p:spPr>
            <a:xfrm>
              <a:off x="4566609" y="161775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1" name="pl7421"/>
            <p:cNvSpPr/>
            <p:nvPr/>
          </p:nvSpPr>
          <p:spPr>
            <a:xfrm>
              <a:off x="4341221" y="191246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2" name="pl7422"/>
            <p:cNvSpPr/>
            <p:nvPr/>
          </p:nvSpPr>
          <p:spPr>
            <a:xfrm>
              <a:off x="4485287" y="213490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3" name="pl7423"/>
            <p:cNvSpPr/>
            <p:nvPr/>
          </p:nvSpPr>
          <p:spPr>
            <a:xfrm>
              <a:off x="4566609" y="172176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4" name="pl7424"/>
            <p:cNvSpPr/>
            <p:nvPr/>
          </p:nvSpPr>
          <p:spPr>
            <a:xfrm>
              <a:off x="4633179" y="170243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5" name="pl7425"/>
            <p:cNvSpPr/>
            <p:nvPr/>
          </p:nvSpPr>
          <p:spPr>
            <a:xfrm>
              <a:off x="4633179" y="171769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6" name="pl7426"/>
            <p:cNvSpPr/>
            <p:nvPr/>
          </p:nvSpPr>
          <p:spPr>
            <a:xfrm>
              <a:off x="4633179" y="168491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7" name="pl7427"/>
            <p:cNvSpPr/>
            <p:nvPr/>
          </p:nvSpPr>
          <p:spPr>
            <a:xfrm>
              <a:off x="4469298" y="188218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8" name="pl7428"/>
            <p:cNvSpPr/>
            <p:nvPr/>
          </p:nvSpPr>
          <p:spPr>
            <a:xfrm>
              <a:off x="5258259" y="204033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29" name="pl7429"/>
            <p:cNvSpPr/>
            <p:nvPr/>
          </p:nvSpPr>
          <p:spPr>
            <a:xfrm>
              <a:off x="3621520" y="178488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0" name="pl7430"/>
            <p:cNvSpPr/>
            <p:nvPr/>
          </p:nvSpPr>
          <p:spPr>
            <a:xfrm>
              <a:off x="4444104" y="199796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1" name="pl7431"/>
            <p:cNvSpPr/>
            <p:nvPr/>
          </p:nvSpPr>
          <p:spPr>
            <a:xfrm>
              <a:off x="4444104" y="199796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2" name="pl7432"/>
            <p:cNvSpPr/>
            <p:nvPr/>
          </p:nvSpPr>
          <p:spPr>
            <a:xfrm>
              <a:off x="4444104" y="199796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3" name="pl7433"/>
            <p:cNvSpPr/>
            <p:nvPr/>
          </p:nvSpPr>
          <p:spPr>
            <a:xfrm>
              <a:off x="4413072" y="1903717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4" name="pl7434"/>
            <p:cNvSpPr/>
            <p:nvPr/>
          </p:nvSpPr>
          <p:spPr>
            <a:xfrm>
              <a:off x="4161850" y="1825626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5" name="pl7435"/>
            <p:cNvSpPr/>
            <p:nvPr/>
          </p:nvSpPr>
          <p:spPr>
            <a:xfrm>
              <a:off x="4477196" y="213915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6" name="pl7436"/>
            <p:cNvSpPr/>
            <p:nvPr/>
          </p:nvSpPr>
          <p:spPr>
            <a:xfrm>
              <a:off x="4442491" y="195648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7" name="pl7437"/>
            <p:cNvSpPr/>
            <p:nvPr/>
          </p:nvSpPr>
          <p:spPr>
            <a:xfrm>
              <a:off x="5223631" y="1516111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8" name="pl7438"/>
            <p:cNvSpPr/>
            <p:nvPr/>
          </p:nvSpPr>
          <p:spPr>
            <a:xfrm>
              <a:off x="4421168" y="192719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39" name="pl7439"/>
            <p:cNvSpPr/>
            <p:nvPr/>
          </p:nvSpPr>
          <p:spPr>
            <a:xfrm>
              <a:off x="4439428" y="189113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0" name="pl7440"/>
            <p:cNvSpPr/>
            <p:nvPr/>
          </p:nvSpPr>
          <p:spPr>
            <a:xfrm>
              <a:off x="4943802" y="119236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1" name="pl7441"/>
            <p:cNvSpPr/>
            <p:nvPr/>
          </p:nvSpPr>
          <p:spPr>
            <a:xfrm>
              <a:off x="4419858" y="1938341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2" name="pl7442"/>
            <p:cNvSpPr/>
            <p:nvPr/>
          </p:nvSpPr>
          <p:spPr>
            <a:xfrm>
              <a:off x="4419858" y="1935447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3" name="pl7443"/>
            <p:cNvSpPr/>
            <p:nvPr/>
          </p:nvSpPr>
          <p:spPr>
            <a:xfrm>
              <a:off x="4557392" y="145517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4" name="pl7444"/>
            <p:cNvSpPr/>
            <p:nvPr/>
          </p:nvSpPr>
          <p:spPr>
            <a:xfrm>
              <a:off x="4495690" y="213490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5" name="pl7445"/>
            <p:cNvSpPr/>
            <p:nvPr/>
          </p:nvSpPr>
          <p:spPr>
            <a:xfrm>
              <a:off x="4495690" y="213490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6" name="pl7446"/>
            <p:cNvSpPr/>
            <p:nvPr/>
          </p:nvSpPr>
          <p:spPr>
            <a:xfrm>
              <a:off x="4560147" y="190473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7" name="pl7447"/>
            <p:cNvSpPr/>
            <p:nvPr/>
          </p:nvSpPr>
          <p:spPr>
            <a:xfrm>
              <a:off x="4560877" y="1904439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48" name="pg7448"/>
            <p:cNvSpPr/>
            <p:nvPr/>
          </p:nvSpPr>
          <p:spPr>
            <a:xfrm>
              <a:off x="4293312" y="17530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49" name="pt7449"/>
            <p:cNvSpPr/>
            <p:nvPr/>
          </p:nvSpPr>
          <p:spPr>
            <a:xfrm>
              <a:off x="4589065" y="170830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0" name="pt7450"/>
            <p:cNvSpPr/>
            <p:nvPr/>
          </p:nvSpPr>
          <p:spPr>
            <a:xfrm>
              <a:off x="4599631" y="166912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1" name="pt7451"/>
            <p:cNvSpPr/>
            <p:nvPr/>
          </p:nvSpPr>
          <p:spPr>
            <a:xfrm>
              <a:off x="4402832" y="195202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2" name="pt7452"/>
            <p:cNvSpPr/>
            <p:nvPr/>
          </p:nvSpPr>
          <p:spPr>
            <a:xfrm>
              <a:off x="4409803" y="196095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3" name="pt7453"/>
            <p:cNvSpPr/>
            <p:nvPr/>
          </p:nvSpPr>
          <p:spPr>
            <a:xfrm>
              <a:off x="4356934" y="1868994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4" name="pt7454"/>
            <p:cNvSpPr/>
            <p:nvPr/>
          </p:nvSpPr>
          <p:spPr>
            <a:xfrm>
              <a:off x="4353908" y="1761117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5" name="pt7455"/>
            <p:cNvSpPr/>
            <p:nvPr/>
          </p:nvSpPr>
          <p:spPr>
            <a:xfrm>
              <a:off x="4610645" y="13162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6" name="pg7456"/>
            <p:cNvSpPr/>
            <p:nvPr/>
          </p:nvSpPr>
          <p:spPr>
            <a:xfrm>
              <a:off x="4396175" y="206849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7" name="pg7457"/>
            <p:cNvSpPr/>
            <p:nvPr/>
          </p:nvSpPr>
          <p:spPr>
            <a:xfrm>
              <a:off x="4397531" y="19642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8" name="pt7458"/>
            <p:cNvSpPr/>
            <p:nvPr/>
          </p:nvSpPr>
          <p:spPr>
            <a:xfrm>
              <a:off x="4688664" y="2622022"/>
              <a:ext cx="74834" cy="74834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59" name="pt7459"/>
            <p:cNvSpPr/>
            <p:nvPr/>
          </p:nvSpPr>
          <p:spPr>
            <a:xfrm>
              <a:off x="4426822" y="1893206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0" name="pt7460"/>
            <p:cNvSpPr/>
            <p:nvPr/>
          </p:nvSpPr>
          <p:spPr>
            <a:xfrm>
              <a:off x="4344781" y="1917968"/>
              <a:ext cx="48833" cy="48833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1" name="pt7461"/>
            <p:cNvSpPr/>
            <p:nvPr/>
          </p:nvSpPr>
          <p:spPr>
            <a:xfrm>
              <a:off x="4790147" y="188228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2" name="pt7462"/>
            <p:cNvSpPr/>
            <p:nvPr/>
          </p:nvSpPr>
          <p:spPr>
            <a:xfrm>
              <a:off x="4688032" y="1751124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3" name="pg7463"/>
            <p:cNvSpPr/>
            <p:nvPr/>
          </p:nvSpPr>
          <p:spPr>
            <a:xfrm>
              <a:off x="4279671" y="17880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4" name="pt7464"/>
            <p:cNvSpPr/>
            <p:nvPr/>
          </p:nvSpPr>
          <p:spPr>
            <a:xfrm>
              <a:off x="5245315" y="1713521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5" name="pg7465"/>
            <p:cNvSpPr/>
            <p:nvPr/>
          </p:nvSpPr>
          <p:spPr>
            <a:xfrm>
              <a:off x="4987612" y="1808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6" name="pg7466"/>
            <p:cNvSpPr/>
            <p:nvPr/>
          </p:nvSpPr>
          <p:spPr>
            <a:xfrm>
              <a:off x="4672513" y="182114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7" name="pt7467"/>
            <p:cNvSpPr/>
            <p:nvPr/>
          </p:nvSpPr>
          <p:spPr>
            <a:xfrm>
              <a:off x="4373887" y="20561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8" name="pt7468"/>
            <p:cNvSpPr/>
            <p:nvPr/>
          </p:nvSpPr>
          <p:spPr>
            <a:xfrm>
              <a:off x="4311554" y="258366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69" name="pt7469"/>
            <p:cNvSpPr/>
            <p:nvPr/>
          </p:nvSpPr>
          <p:spPr>
            <a:xfrm>
              <a:off x="4346397" y="1837390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70" name="pt7470"/>
            <p:cNvSpPr/>
            <p:nvPr/>
          </p:nvSpPr>
          <p:spPr>
            <a:xfrm>
              <a:off x="4744974" y="148245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71" name="pt7471"/>
            <p:cNvSpPr/>
            <p:nvPr/>
          </p:nvSpPr>
          <p:spPr>
            <a:xfrm>
              <a:off x="4785882" y="1714757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72" name="pl7472"/>
            <p:cNvSpPr/>
            <p:nvPr/>
          </p:nvSpPr>
          <p:spPr>
            <a:xfrm>
              <a:off x="4325613" y="182064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3" name="pl7473"/>
            <p:cNvSpPr/>
            <p:nvPr/>
          </p:nvSpPr>
          <p:spPr>
            <a:xfrm>
              <a:off x="4360144" y="178611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4" name="pt7474"/>
            <p:cNvSpPr/>
            <p:nvPr/>
          </p:nvSpPr>
          <p:spPr>
            <a:xfrm>
              <a:off x="4448419" y="1863749"/>
              <a:ext cx="48833" cy="48833"/>
            </a:xfrm>
            <a:prstGeom prst="ellipse">
              <a:avLst/>
            </a:prstGeom>
            <a:solidFill>
              <a:srgbClr val="7570B3">
                <a:alpha val="4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75" name="pl7475"/>
            <p:cNvSpPr/>
            <p:nvPr/>
          </p:nvSpPr>
          <p:spPr>
            <a:xfrm>
              <a:off x="4284034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6" name="pl7476"/>
            <p:cNvSpPr/>
            <p:nvPr/>
          </p:nvSpPr>
          <p:spPr>
            <a:xfrm>
              <a:off x="4284034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7" name="pl7477"/>
            <p:cNvSpPr/>
            <p:nvPr/>
          </p:nvSpPr>
          <p:spPr>
            <a:xfrm>
              <a:off x="4198492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8" name="pl7478"/>
            <p:cNvSpPr/>
            <p:nvPr/>
          </p:nvSpPr>
          <p:spPr>
            <a:xfrm>
              <a:off x="4198492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79" name="pl7479"/>
            <p:cNvSpPr/>
            <p:nvPr/>
          </p:nvSpPr>
          <p:spPr>
            <a:xfrm>
              <a:off x="4188378" y="10712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0" name="pl7480"/>
            <p:cNvSpPr/>
            <p:nvPr/>
          </p:nvSpPr>
          <p:spPr>
            <a:xfrm>
              <a:off x="4222909" y="10367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1" name="pg7481"/>
            <p:cNvSpPr/>
            <p:nvPr/>
          </p:nvSpPr>
          <p:spPr>
            <a:xfrm>
              <a:off x="4347367" y="202281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82" name="pt7482"/>
            <p:cNvSpPr/>
            <p:nvPr/>
          </p:nvSpPr>
          <p:spPr>
            <a:xfrm>
              <a:off x="3979139" y="118372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83" name="pt7483"/>
            <p:cNvSpPr/>
            <p:nvPr/>
          </p:nvSpPr>
          <p:spPr>
            <a:xfrm>
              <a:off x="4656333" y="1864040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84" name="pl7484"/>
            <p:cNvSpPr/>
            <p:nvPr/>
          </p:nvSpPr>
          <p:spPr>
            <a:xfrm>
              <a:off x="4364792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5" name="pl7485"/>
            <p:cNvSpPr/>
            <p:nvPr/>
          </p:nvSpPr>
          <p:spPr>
            <a:xfrm>
              <a:off x="4364792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6" name="pl7486"/>
            <p:cNvSpPr/>
            <p:nvPr/>
          </p:nvSpPr>
          <p:spPr>
            <a:xfrm>
              <a:off x="4349293" y="1936676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7" name="pl7487"/>
            <p:cNvSpPr/>
            <p:nvPr/>
          </p:nvSpPr>
          <p:spPr>
            <a:xfrm>
              <a:off x="4402209" y="188375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8" name="pl7488"/>
            <p:cNvSpPr/>
            <p:nvPr/>
          </p:nvSpPr>
          <p:spPr>
            <a:xfrm>
              <a:off x="4347255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89" name="pl7489"/>
            <p:cNvSpPr/>
            <p:nvPr/>
          </p:nvSpPr>
          <p:spPr>
            <a:xfrm>
              <a:off x="4347255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0" name="pl7490"/>
            <p:cNvSpPr/>
            <p:nvPr/>
          </p:nvSpPr>
          <p:spPr>
            <a:xfrm>
              <a:off x="4329526" y="188888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1" name="pl7491"/>
            <p:cNvSpPr/>
            <p:nvPr/>
          </p:nvSpPr>
          <p:spPr>
            <a:xfrm>
              <a:off x="4390058" y="182835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2" name="pt7492"/>
            <p:cNvSpPr/>
            <p:nvPr/>
          </p:nvSpPr>
          <p:spPr>
            <a:xfrm>
              <a:off x="4348937" y="1906804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93" name="pt7493"/>
            <p:cNvSpPr/>
            <p:nvPr/>
          </p:nvSpPr>
          <p:spPr>
            <a:xfrm>
              <a:off x="4284277" y="1962536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94" name="pl7494"/>
            <p:cNvSpPr/>
            <p:nvPr/>
          </p:nvSpPr>
          <p:spPr>
            <a:xfrm>
              <a:off x="4289052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5" name="pl7495"/>
            <p:cNvSpPr/>
            <p:nvPr/>
          </p:nvSpPr>
          <p:spPr>
            <a:xfrm>
              <a:off x="4289052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6" name="pl7496"/>
            <p:cNvSpPr/>
            <p:nvPr/>
          </p:nvSpPr>
          <p:spPr>
            <a:xfrm>
              <a:off x="4273554" y="177627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7" name="pl7497"/>
            <p:cNvSpPr/>
            <p:nvPr/>
          </p:nvSpPr>
          <p:spPr>
            <a:xfrm>
              <a:off x="4326470" y="172335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98" name="pt7498"/>
            <p:cNvSpPr/>
            <p:nvPr/>
          </p:nvSpPr>
          <p:spPr>
            <a:xfrm>
              <a:off x="4339398" y="1798538"/>
              <a:ext cx="48833" cy="48833"/>
            </a:xfrm>
            <a:prstGeom prst="ellipse">
              <a:avLst/>
            </a:prstGeom>
            <a:solidFill>
              <a:srgbClr val="A6761D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499" name="pl7499"/>
            <p:cNvSpPr/>
            <p:nvPr/>
          </p:nvSpPr>
          <p:spPr>
            <a:xfrm>
              <a:off x="4435033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0" name="pl7500"/>
            <p:cNvSpPr/>
            <p:nvPr/>
          </p:nvSpPr>
          <p:spPr>
            <a:xfrm>
              <a:off x="4435033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1" name="pl7501"/>
            <p:cNvSpPr/>
            <p:nvPr/>
          </p:nvSpPr>
          <p:spPr>
            <a:xfrm>
              <a:off x="4424919" y="20172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2" name="pl7502"/>
            <p:cNvSpPr/>
            <p:nvPr/>
          </p:nvSpPr>
          <p:spPr>
            <a:xfrm>
              <a:off x="4459450" y="19827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3" name="pl7503"/>
            <p:cNvSpPr/>
            <p:nvPr/>
          </p:nvSpPr>
          <p:spPr>
            <a:xfrm>
              <a:off x="4350788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4" name="pl7504"/>
            <p:cNvSpPr/>
            <p:nvPr/>
          </p:nvSpPr>
          <p:spPr>
            <a:xfrm>
              <a:off x="4350788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5" name="pl7505"/>
            <p:cNvSpPr/>
            <p:nvPr/>
          </p:nvSpPr>
          <p:spPr>
            <a:xfrm>
              <a:off x="4321635" y="1947087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6" name="pl7506"/>
            <p:cNvSpPr/>
            <p:nvPr/>
          </p:nvSpPr>
          <p:spPr>
            <a:xfrm>
              <a:off x="4421168" y="1847554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7" name="pl7507"/>
            <p:cNvSpPr/>
            <p:nvPr/>
          </p:nvSpPr>
          <p:spPr>
            <a:xfrm>
              <a:off x="4682060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8" name="pl7508"/>
            <p:cNvSpPr/>
            <p:nvPr/>
          </p:nvSpPr>
          <p:spPr>
            <a:xfrm>
              <a:off x="4682060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09" name="pl7509"/>
            <p:cNvSpPr/>
            <p:nvPr/>
          </p:nvSpPr>
          <p:spPr>
            <a:xfrm>
              <a:off x="4664330" y="176100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0" name="pl7510"/>
            <p:cNvSpPr/>
            <p:nvPr/>
          </p:nvSpPr>
          <p:spPr>
            <a:xfrm>
              <a:off x="4724862" y="1700475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1" name="pl7511"/>
            <p:cNvSpPr/>
            <p:nvPr/>
          </p:nvSpPr>
          <p:spPr>
            <a:xfrm>
              <a:off x="3599043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2" name="pl7512"/>
            <p:cNvSpPr/>
            <p:nvPr/>
          </p:nvSpPr>
          <p:spPr>
            <a:xfrm>
              <a:off x="3599043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3" name="pl7513"/>
            <p:cNvSpPr/>
            <p:nvPr/>
          </p:nvSpPr>
          <p:spPr>
            <a:xfrm>
              <a:off x="3588930" y="1945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4" name="pl7514"/>
            <p:cNvSpPr/>
            <p:nvPr/>
          </p:nvSpPr>
          <p:spPr>
            <a:xfrm>
              <a:off x="3623460" y="1910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5" name="pt7515"/>
            <p:cNvSpPr/>
            <p:nvPr/>
          </p:nvSpPr>
          <p:spPr>
            <a:xfrm>
              <a:off x="4525026" y="149672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16" name="pl7516"/>
            <p:cNvSpPr/>
            <p:nvPr/>
          </p:nvSpPr>
          <p:spPr>
            <a:xfrm>
              <a:off x="4130583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7" name="pl7517"/>
            <p:cNvSpPr/>
            <p:nvPr/>
          </p:nvSpPr>
          <p:spPr>
            <a:xfrm>
              <a:off x="4130583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8" name="pl7518"/>
            <p:cNvSpPr/>
            <p:nvPr/>
          </p:nvSpPr>
          <p:spPr>
            <a:xfrm>
              <a:off x="4116662" y="182562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19" name="pl7519"/>
            <p:cNvSpPr/>
            <p:nvPr/>
          </p:nvSpPr>
          <p:spPr>
            <a:xfrm>
              <a:off x="4164193" y="177809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0" name="pl7520"/>
            <p:cNvSpPr/>
            <p:nvPr/>
          </p:nvSpPr>
          <p:spPr>
            <a:xfrm>
              <a:off x="4426895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1" name="pl7521"/>
            <p:cNvSpPr/>
            <p:nvPr/>
          </p:nvSpPr>
          <p:spPr>
            <a:xfrm>
              <a:off x="4426895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2" name="pl7522"/>
            <p:cNvSpPr/>
            <p:nvPr/>
          </p:nvSpPr>
          <p:spPr>
            <a:xfrm>
              <a:off x="4412974" y="213904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3" name="pl7523"/>
            <p:cNvSpPr/>
            <p:nvPr/>
          </p:nvSpPr>
          <p:spPr>
            <a:xfrm>
              <a:off x="4460505" y="209151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4" name="pt7524"/>
            <p:cNvSpPr/>
            <p:nvPr/>
          </p:nvSpPr>
          <p:spPr>
            <a:xfrm>
              <a:off x="4323189" y="1948092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25" name="pl7525"/>
            <p:cNvSpPr/>
            <p:nvPr/>
          </p:nvSpPr>
          <p:spPr>
            <a:xfrm>
              <a:off x="4339054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6" name="pl7526"/>
            <p:cNvSpPr/>
            <p:nvPr/>
          </p:nvSpPr>
          <p:spPr>
            <a:xfrm>
              <a:off x="4339054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7" name="pl7527"/>
            <p:cNvSpPr/>
            <p:nvPr/>
          </p:nvSpPr>
          <p:spPr>
            <a:xfrm>
              <a:off x="4328940" y="1819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8" name="pl7528"/>
            <p:cNvSpPr/>
            <p:nvPr/>
          </p:nvSpPr>
          <p:spPr>
            <a:xfrm>
              <a:off x="4363471" y="1784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29" name="pt7529"/>
            <p:cNvSpPr/>
            <p:nvPr/>
          </p:nvSpPr>
          <p:spPr>
            <a:xfrm>
              <a:off x="4436857" y="2098812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30" name="pt7530"/>
            <p:cNvSpPr/>
            <p:nvPr/>
          </p:nvSpPr>
          <p:spPr>
            <a:xfrm>
              <a:off x="4637831" y="1827844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31" name="pt7531"/>
            <p:cNvSpPr/>
            <p:nvPr/>
          </p:nvSpPr>
          <p:spPr>
            <a:xfrm>
              <a:off x="4519930" y="1930241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32" name="pl7532"/>
            <p:cNvSpPr/>
            <p:nvPr/>
          </p:nvSpPr>
          <p:spPr>
            <a:xfrm>
              <a:off x="4468448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3" name="pl7533"/>
            <p:cNvSpPr/>
            <p:nvPr/>
          </p:nvSpPr>
          <p:spPr>
            <a:xfrm>
              <a:off x="4468448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4" name="pl7534"/>
            <p:cNvSpPr/>
            <p:nvPr/>
          </p:nvSpPr>
          <p:spPr>
            <a:xfrm>
              <a:off x="4454527" y="190936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5" name="pl7535"/>
            <p:cNvSpPr/>
            <p:nvPr/>
          </p:nvSpPr>
          <p:spPr>
            <a:xfrm>
              <a:off x="4502058" y="186183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6" name="pl7536"/>
            <p:cNvSpPr/>
            <p:nvPr/>
          </p:nvSpPr>
          <p:spPr>
            <a:xfrm>
              <a:off x="4347342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7" name="pl7537"/>
            <p:cNvSpPr/>
            <p:nvPr/>
          </p:nvSpPr>
          <p:spPr>
            <a:xfrm>
              <a:off x="4347342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8" name="pl7538"/>
            <p:cNvSpPr/>
            <p:nvPr/>
          </p:nvSpPr>
          <p:spPr>
            <a:xfrm>
              <a:off x="4322481" y="191636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39" name="pl7539"/>
            <p:cNvSpPr/>
            <p:nvPr/>
          </p:nvSpPr>
          <p:spPr>
            <a:xfrm>
              <a:off x="4407363" y="1831485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0" name="pl7540"/>
            <p:cNvSpPr/>
            <p:nvPr/>
          </p:nvSpPr>
          <p:spPr>
            <a:xfrm>
              <a:off x="4435343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1" name="pl7541"/>
            <p:cNvSpPr/>
            <p:nvPr/>
          </p:nvSpPr>
          <p:spPr>
            <a:xfrm>
              <a:off x="4435343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2" name="pl7542"/>
            <p:cNvSpPr/>
            <p:nvPr/>
          </p:nvSpPr>
          <p:spPr>
            <a:xfrm>
              <a:off x="4425230" y="18805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3" name="pl7543"/>
            <p:cNvSpPr/>
            <p:nvPr/>
          </p:nvSpPr>
          <p:spPr>
            <a:xfrm>
              <a:off x="4459760" y="18460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4" name="pg7544"/>
            <p:cNvSpPr/>
            <p:nvPr/>
          </p:nvSpPr>
          <p:spPr>
            <a:xfrm>
              <a:off x="5209018" y="2124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45" name="pl7545"/>
            <p:cNvSpPr/>
            <p:nvPr/>
          </p:nvSpPr>
          <p:spPr>
            <a:xfrm>
              <a:off x="3896445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6" name="pl7546"/>
            <p:cNvSpPr/>
            <p:nvPr/>
          </p:nvSpPr>
          <p:spPr>
            <a:xfrm>
              <a:off x="3896445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7" name="pl7547"/>
            <p:cNvSpPr/>
            <p:nvPr/>
          </p:nvSpPr>
          <p:spPr>
            <a:xfrm>
              <a:off x="3886331" y="11845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8" name="pl7548"/>
            <p:cNvSpPr/>
            <p:nvPr/>
          </p:nvSpPr>
          <p:spPr>
            <a:xfrm>
              <a:off x="3920862" y="11499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49" name="pl7549"/>
            <p:cNvSpPr/>
            <p:nvPr/>
          </p:nvSpPr>
          <p:spPr>
            <a:xfrm>
              <a:off x="4434422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0" name="pl7550"/>
            <p:cNvSpPr/>
            <p:nvPr/>
          </p:nvSpPr>
          <p:spPr>
            <a:xfrm>
              <a:off x="4434422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1" name="pl7551"/>
            <p:cNvSpPr/>
            <p:nvPr/>
          </p:nvSpPr>
          <p:spPr>
            <a:xfrm>
              <a:off x="4408608" y="1681687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2" name="pl7552"/>
            <p:cNvSpPr/>
            <p:nvPr/>
          </p:nvSpPr>
          <p:spPr>
            <a:xfrm>
              <a:off x="4496741" y="1593554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3" name="pg7553"/>
            <p:cNvSpPr/>
            <p:nvPr/>
          </p:nvSpPr>
          <p:spPr>
            <a:xfrm>
              <a:off x="4283870" y="254250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54" name="pl7554"/>
            <p:cNvSpPr/>
            <p:nvPr/>
          </p:nvSpPr>
          <p:spPr>
            <a:xfrm>
              <a:off x="4321249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5" name="pl7555"/>
            <p:cNvSpPr/>
            <p:nvPr/>
          </p:nvSpPr>
          <p:spPr>
            <a:xfrm>
              <a:off x="4321249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6" name="pl7556"/>
            <p:cNvSpPr/>
            <p:nvPr/>
          </p:nvSpPr>
          <p:spPr>
            <a:xfrm>
              <a:off x="4299712" y="1847442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7" name="pl7557"/>
            <p:cNvSpPr/>
            <p:nvPr/>
          </p:nvSpPr>
          <p:spPr>
            <a:xfrm>
              <a:off x="4373244" y="1773910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58" name="pt7558"/>
            <p:cNvSpPr/>
            <p:nvPr/>
          </p:nvSpPr>
          <p:spPr>
            <a:xfrm>
              <a:off x="4404815" y="1924888"/>
              <a:ext cx="67219" cy="67219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59" name="pl7559"/>
            <p:cNvSpPr/>
            <p:nvPr/>
          </p:nvSpPr>
          <p:spPr>
            <a:xfrm>
              <a:off x="4367350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0" name="pl7560"/>
            <p:cNvSpPr/>
            <p:nvPr/>
          </p:nvSpPr>
          <p:spPr>
            <a:xfrm>
              <a:off x="4367350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1" name="pl7561"/>
            <p:cNvSpPr/>
            <p:nvPr/>
          </p:nvSpPr>
          <p:spPr>
            <a:xfrm>
              <a:off x="4347162" y="1903717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2" name="pl7562"/>
            <p:cNvSpPr/>
            <p:nvPr/>
          </p:nvSpPr>
          <p:spPr>
            <a:xfrm>
              <a:off x="4416089" y="183479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3" name="pt7563"/>
            <p:cNvSpPr/>
            <p:nvPr/>
          </p:nvSpPr>
          <p:spPr>
            <a:xfrm>
              <a:off x="4588410" y="199852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64" name="pt7564"/>
            <p:cNvSpPr/>
            <p:nvPr/>
          </p:nvSpPr>
          <p:spPr>
            <a:xfrm>
              <a:off x="5248596" y="198842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65" name="pt7565"/>
            <p:cNvSpPr/>
            <p:nvPr/>
          </p:nvSpPr>
          <p:spPr>
            <a:xfrm>
              <a:off x="4623102" y="1514300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66" name="pl7566"/>
            <p:cNvSpPr/>
            <p:nvPr/>
          </p:nvSpPr>
          <p:spPr>
            <a:xfrm>
              <a:off x="4563528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7" name="pl7567"/>
            <p:cNvSpPr/>
            <p:nvPr/>
          </p:nvSpPr>
          <p:spPr>
            <a:xfrm>
              <a:off x="4563528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8" name="pl7568"/>
            <p:cNvSpPr/>
            <p:nvPr/>
          </p:nvSpPr>
          <p:spPr>
            <a:xfrm>
              <a:off x="4549606" y="144379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69" name="pl7569"/>
            <p:cNvSpPr/>
            <p:nvPr/>
          </p:nvSpPr>
          <p:spPr>
            <a:xfrm>
              <a:off x="4597137" y="139626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0" name="pt7570"/>
            <p:cNvSpPr/>
            <p:nvPr/>
          </p:nvSpPr>
          <p:spPr>
            <a:xfrm>
              <a:off x="4889322" y="252823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71" name="pl7571"/>
            <p:cNvSpPr/>
            <p:nvPr/>
          </p:nvSpPr>
          <p:spPr>
            <a:xfrm>
              <a:off x="4562151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2" name="pl7572"/>
            <p:cNvSpPr/>
            <p:nvPr/>
          </p:nvSpPr>
          <p:spPr>
            <a:xfrm>
              <a:off x="4562151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3" name="pl7573"/>
            <p:cNvSpPr/>
            <p:nvPr/>
          </p:nvSpPr>
          <p:spPr>
            <a:xfrm>
              <a:off x="4548229" y="269951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4" name="pl7574"/>
            <p:cNvSpPr/>
            <p:nvPr/>
          </p:nvSpPr>
          <p:spPr>
            <a:xfrm>
              <a:off x="4595760" y="265198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5" name="pl7575"/>
            <p:cNvSpPr/>
            <p:nvPr/>
          </p:nvSpPr>
          <p:spPr>
            <a:xfrm>
              <a:off x="4333589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6" name="pl7576"/>
            <p:cNvSpPr/>
            <p:nvPr/>
          </p:nvSpPr>
          <p:spPr>
            <a:xfrm>
              <a:off x="4333589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7" name="pl7577"/>
            <p:cNvSpPr/>
            <p:nvPr/>
          </p:nvSpPr>
          <p:spPr>
            <a:xfrm>
              <a:off x="4319667" y="18396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8" name="pl7578"/>
            <p:cNvSpPr/>
            <p:nvPr/>
          </p:nvSpPr>
          <p:spPr>
            <a:xfrm>
              <a:off x="4367198" y="179209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79" name="pt7579"/>
            <p:cNvSpPr/>
            <p:nvPr/>
          </p:nvSpPr>
          <p:spPr>
            <a:xfrm>
              <a:off x="4382438" y="1898132"/>
              <a:ext cx="74834" cy="74834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80" name="pl7580"/>
            <p:cNvSpPr/>
            <p:nvPr/>
          </p:nvSpPr>
          <p:spPr>
            <a:xfrm>
              <a:off x="3633502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1" name="pl7581"/>
            <p:cNvSpPr/>
            <p:nvPr/>
          </p:nvSpPr>
          <p:spPr>
            <a:xfrm>
              <a:off x="3633502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2" name="pl7582"/>
            <p:cNvSpPr/>
            <p:nvPr/>
          </p:nvSpPr>
          <p:spPr>
            <a:xfrm>
              <a:off x="3616793" y="214254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3" name="pl7583"/>
            <p:cNvSpPr/>
            <p:nvPr/>
          </p:nvSpPr>
          <p:spPr>
            <a:xfrm>
              <a:off x="3673842" y="208550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4" name="pl7584"/>
            <p:cNvSpPr/>
            <p:nvPr/>
          </p:nvSpPr>
          <p:spPr>
            <a:xfrm>
              <a:off x="4348797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5" name="pl7585"/>
            <p:cNvSpPr/>
            <p:nvPr/>
          </p:nvSpPr>
          <p:spPr>
            <a:xfrm>
              <a:off x="4348797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6" name="pl7586"/>
            <p:cNvSpPr/>
            <p:nvPr/>
          </p:nvSpPr>
          <p:spPr>
            <a:xfrm>
              <a:off x="4327260" y="206384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7" name="pl7587"/>
            <p:cNvSpPr/>
            <p:nvPr/>
          </p:nvSpPr>
          <p:spPr>
            <a:xfrm>
              <a:off x="4400792" y="1990308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88" name="pt7588"/>
            <p:cNvSpPr/>
            <p:nvPr/>
          </p:nvSpPr>
          <p:spPr>
            <a:xfrm>
              <a:off x="4414392" y="1836232"/>
              <a:ext cx="109811" cy="109811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89" name="pt7589"/>
            <p:cNvSpPr/>
            <p:nvPr/>
          </p:nvSpPr>
          <p:spPr>
            <a:xfrm>
              <a:off x="4336737" y="1797300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0" name="pt7590"/>
            <p:cNvSpPr/>
            <p:nvPr/>
          </p:nvSpPr>
          <p:spPr>
            <a:xfrm>
              <a:off x="4552492" y="1936762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1" name="pg7591"/>
            <p:cNvSpPr/>
            <p:nvPr/>
          </p:nvSpPr>
          <p:spPr>
            <a:xfrm>
              <a:off x="4504069" y="14981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2" name="pl7592"/>
            <p:cNvSpPr/>
            <p:nvPr/>
          </p:nvSpPr>
          <p:spPr>
            <a:xfrm>
              <a:off x="3685492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3" name="pl7593"/>
            <p:cNvSpPr/>
            <p:nvPr/>
          </p:nvSpPr>
          <p:spPr>
            <a:xfrm>
              <a:off x="3685492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4" name="pl7594"/>
            <p:cNvSpPr/>
            <p:nvPr/>
          </p:nvSpPr>
          <p:spPr>
            <a:xfrm>
              <a:off x="3671570" y="220271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5" name="pl7595"/>
            <p:cNvSpPr/>
            <p:nvPr/>
          </p:nvSpPr>
          <p:spPr>
            <a:xfrm>
              <a:off x="3719101" y="2155183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96" name="pt7596"/>
            <p:cNvSpPr/>
            <p:nvPr/>
          </p:nvSpPr>
          <p:spPr>
            <a:xfrm>
              <a:off x="4323379" y="1916637"/>
              <a:ext cx="109811" cy="109811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7" name="pt7597"/>
            <p:cNvSpPr/>
            <p:nvPr/>
          </p:nvSpPr>
          <p:spPr>
            <a:xfrm>
              <a:off x="4417841" y="1911030"/>
              <a:ext cx="48833" cy="48833"/>
            </a:xfrm>
            <a:prstGeom prst="ellipse">
              <a:avLst/>
            </a:prstGeom>
            <a:solidFill>
              <a:srgbClr val="7570B3">
                <a:alpha val="5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8" name="pg7598"/>
            <p:cNvSpPr/>
            <p:nvPr/>
          </p:nvSpPr>
          <p:spPr>
            <a:xfrm>
              <a:off x="4541884" y="13903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599" name="pt7599"/>
            <p:cNvSpPr/>
            <p:nvPr/>
          </p:nvSpPr>
          <p:spPr>
            <a:xfrm>
              <a:off x="4373607" y="1955836"/>
              <a:ext cx="48833" cy="48833"/>
            </a:xfrm>
            <a:prstGeom prst="ellipse">
              <a:avLst/>
            </a:prstGeom>
            <a:solidFill>
              <a:srgbClr val="7570B3">
                <a:alpha val="4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0" name="pt7600"/>
            <p:cNvSpPr/>
            <p:nvPr/>
          </p:nvSpPr>
          <p:spPr>
            <a:xfrm>
              <a:off x="4431233" y="199350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1" name="pl7601"/>
            <p:cNvSpPr/>
            <p:nvPr/>
          </p:nvSpPr>
          <p:spPr>
            <a:xfrm>
              <a:off x="4265170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2" name="pl7602"/>
            <p:cNvSpPr/>
            <p:nvPr/>
          </p:nvSpPr>
          <p:spPr>
            <a:xfrm>
              <a:off x="4265170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3" name="pl7603"/>
            <p:cNvSpPr/>
            <p:nvPr/>
          </p:nvSpPr>
          <p:spPr>
            <a:xfrm>
              <a:off x="4255056" y="27169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4" name="pl7604"/>
            <p:cNvSpPr/>
            <p:nvPr/>
          </p:nvSpPr>
          <p:spPr>
            <a:xfrm>
              <a:off x="4289587" y="26823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05" name="pt7605"/>
            <p:cNvSpPr/>
            <p:nvPr/>
          </p:nvSpPr>
          <p:spPr>
            <a:xfrm>
              <a:off x="4314436" y="1839253"/>
              <a:ext cx="160668" cy="160668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6" name="pg7606"/>
            <p:cNvSpPr/>
            <p:nvPr/>
          </p:nvSpPr>
          <p:spPr>
            <a:xfrm>
              <a:off x="4499074" y="167430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7" name="pt7607"/>
            <p:cNvSpPr/>
            <p:nvPr/>
          </p:nvSpPr>
          <p:spPr>
            <a:xfrm>
              <a:off x="4286389" y="219569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8" name="pt7608"/>
            <p:cNvSpPr/>
            <p:nvPr/>
          </p:nvSpPr>
          <p:spPr>
            <a:xfrm>
              <a:off x="4309704" y="217281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09" name="pg7609"/>
            <p:cNvSpPr/>
            <p:nvPr/>
          </p:nvSpPr>
          <p:spPr>
            <a:xfrm>
              <a:off x="4564598" y="18981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0" name="pt7610"/>
            <p:cNvSpPr/>
            <p:nvPr/>
          </p:nvSpPr>
          <p:spPr>
            <a:xfrm>
              <a:off x="4326260" y="1805844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1" name="pt7611"/>
            <p:cNvSpPr/>
            <p:nvPr/>
          </p:nvSpPr>
          <p:spPr>
            <a:xfrm>
              <a:off x="4652792" y="167801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2" name="pt7612"/>
            <p:cNvSpPr/>
            <p:nvPr/>
          </p:nvSpPr>
          <p:spPr>
            <a:xfrm>
              <a:off x="4373107" y="1898164"/>
              <a:ext cx="80678" cy="80678"/>
            </a:xfrm>
            <a:prstGeom prst="ellipse">
              <a:avLst/>
            </a:prstGeom>
            <a:solidFill>
              <a:srgbClr val="7570B3">
                <a:alpha val="4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3" name="pt7613"/>
            <p:cNvSpPr/>
            <p:nvPr/>
          </p:nvSpPr>
          <p:spPr>
            <a:xfrm>
              <a:off x="4369723" y="1901438"/>
              <a:ext cx="74834" cy="74834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4" name="pt7614"/>
            <p:cNvSpPr/>
            <p:nvPr/>
          </p:nvSpPr>
          <p:spPr>
            <a:xfrm>
              <a:off x="4363959" y="210002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5" name="pt7615"/>
            <p:cNvSpPr/>
            <p:nvPr/>
          </p:nvSpPr>
          <p:spPr>
            <a:xfrm>
              <a:off x="4546918" y="145034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6" name="pt7616"/>
            <p:cNvSpPr/>
            <p:nvPr/>
          </p:nvSpPr>
          <p:spPr>
            <a:xfrm>
              <a:off x="3736542" y="151459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7" name="pt7617"/>
            <p:cNvSpPr/>
            <p:nvPr/>
          </p:nvSpPr>
          <p:spPr>
            <a:xfrm>
              <a:off x="4299698" y="1153653"/>
              <a:ext cx="48833" cy="48833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8" name="pt7618"/>
            <p:cNvSpPr/>
            <p:nvPr/>
          </p:nvSpPr>
          <p:spPr>
            <a:xfrm>
              <a:off x="5122089" y="1357954"/>
              <a:ext cx="48833" cy="48833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19" name="pt7619"/>
            <p:cNvSpPr/>
            <p:nvPr/>
          </p:nvSpPr>
          <p:spPr>
            <a:xfrm>
              <a:off x="4340980" y="169581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0" name="pt7620"/>
            <p:cNvSpPr/>
            <p:nvPr/>
          </p:nvSpPr>
          <p:spPr>
            <a:xfrm>
              <a:off x="4526974" y="1920795"/>
              <a:ext cx="80678" cy="80678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1" name="pt7621"/>
            <p:cNvSpPr/>
            <p:nvPr/>
          </p:nvSpPr>
          <p:spPr>
            <a:xfrm>
              <a:off x="3941368" y="127826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2" name="pt7622"/>
            <p:cNvSpPr/>
            <p:nvPr/>
          </p:nvSpPr>
          <p:spPr>
            <a:xfrm>
              <a:off x="4357277" y="170295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3" name="pt7623"/>
            <p:cNvSpPr/>
            <p:nvPr/>
          </p:nvSpPr>
          <p:spPr>
            <a:xfrm>
              <a:off x="4299052" y="1747786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4" name="pl7624"/>
            <p:cNvSpPr/>
            <p:nvPr/>
          </p:nvSpPr>
          <p:spPr>
            <a:xfrm>
              <a:off x="4299052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5" name="pl7625"/>
            <p:cNvSpPr/>
            <p:nvPr/>
          </p:nvSpPr>
          <p:spPr>
            <a:xfrm>
              <a:off x="4299052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26" name="pg7626"/>
            <p:cNvSpPr/>
            <p:nvPr/>
          </p:nvSpPr>
          <p:spPr>
            <a:xfrm>
              <a:off x="4152882" y="19103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7" name="pt7627"/>
            <p:cNvSpPr/>
            <p:nvPr/>
          </p:nvSpPr>
          <p:spPr>
            <a:xfrm>
              <a:off x="3952544" y="129426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8" name="pt7628"/>
            <p:cNvSpPr/>
            <p:nvPr/>
          </p:nvSpPr>
          <p:spPr>
            <a:xfrm>
              <a:off x="4508572" y="185076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29" name="pt7629"/>
            <p:cNvSpPr/>
            <p:nvPr/>
          </p:nvSpPr>
          <p:spPr>
            <a:xfrm>
              <a:off x="4436232" y="1963631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0" name="pt7630"/>
            <p:cNvSpPr/>
            <p:nvPr/>
          </p:nvSpPr>
          <p:spPr>
            <a:xfrm>
              <a:off x="4709481" y="2636001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1" name="pt7631"/>
            <p:cNvSpPr/>
            <p:nvPr/>
          </p:nvSpPr>
          <p:spPr>
            <a:xfrm>
              <a:off x="4346762" y="1899539"/>
              <a:ext cx="80678" cy="80678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2" name="pt7632"/>
            <p:cNvSpPr/>
            <p:nvPr/>
          </p:nvSpPr>
          <p:spPr>
            <a:xfrm>
              <a:off x="4405798" y="203591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3" name="pt7633"/>
            <p:cNvSpPr/>
            <p:nvPr/>
          </p:nvSpPr>
          <p:spPr>
            <a:xfrm>
              <a:off x="5265977" y="181038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4" name="pt7634"/>
            <p:cNvSpPr/>
            <p:nvPr/>
          </p:nvSpPr>
          <p:spPr>
            <a:xfrm>
              <a:off x="4409236" y="1528240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5" name="pt7635"/>
            <p:cNvSpPr/>
            <p:nvPr/>
          </p:nvSpPr>
          <p:spPr>
            <a:xfrm>
              <a:off x="4453632" y="1567136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6" name="pt7636"/>
            <p:cNvSpPr/>
            <p:nvPr/>
          </p:nvSpPr>
          <p:spPr>
            <a:xfrm>
              <a:off x="4270969" y="269122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7" name="pt7637"/>
            <p:cNvSpPr/>
            <p:nvPr/>
          </p:nvSpPr>
          <p:spPr>
            <a:xfrm>
              <a:off x="4363925" y="1938433"/>
              <a:ext cx="74834" cy="7483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8" name="pt7638"/>
            <p:cNvSpPr/>
            <p:nvPr/>
          </p:nvSpPr>
          <p:spPr>
            <a:xfrm>
              <a:off x="4463208" y="154786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39" name="pt7639"/>
            <p:cNvSpPr/>
            <p:nvPr/>
          </p:nvSpPr>
          <p:spPr>
            <a:xfrm>
              <a:off x="3959454" y="122143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0" name="pt7640"/>
            <p:cNvSpPr/>
            <p:nvPr/>
          </p:nvSpPr>
          <p:spPr>
            <a:xfrm>
              <a:off x="4454742" y="159289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1" name="pt7641"/>
            <p:cNvSpPr/>
            <p:nvPr/>
          </p:nvSpPr>
          <p:spPr>
            <a:xfrm>
              <a:off x="5204262" y="149169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2" name="pt7642"/>
            <p:cNvSpPr/>
            <p:nvPr/>
          </p:nvSpPr>
          <p:spPr>
            <a:xfrm>
              <a:off x="4474494" y="187887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3" name="pg7643"/>
            <p:cNvSpPr/>
            <p:nvPr/>
          </p:nvSpPr>
          <p:spPr>
            <a:xfrm>
              <a:off x="4284059" y="1759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4" name="pt7644"/>
            <p:cNvSpPr/>
            <p:nvPr/>
          </p:nvSpPr>
          <p:spPr>
            <a:xfrm>
              <a:off x="4630499" y="169327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5" name="pt7645"/>
            <p:cNvSpPr/>
            <p:nvPr/>
          </p:nvSpPr>
          <p:spPr>
            <a:xfrm>
              <a:off x="3644456" y="211467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6" name="pt7646"/>
            <p:cNvSpPr/>
            <p:nvPr/>
          </p:nvSpPr>
          <p:spPr>
            <a:xfrm>
              <a:off x="4458594" y="1559319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7" name="pt7647"/>
            <p:cNvSpPr/>
            <p:nvPr/>
          </p:nvSpPr>
          <p:spPr>
            <a:xfrm>
              <a:off x="4424973" y="100904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8" name="pt7648"/>
            <p:cNvSpPr/>
            <p:nvPr/>
          </p:nvSpPr>
          <p:spPr>
            <a:xfrm>
              <a:off x="4520360" y="101159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49" name="pt7649"/>
            <p:cNvSpPr/>
            <p:nvPr/>
          </p:nvSpPr>
          <p:spPr>
            <a:xfrm>
              <a:off x="3712675" y="1512713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0" name="pt7650"/>
            <p:cNvSpPr/>
            <p:nvPr/>
          </p:nvSpPr>
          <p:spPr>
            <a:xfrm>
              <a:off x="4957990" y="227366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1" name="pl7651"/>
            <p:cNvSpPr/>
            <p:nvPr/>
          </p:nvSpPr>
          <p:spPr>
            <a:xfrm>
              <a:off x="4957990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2" name="pl7652"/>
            <p:cNvSpPr/>
            <p:nvPr/>
          </p:nvSpPr>
          <p:spPr>
            <a:xfrm>
              <a:off x="4957990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53" name="pt7653"/>
            <p:cNvSpPr/>
            <p:nvPr/>
          </p:nvSpPr>
          <p:spPr>
            <a:xfrm>
              <a:off x="4520523" y="1691473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4" name="pt7654"/>
            <p:cNvSpPr/>
            <p:nvPr/>
          </p:nvSpPr>
          <p:spPr>
            <a:xfrm>
              <a:off x="4372329" y="1876641"/>
              <a:ext cx="67219" cy="67219"/>
            </a:xfrm>
            <a:prstGeom prst="ellipse">
              <a:avLst/>
            </a:prstGeom>
            <a:solidFill>
              <a:srgbClr val="D95F02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5" name="pt7655"/>
            <p:cNvSpPr/>
            <p:nvPr/>
          </p:nvSpPr>
          <p:spPr>
            <a:xfrm>
              <a:off x="4413988" y="1921123"/>
              <a:ext cx="48833" cy="48833"/>
            </a:xfrm>
            <a:prstGeom prst="ellipse">
              <a:avLst/>
            </a:prstGeom>
            <a:solidFill>
              <a:srgbClr val="D95F02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6" name="pt7656"/>
            <p:cNvSpPr/>
            <p:nvPr/>
          </p:nvSpPr>
          <p:spPr>
            <a:xfrm>
              <a:off x="4576567" y="137318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7" name="pt7657"/>
            <p:cNvSpPr/>
            <p:nvPr/>
          </p:nvSpPr>
          <p:spPr>
            <a:xfrm>
              <a:off x="4342117" y="224898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8" name="pt7658"/>
            <p:cNvSpPr/>
            <p:nvPr/>
          </p:nvSpPr>
          <p:spPr>
            <a:xfrm>
              <a:off x="4480500" y="195325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59" name="pt7659"/>
            <p:cNvSpPr/>
            <p:nvPr/>
          </p:nvSpPr>
          <p:spPr>
            <a:xfrm>
              <a:off x="4459954" y="1933792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0" name="pt7660"/>
            <p:cNvSpPr/>
            <p:nvPr/>
          </p:nvSpPr>
          <p:spPr>
            <a:xfrm>
              <a:off x="4403787" y="195793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1" name="pt7661"/>
            <p:cNvSpPr/>
            <p:nvPr/>
          </p:nvSpPr>
          <p:spPr>
            <a:xfrm>
              <a:off x="4306174" y="2118019"/>
              <a:ext cx="89944" cy="8994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2" name="pt7662"/>
            <p:cNvSpPr/>
            <p:nvPr/>
          </p:nvSpPr>
          <p:spPr>
            <a:xfrm>
              <a:off x="4340508" y="1830738"/>
              <a:ext cx="67219" cy="67219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3" name="pt7663"/>
            <p:cNvSpPr/>
            <p:nvPr/>
          </p:nvSpPr>
          <p:spPr>
            <a:xfrm>
              <a:off x="4405074" y="1919064"/>
              <a:ext cx="74834" cy="74834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4" name="pt7664"/>
            <p:cNvSpPr/>
            <p:nvPr/>
          </p:nvSpPr>
          <p:spPr>
            <a:xfrm>
              <a:off x="4408375" y="202613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5" name="pt7665"/>
            <p:cNvSpPr/>
            <p:nvPr/>
          </p:nvSpPr>
          <p:spPr>
            <a:xfrm>
              <a:off x="4405248" y="201911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6" name="pt7666"/>
            <p:cNvSpPr/>
            <p:nvPr/>
          </p:nvSpPr>
          <p:spPr>
            <a:xfrm>
              <a:off x="4603029" y="168702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7" name="pt7667"/>
            <p:cNvSpPr/>
            <p:nvPr/>
          </p:nvSpPr>
          <p:spPr>
            <a:xfrm>
              <a:off x="4238599" y="1389509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8" name="pt7668"/>
            <p:cNvSpPr/>
            <p:nvPr/>
          </p:nvSpPr>
          <p:spPr>
            <a:xfrm>
              <a:off x="4741591" y="1885035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69" name="pt7669"/>
            <p:cNvSpPr/>
            <p:nvPr/>
          </p:nvSpPr>
          <p:spPr>
            <a:xfrm>
              <a:off x="4438669" y="172827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0" name="pt7670"/>
            <p:cNvSpPr/>
            <p:nvPr/>
          </p:nvSpPr>
          <p:spPr>
            <a:xfrm>
              <a:off x="4427254" y="1876803"/>
              <a:ext cx="74834" cy="7483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1" name="pt7671"/>
            <p:cNvSpPr/>
            <p:nvPr/>
          </p:nvSpPr>
          <p:spPr>
            <a:xfrm>
              <a:off x="4390941" y="206136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2" name="pt7672"/>
            <p:cNvSpPr/>
            <p:nvPr/>
          </p:nvSpPr>
          <p:spPr>
            <a:xfrm>
              <a:off x="4377821" y="2005770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3" name="pt7673"/>
            <p:cNvSpPr/>
            <p:nvPr/>
          </p:nvSpPr>
          <p:spPr>
            <a:xfrm>
              <a:off x="4755440" y="163094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4" name="pt7674"/>
            <p:cNvSpPr/>
            <p:nvPr/>
          </p:nvSpPr>
          <p:spPr>
            <a:xfrm>
              <a:off x="4356336" y="1891105"/>
              <a:ext cx="74834" cy="74834"/>
            </a:xfrm>
            <a:prstGeom prst="ellipse">
              <a:avLst/>
            </a:prstGeom>
            <a:solidFill>
              <a:srgbClr val="7570B3">
                <a:alpha val="5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5" name="pt7675"/>
            <p:cNvSpPr/>
            <p:nvPr/>
          </p:nvSpPr>
          <p:spPr>
            <a:xfrm>
              <a:off x="4452724" y="1862972"/>
              <a:ext cx="48833" cy="48833"/>
            </a:xfrm>
            <a:prstGeom prst="ellipse">
              <a:avLst/>
            </a:prstGeom>
            <a:solidFill>
              <a:srgbClr val="7570B3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6" name="pt7676"/>
            <p:cNvSpPr/>
            <p:nvPr/>
          </p:nvSpPr>
          <p:spPr>
            <a:xfrm>
              <a:off x="4807494" y="158333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7" name="pt7677"/>
            <p:cNvSpPr/>
            <p:nvPr/>
          </p:nvSpPr>
          <p:spPr>
            <a:xfrm>
              <a:off x="4402307" y="1898441"/>
              <a:ext cx="67219" cy="67219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8" name="pt7678"/>
            <p:cNvSpPr/>
            <p:nvPr/>
          </p:nvSpPr>
          <p:spPr>
            <a:xfrm>
              <a:off x="4512826" y="184472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79" name="pg7679"/>
            <p:cNvSpPr/>
            <p:nvPr/>
          </p:nvSpPr>
          <p:spPr>
            <a:xfrm>
              <a:off x="5189458" y="214401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0" name="pt7680"/>
            <p:cNvSpPr/>
            <p:nvPr/>
          </p:nvSpPr>
          <p:spPr>
            <a:xfrm>
              <a:off x="4695472" y="10357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1" name="pt7681"/>
            <p:cNvSpPr/>
            <p:nvPr/>
          </p:nvSpPr>
          <p:spPr>
            <a:xfrm>
              <a:off x="3649454" y="205849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2" name="pt7682"/>
            <p:cNvSpPr/>
            <p:nvPr/>
          </p:nvSpPr>
          <p:spPr>
            <a:xfrm>
              <a:off x="4353037" y="1886919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3" name="pt7683"/>
            <p:cNvSpPr/>
            <p:nvPr/>
          </p:nvSpPr>
          <p:spPr>
            <a:xfrm>
              <a:off x="4382298" y="194711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4" name="pt7684"/>
            <p:cNvSpPr/>
            <p:nvPr/>
          </p:nvSpPr>
          <p:spPr>
            <a:xfrm>
              <a:off x="4437694" y="1943094"/>
              <a:ext cx="48833" cy="48833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5" name="pt7685"/>
            <p:cNvSpPr/>
            <p:nvPr/>
          </p:nvSpPr>
          <p:spPr>
            <a:xfrm>
              <a:off x="4554592" y="167547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6" name="pt7686"/>
            <p:cNvSpPr/>
            <p:nvPr/>
          </p:nvSpPr>
          <p:spPr>
            <a:xfrm>
              <a:off x="3619013" y="206007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7" name="pt7687"/>
            <p:cNvSpPr/>
            <p:nvPr/>
          </p:nvSpPr>
          <p:spPr>
            <a:xfrm>
              <a:off x="4323685" y="1721859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8" name="pt7688"/>
            <p:cNvSpPr/>
            <p:nvPr/>
          </p:nvSpPr>
          <p:spPr>
            <a:xfrm>
              <a:off x="4979502" y="24646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89" name="pt7689"/>
            <p:cNvSpPr/>
            <p:nvPr/>
          </p:nvSpPr>
          <p:spPr>
            <a:xfrm>
              <a:off x="4370058" y="1886362"/>
              <a:ext cx="74834" cy="74834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0" name="pt7690"/>
            <p:cNvSpPr/>
            <p:nvPr/>
          </p:nvSpPr>
          <p:spPr>
            <a:xfrm>
              <a:off x="4050313" y="26037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1" name="pt7691"/>
            <p:cNvSpPr/>
            <p:nvPr/>
          </p:nvSpPr>
          <p:spPr>
            <a:xfrm>
              <a:off x="3589879" y="192305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2" name="pl7692"/>
            <p:cNvSpPr/>
            <p:nvPr/>
          </p:nvSpPr>
          <p:spPr>
            <a:xfrm>
              <a:off x="4987616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3" name="pl7693"/>
            <p:cNvSpPr/>
            <p:nvPr/>
          </p:nvSpPr>
          <p:spPr>
            <a:xfrm>
              <a:off x="4987616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4" name="pl7694"/>
            <p:cNvSpPr/>
            <p:nvPr/>
          </p:nvSpPr>
          <p:spPr>
            <a:xfrm>
              <a:off x="4977502" y="183712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5" name="pl7695"/>
            <p:cNvSpPr/>
            <p:nvPr/>
          </p:nvSpPr>
          <p:spPr>
            <a:xfrm>
              <a:off x="5012032" y="180259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96" name="pt7696"/>
            <p:cNvSpPr/>
            <p:nvPr/>
          </p:nvSpPr>
          <p:spPr>
            <a:xfrm>
              <a:off x="4391164" y="1918181"/>
              <a:ext cx="74834" cy="74834"/>
            </a:xfrm>
            <a:prstGeom prst="ellipse">
              <a:avLst/>
            </a:prstGeom>
            <a:solidFill>
              <a:srgbClr val="7570B3">
                <a:alpha val="9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7" name="pt7697"/>
            <p:cNvSpPr/>
            <p:nvPr/>
          </p:nvSpPr>
          <p:spPr>
            <a:xfrm>
              <a:off x="4485039" y="159293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8" name="pt7698"/>
            <p:cNvSpPr/>
            <p:nvPr/>
          </p:nvSpPr>
          <p:spPr>
            <a:xfrm>
              <a:off x="4329381" y="1880216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699" name="pt7699"/>
            <p:cNvSpPr/>
            <p:nvPr/>
          </p:nvSpPr>
          <p:spPr>
            <a:xfrm>
              <a:off x="4445912" y="160005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0" name="pt7700"/>
            <p:cNvSpPr/>
            <p:nvPr/>
          </p:nvSpPr>
          <p:spPr>
            <a:xfrm>
              <a:off x="4624429" y="191882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1" name="pt7701"/>
            <p:cNvSpPr/>
            <p:nvPr/>
          </p:nvSpPr>
          <p:spPr>
            <a:xfrm>
              <a:off x="4536445" y="206024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2" name="pt7702"/>
            <p:cNvSpPr/>
            <p:nvPr/>
          </p:nvSpPr>
          <p:spPr>
            <a:xfrm>
              <a:off x="4342696" y="1954692"/>
              <a:ext cx="48833" cy="48833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3" name="pt7703"/>
            <p:cNvSpPr/>
            <p:nvPr/>
          </p:nvSpPr>
          <p:spPr>
            <a:xfrm>
              <a:off x="4392890" y="193210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4" name="pt7704"/>
            <p:cNvSpPr/>
            <p:nvPr/>
          </p:nvSpPr>
          <p:spPr>
            <a:xfrm>
              <a:off x="4271314" y="198282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5" name="pt7705"/>
            <p:cNvSpPr/>
            <p:nvPr/>
          </p:nvSpPr>
          <p:spPr>
            <a:xfrm>
              <a:off x="3738152" y="153732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6" name="pg7706"/>
            <p:cNvSpPr/>
            <p:nvPr/>
          </p:nvSpPr>
          <p:spPr>
            <a:xfrm>
              <a:off x="4274422" y="172597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7" name="pt7707"/>
            <p:cNvSpPr/>
            <p:nvPr/>
          </p:nvSpPr>
          <p:spPr>
            <a:xfrm>
              <a:off x="4440614" y="1957151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8" name="pt7708"/>
            <p:cNvSpPr/>
            <p:nvPr/>
          </p:nvSpPr>
          <p:spPr>
            <a:xfrm>
              <a:off x="4355116" y="1842088"/>
              <a:ext cx="74834" cy="74834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09" name="pt7709"/>
            <p:cNvSpPr/>
            <p:nvPr/>
          </p:nvSpPr>
          <p:spPr>
            <a:xfrm>
              <a:off x="4308184" y="189032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0" name="pt7710"/>
            <p:cNvSpPr/>
            <p:nvPr/>
          </p:nvSpPr>
          <p:spPr>
            <a:xfrm>
              <a:off x="4343398" y="1882871"/>
              <a:ext cx="89944" cy="8994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1" name="pg7711"/>
            <p:cNvSpPr/>
            <p:nvPr/>
          </p:nvSpPr>
          <p:spPr>
            <a:xfrm>
              <a:off x="4332474" y="204380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2" name="pt7712"/>
            <p:cNvSpPr/>
            <p:nvPr/>
          </p:nvSpPr>
          <p:spPr>
            <a:xfrm>
              <a:off x="4301854" y="192303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3" name="pt7713"/>
            <p:cNvSpPr/>
            <p:nvPr/>
          </p:nvSpPr>
          <p:spPr>
            <a:xfrm>
              <a:off x="4368064" y="1884614"/>
              <a:ext cx="80678" cy="80678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4" name="pt7714"/>
            <p:cNvSpPr/>
            <p:nvPr/>
          </p:nvSpPr>
          <p:spPr>
            <a:xfrm>
              <a:off x="3767838" y="23844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5" name="pt7715"/>
            <p:cNvSpPr/>
            <p:nvPr/>
          </p:nvSpPr>
          <p:spPr>
            <a:xfrm>
              <a:off x="4548900" y="159607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6" name="pt7716"/>
            <p:cNvSpPr/>
            <p:nvPr/>
          </p:nvSpPr>
          <p:spPr>
            <a:xfrm>
              <a:off x="4388609" y="1919824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7" name="pt7717"/>
            <p:cNvSpPr/>
            <p:nvPr/>
          </p:nvSpPr>
          <p:spPr>
            <a:xfrm>
              <a:off x="4532498" y="143039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8" name="pt7718"/>
            <p:cNvSpPr/>
            <p:nvPr/>
          </p:nvSpPr>
          <p:spPr>
            <a:xfrm>
              <a:off x="4419072" y="213524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19" name="pt7719"/>
            <p:cNvSpPr/>
            <p:nvPr/>
          </p:nvSpPr>
          <p:spPr>
            <a:xfrm>
              <a:off x="4433811" y="208360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0" name="pt7720"/>
            <p:cNvSpPr/>
            <p:nvPr/>
          </p:nvSpPr>
          <p:spPr>
            <a:xfrm>
              <a:off x="4617150" y="171872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1" name="pt7721"/>
            <p:cNvSpPr/>
            <p:nvPr/>
          </p:nvSpPr>
          <p:spPr>
            <a:xfrm>
              <a:off x="3630321" y="167387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2" name="pt7722"/>
            <p:cNvSpPr/>
            <p:nvPr/>
          </p:nvSpPr>
          <p:spPr>
            <a:xfrm>
              <a:off x="3618468" y="167182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3" name="pg7723"/>
            <p:cNvSpPr/>
            <p:nvPr/>
          </p:nvSpPr>
          <p:spPr>
            <a:xfrm>
              <a:off x="4477083" y="151977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4" name="pt7724"/>
            <p:cNvSpPr/>
            <p:nvPr/>
          </p:nvSpPr>
          <p:spPr>
            <a:xfrm>
              <a:off x="4350208" y="1896937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5" name="pt7725"/>
            <p:cNvSpPr/>
            <p:nvPr/>
          </p:nvSpPr>
          <p:spPr>
            <a:xfrm>
              <a:off x="4858016" y="171841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6" name="pt7726"/>
            <p:cNvSpPr/>
            <p:nvPr/>
          </p:nvSpPr>
          <p:spPr>
            <a:xfrm>
              <a:off x="4400099" y="1874924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7" name="pg7727"/>
            <p:cNvSpPr/>
            <p:nvPr/>
          </p:nvSpPr>
          <p:spPr>
            <a:xfrm>
              <a:off x="4356993" y="18649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8" name="pt7728"/>
            <p:cNvSpPr/>
            <p:nvPr/>
          </p:nvSpPr>
          <p:spPr>
            <a:xfrm>
              <a:off x="4381115" y="1932371"/>
              <a:ext cx="80678" cy="80678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29" name="pt7729"/>
            <p:cNvSpPr/>
            <p:nvPr/>
          </p:nvSpPr>
          <p:spPr>
            <a:xfrm>
              <a:off x="4546634" y="169042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0" name="pt7730"/>
            <p:cNvSpPr/>
            <p:nvPr/>
          </p:nvSpPr>
          <p:spPr>
            <a:xfrm>
              <a:off x="3714828" y="151744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1" name="pt7731"/>
            <p:cNvSpPr/>
            <p:nvPr/>
          </p:nvSpPr>
          <p:spPr>
            <a:xfrm>
              <a:off x="4969294" y="229066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2" name="pt7732"/>
            <p:cNvSpPr/>
            <p:nvPr/>
          </p:nvSpPr>
          <p:spPr>
            <a:xfrm>
              <a:off x="5030336" y="12516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3" name="pl7733"/>
            <p:cNvSpPr/>
            <p:nvPr/>
          </p:nvSpPr>
          <p:spPr>
            <a:xfrm>
              <a:off x="4553614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4" name="pl7734"/>
            <p:cNvSpPr/>
            <p:nvPr/>
          </p:nvSpPr>
          <p:spPr>
            <a:xfrm>
              <a:off x="4553614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5" name="pl7735"/>
            <p:cNvSpPr/>
            <p:nvPr/>
          </p:nvSpPr>
          <p:spPr>
            <a:xfrm>
              <a:off x="4543500" y="19584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6" name="pl7736"/>
            <p:cNvSpPr/>
            <p:nvPr/>
          </p:nvSpPr>
          <p:spPr>
            <a:xfrm>
              <a:off x="4578031" y="19239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37" name="pt7737"/>
            <p:cNvSpPr/>
            <p:nvPr/>
          </p:nvSpPr>
          <p:spPr>
            <a:xfrm>
              <a:off x="4372637" y="196244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8" name="pt7738"/>
            <p:cNvSpPr/>
            <p:nvPr/>
          </p:nvSpPr>
          <p:spPr>
            <a:xfrm>
              <a:off x="4549515" y="1937677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39" name="pt7739"/>
            <p:cNvSpPr/>
            <p:nvPr/>
          </p:nvSpPr>
          <p:spPr>
            <a:xfrm>
              <a:off x="5126774" y="1361147"/>
              <a:ext cx="48833" cy="48833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0" name="pl7740"/>
            <p:cNvSpPr/>
            <p:nvPr/>
          </p:nvSpPr>
          <p:spPr>
            <a:xfrm>
              <a:off x="4824662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1" name="pl7741"/>
            <p:cNvSpPr/>
            <p:nvPr/>
          </p:nvSpPr>
          <p:spPr>
            <a:xfrm>
              <a:off x="4824662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2" name="pl7742"/>
            <p:cNvSpPr/>
            <p:nvPr/>
          </p:nvSpPr>
          <p:spPr>
            <a:xfrm>
              <a:off x="4814548" y="19533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3" name="pl7743"/>
            <p:cNvSpPr/>
            <p:nvPr/>
          </p:nvSpPr>
          <p:spPr>
            <a:xfrm>
              <a:off x="4849079" y="19188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44" name="pt7744"/>
            <p:cNvSpPr/>
            <p:nvPr/>
          </p:nvSpPr>
          <p:spPr>
            <a:xfrm>
              <a:off x="4324416" y="1962783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5" name="pt7745"/>
            <p:cNvSpPr/>
            <p:nvPr/>
          </p:nvSpPr>
          <p:spPr>
            <a:xfrm>
              <a:off x="4342271" y="1906280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6" name="pt7746"/>
            <p:cNvSpPr/>
            <p:nvPr/>
          </p:nvSpPr>
          <p:spPr>
            <a:xfrm>
              <a:off x="4401468" y="1910276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7" name="pt7747"/>
            <p:cNvSpPr/>
            <p:nvPr/>
          </p:nvSpPr>
          <p:spPr>
            <a:xfrm>
              <a:off x="4801446" y="191499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8" name="pt7748"/>
            <p:cNvSpPr/>
            <p:nvPr/>
          </p:nvSpPr>
          <p:spPr>
            <a:xfrm>
              <a:off x="4370872" y="1938191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49" name="pt7749"/>
            <p:cNvSpPr/>
            <p:nvPr/>
          </p:nvSpPr>
          <p:spPr>
            <a:xfrm>
              <a:off x="4318853" y="1805320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50" name="pl7750"/>
            <p:cNvSpPr/>
            <p:nvPr/>
          </p:nvSpPr>
          <p:spPr>
            <a:xfrm>
              <a:off x="4458618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1" name="pl7751"/>
            <p:cNvSpPr/>
            <p:nvPr/>
          </p:nvSpPr>
          <p:spPr>
            <a:xfrm>
              <a:off x="4458618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2" name="pl7752"/>
            <p:cNvSpPr/>
            <p:nvPr/>
          </p:nvSpPr>
          <p:spPr>
            <a:xfrm>
              <a:off x="4443119" y="1973938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3" name="pl7753"/>
            <p:cNvSpPr/>
            <p:nvPr/>
          </p:nvSpPr>
          <p:spPr>
            <a:xfrm>
              <a:off x="4496035" y="1921022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4" name="pl7754"/>
            <p:cNvSpPr/>
            <p:nvPr/>
          </p:nvSpPr>
          <p:spPr>
            <a:xfrm>
              <a:off x="3604910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5" name="pl7755"/>
            <p:cNvSpPr/>
            <p:nvPr/>
          </p:nvSpPr>
          <p:spPr>
            <a:xfrm>
              <a:off x="3604910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6" name="pl7756"/>
            <p:cNvSpPr/>
            <p:nvPr/>
          </p:nvSpPr>
          <p:spPr>
            <a:xfrm>
              <a:off x="3594796" y="19618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7" name="pl7757"/>
            <p:cNvSpPr/>
            <p:nvPr/>
          </p:nvSpPr>
          <p:spPr>
            <a:xfrm>
              <a:off x="3629327" y="192736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58" name="pt7758"/>
            <p:cNvSpPr/>
            <p:nvPr/>
          </p:nvSpPr>
          <p:spPr>
            <a:xfrm>
              <a:off x="4334683" y="186953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59" name="pl7759"/>
            <p:cNvSpPr/>
            <p:nvPr/>
          </p:nvSpPr>
          <p:spPr>
            <a:xfrm>
              <a:off x="4828289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0" name="pl7760"/>
            <p:cNvSpPr/>
            <p:nvPr/>
          </p:nvSpPr>
          <p:spPr>
            <a:xfrm>
              <a:off x="4828289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1" name="pl7761"/>
            <p:cNvSpPr/>
            <p:nvPr/>
          </p:nvSpPr>
          <p:spPr>
            <a:xfrm>
              <a:off x="4818176" y="19389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2" name="pl7762"/>
            <p:cNvSpPr/>
            <p:nvPr/>
          </p:nvSpPr>
          <p:spPr>
            <a:xfrm>
              <a:off x="4852706" y="19043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3" name="pl7763"/>
            <p:cNvSpPr/>
            <p:nvPr/>
          </p:nvSpPr>
          <p:spPr>
            <a:xfrm>
              <a:off x="4411237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4" name="pl7764"/>
            <p:cNvSpPr/>
            <p:nvPr/>
          </p:nvSpPr>
          <p:spPr>
            <a:xfrm>
              <a:off x="4411237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5" name="pl7765"/>
            <p:cNvSpPr/>
            <p:nvPr/>
          </p:nvSpPr>
          <p:spPr>
            <a:xfrm>
              <a:off x="4401123" y="270352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6" name="pl7766"/>
            <p:cNvSpPr/>
            <p:nvPr/>
          </p:nvSpPr>
          <p:spPr>
            <a:xfrm>
              <a:off x="4435654" y="26689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67" name="pt7767"/>
            <p:cNvSpPr/>
            <p:nvPr/>
          </p:nvSpPr>
          <p:spPr>
            <a:xfrm>
              <a:off x="4757963" y="108721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68" name="pt7768"/>
            <p:cNvSpPr/>
            <p:nvPr/>
          </p:nvSpPr>
          <p:spPr>
            <a:xfrm>
              <a:off x="4389803" y="203264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69" name="pl7769"/>
            <p:cNvSpPr/>
            <p:nvPr/>
          </p:nvSpPr>
          <p:spPr>
            <a:xfrm>
              <a:off x="4261887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0" name="pl7770"/>
            <p:cNvSpPr/>
            <p:nvPr/>
          </p:nvSpPr>
          <p:spPr>
            <a:xfrm>
              <a:off x="4261887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1" name="pt7771"/>
            <p:cNvSpPr/>
            <p:nvPr/>
          </p:nvSpPr>
          <p:spPr>
            <a:xfrm>
              <a:off x="4476682" y="211314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2" name="pl7772"/>
            <p:cNvSpPr/>
            <p:nvPr/>
          </p:nvSpPr>
          <p:spPr>
            <a:xfrm>
              <a:off x="4476682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3" name="pl7773"/>
            <p:cNvSpPr/>
            <p:nvPr/>
          </p:nvSpPr>
          <p:spPr>
            <a:xfrm>
              <a:off x="4476682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74" name="pt7774"/>
            <p:cNvSpPr/>
            <p:nvPr/>
          </p:nvSpPr>
          <p:spPr>
            <a:xfrm>
              <a:off x="4142864" y="134445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5" name="pt7775"/>
            <p:cNvSpPr/>
            <p:nvPr/>
          </p:nvSpPr>
          <p:spPr>
            <a:xfrm>
              <a:off x="3968159" y="1266324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6" name="pt7776"/>
            <p:cNvSpPr/>
            <p:nvPr/>
          </p:nvSpPr>
          <p:spPr>
            <a:xfrm>
              <a:off x="4474549" y="220212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7" name="pt7777"/>
            <p:cNvSpPr/>
            <p:nvPr/>
          </p:nvSpPr>
          <p:spPr>
            <a:xfrm>
              <a:off x="3895480" y="115384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8" name="pt7778"/>
            <p:cNvSpPr/>
            <p:nvPr/>
          </p:nvSpPr>
          <p:spPr>
            <a:xfrm>
              <a:off x="4400365" y="1923423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79" name="pg7779"/>
            <p:cNvSpPr/>
            <p:nvPr/>
          </p:nvSpPr>
          <p:spPr>
            <a:xfrm>
              <a:off x="4399496" y="18354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0" name="pt7780"/>
            <p:cNvSpPr/>
            <p:nvPr/>
          </p:nvSpPr>
          <p:spPr>
            <a:xfrm>
              <a:off x="4483708" y="220321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1" name="pt7781"/>
            <p:cNvSpPr/>
            <p:nvPr/>
          </p:nvSpPr>
          <p:spPr>
            <a:xfrm>
              <a:off x="4277849" y="222174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2" name="pt7782"/>
            <p:cNvSpPr/>
            <p:nvPr/>
          </p:nvSpPr>
          <p:spPr>
            <a:xfrm>
              <a:off x="4890119" y="254189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3" name="pt7783"/>
            <p:cNvSpPr/>
            <p:nvPr/>
          </p:nvSpPr>
          <p:spPr>
            <a:xfrm>
              <a:off x="4671936" y="181920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4" name="pt7784"/>
            <p:cNvSpPr/>
            <p:nvPr/>
          </p:nvSpPr>
          <p:spPr>
            <a:xfrm>
              <a:off x="4489986" y="160858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5" name="pt7785"/>
            <p:cNvSpPr/>
            <p:nvPr/>
          </p:nvSpPr>
          <p:spPr>
            <a:xfrm>
              <a:off x="3697164" y="218313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6" name="pt7786"/>
            <p:cNvSpPr/>
            <p:nvPr/>
          </p:nvSpPr>
          <p:spPr>
            <a:xfrm>
              <a:off x="4582847" y="169315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7" name="pt7787"/>
            <p:cNvSpPr/>
            <p:nvPr/>
          </p:nvSpPr>
          <p:spPr>
            <a:xfrm>
              <a:off x="4372486" y="1943689"/>
              <a:ext cx="48833" cy="48833"/>
            </a:xfrm>
            <a:prstGeom prst="ellipse">
              <a:avLst/>
            </a:prstGeom>
            <a:solidFill>
              <a:srgbClr val="7570B3">
                <a:alpha val="6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8" name="pt7788"/>
            <p:cNvSpPr/>
            <p:nvPr/>
          </p:nvSpPr>
          <p:spPr>
            <a:xfrm>
              <a:off x="4722925" y="185718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89" name="pl7789"/>
            <p:cNvSpPr/>
            <p:nvPr/>
          </p:nvSpPr>
          <p:spPr>
            <a:xfrm>
              <a:off x="4471922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0" name="pl7790"/>
            <p:cNvSpPr/>
            <p:nvPr/>
          </p:nvSpPr>
          <p:spPr>
            <a:xfrm>
              <a:off x="4471922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91" name="pt7791"/>
            <p:cNvSpPr/>
            <p:nvPr/>
          </p:nvSpPr>
          <p:spPr>
            <a:xfrm>
              <a:off x="4357899" y="185123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2" name="pt7792"/>
            <p:cNvSpPr/>
            <p:nvPr/>
          </p:nvSpPr>
          <p:spPr>
            <a:xfrm>
              <a:off x="4630283" y="1508021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3" name="pt7793"/>
            <p:cNvSpPr/>
            <p:nvPr/>
          </p:nvSpPr>
          <p:spPr>
            <a:xfrm>
              <a:off x="4347489" y="1855397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4" name="pt7794"/>
            <p:cNvSpPr/>
            <p:nvPr/>
          </p:nvSpPr>
          <p:spPr>
            <a:xfrm>
              <a:off x="4817591" y="160231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5" name="pt7795"/>
            <p:cNvSpPr/>
            <p:nvPr/>
          </p:nvSpPr>
          <p:spPr>
            <a:xfrm>
              <a:off x="4577440" y="166012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6" name="pt7796"/>
            <p:cNvSpPr/>
            <p:nvPr/>
          </p:nvSpPr>
          <p:spPr>
            <a:xfrm>
              <a:off x="4051387" y="259738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7" name="pt7797"/>
            <p:cNvSpPr/>
            <p:nvPr/>
          </p:nvSpPr>
          <p:spPr>
            <a:xfrm>
              <a:off x="4376069" y="271897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8" name="pt7798"/>
            <p:cNvSpPr/>
            <p:nvPr/>
          </p:nvSpPr>
          <p:spPr>
            <a:xfrm>
              <a:off x="5168895" y="224259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799" name="pt7799"/>
            <p:cNvSpPr/>
            <p:nvPr/>
          </p:nvSpPr>
          <p:spPr>
            <a:xfrm>
              <a:off x="4343280" y="195843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0" name="pt7800"/>
            <p:cNvSpPr/>
            <p:nvPr/>
          </p:nvSpPr>
          <p:spPr>
            <a:xfrm>
              <a:off x="4654870" y="162972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1" name="pt7801"/>
            <p:cNvSpPr/>
            <p:nvPr/>
          </p:nvSpPr>
          <p:spPr>
            <a:xfrm>
              <a:off x="4385145" y="1869730"/>
              <a:ext cx="67219" cy="67219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2" name="pt7802"/>
            <p:cNvSpPr/>
            <p:nvPr/>
          </p:nvSpPr>
          <p:spPr>
            <a:xfrm>
              <a:off x="4391047" y="187658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3" name="pt7803"/>
            <p:cNvSpPr/>
            <p:nvPr/>
          </p:nvSpPr>
          <p:spPr>
            <a:xfrm>
              <a:off x="4407224" y="195426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4" name="pt7804"/>
            <p:cNvSpPr/>
            <p:nvPr/>
          </p:nvSpPr>
          <p:spPr>
            <a:xfrm>
              <a:off x="4199928" y="10379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5" name="pt7805"/>
            <p:cNvSpPr/>
            <p:nvPr/>
          </p:nvSpPr>
          <p:spPr>
            <a:xfrm>
              <a:off x="4321641" y="10218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6" name="pt7806"/>
            <p:cNvSpPr/>
            <p:nvPr/>
          </p:nvSpPr>
          <p:spPr>
            <a:xfrm>
              <a:off x="4380809" y="1954111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7" name="pt7807"/>
            <p:cNvSpPr/>
            <p:nvPr/>
          </p:nvSpPr>
          <p:spPr>
            <a:xfrm>
              <a:off x="4986037" y="244521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8" name="pt7808"/>
            <p:cNvSpPr/>
            <p:nvPr/>
          </p:nvSpPr>
          <p:spPr>
            <a:xfrm>
              <a:off x="4435937" y="238503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09" name="pt7809"/>
            <p:cNvSpPr/>
            <p:nvPr/>
          </p:nvSpPr>
          <p:spPr>
            <a:xfrm>
              <a:off x="4489407" y="194709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0" name="pt7810"/>
            <p:cNvSpPr/>
            <p:nvPr/>
          </p:nvSpPr>
          <p:spPr>
            <a:xfrm>
              <a:off x="4525813" y="183860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1" name="pt7811"/>
            <p:cNvSpPr/>
            <p:nvPr/>
          </p:nvSpPr>
          <p:spPr>
            <a:xfrm>
              <a:off x="4352266" y="1860121"/>
              <a:ext cx="89944" cy="89944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2" name="pt7812"/>
            <p:cNvSpPr/>
            <p:nvPr/>
          </p:nvSpPr>
          <p:spPr>
            <a:xfrm>
              <a:off x="4366239" y="1883836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3" name="pt7813"/>
            <p:cNvSpPr/>
            <p:nvPr/>
          </p:nvSpPr>
          <p:spPr>
            <a:xfrm>
              <a:off x="4743892" y="163241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4" name="pt7814"/>
            <p:cNvSpPr/>
            <p:nvPr/>
          </p:nvSpPr>
          <p:spPr>
            <a:xfrm>
              <a:off x="3994482" y="117925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5" name="pt7815"/>
            <p:cNvSpPr/>
            <p:nvPr/>
          </p:nvSpPr>
          <p:spPr>
            <a:xfrm>
              <a:off x="4445903" y="2399345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6" name="pl7816"/>
            <p:cNvSpPr/>
            <p:nvPr/>
          </p:nvSpPr>
          <p:spPr>
            <a:xfrm>
              <a:off x="4445903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7" name="pl7817"/>
            <p:cNvSpPr/>
            <p:nvPr/>
          </p:nvSpPr>
          <p:spPr>
            <a:xfrm>
              <a:off x="4445903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18" name="pt7818"/>
            <p:cNvSpPr/>
            <p:nvPr/>
          </p:nvSpPr>
          <p:spPr>
            <a:xfrm>
              <a:off x="4095675" y="1074440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19" name="pt7819"/>
            <p:cNvSpPr/>
            <p:nvPr/>
          </p:nvSpPr>
          <p:spPr>
            <a:xfrm>
              <a:off x="4370707" y="204902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0" name="pt7820"/>
            <p:cNvSpPr/>
            <p:nvPr/>
          </p:nvSpPr>
          <p:spPr>
            <a:xfrm>
              <a:off x="4406284" y="195109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1" name="pl7821"/>
            <p:cNvSpPr/>
            <p:nvPr/>
          </p:nvSpPr>
          <p:spPr>
            <a:xfrm>
              <a:off x="4311242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2" name="pl7822"/>
            <p:cNvSpPr/>
            <p:nvPr/>
          </p:nvSpPr>
          <p:spPr>
            <a:xfrm>
              <a:off x="4311242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23" name="pt7823"/>
            <p:cNvSpPr/>
            <p:nvPr/>
          </p:nvSpPr>
          <p:spPr>
            <a:xfrm>
              <a:off x="4450638" y="1859979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4" name="pt7824"/>
            <p:cNvSpPr/>
            <p:nvPr/>
          </p:nvSpPr>
          <p:spPr>
            <a:xfrm>
              <a:off x="4698680" y="2628545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5" name="pt7825"/>
            <p:cNvSpPr/>
            <p:nvPr/>
          </p:nvSpPr>
          <p:spPr>
            <a:xfrm>
              <a:off x="4416371" y="193781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6" name="pt7826"/>
            <p:cNvSpPr/>
            <p:nvPr/>
          </p:nvSpPr>
          <p:spPr>
            <a:xfrm>
              <a:off x="4470116" y="15385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7" name="pt7827"/>
            <p:cNvSpPr/>
            <p:nvPr/>
          </p:nvSpPr>
          <p:spPr>
            <a:xfrm>
              <a:off x="4561759" y="16950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8" name="pt7828"/>
            <p:cNvSpPr/>
            <p:nvPr/>
          </p:nvSpPr>
          <p:spPr>
            <a:xfrm>
              <a:off x="4304980" y="2572848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29" name="pt7829"/>
            <p:cNvSpPr/>
            <p:nvPr/>
          </p:nvSpPr>
          <p:spPr>
            <a:xfrm>
              <a:off x="4347198" y="1951196"/>
              <a:ext cx="48833" cy="48833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0" name="pt7830"/>
            <p:cNvSpPr/>
            <p:nvPr/>
          </p:nvSpPr>
          <p:spPr>
            <a:xfrm>
              <a:off x="4374284" y="1905616"/>
              <a:ext cx="80678" cy="80678"/>
            </a:xfrm>
            <a:prstGeom prst="ellipse">
              <a:avLst/>
            </a:prstGeom>
            <a:solidFill>
              <a:srgbClr val="7570B3">
                <a:alpha val="8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1" name="pt7831"/>
            <p:cNvSpPr/>
            <p:nvPr/>
          </p:nvSpPr>
          <p:spPr>
            <a:xfrm>
              <a:off x="4441225" y="1924260"/>
              <a:ext cx="85604" cy="8560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2" name="pt7832"/>
            <p:cNvSpPr/>
            <p:nvPr/>
          </p:nvSpPr>
          <p:spPr>
            <a:xfrm>
              <a:off x="4437704" y="1924127"/>
              <a:ext cx="89944" cy="8994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3" name="pt7833"/>
            <p:cNvSpPr/>
            <p:nvPr/>
          </p:nvSpPr>
          <p:spPr>
            <a:xfrm>
              <a:off x="4395251" y="1967934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4" name="pt7834"/>
            <p:cNvSpPr/>
            <p:nvPr/>
          </p:nvSpPr>
          <p:spPr>
            <a:xfrm>
              <a:off x="4356910" y="1721393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5" name="pt7835"/>
            <p:cNvSpPr/>
            <p:nvPr/>
          </p:nvSpPr>
          <p:spPr>
            <a:xfrm>
              <a:off x="5163072" y="223246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6" name="pt7836"/>
            <p:cNvSpPr/>
            <p:nvPr/>
          </p:nvSpPr>
          <p:spPr>
            <a:xfrm>
              <a:off x="4341745" y="1881720"/>
              <a:ext cx="67219" cy="67219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7" name="pt7837"/>
            <p:cNvSpPr/>
            <p:nvPr/>
          </p:nvSpPr>
          <p:spPr>
            <a:xfrm>
              <a:off x="4103999" y="1075131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8" name="pt7838"/>
            <p:cNvSpPr/>
            <p:nvPr/>
          </p:nvSpPr>
          <p:spPr>
            <a:xfrm>
              <a:off x="4415574" y="214332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39" name="pt7839"/>
            <p:cNvSpPr/>
            <p:nvPr/>
          </p:nvSpPr>
          <p:spPr>
            <a:xfrm>
              <a:off x="4470502" y="164917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0" name="pt7840"/>
            <p:cNvSpPr/>
            <p:nvPr/>
          </p:nvSpPr>
          <p:spPr>
            <a:xfrm>
              <a:off x="4380708" y="271948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1" name="pg7841"/>
            <p:cNvSpPr/>
            <p:nvPr/>
          </p:nvSpPr>
          <p:spPr>
            <a:xfrm>
              <a:off x="4332618" y="19332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2" name="pt7842"/>
            <p:cNvSpPr/>
            <p:nvPr/>
          </p:nvSpPr>
          <p:spPr>
            <a:xfrm>
              <a:off x="4952564" y="155438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3" name="pt7843"/>
            <p:cNvSpPr/>
            <p:nvPr/>
          </p:nvSpPr>
          <p:spPr>
            <a:xfrm>
              <a:off x="4669176" y="172050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4" name="pt7844"/>
            <p:cNvSpPr/>
            <p:nvPr/>
          </p:nvSpPr>
          <p:spPr>
            <a:xfrm>
              <a:off x="4427743" y="1951092"/>
              <a:ext cx="48833" cy="48833"/>
            </a:xfrm>
            <a:prstGeom prst="ellipse">
              <a:avLst/>
            </a:prstGeom>
            <a:solidFill>
              <a:srgbClr val="7570B3">
                <a:alpha val="4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5" name="pt7845"/>
            <p:cNvSpPr/>
            <p:nvPr/>
          </p:nvSpPr>
          <p:spPr>
            <a:xfrm>
              <a:off x="4967935" y="227909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6" name="pt7846"/>
            <p:cNvSpPr/>
            <p:nvPr/>
          </p:nvSpPr>
          <p:spPr>
            <a:xfrm>
              <a:off x="4438961" y="146747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7" name="pg7847"/>
            <p:cNvSpPr/>
            <p:nvPr/>
          </p:nvSpPr>
          <p:spPr>
            <a:xfrm>
              <a:off x="4673573" y="1748267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8" name="pt7848"/>
            <p:cNvSpPr/>
            <p:nvPr/>
          </p:nvSpPr>
          <p:spPr>
            <a:xfrm>
              <a:off x="4507619" y="184658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49" name="pl7849"/>
            <p:cNvSpPr/>
            <p:nvPr/>
          </p:nvSpPr>
          <p:spPr>
            <a:xfrm>
              <a:off x="4230137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0" name="pl7850"/>
            <p:cNvSpPr/>
            <p:nvPr/>
          </p:nvSpPr>
          <p:spPr>
            <a:xfrm>
              <a:off x="4230137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1" name="pl7851"/>
            <p:cNvSpPr/>
            <p:nvPr/>
          </p:nvSpPr>
          <p:spPr>
            <a:xfrm>
              <a:off x="4220023" y="20178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2" name="pl7852"/>
            <p:cNvSpPr/>
            <p:nvPr/>
          </p:nvSpPr>
          <p:spPr>
            <a:xfrm>
              <a:off x="4254554" y="19833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53" name="pg7853"/>
            <p:cNvSpPr/>
            <p:nvPr/>
          </p:nvSpPr>
          <p:spPr>
            <a:xfrm>
              <a:off x="4298739" y="17474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4" name="pt7854"/>
            <p:cNvSpPr/>
            <p:nvPr/>
          </p:nvSpPr>
          <p:spPr>
            <a:xfrm>
              <a:off x="4886500" y="17173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5" name="pg7855"/>
            <p:cNvSpPr/>
            <p:nvPr/>
          </p:nvSpPr>
          <p:spPr>
            <a:xfrm>
              <a:off x="4312968" y="17749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6" name="pt7856"/>
            <p:cNvSpPr/>
            <p:nvPr/>
          </p:nvSpPr>
          <p:spPr>
            <a:xfrm>
              <a:off x="4334146" y="1864905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7" name="pg7857"/>
            <p:cNvSpPr/>
            <p:nvPr/>
          </p:nvSpPr>
          <p:spPr>
            <a:xfrm>
              <a:off x="4471240" y="14683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8" name="pt7858"/>
            <p:cNvSpPr/>
            <p:nvPr/>
          </p:nvSpPr>
          <p:spPr>
            <a:xfrm>
              <a:off x="5013688" y="245287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59" name="pt7859"/>
            <p:cNvSpPr/>
            <p:nvPr/>
          </p:nvSpPr>
          <p:spPr>
            <a:xfrm>
              <a:off x="4383899" y="1899054"/>
              <a:ext cx="67219" cy="67219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0" name="pt7860"/>
            <p:cNvSpPr/>
            <p:nvPr/>
          </p:nvSpPr>
          <p:spPr>
            <a:xfrm>
              <a:off x="4317214" y="1796720"/>
              <a:ext cx="74834" cy="7483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1" name="pt7861"/>
            <p:cNvSpPr/>
            <p:nvPr/>
          </p:nvSpPr>
          <p:spPr>
            <a:xfrm>
              <a:off x="4262391" y="195815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2" name="pt7862"/>
            <p:cNvSpPr/>
            <p:nvPr/>
          </p:nvSpPr>
          <p:spPr>
            <a:xfrm>
              <a:off x="4518860" y="101091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3" name="pt7863"/>
            <p:cNvSpPr/>
            <p:nvPr/>
          </p:nvSpPr>
          <p:spPr>
            <a:xfrm>
              <a:off x="4547422" y="103098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4" name="pt7864"/>
            <p:cNvSpPr/>
            <p:nvPr/>
          </p:nvSpPr>
          <p:spPr>
            <a:xfrm>
              <a:off x="3744417" y="21828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5" name="pt7865"/>
            <p:cNvSpPr/>
            <p:nvPr/>
          </p:nvSpPr>
          <p:spPr>
            <a:xfrm>
              <a:off x="4587131" y="169973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66" name="pl7866"/>
            <p:cNvSpPr/>
            <p:nvPr/>
          </p:nvSpPr>
          <p:spPr>
            <a:xfrm>
              <a:off x="4506781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7" name="pl7867"/>
            <p:cNvSpPr/>
            <p:nvPr/>
          </p:nvSpPr>
          <p:spPr>
            <a:xfrm>
              <a:off x="4506781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8" name="pl7868"/>
            <p:cNvSpPr/>
            <p:nvPr/>
          </p:nvSpPr>
          <p:spPr>
            <a:xfrm>
              <a:off x="4496668" y="187895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69" name="pl7869"/>
            <p:cNvSpPr/>
            <p:nvPr/>
          </p:nvSpPr>
          <p:spPr>
            <a:xfrm>
              <a:off x="4531198" y="18444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70" name="pt7870"/>
            <p:cNvSpPr/>
            <p:nvPr/>
          </p:nvSpPr>
          <p:spPr>
            <a:xfrm>
              <a:off x="4375746" y="1897491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1" name="pt7871"/>
            <p:cNvSpPr/>
            <p:nvPr/>
          </p:nvSpPr>
          <p:spPr>
            <a:xfrm>
              <a:off x="4784701" y="151211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2" name="pt7872"/>
            <p:cNvSpPr/>
            <p:nvPr/>
          </p:nvSpPr>
          <p:spPr>
            <a:xfrm>
              <a:off x="4397790" y="1853954"/>
              <a:ext cx="80678" cy="80678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3" name="pt7873"/>
            <p:cNvSpPr/>
            <p:nvPr/>
          </p:nvSpPr>
          <p:spPr>
            <a:xfrm>
              <a:off x="4370451" y="1906944"/>
              <a:ext cx="80678" cy="80678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4" name="pt7874"/>
            <p:cNvSpPr/>
            <p:nvPr/>
          </p:nvSpPr>
          <p:spPr>
            <a:xfrm>
              <a:off x="4377245" y="170816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5" name="pt7875"/>
            <p:cNvSpPr/>
            <p:nvPr/>
          </p:nvSpPr>
          <p:spPr>
            <a:xfrm>
              <a:off x="3884465" y="247894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6" name="pt7876"/>
            <p:cNvSpPr/>
            <p:nvPr/>
          </p:nvSpPr>
          <p:spPr>
            <a:xfrm>
              <a:off x="4377331" y="1937155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7" name="pt7877"/>
            <p:cNvSpPr/>
            <p:nvPr/>
          </p:nvSpPr>
          <p:spPr>
            <a:xfrm>
              <a:off x="4332728" y="228427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8" name="pt7878"/>
            <p:cNvSpPr/>
            <p:nvPr/>
          </p:nvSpPr>
          <p:spPr>
            <a:xfrm>
              <a:off x="4544594" y="1686314"/>
              <a:ext cx="93868" cy="9386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79" name="pt7879"/>
            <p:cNvSpPr/>
            <p:nvPr/>
          </p:nvSpPr>
          <p:spPr>
            <a:xfrm>
              <a:off x="4332343" y="1857077"/>
              <a:ext cx="89944" cy="89944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0" name="pt7880"/>
            <p:cNvSpPr/>
            <p:nvPr/>
          </p:nvSpPr>
          <p:spPr>
            <a:xfrm>
              <a:off x="4591137" y="1663252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1" name="pt7881"/>
            <p:cNvSpPr/>
            <p:nvPr/>
          </p:nvSpPr>
          <p:spPr>
            <a:xfrm>
              <a:off x="3638198" y="1565377"/>
              <a:ext cx="48833" cy="48833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2" name="pt7882"/>
            <p:cNvSpPr/>
            <p:nvPr/>
          </p:nvSpPr>
          <p:spPr>
            <a:xfrm>
              <a:off x="4388605" y="1941074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3" name="pt7883"/>
            <p:cNvSpPr/>
            <p:nvPr/>
          </p:nvSpPr>
          <p:spPr>
            <a:xfrm>
              <a:off x="4471837" y="160001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4" name="pt7884"/>
            <p:cNvSpPr/>
            <p:nvPr/>
          </p:nvSpPr>
          <p:spPr>
            <a:xfrm>
              <a:off x="4347847" y="1946784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5" name="pt7885"/>
            <p:cNvSpPr/>
            <p:nvPr/>
          </p:nvSpPr>
          <p:spPr>
            <a:xfrm>
              <a:off x="4512638" y="149477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6" name="pt7886"/>
            <p:cNvSpPr/>
            <p:nvPr/>
          </p:nvSpPr>
          <p:spPr>
            <a:xfrm>
              <a:off x="4698688" y="2642975"/>
              <a:ext cx="48833" cy="48833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7" name="pt7887"/>
            <p:cNvSpPr/>
            <p:nvPr/>
          </p:nvSpPr>
          <p:spPr>
            <a:xfrm>
              <a:off x="4341078" y="1894819"/>
              <a:ext cx="80678" cy="80678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8" name="pt7888"/>
            <p:cNvSpPr/>
            <p:nvPr/>
          </p:nvSpPr>
          <p:spPr>
            <a:xfrm>
              <a:off x="4518920" y="1613293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89" name="pt7889"/>
            <p:cNvSpPr/>
            <p:nvPr/>
          </p:nvSpPr>
          <p:spPr>
            <a:xfrm>
              <a:off x="3633994" y="208448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0" name="pt7890"/>
            <p:cNvSpPr/>
            <p:nvPr/>
          </p:nvSpPr>
          <p:spPr>
            <a:xfrm>
              <a:off x="4013332" y="127498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1" name="pt7891"/>
            <p:cNvSpPr/>
            <p:nvPr/>
          </p:nvSpPr>
          <p:spPr>
            <a:xfrm>
              <a:off x="4229735" y="1976715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2" name="pt7892"/>
            <p:cNvSpPr/>
            <p:nvPr/>
          </p:nvSpPr>
          <p:spPr>
            <a:xfrm>
              <a:off x="4629059" y="1045021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3" name="pt7893"/>
            <p:cNvSpPr/>
            <p:nvPr/>
          </p:nvSpPr>
          <p:spPr>
            <a:xfrm>
              <a:off x="4383760" y="1903176"/>
              <a:ext cx="80678" cy="80678"/>
            </a:xfrm>
            <a:prstGeom prst="ellipse">
              <a:avLst/>
            </a:prstGeom>
            <a:solidFill>
              <a:srgbClr val="7570B3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4" name="pg7894"/>
            <p:cNvSpPr/>
            <p:nvPr/>
          </p:nvSpPr>
          <p:spPr>
            <a:xfrm>
              <a:off x="4924829" y="11543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5" name="pt7895"/>
            <p:cNvSpPr/>
            <p:nvPr/>
          </p:nvSpPr>
          <p:spPr>
            <a:xfrm>
              <a:off x="4324980" y="1730467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6" name="pt7896"/>
            <p:cNvSpPr/>
            <p:nvPr/>
          </p:nvSpPr>
          <p:spPr>
            <a:xfrm>
              <a:off x="4397535" y="1877480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7" name="pt7897"/>
            <p:cNvSpPr/>
            <p:nvPr/>
          </p:nvSpPr>
          <p:spPr>
            <a:xfrm>
              <a:off x="4227272" y="135905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8" name="pt7898"/>
            <p:cNvSpPr/>
            <p:nvPr/>
          </p:nvSpPr>
          <p:spPr>
            <a:xfrm>
              <a:off x="4331776" y="1813191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899" name="pt7899"/>
            <p:cNvSpPr/>
            <p:nvPr/>
          </p:nvSpPr>
          <p:spPr>
            <a:xfrm>
              <a:off x="4311798" y="1689141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0" name="pt7900"/>
            <p:cNvSpPr/>
            <p:nvPr/>
          </p:nvSpPr>
          <p:spPr>
            <a:xfrm>
              <a:off x="4596042" y="1840738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1" name="pt7901"/>
            <p:cNvSpPr/>
            <p:nvPr/>
          </p:nvSpPr>
          <p:spPr>
            <a:xfrm>
              <a:off x="4388505" y="1995170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2" name="pg7902"/>
            <p:cNvSpPr/>
            <p:nvPr/>
          </p:nvSpPr>
          <p:spPr>
            <a:xfrm>
              <a:off x="4338144" y="190119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3" name="pt7903"/>
            <p:cNvSpPr/>
            <p:nvPr/>
          </p:nvSpPr>
          <p:spPr>
            <a:xfrm>
              <a:off x="4329102" y="190490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4" name="pt7904"/>
            <p:cNvSpPr/>
            <p:nvPr/>
          </p:nvSpPr>
          <p:spPr>
            <a:xfrm>
              <a:off x="4721829" y="186220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5" name="pt7905"/>
            <p:cNvSpPr/>
            <p:nvPr/>
          </p:nvSpPr>
          <p:spPr>
            <a:xfrm>
              <a:off x="5244232" y="1707973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6" name="pt7906"/>
            <p:cNvSpPr/>
            <p:nvPr/>
          </p:nvSpPr>
          <p:spPr>
            <a:xfrm>
              <a:off x="4348104" y="222919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7" name="pt7907"/>
            <p:cNvSpPr/>
            <p:nvPr/>
          </p:nvSpPr>
          <p:spPr>
            <a:xfrm>
              <a:off x="4660549" y="160114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8" name="pt7908"/>
            <p:cNvSpPr/>
            <p:nvPr/>
          </p:nvSpPr>
          <p:spPr>
            <a:xfrm>
              <a:off x="4134453" y="1802812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09" name="pt7909"/>
            <p:cNvSpPr/>
            <p:nvPr/>
          </p:nvSpPr>
          <p:spPr>
            <a:xfrm>
              <a:off x="4198657" y="189891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0" name="pt7910"/>
            <p:cNvSpPr/>
            <p:nvPr/>
          </p:nvSpPr>
          <p:spPr>
            <a:xfrm>
              <a:off x="4514590" y="1429116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1" name="pt7911"/>
            <p:cNvSpPr/>
            <p:nvPr/>
          </p:nvSpPr>
          <p:spPr>
            <a:xfrm>
              <a:off x="4296862" y="1952526"/>
              <a:ext cx="80678" cy="80678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2" name="pt7912"/>
            <p:cNvSpPr/>
            <p:nvPr/>
          </p:nvSpPr>
          <p:spPr>
            <a:xfrm>
              <a:off x="4351663" y="1689153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3" name="pt7913"/>
            <p:cNvSpPr/>
            <p:nvPr/>
          </p:nvSpPr>
          <p:spPr>
            <a:xfrm>
              <a:off x="4445468" y="148863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4" name="pt7914"/>
            <p:cNvSpPr/>
            <p:nvPr/>
          </p:nvSpPr>
          <p:spPr>
            <a:xfrm>
              <a:off x="5264822" y="184828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5" name="pt7915"/>
            <p:cNvSpPr/>
            <p:nvPr/>
          </p:nvSpPr>
          <p:spPr>
            <a:xfrm>
              <a:off x="4365927" y="169371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6" name="pt7916"/>
            <p:cNvSpPr/>
            <p:nvPr/>
          </p:nvSpPr>
          <p:spPr>
            <a:xfrm>
              <a:off x="4360219" y="1887865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7" name="pt7917"/>
            <p:cNvSpPr/>
            <p:nvPr/>
          </p:nvSpPr>
          <p:spPr>
            <a:xfrm>
              <a:off x="4373256" y="1949356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8" name="pt7918"/>
            <p:cNvSpPr/>
            <p:nvPr/>
          </p:nvSpPr>
          <p:spPr>
            <a:xfrm>
              <a:off x="5039773" y="126615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19" name="pt7919"/>
            <p:cNvSpPr/>
            <p:nvPr/>
          </p:nvSpPr>
          <p:spPr>
            <a:xfrm>
              <a:off x="4745302" y="176968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0" name="pt7920"/>
            <p:cNvSpPr/>
            <p:nvPr/>
          </p:nvSpPr>
          <p:spPr>
            <a:xfrm>
              <a:off x="4205802" y="200237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1" name="pt7921"/>
            <p:cNvSpPr/>
            <p:nvPr/>
          </p:nvSpPr>
          <p:spPr>
            <a:xfrm>
              <a:off x="4398993" y="1920623"/>
              <a:ext cx="67219" cy="67219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2" name="pl7922"/>
            <p:cNvSpPr/>
            <p:nvPr/>
          </p:nvSpPr>
          <p:spPr>
            <a:xfrm>
              <a:off x="4298806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3" name="pl7923"/>
            <p:cNvSpPr/>
            <p:nvPr/>
          </p:nvSpPr>
          <p:spPr>
            <a:xfrm>
              <a:off x="4298806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4" name="pl7924"/>
            <p:cNvSpPr/>
            <p:nvPr/>
          </p:nvSpPr>
          <p:spPr>
            <a:xfrm>
              <a:off x="4278147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5" name="pl7925"/>
            <p:cNvSpPr/>
            <p:nvPr/>
          </p:nvSpPr>
          <p:spPr>
            <a:xfrm>
              <a:off x="4278147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6" name="pl7926"/>
            <p:cNvSpPr/>
            <p:nvPr/>
          </p:nvSpPr>
          <p:spPr>
            <a:xfrm>
              <a:off x="4274774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7" name="pl7927"/>
            <p:cNvSpPr/>
            <p:nvPr/>
          </p:nvSpPr>
          <p:spPr>
            <a:xfrm>
              <a:off x="4274774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28" name="pg7928"/>
            <p:cNvSpPr/>
            <p:nvPr/>
          </p:nvSpPr>
          <p:spPr>
            <a:xfrm>
              <a:off x="4350074" y="183653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29" name="pg7929"/>
            <p:cNvSpPr/>
            <p:nvPr/>
          </p:nvSpPr>
          <p:spPr>
            <a:xfrm>
              <a:off x="4444328" y="213816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0" name="pg7930"/>
            <p:cNvSpPr/>
            <p:nvPr/>
          </p:nvSpPr>
          <p:spPr>
            <a:xfrm>
              <a:off x="4346405" y="1655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1" name="pt7931"/>
            <p:cNvSpPr/>
            <p:nvPr/>
          </p:nvSpPr>
          <p:spPr>
            <a:xfrm>
              <a:off x="4340599" y="1893160"/>
              <a:ext cx="48833" cy="48833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2" name="pt7932"/>
            <p:cNvSpPr/>
            <p:nvPr/>
          </p:nvSpPr>
          <p:spPr>
            <a:xfrm>
              <a:off x="4363952" y="1891341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3" name="pt7933"/>
            <p:cNvSpPr/>
            <p:nvPr/>
          </p:nvSpPr>
          <p:spPr>
            <a:xfrm>
              <a:off x="4303557" y="1933614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4" name="pt7934"/>
            <p:cNvSpPr/>
            <p:nvPr/>
          </p:nvSpPr>
          <p:spPr>
            <a:xfrm>
              <a:off x="4351359" y="1882907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5" name="pt7935"/>
            <p:cNvSpPr/>
            <p:nvPr/>
          </p:nvSpPr>
          <p:spPr>
            <a:xfrm>
              <a:off x="4340907" y="1797695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6" name="pt7936"/>
            <p:cNvSpPr/>
            <p:nvPr/>
          </p:nvSpPr>
          <p:spPr>
            <a:xfrm>
              <a:off x="4387914" y="1921169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7" name="pt7937"/>
            <p:cNvSpPr/>
            <p:nvPr/>
          </p:nvSpPr>
          <p:spPr>
            <a:xfrm>
              <a:off x="4373110" y="1903473"/>
              <a:ext cx="80678" cy="80678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38" name="pl7938"/>
            <p:cNvSpPr/>
            <p:nvPr/>
          </p:nvSpPr>
          <p:spPr>
            <a:xfrm>
              <a:off x="4339700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39" name="pl7939"/>
            <p:cNvSpPr/>
            <p:nvPr/>
          </p:nvSpPr>
          <p:spPr>
            <a:xfrm>
              <a:off x="4339700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0" name="pl7940"/>
            <p:cNvSpPr/>
            <p:nvPr/>
          </p:nvSpPr>
          <p:spPr>
            <a:xfrm>
              <a:off x="4329586" y="1816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1" name="pl7941"/>
            <p:cNvSpPr/>
            <p:nvPr/>
          </p:nvSpPr>
          <p:spPr>
            <a:xfrm>
              <a:off x="4364117" y="17820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42" name="pt7942"/>
            <p:cNvSpPr/>
            <p:nvPr/>
          </p:nvSpPr>
          <p:spPr>
            <a:xfrm>
              <a:off x="4320744" y="1893879"/>
              <a:ext cx="48833" cy="48833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3" name="pt7943"/>
            <p:cNvSpPr/>
            <p:nvPr/>
          </p:nvSpPr>
          <p:spPr>
            <a:xfrm>
              <a:off x="3805764" y="1225375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4" name="pt7944"/>
            <p:cNvSpPr/>
            <p:nvPr/>
          </p:nvSpPr>
          <p:spPr>
            <a:xfrm>
              <a:off x="4337989" y="1920762"/>
              <a:ext cx="48833" cy="48833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5" name="pt7945"/>
            <p:cNvSpPr/>
            <p:nvPr/>
          </p:nvSpPr>
          <p:spPr>
            <a:xfrm>
              <a:off x="4395302" y="1873280"/>
              <a:ext cx="48833" cy="48833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6" name="pt7946"/>
            <p:cNvSpPr/>
            <p:nvPr/>
          </p:nvSpPr>
          <p:spPr>
            <a:xfrm>
              <a:off x="5123379" y="230944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7" name="pt7947"/>
            <p:cNvSpPr/>
            <p:nvPr/>
          </p:nvSpPr>
          <p:spPr>
            <a:xfrm>
              <a:off x="3772560" y="234454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8" name="pt7948"/>
            <p:cNvSpPr/>
            <p:nvPr/>
          </p:nvSpPr>
          <p:spPr>
            <a:xfrm>
              <a:off x="4418013" y="1864246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49" name="pt7949"/>
            <p:cNvSpPr/>
            <p:nvPr/>
          </p:nvSpPr>
          <p:spPr>
            <a:xfrm>
              <a:off x="5019903" y="15477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0" name="pt7950"/>
            <p:cNvSpPr/>
            <p:nvPr/>
          </p:nvSpPr>
          <p:spPr>
            <a:xfrm>
              <a:off x="4708716" y="1553203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1" name="pt7951"/>
            <p:cNvSpPr/>
            <p:nvPr/>
          </p:nvSpPr>
          <p:spPr>
            <a:xfrm>
              <a:off x="5090343" y="236153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2" name="pl7952"/>
            <p:cNvSpPr/>
            <p:nvPr/>
          </p:nvSpPr>
          <p:spPr>
            <a:xfrm>
              <a:off x="4286959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3" name="pl7953"/>
            <p:cNvSpPr/>
            <p:nvPr/>
          </p:nvSpPr>
          <p:spPr>
            <a:xfrm>
              <a:off x="4286959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4" name="pl7954"/>
            <p:cNvSpPr/>
            <p:nvPr/>
          </p:nvSpPr>
          <p:spPr>
            <a:xfrm>
              <a:off x="4276845" y="11774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5" name="pl7955"/>
            <p:cNvSpPr/>
            <p:nvPr/>
          </p:nvSpPr>
          <p:spPr>
            <a:xfrm>
              <a:off x="4311376" y="1142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56" name="pt7956"/>
            <p:cNvSpPr/>
            <p:nvPr/>
          </p:nvSpPr>
          <p:spPr>
            <a:xfrm>
              <a:off x="4421117" y="1862928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7" name="pt7957"/>
            <p:cNvSpPr/>
            <p:nvPr/>
          </p:nvSpPr>
          <p:spPr>
            <a:xfrm>
              <a:off x="4394451" y="200841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8" name="pt7958"/>
            <p:cNvSpPr/>
            <p:nvPr/>
          </p:nvSpPr>
          <p:spPr>
            <a:xfrm>
              <a:off x="4237374" y="137857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59" name="pt7959"/>
            <p:cNvSpPr/>
            <p:nvPr/>
          </p:nvSpPr>
          <p:spPr>
            <a:xfrm>
              <a:off x="4368990" y="1874992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0" name="pt7960"/>
            <p:cNvSpPr/>
            <p:nvPr/>
          </p:nvSpPr>
          <p:spPr>
            <a:xfrm>
              <a:off x="4747435" y="162103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1" name="pt7961"/>
            <p:cNvSpPr/>
            <p:nvPr/>
          </p:nvSpPr>
          <p:spPr>
            <a:xfrm>
              <a:off x="4371081" y="1881848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2" name="pt7962"/>
            <p:cNvSpPr/>
            <p:nvPr/>
          </p:nvSpPr>
          <p:spPr>
            <a:xfrm>
              <a:off x="4625986" y="1511598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3" name="pt7963"/>
            <p:cNvSpPr/>
            <p:nvPr/>
          </p:nvSpPr>
          <p:spPr>
            <a:xfrm>
              <a:off x="4350810" y="1852172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4" name="pt7964"/>
            <p:cNvSpPr/>
            <p:nvPr/>
          </p:nvSpPr>
          <p:spPr>
            <a:xfrm>
              <a:off x="4410904" y="194877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5" name="pt7965"/>
            <p:cNvSpPr/>
            <p:nvPr/>
          </p:nvSpPr>
          <p:spPr>
            <a:xfrm>
              <a:off x="4401275" y="1883280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6" name="pt7966"/>
            <p:cNvSpPr/>
            <p:nvPr/>
          </p:nvSpPr>
          <p:spPr>
            <a:xfrm>
              <a:off x="4282335" y="1146981"/>
              <a:ext cx="67219" cy="67219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7" name="pt7967"/>
            <p:cNvSpPr/>
            <p:nvPr/>
          </p:nvSpPr>
          <p:spPr>
            <a:xfrm>
              <a:off x="4713401" y="185939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8" name="pt7968"/>
            <p:cNvSpPr/>
            <p:nvPr/>
          </p:nvSpPr>
          <p:spPr>
            <a:xfrm>
              <a:off x="4368754" y="1871387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69" name="pg7969"/>
            <p:cNvSpPr/>
            <p:nvPr/>
          </p:nvSpPr>
          <p:spPr>
            <a:xfrm>
              <a:off x="4266380" y="17703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0" name="pt7970"/>
            <p:cNvSpPr/>
            <p:nvPr/>
          </p:nvSpPr>
          <p:spPr>
            <a:xfrm>
              <a:off x="4682334" y="187243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1" name="pt7971"/>
            <p:cNvSpPr/>
            <p:nvPr/>
          </p:nvSpPr>
          <p:spPr>
            <a:xfrm>
              <a:off x="4436534" y="144897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2" name="pt7972"/>
            <p:cNvSpPr/>
            <p:nvPr/>
          </p:nvSpPr>
          <p:spPr>
            <a:xfrm>
              <a:off x="4322241" y="215125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3" name="pt7973"/>
            <p:cNvSpPr/>
            <p:nvPr/>
          </p:nvSpPr>
          <p:spPr>
            <a:xfrm>
              <a:off x="4771416" y="152278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4" name="pt7974"/>
            <p:cNvSpPr/>
            <p:nvPr/>
          </p:nvSpPr>
          <p:spPr>
            <a:xfrm>
              <a:off x="4234352" y="2599480"/>
              <a:ext cx="48833" cy="48833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5" name="pt7975"/>
            <p:cNvSpPr/>
            <p:nvPr/>
          </p:nvSpPr>
          <p:spPr>
            <a:xfrm>
              <a:off x="4687247" y="103585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6" name="pg7976"/>
            <p:cNvSpPr/>
            <p:nvPr/>
          </p:nvSpPr>
          <p:spPr>
            <a:xfrm>
              <a:off x="4935271" y="22466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7" name="pt7977"/>
            <p:cNvSpPr/>
            <p:nvPr/>
          </p:nvSpPr>
          <p:spPr>
            <a:xfrm>
              <a:off x="4361147" y="1894493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8" name="pt7978"/>
            <p:cNvSpPr/>
            <p:nvPr/>
          </p:nvSpPr>
          <p:spPr>
            <a:xfrm>
              <a:off x="3876383" y="247045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79" name="pg7979"/>
            <p:cNvSpPr/>
            <p:nvPr/>
          </p:nvSpPr>
          <p:spPr>
            <a:xfrm>
              <a:off x="4421457" y="146873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0" name="pt7980"/>
            <p:cNvSpPr/>
            <p:nvPr/>
          </p:nvSpPr>
          <p:spPr>
            <a:xfrm>
              <a:off x="3639161" y="1557884"/>
              <a:ext cx="48833" cy="48833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1" name="pt7981"/>
            <p:cNvSpPr/>
            <p:nvPr/>
          </p:nvSpPr>
          <p:spPr>
            <a:xfrm>
              <a:off x="4426636" y="1992943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2" name="pt7982"/>
            <p:cNvSpPr/>
            <p:nvPr/>
          </p:nvSpPr>
          <p:spPr>
            <a:xfrm>
              <a:off x="3949033" y="122023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3" name="pt7983"/>
            <p:cNvSpPr/>
            <p:nvPr/>
          </p:nvSpPr>
          <p:spPr>
            <a:xfrm>
              <a:off x="4740892" y="173186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4" name="pt7984"/>
            <p:cNvSpPr/>
            <p:nvPr/>
          </p:nvSpPr>
          <p:spPr>
            <a:xfrm>
              <a:off x="4472115" y="163905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5" name="pt7985"/>
            <p:cNvSpPr/>
            <p:nvPr/>
          </p:nvSpPr>
          <p:spPr>
            <a:xfrm>
              <a:off x="4384929" y="1875692"/>
              <a:ext cx="48833" cy="48833"/>
            </a:xfrm>
            <a:prstGeom prst="ellipse">
              <a:avLst/>
            </a:prstGeom>
            <a:solidFill>
              <a:srgbClr val="D95F02">
                <a:alpha val="4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6" name="pg7986"/>
            <p:cNvSpPr/>
            <p:nvPr/>
          </p:nvSpPr>
          <p:spPr>
            <a:xfrm>
              <a:off x="4597366" y="149786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7" name="pt7987"/>
            <p:cNvSpPr/>
            <p:nvPr/>
          </p:nvSpPr>
          <p:spPr>
            <a:xfrm>
              <a:off x="4607260" y="192316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8" name="pt7988"/>
            <p:cNvSpPr/>
            <p:nvPr/>
          </p:nvSpPr>
          <p:spPr>
            <a:xfrm>
              <a:off x="3803827" y="1218307"/>
              <a:ext cx="67219" cy="67219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89" name="pt7989"/>
            <p:cNvSpPr/>
            <p:nvPr/>
          </p:nvSpPr>
          <p:spPr>
            <a:xfrm>
              <a:off x="4430567" y="1987948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0" name="pt7990"/>
            <p:cNvSpPr/>
            <p:nvPr/>
          </p:nvSpPr>
          <p:spPr>
            <a:xfrm>
              <a:off x="4714004" y="1771960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1" name="pt7991"/>
            <p:cNvSpPr/>
            <p:nvPr/>
          </p:nvSpPr>
          <p:spPr>
            <a:xfrm>
              <a:off x="4793661" y="178915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2" name="pt7992"/>
            <p:cNvSpPr/>
            <p:nvPr/>
          </p:nvSpPr>
          <p:spPr>
            <a:xfrm>
              <a:off x="4736593" y="161811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3" name="pt7993"/>
            <p:cNvSpPr/>
            <p:nvPr/>
          </p:nvSpPr>
          <p:spPr>
            <a:xfrm>
              <a:off x="4289275" y="167981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4" name="pt7994"/>
            <p:cNvSpPr/>
            <p:nvPr/>
          </p:nvSpPr>
          <p:spPr>
            <a:xfrm>
              <a:off x="4356604" y="1894289"/>
              <a:ext cx="48833" cy="48833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5" name="pt7995"/>
            <p:cNvSpPr/>
            <p:nvPr/>
          </p:nvSpPr>
          <p:spPr>
            <a:xfrm>
              <a:off x="4469666" y="201493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6" name="pt7996"/>
            <p:cNvSpPr/>
            <p:nvPr/>
          </p:nvSpPr>
          <p:spPr>
            <a:xfrm>
              <a:off x="4759968" y="10877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7" name="pt7997"/>
            <p:cNvSpPr/>
            <p:nvPr/>
          </p:nvSpPr>
          <p:spPr>
            <a:xfrm>
              <a:off x="3819104" y="1232931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8" name="pt7998"/>
            <p:cNvSpPr/>
            <p:nvPr/>
          </p:nvSpPr>
          <p:spPr>
            <a:xfrm>
              <a:off x="4388126" y="1925382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999" name="pt7999"/>
            <p:cNvSpPr/>
            <p:nvPr/>
          </p:nvSpPr>
          <p:spPr>
            <a:xfrm>
              <a:off x="4351236" y="1881053"/>
              <a:ext cx="80678" cy="80678"/>
            </a:xfrm>
            <a:prstGeom prst="ellipse">
              <a:avLst/>
            </a:prstGeom>
            <a:solidFill>
              <a:srgbClr val="D95F02">
                <a:alpha val="5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0" name="pt8000"/>
            <p:cNvSpPr/>
            <p:nvPr/>
          </p:nvSpPr>
          <p:spPr>
            <a:xfrm>
              <a:off x="4354350" y="1900650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1" name="pt8001"/>
            <p:cNvSpPr/>
            <p:nvPr/>
          </p:nvSpPr>
          <p:spPr>
            <a:xfrm>
              <a:off x="4302392" y="220143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2" name="pt8002"/>
            <p:cNvSpPr/>
            <p:nvPr/>
          </p:nvSpPr>
          <p:spPr>
            <a:xfrm>
              <a:off x="3643745" y="212565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3" name="pt8003"/>
            <p:cNvSpPr/>
            <p:nvPr/>
          </p:nvSpPr>
          <p:spPr>
            <a:xfrm>
              <a:off x="4231473" y="2590939"/>
              <a:ext cx="67219" cy="67219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4" name="pt8004"/>
            <p:cNvSpPr/>
            <p:nvPr/>
          </p:nvSpPr>
          <p:spPr>
            <a:xfrm>
              <a:off x="4317544" y="101906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5" name="pt8005"/>
            <p:cNvSpPr/>
            <p:nvPr/>
          </p:nvSpPr>
          <p:spPr>
            <a:xfrm>
              <a:off x="4343710" y="1885040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06" name="pt8006"/>
            <p:cNvSpPr/>
            <p:nvPr/>
          </p:nvSpPr>
          <p:spPr>
            <a:xfrm>
              <a:off x="4445154" y="2394629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7" name="pl8007"/>
            <p:cNvSpPr/>
            <p:nvPr/>
          </p:nvSpPr>
          <p:spPr>
            <a:xfrm>
              <a:off x="4445154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8" name="pl8008"/>
            <p:cNvSpPr/>
            <p:nvPr/>
          </p:nvSpPr>
          <p:spPr>
            <a:xfrm>
              <a:off x="4445154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09" name="pt8009"/>
            <p:cNvSpPr/>
            <p:nvPr/>
          </p:nvSpPr>
          <p:spPr>
            <a:xfrm>
              <a:off x="4367199" y="1892089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0" name="pt8010"/>
            <p:cNvSpPr/>
            <p:nvPr/>
          </p:nvSpPr>
          <p:spPr>
            <a:xfrm>
              <a:off x="4250596" y="175823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1" name="pg8011"/>
            <p:cNvSpPr/>
            <p:nvPr/>
          </p:nvSpPr>
          <p:spPr>
            <a:xfrm>
              <a:off x="4464735" y="1805028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2" name="pg8012"/>
            <p:cNvSpPr/>
            <p:nvPr/>
          </p:nvSpPr>
          <p:spPr>
            <a:xfrm>
              <a:off x="4469158" y="163344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3" name="pt8013"/>
            <p:cNvSpPr/>
            <p:nvPr/>
          </p:nvSpPr>
          <p:spPr>
            <a:xfrm>
              <a:off x="4356683" y="212033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4" name="pg8014"/>
            <p:cNvSpPr/>
            <p:nvPr/>
          </p:nvSpPr>
          <p:spPr>
            <a:xfrm>
              <a:off x="4339878" y="192322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5" name="pt8015"/>
            <p:cNvSpPr/>
            <p:nvPr/>
          </p:nvSpPr>
          <p:spPr>
            <a:xfrm>
              <a:off x="4416015" y="1958303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6" name="pg8016"/>
            <p:cNvSpPr/>
            <p:nvPr/>
          </p:nvSpPr>
          <p:spPr>
            <a:xfrm>
              <a:off x="4275857" y="179460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7" name="pt8017"/>
            <p:cNvSpPr/>
            <p:nvPr/>
          </p:nvSpPr>
          <p:spPr>
            <a:xfrm>
              <a:off x="4525422" y="184515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8" name="pt8018"/>
            <p:cNvSpPr/>
            <p:nvPr/>
          </p:nvSpPr>
          <p:spPr>
            <a:xfrm>
              <a:off x="4346956" y="191217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19" name="pt8019"/>
            <p:cNvSpPr/>
            <p:nvPr/>
          </p:nvSpPr>
          <p:spPr>
            <a:xfrm>
              <a:off x="4386251" y="1908438"/>
              <a:ext cx="67219" cy="67219"/>
            </a:xfrm>
            <a:prstGeom prst="ellipse">
              <a:avLst/>
            </a:prstGeom>
            <a:solidFill>
              <a:srgbClr val="7570B3">
                <a:alpha val="5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0" name="pt8020"/>
            <p:cNvSpPr/>
            <p:nvPr/>
          </p:nvSpPr>
          <p:spPr>
            <a:xfrm>
              <a:off x="4334368" y="2175450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1" name="pt8021"/>
            <p:cNvSpPr/>
            <p:nvPr/>
          </p:nvSpPr>
          <p:spPr>
            <a:xfrm>
              <a:off x="4460674" y="1846601"/>
              <a:ext cx="48833" cy="48833"/>
            </a:xfrm>
            <a:prstGeom prst="ellipse">
              <a:avLst/>
            </a:pr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2" name="pt8022"/>
            <p:cNvSpPr/>
            <p:nvPr/>
          </p:nvSpPr>
          <p:spPr>
            <a:xfrm>
              <a:off x="5233842" y="203815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3" name="pt8023"/>
            <p:cNvSpPr/>
            <p:nvPr/>
          </p:nvSpPr>
          <p:spPr>
            <a:xfrm>
              <a:off x="3746086" y="219238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4" name="pt8024"/>
            <p:cNvSpPr/>
            <p:nvPr/>
          </p:nvSpPr>
          <p:spPr>
            <a:xfrm>
              <a:off x="3890913" y="118624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5" name="pt8025"/>
            <p:cNvSpPr/>
            <p:nvPr/>
          </p:nvSpPr>
          <p:spPr>
            <a:xfrm>
              <a:off x="4324455" y="186983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6" name="pt8026"/>
            <p:cNvSpPr/>
            <p:nvPr/>
          </p:nvSpPr>
          <p:spPr>
            <a:xfrm>
              <a:off x="4393205" y="192799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7" name="pt8027"/>
            <p:cNvSpPr/>
            <p:nvPr/>
          </p:nvSpPr>
          <p:spPr>
            <a:xfrm>
              <a:off x="4413716" y="194074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8" name="pt8028"/>
            <p:cNvSpPr/>
            <p:nvPr/>
          </p:nvSpPr>
          <p:spPr>
            <a:xfrm>
              <a:off x="4258994" y="176805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29" name="pt8029"/>
            <p:cNvSpPr/>
            <p:nvPr/>
          </p:nvSpPr>
          <p:spPr>
            <a:xfrm>
              <a:off x="4347235" y="223965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0" name="pt8030"/>
            <p:cNvSpPr/>
            <p:nvPr/>
          </p:nvSpPr>
          <p:spPr>
            <a:xfrm>
              <a:off x="4500164" y="159957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1" name="pt8031"/>
            <p:cNvSpPr/>
            <p:nvPr/>
          </p:nvSpPr>
          <p:spPr>
            <a:xfrm>
              <a:off x="4629064" y="105739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2" name="pg8032"/>
            <p:cNvSpPr/>
            <p:nvPr/>
          </p:nvSpPr>
          <p:spPr>
            <a:xfrm>
              <a:off x="3645472" y="211417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3" name="pt8033"/>
            <p:cNvSpPr/>
            <p:nvPr/>
          </p:nvSpPr>
          <p:spPr>
            <a:xfrm>
              <a:off x="4793876" y="177773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4" name="pt8034"/>
            <p:cNvSpPr/>
            <p:nvPr/>
          </p:nvSpPr>
          <p:spPr>
            <a:xfrm>
              <a:off x="3665597" y="21541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5" name="pt8035"/>
            <p:cNvSpPr/>
            <p:nvPr/>
          </p:nvSpPr>
          <p:spPr>
            <a:xfrm>
              <a:off x="4393742" y="1693084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6" name="pt8036"/>
            <p:cNvSpPr/>
            <p:nvPr/>
          </p:nvSpPr>
          <p:spPr>
            <a:xfrm>
              <a:off x="5257650" y="182008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7" name="pt8037"/>
            <p:cNvSpPr/>
            <p:nvPr/>
          </p:nvSpPr>
          <p:spPr>
            <a:xfrm>
              <a:off x="4700673" y="176855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8" name="pt8038"/>
            <p:cNvSpPr/>
            <p:nvPr/>
          </p:nvSpPr>
          <p:spPr>
            <a:xfrm>
              <a:off x="4446853" y="1927027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39" name="pl8039"/>
            <p:cNvSpPr/>
            <p:nvPr/>
          </p:nvSpPr>
          <p:spPr>
            <a:xfrm>
              <a:off x="4344089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0" name="pl8040"/>
            <p:cNvSpPr/>
            <p:nvPr/>
          </p:nvSpPr>
          <p:spPr>
            <a:xfrm>
              <a:off x="4344089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1" name="pl8041"/>
            <p:cNvSpPr/>
            <p:nvPr/>
          </p:nvSpPr>
          <p:spPr>
            <a:xfrm>
              <a:off x="4311772" y="1963549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2" name="pl8042"/>
            <p:cNvSpPr/>
            <p:nvPr/>
          </p:nvSpPr>
          <p:spPr>
            <a:xfrm>
              <a:off x="4422108" y="1853213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3" name="pt8043"/>
            <p:cNvSpPr/>
            <p:nvPr/>
          </p:nvSpPr>
          <p:spPr>
            <a:xfrm>
              <a:off x="3809717" y="239121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4" name="pt8044"/>
            <p:cNvSpPr/>
            <p:nvPr/>
          </p:nvSpPr>
          <p:spPr>
            <a:xfrm>
              <a:off x="4622710" y="1506031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5" name="pt8045"/>
            <p:cNvSpPr/>
            <p:nvPr/>
          </p:nvSpPr>
          <p:spPr>
            <a:xfrm>
              <a:off x="4275910" y="1989151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6" name="pt8046"/>
            <p:cNvSpPr/>
            <p:nvPr/>
          </p:nvSpPr>
          <p:spPr>
            <a:xfrm>
              <a:off x="4529398" y="1922703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7" name="pt8047"/>
            <p:cNvSpPr/>
            <p:nvPr/>
          </p:nvSpPr>
          <p:spPr>
            <a:xfrm>
              <a:off x="4303842" y="196962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48" name="pl8048"/>
            <p:cNvSpPr/>
            <p:nvPr/>
          </p:nvSpPr>
          <p:spPr>
            <a:xfrm>
              <a:off x="4357088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49" name="pl8049"/>
            <p:cNvSpPr/>
            <p:nvPr/>
          </p:nvSpPr>
          <p:spPr>
            <a:xfrm>
              <a:off x="4357088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0" name="pl8050"/>
            <p:cNvSpPr/>
            <p:nvPr/>
          </p:nvSpPr>
          <p:spPr>
            <a:xfrm>
              <a:off x="4339359" y="199350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1" name="pl8051"/>
            <p:cNvSpPr/>
            <p:nvPr/>
          </p:nvSpPr>
          <p:spPr>
            <a:xfrm>
              <a:off x="4399891" y="1932972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52" name="pg8052"/>
            <p:cNvSpPr/>
            <p:nvPr/>
          </p:nvSpPr>
          <p:spPr>
            <a:xfrm>
              <a:off x="4359269" y="204488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3" name="pt8053"/>
            <p:cNvSpPr/>
            <p:nvPr/>
          </p:nvSpPr>
          <p:spPr>
            <a:xfrm>
              <a:off x="4598879" y="169519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4" name="pg8054"/>
            <p:cNvSpPr/>
            <p:nvPr/>
          </p:nvSpPr>
          <p:spPr>
            <a:xfrm>
              <a:off x="4535730" y="18831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5" name="pg8055"/>
            <p:cNvSpPr/>
            <p:nvPr/>
          </p:nvSpPr>
          <p:spPr>
            <a:xfrm>
              <a:off x="4543064" y="18800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6" name="pt8056"/>
            <p:cNvSpPr/>
            <p:nvPr/>
          </p:nvSpPr>
          <p:spPr>
            <a:xfrm>
              <a:off x="3715321" y="154298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7" name="pt8057"/>
            <p:cNvSpPr/>
            <p:nvPr/>
          </p:nvSpPr>
          <p:spPr>
            <a:xfrm>
              <a:off x="4392097" y="1919144"/>
              <a:ext cx="80678" cy="80678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8" name="pg8058"/>
            <p:cNvSpPr/>
            <p:nvPr/>
          </p:nvSpPr>
          <p:spPr>
            <a:xfrm>
              <a:off x="4660588" y="1588461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59" name="pt8059"/>
            <p:cNvSpPr/>
            <p:nvPr/>
          </p:nvSpPr>
          <p:spPr>
            <a:xfrm>
              <a:off x="4451101" y="186212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0" name="pt8060"/>
            <p:cNvSpPr/>
            <p:nvPr/>
          </p:nvSpPr>
          <p:spPr>
            <a:xfrm>
              <a:off x="4368670" y="189901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1" name="pt8061"/>
            <p:cNvSpPr/>
            <p:nvPr/>
          </p:nvSpPr>
          <p:spPr>
            <a:xfrm>
              <a:off x="4387687" y="1919196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2" name="pt8062"/>
            <p:cNvSpPr/>
            <p:nvPr/>
          </p:nvSpPr>
          <p:spPr>
            <a:xfrm>
              <a:off x="4009179" y="128641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3" name="pt8063"/>
            <p:cNvSpPr/>
            <p:nvPr/>
          </p:nvSpPr>
          <p:spPr>
            <a:xfrm>
              <a:off x="4548799" y="267559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4" name="pt8064"/>
            <p:cNvSpPr/>
            <p:nvPr/>
          </p:nvSpPr>
          <p:spPr>
            <a:xfrm>
              <a:off x="5096680" y="232866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5" name="pt8065"/>
            <p:cNvSpPr/>
            <p:nvPr/>
          </p:nvSpPr>
          <p:spPr>
            <a:xfrm>
              <a:off x="4703126" y="176930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6" name="pt8066"/>
            <p:cNvSpPr/>
            <p:nvPr/>
          </p:nvSpPr>
          <p:spPr>
            <a:xfrm>
              <a:off x="4663672" y="166049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67" name="pl8067"/>
            <p:cNvSpPr/>
            <p:nvPr/>
          </p:nvSpPr>
          <p:spPr>
            <a:xfrm>
              <a:off x="4361797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8" name="pl8068"/>
            <p:cNvSpPr/>
            <p:nvPr/>
          </p:nvSpPr>
          <p:spPr>
            <a:xfrm>
              <a:off x="4361797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69" name="pl8069"/>
            <p:cNvSpPr/>
            <p:nvPr/>
          </p:nvSpPr>
          <p:spPr>
            <a:xfrm>
              <a:off x="4351683" y="19338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0" name="pl8070"/>
            <p:cNvSpPr/>
            <p:nvPr/>
          </p:nvSpPr>
          <p:spPr>
            <a:xfrm>
              <a:off x="4386214" y="18993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1" name="pt8071"/>
            <p:cNvSpPr/>
            <p:nvPr/>
          </p:nvSpPr>
          <p:spPr>
            <a:xfrm>
              <a:off x="3774392" y="236386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2" name="pt8072"/>
            <p:cNvSpPr/>
            <p:nvPr/>
          </p:nvSpPr>
          <p:spPr>
            <a:xfrm>
              <a:off x="4374708" y="1972357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3" name="pt8073"/>
            <p:cNvSpPr/>
            <p:nvPr/>
          </p:nvSpPr>
          <p:spPr>
            <a:xfrm>
              <a:off x="4372275" y="1885340"/>
              <a:ext cx="48833" cy="48833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4" name="pt8074"/>
            <p:cNvSpPr/>
            <p:nvPr/>
          </p:nvSpPr>
          <p:spPr>
            <a:xfrm>
              <a:off x="4416996" y="101179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5" name="pg8075"/>
            <p:cNvSpPr/>
            <p:nvPr/>
          </p:nvSpPr>
          <p:spPr>
            <a:xfrm>
              <a:off x="4463376" y="160986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6" name="pt8076"/>
            <p:cNvSpPr/>
            <p:nvPr/>
          </p:nvSpPr>
          <p:spPr>
            <a:xfrm>
              <a:off x="4593343" y="266800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77" name="pl8077"/>
            <p:cNvSpPr/>
            <p:nvPr/>
          </p:nvSpPr>
          <p:spPr>
            <a:xfrm>
              <a:off x="4471392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8" name="pl8078"/>
            <p:cNvSpPr/>
            <p:nvPr/>
          </p:nvSpPr>
          <p:spPr>
            <a:xfrm>
              <a:off x="4471392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79" name="pl8079"/>
            <p:cNvSpPr/>
            <p:nvPr/>
          </p:nvSpPr>
          <p:spPr>
            <a:xfrm>
              <a:off x="4461279" y="15082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0" name="pl8080"/>
            <p:cNvSpPr/>
            <p:nvPr/>
          </p:nvSpPr>
          <p:spPr>
            <a:xfrm>
              <a:off x="4495809" y="14736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1" name="pg8081"/>
            <p:cNvSpPr/>
            <p:nvPr/>
          </p:nvSpPr>
          <p:spPr>
            <a:xfrm>
              <a:off x="4363091" y="203034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2" name="pt8082"/>
            <p:cNvSpPr/>
            <p:nvPr/>
          </p:nvSpPr>
          <p:spPr>
            <a:xfrm>
              <a:off x="3971150" y="128325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3" name="pg8083"/>
            <p:cNvSpPr/>
            <p:nvPr/>
          </p:nvSpPr>
          <p:spPr>
            <a:xfrm>
              <a:off x="4410495" y="26788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4" name="pt8084"/>
            <p:cNvSpPr/>
            <p:nvPr/>
          </p:nvSpPr>
          <p:spPr>
            <a:xfrm>
              <a:off x="4345365" y="1956132"/>
              <a:ext cx="48833" cy="48833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5" name="pt8085"/>
            <p:cNvSpPr/>
            <p:nvPr/>
          </p:nvSpPr>
          <p:spPr>
            <a:xfrm>
              <a:off x="4751073" y="164128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6" name="pt8086"/>
            <p:cNvSpPr/>
            <p:nvPr/>
          </p:nvSpPr>
          <p:spPr>
            <a:xfrm>
              <a:off x="4640550" y="158414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7" name="pt8087"/>
            <p:cNvSpPr/>
            <p:nvPr/>
          </p:nvSpPr>
          <p:spPr>
            <a:xfrm>
              <a:off x="3613677" y="177518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88" name="pl8088"/>
            <p:cNvSpPr/>
            <p:nvPr/>
          </p:nvSpPr>
          <p:spPr>
            <a:xfrm>
              <a:off x="4316804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89" name="pl8089"/>
            <p:cNvSpPr/>
            <p:nvPr/>
          </p:nvSpPr>
          <p:spPr>
            <a:xfrm>
              <a:off x="4316804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0" name="pl8090"/>
            <p:cNvSpPr/>
            <p:nvPr/>
          </p:nvSpPr>
          <p:spPr>
            <a:xfrm>
              <a:off x="4306690" y="19124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1" name="pl8091"/>
            <p:cNvSpPr/>
            <p:nvPr/>
          </p:nvSpPr>
          <p:spPr>
            <a:xfrm>
              <a:off x="4341221" y="1877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92" name="pt8092"/>
            <p:cNvSpPr/>
            <p:nvPr/>
          </p:nvSpPr>
          <p:spPr>
            <a:xfrm>
              <a:off x="4865795" y="158179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3" name="pt8093"/>
            <p:cNvSpPr/>
            <p:nvPr/>
          </p:nvSpPr>
          <p:spPr>
            <a:xfrm>
              <a:off x="4451677" y="2123363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4" name="pt8094"/>
            <p:cNvSpPr/>
            <p:nvPr/>
          </p:nvSpPr>
          <p:spPr>
            <a:xfrm>
              <a:off x="4592840" y="1681424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5" name="pt8095"/>
            <p:cNvSpPr/>
            <p:nvPr/>
          </p:nvSpPr>
          <p:spPr>
            <a:xfrm>
              <a:off x="4240906" y="2609290"/>
              <a:ext cx="48833" cy="48833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6" name="pt8096"/>
            <p:cNvSpPr/>
            <p:nvPr/>
          </p:nvSpPr>
          <p:spPr>
            <a:xfrm>
              <a:off x="4336475" y="1958478"/>
              <a:ext cx="48833" cy="48833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7" name="pt8097"/>
            <p:cNvSpPr/>
            <p:nvPr/>
          </p:nvSpPr>
          <p:spPr>
            <a:xfrm>
              <a:off x="4453362" y="1857765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8" name="pt8098"/>
            <p:cNvSpPr/>
            <p:nvPr/>
          </p:nvSpPr>
          <p:spPr>
            <a:xfrm>
              <a:off x="5229556" y="200672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099" name="pt8099"/>
            <p:cNvSpPr/>
            <p:nvPr/>
          </p:nvSpPr>
          <p:spPr>
            <a:xfrm>
              <a:off x="3597103" y="176047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0" name="pt8100"/>
            <p:cNvSpPr/>
            <p:nvPr/>
          </p:nvSpPr>
          <p:spPr>
            <a:xfrm>
              <a:off x="4401301" y="1955161"/>
              <a:ext cx="85604" cy="85604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1" name="pt8101"/>
            <p:cNvSpPr/>
            <p:nvPr/>
          </p:nvSpPr>
          <p:spPr>
            <a:xfrm>
              <a:off x="4319841" y="257862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2" name="pt8102"/>
            <p:cNvSpPr/>
            <p:nvPr/>
          </p:nvSpPr>
          <p:spPr>
            <a:xfrm>
              <a:off x="4372733" y="1872902"/>
              <a:ext cx="80678" cy="80678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3" name="pt8103"/>
            <p:cNvSpPr/>
            <p:nvPr/>
          </p:nvSpPr>
          <p:spPr>
            <a:xfrm>
              <a:off x="4137434" y="180270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4" name="pt8104"/>
            <p:cNvSpPr/>
            <p:nvPr/>
          </p:nvSpPr>
          <p:spPr>
            <a:xfrm>
              <a:off x="4631085" y="1501009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5" name="pt8105"/>
            <p:cNvSpPr/>
            <p:nvPr/>
          </p:nvSpPr>
          <p:spPr>
            <a:xfrm>
              <a:off x="4492605" y="221923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6" name="pt8106"/>
            <p:cNvSpPr/>
            <p:nvPr/>
          </p:nvSpPr>
          <p:spPr>
            <a:xfrm>
              <a:off x="4444792" y="198579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07" name="pl8107"/>
            <p:cNvSpPr/>
            <p:nvPr/>
          </p:nvSpPr>
          <p:spPr>
            <a:xfrm>
              <a:off x="4429067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8" name="pl8108"/>
            <p:cNvSpPr/>
            <p:nvPr/>
          </p:nvSpPr>
          <p:spPr>
            <a:xfrm>
              <a:off x="4429067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09" name="pl8109"/>
            <p:cNvSpPr/>
            <p:nvPr/>
          </p:nvSpPr>
          <p:spPr>
            <a:xfrm>
              <a:off x="4418953" y="19620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0" name="pl8110"/>
            <p:cNvSpPr/>
            <p:nvPr/>
          </p:nvSpPr>
          <p:spPr>
            <a:xfrm>
              <a:off x="4453484" y="19274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1" name="pt8111"/>
            <p:cNvSpPr/>
            <p:nvPr/>
          </p:nvSpPr>
          <p:spPr>
            <a:xfrm>
              <a:off x="5199214" y="149452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12" name="pt8112"/>
            <p:cNvSpPr/>
            <p:nvPr/>
          </p:nvSpPr>
          <p:spPr>
            <a:xfrm>
              <a:off x="4405818" y="1893580"/>
              <a:ext cx="67219" cy="67219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13" name="pt8113"/>
            <p:cNvSpPr/>
            <p:nvPr/>
          </p:nvSpPr>
          <p:spPr>
            <a:xfrm>
              <a:off x="4919385" y="117598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4" name="pl8114"/>
            <p:cNvSpPr/>
            <p:nvPr/>
          </p:nvSpPr>
          <p:spPr>
            <a:xfrm>
              <a:off x="4919385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5" name="pl8115"/>
            <p:cNvSpPr/>
            <p:nvPr/>
          </p:nvSpPr>
          <p:spPr>
            <a:xfrm>
              <a:off x="4919385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6" name="pt8116"/>
            <p:cNvSpPr/>
            <p:nvPr/>
          </p:nvSpPr>
          <p:spPr>
            <a:xfrm>
              <a:off x="4382441" y="1900923"/>
              <a:ext cx="74834" cy="74834"/>
            </a:xfrm>
            <a:prstGeom prst="ellipse">
              <a:avLst/>
            </a:prstGeom>
            <a:solidFill>
              <a:srgbClr val="7570B3">
                <a:alpha val="5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17" name="pl8117"/>
            <p:cNvSpPr/>
            <p:nvPr/>
          </p:nvSpPr>
          <p:spPr>
            <a:xfrm>
              <a:off x="4542943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8" name="pl8118"/>
            <p:cNvSpPr/>
            <p:nvPr/>
          </p:nvSpPr>
          <p:spPr>
            <a:xfrm>
              <a:off x="4542943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19" name="pl8119"/>
            <p:cNvSpPr/>
            <p:nvPr/>
          </p:nvSpPr>
          <p:spPr>
            <a:xfrm>
              <a:off x="4532829" y="145517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0" name="pl8120"/>
            <p:cNvSpPr/>
            <p:nvPr/>
          </p:nvSpPr>
          <p:spPr>
            <a:xfrm>
              <a:off x="4567360" y="14206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1" name="pg8121"/>
            <p:cNvSpPr/>
            <p:nvPr/>
          </p:nvSpPr>
          <p:spPr>
            <a:xfrm>
              <a:off x="4455351" y="209456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22" name="pg8122"/>
            <p:cNvSpPr/>
            <p:nvPr/>
          </p:nvSpPr>
          <p:spPr>
            <a:xfrm>
              <a:off x="4527267" y="187112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23" name="pt8123"/>
            <p:cNvSpPr/>
            <p:nvPr/>
          </p:nvSpPr>
          <p:spPr>
            <a:xfrm>
              <a:off x="4350460" y="197999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124" name="pl8124"/>
            <p:cNvSpPr/>
            <p:nvPr/>
          </p:nvSpPr>
          <p:spPr>
            <a:xfrm>
              <a:off x="4903138" y="400396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5" name="pl8125"/>
            <p:cNvSpPr/>
            <p:nvPr/>
          </p:nvSpPr>
          <p:spPr>
            <a:xfrm>
              <a:off x="4989772" y="340229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6" name="pl8126"/>
            <p:cNvSpPr/>
            <p:nvPr/>
          </p:nvSpPr>
          <p:spPr>
            <a:xfrm>
              <a:off x="5009360" y="3406387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7" name="pl8127"/>
            <p:cNvSpPr/>
            <p:nvPr/>
          </p:nvSpPr>
          <p:spPr>
            <a:xfrm>
              <a:off x="4506123" y="418361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8" name="pl8128"/>
            <p:cNvSpPr/>
            <p:nvPr/>
          </p:nvSpPr>
          <p:spPr>
            <a:xfrm>
              <a:off x="4509192" y="411016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29" name="pl8129"/>
            <p:cNvSpPr/>
            <p:nvPr/>
          </p:nvSpPr>
          <p:spPr>
            <a:xfrm>
              <a:off x="4488576" y="3627130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0" name="pl8130"/>
            <p:cNvSpPr/>
            <p:nvPr/>
          </p:nvSpPr>
          <p:spPr>
            <a:xfrm>
              <a:off x="4880674" y="396837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1" name="pl8131"/>
            <p:cNvSpPr/>
            <p:nvPr/>
          </p:nvSpPr>
          <p:spPr>
            <a:xfrm>
              <a:off x="4521957" y="447149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2" name="pl8132"/>
            <p:cNvSpPr/>
            <p:nvPr/>
          </p:nvSpPr>
          <p:spPr>
            <a:xfrm>
              <a:off x="4289181" y="3719805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3" name="pl8133"/>
            <p:cNvSpPr/>
            <p:nvPr/>
          </p:nvSpPr>
          <p:spPr>
            <a:xfrm>
              <a:off x="4497592" y="418784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4" name="pl8134"/>
            <p:cNvSpPr/>
            <p:nvPr/>
          </p:nvSpPr>
          <p:spPr>
            <a:xfrm>
              <a:off x="4480296" y="420408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5" name="pl8135"/>
            <p:cNvSpPr/>
            <p:nvPr/>
          </p:nvSpPr>
          <p:spPr>
            <a:xfrm>
              <a:off x="4395279" y="3643531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6" name="pl8136"/>
            <p:cNvSpPr/>
            <p:nvPr/>
          </p:nvSpPr>
          <p:spPr>
            <a:xfrm>
              <a:off x="4144204" y="455368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7" name="pl8137"/>
            <p:cNvSpPr/>
            <p:nvPr/>
          </p:nvSpPr>
          <p:spPr>
            <a:xfrm>
              <a:off x="4412174" y="3640456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8" name="pl8138"/>
            <p:cNvSpPr/>
            <p:nvPr/>
          </p:nvSpPr>
          <p:spPr>
            <a:xfrm>
              <a:off x="4439522" y="362906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39" name="pl8139"/>
            <p:cNvSpPr/>
            <p:nvPr/>
          </p:nvSpPr>
          <p:spPr>
            <a:xfrm>
              <a:off x="4329080" y="368877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0" name="pl8140"/>
            <p:cNvSpPr/>
            <p:nvPr/>
          </p:nvSpPr>
          <p:spPr>
            <a:xfrm>
              <a:off x="4328779" y="3667624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1" name="pl8141"/>
            <p:cNvSpPr/>
            <p:nvPr/>
          </p:nvSpPr>
          <p:spPr>
            <a:xfrm>
              <a:off x="4317909" y="368877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2" name="pl8142"/>
            <p:cNvSpPr/>
            <p:nvPr/>
          </p:nvSpPr>
          <p:spPr>
            <a:xfrm>
              <a:off x="4329080" y="368838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3" name="pl8143"/>
            <p:cNvSpPr/>
            <p:nvPr/>
          </p:nvSpPr>
          <p:spPr>
            <a:xfrm>
              <a:off x="4329080" y="368742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4" name="pl8144"/>
            <p:cNvSpPr/>
            <p:nvPr/>
          </p:nvSpPr>
          <p:spPr>
            <a:xfrm>
              <a:off x="4569913" y="385563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5" name="pl8145"/>
            <p:cNvSpPr/>
            <p:nvPr/>
          </p:nvSpPr>
          <p:spPr>
            <a:xfrm>
              <a:off x="4365110" y="362505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6" name="pl8146"/>
            <p:cNvSpPr/>
            <p:nvPr/>
          </p:nvSpPr>
          <p:spPr>
            <a:xfrm>
              <a:off x="4319599" y="3656356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7" name="pl8147"/>
            <p:cNvSpPr/>
            <p:nvPr/>
          </p:nvSpPr>
          <p:spPr>
            <a:xfrm>
              <a:off x="4330819" y="365803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8" name="pl8148"/>
            <p:cNvSpPr/>
            <p:nvPr/>
          </p:nvSpPr>
          <p:spPr>
            <a:xfrm>
              <a:off x="4056135" y="3187337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49" name="pl8149"/>
            <p:cNvSpPr/>
            <p:nvPr/>
          </p:nvSpPr>
          <p:spPr>
            <a:xfrm>
              <a:off x="4344355" y="3689185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0" name="pl8150"/>
            <p:cNvSpPr/>
            <p:nvPr/>
          </p:nvSpPr>
          <p:spPr>
            <a:xfrm>
              <a:off x="4343980" y="3689185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1" name="pl8151"/>
            <p:cNvSpPr/>
            <p:nvPr/>
          </p:nvSpPr>
          <p:spPr>
            <a:xfrm>
              <a:off x="4344355" y="3689185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2" name="pl8152"/>
            <p:cNvSpPr/>
            <p:nvPr/>
          </p:nvSpPr>
          <p:spPr>
            <a:xfrm>
              <a:off x="4344355" y="3689185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3" name="pl8153"/>
            <p:cNvSpPr/>
            <p:nvPr/>
          </p:nvSpPr>
          <p:spPr>
            <a:xfrm>
              <a:off x="4341777" y="3689185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4" name="pl8154"/>
            <p:cNvSpPr/>
            <p:nvPr/>
          </p:nvSpPr>
          <p:spPr>
            <a:xfrm>
              <a:off x="4344355" y="3689185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5" name="pl8155"/>
            <p:cNvSpPr/>
            <p:nvPr/>
          </p:nvSpPr>
          <p:spPr>
            <a:xfrm>
              <a:off x="4615028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6" name="pl8156"/>
            <p:cNvSpPr/>
            <p:nvPr/>
          </p:nvSpPr>
          <p:spPr>
            <a:xfrm>
              <a:off x="4615028" y="388863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7" name="pl8157"/>
            <p:cNvSpPr/>
            <p:nvPr/>
          </p:nvSpPr>
          <p:spPr>
            <a:xfrm>
              <a:off x="3880247" y="3352397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8" name="pl8158"/>
            <p:cNvSpPr/>
            <p:nvPr/>
          </p:nvSpPr>
          <p:spPr>
            <a:xfrm>
              <a:off x="3880247" y="333157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59" name="pl8159"/>
            <p:cNvSpPr/>
            <p:nvPr/>
          </p:nvSpPr>
          <p:spPr>
            <a:xfrm>
              <a:off x="4343053" y="3702576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0" name="pl8160"/>
            <p:cNvSpPr/>
            <p:nvPr/>
          </p:nvSpPr>
          <p:spPr>
            <a:xfrm>
              <a:off x="4760835" y="3196701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1" name="pl8161"/>
            <p:cNvSpPr/>
            <p:nvPr/>
          </p:nvSpPr>
          <p:spPr>
            <a:xfrm>
              <a:off x="4242209" y="3702346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2" name="pl8162"/>
            <p:cNvSpPr/>
            <p:nvPr/>
          </p:nvSpPr>
          <p:spPr>
            <a:xfrm>
              <a:off x="4279443" y="365982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3" name="pl8163"/>
            <p:cNvSpPr/>
            <p:nvPr/>
          </p:nvSpPr>
          <p:spPr>
            <a:xfrm>
              <a:off x="4266450" y="314623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4" name="pl8164"/>
            <p:cNvSpPr/>
            <p:nvPr/>
          </p:nvSpPr>
          <p:spPr>
            <a:xfrm>
              <a:off x="3753076" y="360122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5" name="pl8165"/>
            <p:cNvSpPr/>
            <p:nvPr/>
          </p:nvSpPr>
          <p:spPr>
            <a:xfrm>
              <a:off x="3758769" y="3612163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6" name="pl8166"/>
            <p:cNvSpPr/>
            <p:nvPr/>
          </p:nvSpPr>
          <p:spPr>
            <a:xfrm>
              <a:off x="4015520" y="396602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7" name="pl8167"/>
            <p:cNvSpPr/>
            <p:nvPr/>
          </p:nvSpPr>
          <p:spPr>
            <a:xfrm>
              <a:off x="4599363" y="461391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8" name="pl8168"/>
            <p:cNvSpPr/>
            <p:nvPr/>
          </p:nvSpPr>
          <p:spPr>
            <a:xfrm>
              <a:off x="4274643" y="368941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69" name="pl8169"/>
            <p:cNvSpPr/>
            <p:nvPr/>
          </p:nvSpPr>
          <p:spPr>
            <a:xfrm>
              <a:off x="4274039" y="3671549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0" name="pl8170"/>
            <p:cNvSpPr/>
            <p:nvPr/>
          </p:nvSpPr>
          <p:spPr>
            <a:xfrm>
              <a:off x="4491556" y="405789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1" name="pl8171"/>
            <p:cNvSpPr/>
            <p:nvPr/>
          </p:nvSpPr>
          <p:spPr>
            <a:xfrm>
              <a:off x="4474509" y="4085002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2" name="pl8172"/>
            <p:cNvSpPr/>
            <p:nvPr/>
          </p:nvSpPr>
          <p:spPr>
            <a:xfrm>
              <a:off x="4306110" y="364368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3" name="pl8173"/>
            <p:cNvSpPr/>
            <p:nvPr/>
          </p:nvSpPr>
          <p:spPr>
            <a:xfrm>
              <a:off x="4293826" y="364368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4" name="pl8174"/>
            <p:cNvSpPr/>
            <p:nvPr/>
          </p:nvSpPr>
          <p:spPr>
            <a:xfrm>
              <a:off x="4309240" y="364368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5" name="pl8175"/>
            <p:cNvSpPr/>
            <p:nvPr/>
          </p:nvSpPr>
          <p:spPr>
            <a:xfrm>
              <a:off x="4300747" y="363064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6" name="pl8176"/>
            <p:cNvSpPr/>
            <p:nvPr/>
          </p:nvSpPr>
          <p:spPr>
            <a:xfrm>
              <a:off x="4309240" y="363681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7" name="pl8177"/>
            <p:cNvSpPr/>
            <p:nvPr/>
          </p:nvSpPr>
          <p:spPr>
            <a:xfrm>
              <a:off x="4299568" y="364368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8" name="pl8178"/>
            <p:cNvSpPr/>
            <p:nvPr/>
          </p:nvSpPr>
          <p:spPr>
            <a:xfrm>
              <a:off x="4319599" y="362094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79" name="pl8179"/>
            <p:cNvSpPr/>
            <p:nvPr/>
          </p:nvSpPr>
          <p:spPr>
            <a:xfrm>
              <a:off x="4323754" y="358950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0" name="pl8180"/>
            <p:cNvSpPr/>
            <p:nvPr/>
          </p:nvSpPr>
          <p:spPr>
            <a:xfrm>
              <a:off x="4613637" y="4015538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1" name="pl8181"/>
            <p:cNvSpPr/>
            <p:nvPr/>
          </p:nvSpPr>
          <p:spPr>
            <a:xfrm>
              <a:off x="4623858" y="4015538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2" name="pl8182"/>
            <p:cNvSpPr/>
            <p:nvPr/>
          </p:nvSpPr>
          <p:spPr>
            <a:xfrm>
              <a:off x="4623858" y="4015538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3" name="pl8183"/>
            <p:cNvSpPr/>
            <p:nvPr/>
          </p:nvSpPr>
          <p:spPr>
            <a:xfrm>
              <a:off x="4623858" y="4015538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4" name="pl8184"/>
            <p:cNvSpPr/>
            <p:nvPr/>
          </p:nvSpPr>
          <p:spPr>
            <a:xfrm>
              <a:off x="4623858" y="4015538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5" name="pl8185"/>
            <p:cNvSpPr/>
            <p:nvPr/>
          </p:nvSpPr>
          <p:spPr>
            <a:xfrm>
              <a:off x="4623858" y="4015538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6" name="pl8186"/>
            <p:cNvSpPr/>
            <p:nvPr/>
          </p:nvSpPr>
          <p:spPr>
            <a:xfrm>
              <a:off x="4544990" y="4015538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7" name="pl8187"/>
            <p:cNvSpPr/>
            <p:nvPr/>
          </p:nvSpPr>
          <p:spPr>
            <a:xfrm>
              <a:off x="4623858" y="4015538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8" name="pl8188"/>
            <p:cNvSpPr/>
            <p:nvPr/>
          </p:nvSpPr>
          <p:spPr>
            <a:xfrm>
              <a:off x="4623858" y="400330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89" name="pl8189"/>
            <p:cNvSpPr/>
            <p:nvPr/>
          </p:nvSpPr>
          <p:spPr>
            <a:xfrm>
              <a:off x="4623858" y="4015538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0" name="pl8190"/>
            <p:cNvSpPr/>
            <p:nvPr/>
          </p:nvSpPr>
          <p:spPr>
            <a:xfrm>
              <a:off x="4623858" y="4015538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1" name="pl8191"/>
            <p:cNvSpPr/>
            <p:nvPr/>
          </p:nvSpPr>
          <p:spPr>
            <a:xfrm>
              <a:off x="4623858" y="4006348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2" name="pl8192"/>
            <p:cNvSpPr/>
            <p:nvPr/>
          </p:nvSpPr>
          <p:spPr>
            <a:xfrm>
              <a:off x="4619940" y="4015538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3" name="pl8193"/>
            <p:cNvSpPr/>
            <p:nvPr/>
          </p:nvSpPr>
          <p:spPr>
            <a:xfrm>
              <a:off x="4608524" y="4015538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4" name="pl8194"/>
            <p:cNvSpPr/>
            <p:nvPr/>
          </p:nvSpPr>
          <p:spPr>
            <a:xfrm>
              <a:off x="4623858" y="4015538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5" name="pl8195"/>
            <p:cNvSpPr/>
            <p:nvPr/>
          </p:nvSpPr>
          <p:spPr>
            <a:xfrm>
              <a:off x="4623858" y="4015538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6" name="pl8196"/>
            <p:cNvSpPr/>
            <p:nvPr/>
          </p:nvSpPr>
          <p:spPr>
            <a:xfrm>
              <a:off x="4623858" y="4015538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7" name="pl8197"/>
            <p:cNvSpPr/>
            <p:nvPr/>
          </p:nvSpPr>
          <p:spPr>
            <a:xfrm>
              <a:off x="4403633" y="363072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8" name="pl8198"/>
            <p:cNvSpPr/>
            <p:nvPr/>
          </p:nvSpPr>
          <p:spPr>
            <a:xfrm>
              <a:off x="4352114" y="358597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99" name="pl8199"/>
            <p:cNvSpPr/>
            <p:nvPr/>
          </p:nvSpPr>
          <p:spPr>
            <a:xfrm>
              <a:off x="4352114" y="357382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0" name="pl8200"/>
            <p:cNvSpPr/>
            <p:nvPr/>
          </p:nvSpPr>
          <p:spPr>
            <a:xfrm>
              <a:off x="4342861" y="3620887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1" name="pl8201"/>
            <p:cNvSpPr/>
            <p:nvPr/>
          </p:nvSpPr>
          <p:spPr>
            <a:xfrm>
              <a:off x="4321255" y="3620887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2" name="pl8202"/>
            <p:cNvSpPr/>
            <p:nvPr/>
          </p:nvSpPr>
          <p:spPr>
            <a:xfrm>
              <a:off x="4352114" y="360532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3" name="pl8203"/>
            <p:cNvSpPr/>
            <p:nvPr/>
          </p:nvSpPr>
          <p:spPr>
            <a:xfrm>
              <a:off x="4352114" y="3608932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4" name="pl8204"/>
            <p:cNvSpPr/>
            <p:nvPr/>
          </p:nvSpPr>
          <p:spPr>
            <a:xfrm>
              <a:off x="4352114" y="358191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5" name="pl8205"/>
            <p:cNvSpPr/>
            <p:nvPr/>
          </p:nvSpPr>
          <p:spPr>
            <a:xfrm>
              <a:off x="4352114" y="3614427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6" name="pl8206"/>
            <p:cNvSpPr/>
            <p:nvPr/>
          </p:nvSpPr>
          <p:spPr>
            <a:xfrm>
              <a:off x="4328779" y="3620887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7" name="pl8207"/>
            <p:cNvSpPr/>
            <p:nvPr/>
          </p:nvSpPr>
          <p:spPr>
            <a:xfrm>
              <a:off x="4330529" y="3620887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8" name="pl8208"/>
            <p:cNvSpPr/>
            <p:nvPr/>
          </p:nvSpPr>
          <p:spPr>
            <a:xfrm>
              <a:off x="4352114" y="3620887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09" name="pl8209"/>
            <p:cNvSpPr/>
            <p:nvPr/>
          </p:nvSpPr>
          <p:spPr>
            <a:xfrm>
              <a:off x="4209659" y="368916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0" name="pl8210"/>
            <p:cNvSpPr/>
            <p:nvPr/>
          </p:nvSpPr>
          <p:spPr>
            <a:xfrm>
              <a:off x="4267632" y="370088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1" name="pl8211"/>
            <p:cNvSpPr/>
            <p:nvPr/>
          </p:nvSpPr>
          <p:spPr>
            <a:xfrm>
              <a:off x="4386714" y="365109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2" name="pl8212"/>
            <p:cNvSpPr/>
            <p:nvPr/>
          </p:nvSpPr>
          <p:spPr>
            <a:xfrm>
              <a:off x="4083497" y="354900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3" name="pl8213"/>
            <p:cNvSpPr/>
            <p:nvPr/>
          </p:nvSpPr>
          <p:spPr>
            <a:xfrm>
              <a:off x="4836735" y="324206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4" name="pl8214"/>
            <p:cNvSpPr/>
            <p:nvPr/>
          </p:nvSpPr>
          <p:spPr>
            <a:xfrm>
              <a:off x="3880247" y="3352397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5" name="pl8215"/>
            <p:cNvSpPr/>
            <p:nvPr/>
          </p:nvSpPr>
          <p:spPr>
            <a:xfrm>
              <a:off x="4540801" y="399838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6" name="pl8216"/>
            <p:cNvSpPr/>
            <p:nvPr/>
          </p:nvSpPr>
          <p:spPr>
            <a:xfrm>
              <a:off x="4561857" y="385561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7" name="pl8217"/>
            <p:cNvSpPr/>
            <p:nvPr/>
          </p:nvSpPr>
          <p:spPr>
            <a:xfrm>
              <a:off x="4561857" y="398086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8" name="pl8218"/>
            <p:cNvSpPr/>
            <p:nvPr/>
          </p:nvSpPr>
          <p:spPr>
            <a:xfrm>
              <a:off x="4503151" y="445405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19" name="pl8219"/>
            <p:cNvSpPr/>
            <p:nvPr/>
          </p:nvSpPr>
          <p:spPr>
            <a:xfrm>
              <a:off x="4507693" y="445405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0" name="pl8220"/>
            <p:cNvSpPr/>
            <p:nvPr/>
          </p:nvSpPr>
          <p:spPr>
            <a:xfrm>
              <a:off x="4507342" y="441469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1" name="pl8221"/>
            <p:cNvSpPr/>
            <p:nvPr/>
          </p:nvSpPr>
          <p:spPr>
            <a:xfrm>
              <a:off x="4504997" y="445405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2" name="pl8222"/>
            <p:cNvSpPr/>
            <p:nvPr/>
          </p:nvSpPr>
          <p:spPr>
            <a:xfrm>
              <a:off x="4484662" y="445405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3" name="pl8223"/>
            <p:cNvSpPr/>
            <p:nvPr/>
          </p:nvSpPr>
          <p:spPr>
            <a:xfrm>
              <a:off x="4507693" y="444727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4" name="pl8224"/>
            <p:cNvSpPr/>
            <p:nvPr/>
          </p:nvSpPr>
          <p:spPr>
            <a:xfrm>
              <a:off x="4365271" y="356200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5" name="pl8225"/>
            <p:cNvSpPr/>
            <p:nvPr/>
          </p:nvSpPr>
          <p:spPr>
            <a:xfrm>
              <a:off x="3765522" y="419166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6" name="pl8226"/>
            <p:cNvSpPr/>
            <p:nvPr/>
          </p:nvSpPr>
          <p:spPr>
            <a:xfrm>
              <a:off x="4637863" y="380378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7" name="pl8227"/>
            <p:cNvSpPr/>
            <p:nvPr/>
          </p:nvSpPr>
          <p:spPr>
            <a:xfrm>
              <a:off x="4628151" y="383684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8" name="pl8228"/>
            <p:cNvSpPr/>
            <p:nvPr/>
          </p:nvSpPr>
          <p:spPr>
            <a:xfrm>
              <a:off x="4623355" y="3811413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29" name="pl8229"/>
            <p:cNvSpPr/>
            <p:nvPr/>
          </p:nvSpPr>
          <p:spPr>
            <a:xfrm>
              <a:off x="4628119" y="382119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0" name="pl8230"/>
            <p:cNvSpPr/>
            <p:nvPr/>
          </p:nvSpPr>
          <p:spPr>
            <a:xfrm>
              <a:off x="4637863" y="383684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1" name="pl8231"/>
            <p:cNvSpPr/>
            <p:nvPr/>
          </p:nvSpPr>
          <p:spPr>
            <a:xfrm>
              <a:off x="4632765" y="382411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2" name="pl8232"/>
            <p:cNvSpPr/>
            <p:nvPr/>
          </p:nvSpPr>
          <p:spPr>
            <a:xfrm>
              <a:off x="4637863" y="383684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3" name="pl8233"/>
            <p:cNvSpPr/>
            <p:nvPr/>
          </p:nvSpPr>
          <p:spPr>
            <a:xfrm>
              <a:off x="4621141" y="383684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4" name="pl8234"/>
            <p:cNvSpPr/>
            <p:nvPr/>
          </p:nvSpPr>
          <p:spPr>
            <a:xfrm>
              <a:off x="4637863" y="383684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5" name="pl8235"/>
            <p:cNvSpPr/>
            <p:nvPr/>
          </p:nvSpPr>
          <p:spPr>
            <a:xfrm>
              <a:off x="4627144" y="383287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6" name="pl8236"/>
            <p:cNvSpPr/>
            <p:nvPr/>
          </p:nvSpPr>
          <p:spPr>
            <a:xfrm>
              <a:off x="4622832" y="383671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7" name="pl8237"/>
            <p:cNvSpPr/>
            <p:nvPr/>
          </p:nvSpPr>
          <p:spPr>
            <a:xfrm>
              <a:off x="4637863" y="383684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8" name="pl8238"/>
            <p:cNvSpPr/>
            <p:nvPr/>
          </p:nvSpPr>
          <p:spPr>
            <a:xfrm>
              <a:off x="4637863" y="383684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39" name="pl8239"/>
            <p:cNvSpPr/>
            <p:nvPr/>
          </p:nvSpPr>
          <p:spPr>
            <a:xfrm>
              <a:off x="4637863" y="382510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0" name="pl8240"/>
            <p:cNvSpPr/>
            <p:nvPr/>
          </p:nvSpPr>
          <p:spPr>
            <a:xfrm>
              <a:off x="4637863" y="383684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1" name="pl8241"/>
            <p:cNvSpPr/>
            <p:nvPr/>
          </p:nvSpPr>
          <p:spPr>
            <a:xfrm>
              <a:off x="4637863" y="3833802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2" name="pl8242"/>
            <p:cNvSpPr/>
            <p:nvPr/>
          </p:nvSpPr>
          <p:spPr>
            <a:xfrm>
              <a:off x="4637863" y="382826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3" name="pl8243"/>
            <p:cNvSpPr/>
            <p:nvPr/>
          </p:nvSpPr>
          <p:spPr>
            <a:xfrm>
              <a:off x="4637863" y="383684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4" name="pl8244"/>
            <p:cNvSpPr/>
            <p:nvPr/>
          </p:nvSpPr>
          <p:spPr>
            <a:xfrm>
              <a:off x="4637863" y="3826633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5" name="pl8245"/>
            <p:cNvSpPr/>
            <p:nvPr/>
          </p:nvSpPr>
          <p:spPr>
            <a:xfrm>
              <a:off x="4583541" y="383684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6" name="pl8246"/>
            <p:cNvSpPr/>
            <p:nvPr/>
          </p:nvSpPr>
          <p:spPr>
            <a:xfrm>
              <a:off x="4626278" y="383684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7" name="pl8247"/>
            <p:cNvSpPr/>
            <p:nvPr/>
          </p:nvSpPr>
          <p:spPr>
            <a:xfrm>
              <a:off x="4627936" y="383684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8" name="pl8248"/>
            <p:cNvSpPr/>
            <p:nvPr/>
          </p:nvSpPr>
          <p:spPr>
            <a:xfrm>
              <a:off x="4637863" y="378669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49" name="pl8249"/>
            <p:cNvSpPr/>
            <p:nvPr/>
          </p:nvSpPr>
          <p:spPr>
            <a:xfrm>
              <a:off x="4637863" y="380895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0" name="pl8250"/>
            <p:cNvSpPr/>
            <p:nvPr/>
          </p:nvSpPr>
          <p:spPr>
            <a:xfrm>
              <a:off x="4637863" y="3818114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1" name="pl8251"/>
            <p:cNvSpPr/>
            <p:nvPr/>
          </p:nvSpPr>
          <p:spPr>
            <a:xfrm>
              <a:off x="4274769" y="364728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2" name="pl8252"/>
            <p:cNvSpPr/>
            <p:nvPr/>
          </p:nvSpPr>
          <p:spPr>
            <a:xfrm>
              <a:off x="4609812" y="382189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3" name="pl8253"/>
            <p:cNvSpPr/>
            <p:nvPr/>
          </p:nvSpPr>
          <p:spPr>
            <a:xfrm>
              <a:off x="4382950" y="356131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4" name="pl8254"/>
            <p:cNvSpPr/>
            <p:nvPr/>
          </p:nvSpPr>
          <p:spPr>
            <a:xfrm>
              <a:off x="4377506" y="356131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5" name="pl8255"/>
            <p:cNvSpPr/>
            <p:nvPr/>
          </p:nvSpPr>
          <p:spPr>
            <a:xfrm>
              <a:off x="4359993" y="3600421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6" name="pl8256"/>
            <p:cNvSpPr/>
            <p:nvPr/>
          </p:nvSpPr>
          <p:spPr>
            <a:xfrm>
              <a:off x="4359993" y="360414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7" name="pl8257"/>
            <p:cNvSpPr/>
            <p:nvPr/>
          </p:nvSpPr>
          <p:spPr>
            <a:xfrm>
              <a:off x="4359993" y="361372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8" name="pl8258"/>
            <p:cNvSpPr/>
            <p:nvPr/>
          </p:nvSpPr>
          <p:spPr>
            <a:xfrm>
              <a:off x="4359013" y="360532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59" name="pl8259"/>
            <p:cNvSpPr/>
            <p:nvPr/>
          </p:nvSpPr>
          <p:spPr>
            <a:xfrm>
              <a:off x="4328159" y="361372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0" name="pl8260"/>
            <p:cNvSpPr/>
            <p:nvPr/>
          </p:nvSpPr>
          <p:spPr>
            <a:xfrm>
              <a:off x="4356899" y="3608932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1" name="pl8261"/>
            <p:cNvSpPr/>
            <p:nvPr/>
          </p:nvSpPr>
          <p:spPr>
            <a:xfrm>
              <a:off x="4359993" y="360593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2" name="pl8262"/>
            <p:cNvSpPr/>
            <p:nvPr/>
          </p:nvSpPr>
          <p:spPr>
            <a:xfrm>
              <a:off x="4359993" y="357930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3" name="pl8263"/>
            <p:cNvSpPr/>
            <p:nvPr/>
          </p:nvSpPr>
          <p:spPr>
            <a:xfrm>
              <a:off x="4359993" y="361372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4" name="pl8264"/>
            <p:cNvSpPr/>
            <p:nvPr/>
          </p:nvSpPr>
          <p:spPr>
            <a:xfrm>
              <a:off x="4359993" y="361372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5" name="pl8265"/>
            <p:cNvSpPr/>
            <p:nvPr/>
          </p:nvSpPr>
          <p:spPr>
            <a:xfrm>
              <a:off x="4359993" y="360151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6" name="pl8266"/>
            <p:cNvSpPr/>
            <p:nvPr/>
          </p:nvSpPr>
          <p:spPr>
            <a:xfrm>
              <a:off x="4274837" y="370171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7" name="pl8267"/>
            <p:cNvSpPr/>
            <p:nvPr/>
          </p:nvSpPr>
          <p:spPr>
            <a:xfrm>
              <a:off x="4782090" y="409497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8" name="pl8268"/>
            <p:cNvSpPr/>
            <p:nvPr/>
          </p:nvSpPr>
          <p:spPr>
            <a:xfrm>
              <a:off x="4130420" y="444804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69" name="pl8269"/>
            <p:cNvSpPr/>
            <p:nvPr/>
          </p:nvSpPr>
          <p:spPr>
            <a:xfrm>
              <a:off x="4124480" y="444804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0" name="pl8270"/>
            <p:cNvSpPr/>
            <p:nvPr/>
          </p:nvSpPr>
          <p:spPr>
            <a:xfrm>
              <a:off x="3880247" y="3319434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1" name="pl8271"/>
            <p:cNvSpPr/>
            <p:nvPr/>
          </p:nvSpPr>
          <p:spPr>
            <a:xfrm>
              <a:off x="4339797" y="353997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2" name="pl8272"/>
            <p:cNvSpPr/>
            <p:nvPr/>
          </p:nvSpPr>
          <p:spPr>
            <a:xfrm>
              <a:off x="4306110" y="366600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3" name="pl8273"/>
            <p:cNvSpPr/>
            <p:nvPr/>
          </p:nvSpPr>
          <p:spPr>
            <a:xfrm>
              <a:off x="4293826" y="366276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4" name="pl8274"/>
            <p:cNvSpPr/>
            <p:nvPr/>
          </p:nvSpPr>
          <p:spPr>
            <a:xfrm>
              <a:off x="4295995" y="368417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5" name="pl8275"/>
            <p:cNvSpPr/>
            <p:nvPr/>
          </p:nvSpPr>
          <p:spPr>
            <a:xfrm>
              <a:off x="4314533" y="3676533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6" name="pl8276"/>
            <p:cNvSpPr/>
            <p:nvPr/>
          </p:nvSpPr>
          <p:spPr>
            <a:xfrm>
              <a:off x="4302085" y="368417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7" name="pl8277"/>
            <p:cNvSpPr/>
            <p:nvPr/>
          </p:nvSpPr>
          <p:spPr>
            <a:xfrm>
              <a:off x="4314533" y="367294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8" name="pl8278"/>
            <p:cNvSpPr/>
            <p:nvPr/>
          </p:nvSpPr>
          <p:spPr>
            <a:xfrm>
              <a:off x="4314533" y="368417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79" name="pl8279"/>
            <p:cNvSpPr/>
            <p:nvPr/>
          </p:nvSpPr>
          <p:spPr>
            <a:xfrm>
              <a:off x="4307897" y="368417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0" name="pl8280"/>
            <p:cNvSpPr/>
            <p:nvPr/>
          </p:nvSpPr>
          <p:spPr>
            <a:xfrm>
              <a:off x="4310772" y="368417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1" name="pl8281"/>
            <p:cNvSpPr/>
            <p:nvPr/>
          </p:nvSpPr>
          <p:spPr>
            <a:xfrm>
              <a:off x="4314533" y="3669678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2" name="pl8282"/>
            <p:cNvSpPr/>
            <p:nvPr/>
          </p:nvSpPr>
          <p:spPr>
            <a:xfrm>
              <a:off x="4308092" y="368417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3" name="pl8283"/>
            <p:cNvSpPr/>
            <p:nvPr/>
          </p:nvSpPr>
          <p:spPr>
            <a:xfrm>
              <a:off x="4305942" y="368417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4" name="pl8284"/>
            <p:cNvSpPr/>
            <p:nvPr/>
          </p:nvSpPr>
          <p:spPr>
            <a:xfrm>
              <a:off x="4297760" y="368417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5" name="pl8285"/>
            <p:cNvSpPr/>
            <p:nvPr/>
          </p:nvSpPr>
          <p:spPr>
            <a:xfrm>
              <a:off x="4314533" y="3656356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6" name="pl8286"/>
            <p:cNvSpPr/>
            <p:nvPr/>
          </p:nvSpPr>
          <p:spPr>
            <a:xfrm>
              <a:off x="4314533" y="366237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7" name="pl8287"/>
            <p:cNvSpPr/>
            <p:nvPr/>
          </p:nvSpPr>
          <p:spPr>
            <a:xfrm>
              <a:off x="4314533" y="3667477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8" name="pl8288"/>
            <p:cNvSpPr/>
            <p:nvPr/>
          </p:nvSpPr>
          <p:spPr>
            <a:xfrm>
              <a:off x="4314533" y="3671679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89" name="pl8289"/>
            <p:cNvSpPr/>
            <p:nvPr/>
          </p:nvSpPr>
          <p:spPr>
            <a:xfrm>
              <a:off x="4309490" y="368417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0" name="pl8290"/>
            <p:cNvSpPr/>
            <p:nvPr/>
          </p:nvSpPr>
          <p:spPr>
            <a:xfrm>
              <a:off x="4314533" y="367653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1" name="pl8291"/>
            <p:cNvSpPr/>
            <p:nvPr/>
          </p:nvSpPr>
          <p:spPr>
            <a:xfrm>
              <a:off x="4314533" y="3649023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2" name="pl8292"/>
            <p:cNvSpPr/>
            <p:nvPr/>
          </p:nvSpPr>
          <p:spPr>
            <a:xfrm>
              <a:off x="4314533" y="367071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3" name="pl8293"/>
            <p:cNvSpPr/>
            <p:nvPr/>
          </p:nvSpPr>
          <p:spPr>
            <a:xfrm>
              <a:off x="4271825" y="368417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4" name="pl8294"/>
            <p:cNvSpPr/>
            <p:nvPr/>
          </p:nvSpPr>
          <p:spPr>
            <a:xfrm>
              <a:off x="4278678" y="368417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5" name="pl8295"/>
            <p:cNvSpPr/>
            <p:nvPr/>
          </p:nvSpPr>
          <p:spPr>
            <a:xfrm>
              <a:off x="4257407" y="368417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6" name="pl8296"/>
            <p:cNvSpPr/>
            <p:nvPr/>
          </p:nvSpPr>
          <p:spPr>
            <a:xfrm>
              <a:off x="4298605" y="368417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7" name="pl8297"/>
            <p:cNvSpPr/>
            <p:nvPr/>
          </p:nvSpPr>
          <p:spPr>
            <a:xfrm>
              <a:off x="4314533" y="368417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8" name="pl8298"/>
            <p:cNvSpPr/>
            <p:nvPr/>
          </p:nvSpPr>
          <p:spPr>
            <a:xfrm>
              <a:off x="4292447" y="3673050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99" name="pl8299"/>
            <p:cNvSpPr/>
            <p:nvPr/>
          </p:nvSpPr>
          <p:spPr>
            <a:xfrm>
              <a:off x="4314533" y="3667624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0" name="pl8300"/>
            <p:cNvSpPr/>
            <p:nvPr/>
          </p:nvSpPr>
          <p:spPr>
            <a:xfrm>
              <a:off x="4314533" y="368417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1" name="pl8301"/>
            <p:cNvSpPr/>
            <p:nvPr/>
          </p:nvSpPr>
          <p:spPr>
            <a:xfrm>
              <a:off x="4314533" y="3650578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2" name="pl8302"/>
            <p:cNvSpPr/>
            <p:nvPr/>
          </p:nvSpPr>
          <p:spPr>
            <a:xfrm>
              <a:off x="4314533" y="368197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3" name="pl8303"/>
            <p:cNvSpPr/>
            <p:nvPr/>
          </p:nvSpPr>
          <p:spPr>
            <a:xfrm>
              <a:off x="4301218" y="368417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4" name="pl8304"/>
            <p:cNvSpPr/>
            <p:nvPr/>
          </p:nvSpPr>
          <p:spPr>
            <a:xfrm>
              <a:off x="4314533" y="368417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5" name="pl8305"/>
            <p:cNvSpPr/>
            <p:nvPr/>
          </p:nvSpPr>
          <p:spPr>
            <a:xfrm>
              <a:off x="4308056" y="368417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6" name="pl8306"/>
            <p:cNvSpPr/>
            <p:nvPr/>
          </p:nvSpPr>
          <p:spPr>
            <a:xfrm>
              <a:off x="4312004" y="368417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7" name="pl8307"/>
            <p:cNvSpPr/>
            <p:nvPr/>
          </p:nvSpPr>
          <p:spPr>
            <a:xfrm>
              <a:off x="4304251" y="368417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8" name="pl8308"/>
            <p:cNvSpPr/>
            <p:nvPr/>
          </p:nvSpPr>
          <p:spPr>
            <a:xfrm>
              <a:off x="4293619" y="368417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09" name="pl8309"/>
            <p:cNvSpPr/>
            <p:nvPr/>
          </p:nvSpPr>
          <p:spPr>
            <a:xfrm>
              <a:off x="4314533" y="368417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0" name="pl8310"/>
            <p:cNvSpPr/>
            <p:nvPr/>
          </p:nvSpPr>
          <p:spPr>
            <a:xfrm>
              <a:off x="4306295" y="368417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1" name="pl8311"/>
            <p:cNvSpPr/>
            <p:nvPr/>
          </p:nvSpPr>
          <p:spPr>
            <a:xfrm>
              <a:off x="4314533" y="3670866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2" name="pl8312"/>
            <p:cNvSpPr/>
            <p:nvPr/>
          </p:nvSpPr>
          <p:spPr>
            <a:xfrm>
              <a:off x="4314533" y="368417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3" name="pl8313"/>
            <p:cNvSpPr/>
            <p:nvPr/>
          </p:nvSpPr>
          <p:spPr>
            <a:xfrm>
              <a:off x="4290432" y="368417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4" name="pl8314"/>
            <p:cNvSpPr/>
            <p:nvPr/>
          </p:nvSpPr>
          <p:spPr>
            <a:xfrm>
              <a:off x="4287079" y="368417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5" name="pl8315"/>
            <p:cNvSpPr/>
            <p:nvPr/>
          </p:nvSpPr>
          <p:spPr>
            <a:xfrm>
              <a:off x="4295949" y="368417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6" name="pl8316"/>
            <p:cNvSpPr/>
            <p:nvPr/>
          </p:nvSpPr>
          <p:spPr>
            <a:xfrm>
              <a:off x="4299568" y="365945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7" name="pl8317"/>
            <p:cNvSpPr/>
            <p:nvPr/>
          </p:nvSpPr>
          <p:spPr>
            <a:xfrm>
              <a:off x="4640438" y="406881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8" name="pl8318"/>
            <p:cNvSpPr/>
            <p:nvPr/>
          </p:nvSpPr>
          <p:spPr>
            <a:xfrm>
              <a:off x="4664735" y="406166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19" name="pl8319"/>
            <p:cNvSpPr/>
            <p:nvPr/>
          </p:nvSpPr>
          <p:spPr>
            <a:xfrm>
              <a:off x="4953947" y="4447572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0" name="pl8320"/>
            <p:cNvSpPr/>
            <p:nvPr/>
          </p:nvSpPr>
          <p:spPr>
            <a:xfrm>
              <a:off x="4312291" y="364608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1" name="pl8321"/>
            <p:cNvSpPr/>
            <p:nvPr/>
          </p:nvSpPr>
          <p:spPr>
            <a:xfrm>
              <a:off x="4042093" y="419846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2" name="pl8322"/>
            <p:cNvSpPr/>
            <p:nvPr/>
          </p:nvSpPr>
          <p:spPr>
            <a:xfrm>
              <a:off x="4267827" y="367575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3" name="pl8323"/>
            <p:cNvSpPr/>
            <p:nvPr/>
          </p:nvSpPr>
          <p:spPr>
            <a:xfrm>
              <a:off x="4278235" y="3673050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4" name="pl8324"/>
            <p:cNvSpPr/>
            <p:nvPr/>
          </p:nvSpPr>
          <p:spPr>
            <a:xfrm>
              <a:off x="4481441" y="447710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5" name="pl8325"/>
            <p:cNvSpPr/>
            <p:nvPr/>
          </p:nvSpPr>
          <p:spPr>
            <a:xfrm>
              <a:off x="4500588" y="447710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6" name="pl8326"/>
            <p:cNvSpPr/>
            <p:nvPr/>
          </p:nvSpPr>
          <p:spPr>
            <a:xfrm>
              <a:off x="4846148" y="439961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7" name="pl8327"/>
            <p:cNvSpPr/>
            <p:nvPr/>
          </p:nvSpPr>
          <p:spPr>
            <a:xfrm>
              <a:off x="5151537" y="360833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8" name="pl8328"/>
            <p:cNvSpPr/>
            <p:nvPr/>
          </p:nvSpPr>
          <p:spPr>
            <a:xfrm>
              <a:off x="4492296" y="4189642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29" name="pl8329"/>
            <p:cNvSpPr/>
            <p:nvPr/>
          </p:nvSpPr>
          <p:spPr>
            <a:xfrm>
              <a:off x="4493411" y="418784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0" name="pl8330"/>
            <p:cNvSpPr/>
            <p:nvPr/>
          </p:nvSpPr>
          <p:spPr>
            <a:xfrm>
              <a:off x="4491668" y="4189642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1" name="pl8331"/>
            <p:cNvSpPr/>
            <p:nvPr/>
          </p:nvSpPr>
          <p:spPr>
            <a:xfrm>
              <a:off x="3949150" y="4415873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2" name="pl8332"/>
            <p:cNvSpPr/>
            <p:nvPr/>
          </p:nvSpPr>
          <p:spPr>
            <a:xfrm>
              <a:off x="4437684" y="4095485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3" name="pl8333"/>
            <p:cNvSpPr/>
            <p:nvPr/>
          </p:nvSpPr>
          <p:spPr>
            <a:xfrm>
              <a:off x="4639120" y="404578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4" name="pl8334"/>
            <p:cNvSpPr/>
            <p:nvPr/>
          </p:nvSpPr>
          <p:spPr>
            <a:xfrm>
              <a:off x="4639120" y="404578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5" name="pl8335"/>
            <p:cNvSpPr/>
            <p:nvPr/>
          </p:nvSpPr>
          <p:spPr>
            <a:xfrm>
              <a:off x="4639120" y="404578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6" name="pl8336"/>
            <p:cNvSpPr/>
            <p:nvPr/>
          </p:nvSpPr>
          <p:spPr>
            <a:xfrm>
              <a:off x="4501269" y="312428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7" name="pl8337"/>
            <p:cNvSpPr/>
            <p:nvPr/>
          </p:nvSpPr>
          <p:spPr>
            <a:xfrm>
              <a:off x="4620090" y="385828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8" name="pl8338"/>
            <p:cNvSpPr/>
            <p:nvPr/>
          </p:nvSpPr>
          <p:spPr>
            <a:xfrm>
              <a:off x="4309476" y="361213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39" name="pl8339"/>
            <p:cNvSpPr/>
            <p:nvPr/>
          </p:nvSpPr>
          <p:spPr>
            <a:xfrm>
              <a:off x="4344355" y="367517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0" name="pl8340"/>
            <p:cNvSpPr/>
            <p:nvPr/>
          </p:nvSpPr>
          <p:spPr>
            <a:xfrm>
              <a:off x="4309190" y="366847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1" name="pl8341"/>
            <p:cNvSpPr/>
            <p:nvPr/>
          </p:nvSpPr>
          <p:spPr>
            <a:xfrm>
              <a:off x="4026693" y="4127638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2" name="pl8342"/>
            <p:cNvSpPr/>
            <p:nvPr/>
          </p:nvSpPr>
          <p:spPr>
            <a:xfrm>
              <a:off x="4033360" y="4126670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3" name="pl8343"/>
            <p:cNvSpPr/>
            <p:nvPr/>
          </p:nvSpPr>
          <p:spPr>
            <a:xfrm>
              <a:off x="4344355" y="368080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4" name="pl8344"/>
            <p:cNvSpPr/>
            <p:nvPr/>
          </p:nvSpPr>
          <p:spPr>
            <a:xfrm>
              <a:off x="4683744" y="3157762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5" name="pl8345"/>
            <p:cNvSpPr/>
            <p:nvPr/>
          </p:nvSpPr>
          <p:spPr>
            <a:xfrm>
              <a:off x="4470320" y="4095485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6" name="pl8346"/>
            <p:cNvSpPr/>
            <p:nvPr/>
          </p:nvSpPr>
          <p:spPr>
            <a:xfrm>
              <a:off x="4465724" y="409595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7" name="pl8347"/>
            <p:cNvSpPr/>
            <p:nvPr/>
          </p:nvSpPr>
          <p:spPr>
            <a:xfrm>
              <a:off x="4464095" y="409595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8" name="pl8348"/>
            <p:cNvSpPr/>
            <p:nvPr/>
          </p:nvSpPr>
          <p:spPr>
            <a:xfrm>
              <a:off x="4385412" y="363832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49" name="pl8349"/>
            <p:cNvSpPr/>
            <p:nvPr/>
          </p:nvSpPr>
          <p:spPr>
            <a:xfrm>
              <a:off x="4262266" y="3151303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0" name="pl8350"/>
            <p:cNvSpPr/>
            <p:nvPr/>
          </p:nvSpPr>
          <p:spPr>
            <a:xfrm>
              <a:off x="4225556" y="372133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1" name="pl8351"/>
            <p:cNvSpPr/>
            <p:nvPr/>
          </p:nvSpPr>
          <p:spPr>
            <a:xfrm>
              <a:off x="4727701" y="3787227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2" name="pl8352"/>
            <p:cNvSpPr/>
            <p:nvPr/>
          </p:nvSpPr>
          <p:spPr>
            <a:xfrm>
              <a:off x="4538903" y="3979277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3" name="pl8353"/>
            <p:cNvSpPr/>
            <p:nvPr/>
          </p:nvSpPr>
          <p:spPr>
            <a:xfrm>
              <a:off x="4615028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4" name="pl8354"/>
            <p:cNvSpPr/>
            <p:nvPr/>
          </p:nvSpPr>
          <p:spPr>
            <a:xfrm>
              <a:off x="4623011" y="4005713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5" name="pl8355"/>
            <p:cNvSpPr/>
            <p:nvPr/>
          </p:nvSpPr>
          <p:spPr>
            <a:xfrm>
              <a:off x="4623858" y="389425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6" name="pl8356"/>
            <p:cNvSpPr/>
            <p:nvPr/>
          </p:nvSpPr>
          <p:spPr>
            <a:xfrm>
              <a:off x="3846876" y="336508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7" name="pl8357"/>
            <p:cNvSpPr/>
            <p:nvPr/>
          </p:nvSpPr>
          <p:spPr>
            <a:xfrm>
              <a:off x="4504597" y="424961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8" name="pl8358"/>
            <p:cNvSpPr/>
            <p:nvPr/>
          </p:nvSpPr>
          <p:spPr>
            <a:xfrm>
              <a:off x="4500970" y="424961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59" name="pl8359"/>
            <p:cNvSpPr/>
            <p:nvPr/>
          </p:nvSpPr>
          <p:spPr>
            <a:xfrm>
              <a:off x="4005604" y="3965127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0" name="pl8360"/>
            <p:cNvSpPr/>
            <p:nvPr/>
          </p:nvSpPr>
          <p:spPr>
            <a:xfrm>
              <a:off x="4381117" y="366997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1" name="pl8361"/>
            <p:cNvSpPr/>
            <p:nvPr/>
          </p:nvSpPr>
          <p:spPr>
            <a:xfrm>
              <a:off x="4385412" y="363180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2" name="pl8362"/>
            <p:cNvSpPr/>
            <p:nvPr/>
          </p:nvSpPr>
          <p:spPr>
            <a:xfrm>
              <a:off x="4313326" y="360139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3" name="pl8363"/>
            <p:cNvSpPr/>
            <p:nvPr/>
          </p:nvSpPr>
          <p:spPr>
            <a:xfrm>
              <a:off x="4638621" y="3796118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4" name="pl8364"/>
            <p:cNvSpPr/>
            <p:nvPr/>
          </p:nvSpPr>
          <p:spPr>
            <a:xfrm>
              <a:off x="4636248" y="382973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5" name="pl8365"/>
            <p:cNvSpPr/>
            <p:nvPr/>
          </p:nvSpPr>
          <p:spPr>
            <a:xfrm>
              <a:off x="4631723" y="382973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6" name="pl8366"/>
            <p:cNvSpPr/>
            <p:nvPr/>
          </p:nvSpPr>
          <p:spPr>
            <a:xfrm>
              <a:off x="4637109" y="382973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7" name="pl8367"/>
            <p:cNvSpPr/>
            <p:nvPr/>
          </p:nvSpPr>
          <p:spPr>
            <a:xfrm>
              <a:off x="5155211" y="370393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8" name="pl8368"/>
            <p:cNvSpPr/>
            <p:nvPr/>
          </p:nvSpPr>
          <p:spPr>
            <a:xfrm>
              <a:off x="3709624" y="387866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69" name="pl8369"/>
            <p:cNvSpPr/>
            <p:nvPr/>
          </p:nvSpPr>
          <p:spPr>
            <a:xfrm>
              <a:off x="3688970" y="3886382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0" name="pl8370"/>
            <p:cNvSpPr/>
            <p:nvPr/>
          </p:nvSpPr>
          <p:spPr>
            <a:xfrm>
              <a:off x="4880674" y="401291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1" name="pl8371"/>
            <p:cNvSpPr/>
            <p:nvPr/>
          </p:nvSpPr>
          <p:spPr>
            <a:xfrm>
              <a:off x="4504597" y="4348330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2" name="pl8372"/>
            <p:cNvSpPr/>
            <p:nvPr/>
          </p:nvSpPr>
          <p:spPr>
            <a:xfrm>
              <a:off x="3759604" y="412368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3" name="pl8373"/>
            <p:cNvSpPr/>
            <p:nvPr/>
          </p:nvSpPr>
          <p:spPr>
            <a:xfrm>
              <a:off x="4021682" y="414650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4" name="pl8374"/>
            <p:cNvSpPr/>
            <p:nvPr/>
          </p:nvSpPr>
          <p:spPr>
            <a:xfrm>
              <a:off x="4033360" y="413192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5" name="pl8375"/>
            <p:cNvSpPr/>
            <p:nvPr/>
          </p:nvSpPr>
          <p:spPr>
            <a:xfrm>
              <a:off x="4030611" y="414650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6" name="pl8376"/>
            <p:cNvSpPr/>
            <p:nvPr/>
          </p:nvSpPr>
          <p:spPr>
            <a:xfrm>
              <a:off x="4039659" y="414650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7" name="pl8377"/>
            <p:cNvSpPr/>
            <p:nvPr/>
          </p:nvSpPr>
          <p:spPr>
            <a:xfrm>
              <a:off x="4960398" y="333267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8" name="pl8378"/>
            <p:cNvSpPr/>
            <p:nvPr/>
          </p:nvSpPr>
          <p:spPr>
            <a:xfrm>
              <a:off x="4344355" y="3689185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79" name="pl8379"/>
            <p:cNvSpPr/>
            <p:nvPr/>
          </p:nvSpPr>
          <p:spPr>
            <a:xfrm>
              <a:off x="4296326" y="361239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0" name="pl8380"/>
            <p:cNvSpPr/>
            <p:nvPr/>
          </p:nvSpPr>
          <p:spPr>
            <a:xfrm>
              <a:off x="4283981" y="360015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1" name="pl8381"/>
            <p:cNvSpPr/>
            <p:nvPr/>
          </p:nvSpPr>
          <p:spPr>
            <a:xfrm>
              <a:off x="4294270" y="360001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2" name="pl8382"/>
            <p:cNvSpPr/>
            <p:nvPr/>
          </p:nvSpPr>
          <p:spPr>
            <a:xfrm>
              <a:off x="4290477" y="359794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3" name="pl8383"/>
            <p:cNvSpPr/>
            <p:nvPr/>
          </p:nvSpPr>
          <p:spPr>
            <a:xfrm>
              <a:off x="4286742" y="360200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4" name="pl8384"/>
            <p:cNvSpPr/>
            <p:nvPr/>
          </p:nvSpPr>
          <p:spPr>
            <a:xfrm>
              <a:off x="4849381" y="439961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5" name="pl8385"/>
            <p:cNvSpPr/>
            <p:nvPr/>
          </p:nvSpPr>
          <p:spPr>
            <a:xfrm>
              <a:off x="5024161" y="3940595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6" name="pl8386"/>
            <p:cNvSpPr/>
            <p:nvPr/>
          </p:nvSpPr>
          <p:spPr>
            <a:xfrm>
              <a:off x="4615028" y="3887937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7" name="pl8387"/>
            <p:cNvSpPr/>
            <p:nvPr/>
          </p:nvSpPr>
          <p:spPr>
            <a:xfrm>
              <a:off x="5175319" y="408943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8" name="pl8388"/>
            <p:cNvSpPr/>
            <p:nvPr/>
          </p:nvSpPr>
          <p:spPr>
            <a:xfrm>
              <a:off x="4224854" y="3643789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89" name="pl8389"/>
            <p:cNvSpPr/>
            <p:nvPr/>
          </p:nvSpPr>
          <p:spPr>
            <a:xfrm>
              <a:off x="4235608" y="364836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0" name="pl8390"/>
            <p:cNvSpPr/>
            <p:nvPr/>
          </p:nvSpPr>
          <p:spPr>
            <a:xfrm>
              <a:off x="4470320" y="4056495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1" name="pl8391"/>
            <p:cNvSpPr/>
            <p:nvPr/>
          </p:nvSpPr>
          <p:spPr>
            <a:xfrm>
              <a:off x="4491846" y="4056495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2" name="pl8392"/>
            <p:cNvSpPr/>
            <p:nvPr/>
          </p:nvSpPr>
          <p:spPr>
            <a:xfrm>
              <a:off x="4509192" y="418361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3" name="pl8393"/>
            <p:cNvSpPr/>
            <p:nvPr/>
          </p:nvSpPr>
          <p:spPr>
            <a:xfrm>
              <a:off x="4221262" y="459340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4" name="pl8394"/>
            <p:cNvSpPr/>
            <p:nvPr/>
          </p:nvSpPr>
          <p:spPr>
            <a:xfrm>
              <a:off x="4664735" y="409497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5" name="pl8395"/>
            <p:cNvSpPr/>
            <p:nvPr/>
          </p:nvSpPr>
          <p:spPr>
            <a:xfrm>
              <a:off x="4314584" y="3622525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6" name="pl8396"/>
            <p:cNvSpPr/>
            <p:nvPr/>
          </p:nvSpPr>
          <p:spPr>
            <a:xfrm>
              <a:off x="4060097" y="451742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7" name="pl8397"/>
            <p:cNvSpPr/>
            <p:nvPr/>
          </p:nvSpPr>
          <p:spPr>
            <a:xfrm>
              <a:off x="4963566" y="436470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8" name="pl8398"/>
            <p:cNvSpPr/>
            <p:nvPr/>
          </p:nvSpPr>
          <p:spPr>
            <a:xfrm>
              <a:off x="4681709" y="446165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99" name="pl8399"/>
            <p:cNvSpPr/>
            <p:nvPr/>
          </p:nvSpPr>
          <p:spPr>
            <a:xfrm>
              <a:off x="4262210" y="3655316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0" name="pl8400"/>
            <p:cNvSpPr/>
            <p:nvPr/>
          </p:nvSpPr>
          <p:spPr>
            <a:xfrm>
              <a:off x="4623858" y="4015538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1" name="pl8401"/>
            <p:cNvSpPr/>
            <p:nvPr/>
          </p:nvSpPr>
          <p:spPr>
            <a:xfrm>
              <a:off x="3694812" y="406534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2" name="pl8402"/>
            <p:cNvSpPr/>
            <p:nvPr/>
          </p:nvSpPr>
          <p:spPr>
            <a:xfrm>
              <a:off x="4880674" y="396298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3" name="pl8403"/>
            <p:cNvSpPr/>
            <p:nvPr/>
          </p:nvSpPr>
          <p:spPr>
            <a:xfrm>
              <a:off x="4902233" y="396298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4" name="pl8404"/>
            <p:cNvSpPr/>
            <p:nvPr/>
          </p:nvSpPr>
          <p:spPr>
            <a:xfrm>
              <a:off x="4905299" y="395848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5" name="pl8405"/>
            <p:cNvSpPr/>
            <p:nvPr/>
          </p:nvSpPr>
          <p:spPr>
            <a:xfrm>
              <a:off x="4464095" y="409512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6" name="pl8406"/>
            <p:cNvSpPr/>
            <p:nvPr/>
          </p:nvSpPr>
          <p:spPr>
            <a:xfrm>
              <a:off x="4470320" y="409512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7" name="pl8407"/>
            <p:cNvSpPr/>
            <p:nvPr/>
          </p:nvSpPr>
          <p:spPr>
            <a:xfrm>
              <a:off x="4493841" y="4058739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8" name="pl8408"/>
            <p:cNvSpPr/>
            <p:nvPr/>
          </p:nvSpPr>
          <p:spPr>
            <a:xfrm>
              <a:off x="4288253" y="365304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09" name="pl8409"/>
            <p:cNvSpPr/>
            <p:nvPr/>
          </p:nvSpPr>
          <p:spPr>
            <a:xfrm>
              <a:off x="3959030" y="441542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0" name="pl8410"/>
            <p:cNvSpPr/>
            <p:nvPr/>
          </p:nvSpPr>
          <p:spPr>
            <a:xfrm>
              <a:off x="4621314" y="383902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1" name="pl8411"/>
            <p:cNvSpPr/>
            <p:nvPr/>
          </p:nvSpPr>
          <p:spPr>
            <a:xfrm>
              <a:off x="4727900" y="458972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2" name="pl8412"/>
            <p:cNvSpPr/>
            <p:nvPr/>
          </p:nvSpPr>
          <p:spPr>
            <a:xfrm>
              <a:off x="3801770" y="426888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3" name="pl8413"/>
            <p:cNvSpPr/>
            <p:nvPr/>
          </p:nvSpPr>
          <p:spPr>
            <a:xfrm>
              <a:off x="4241992" y="372133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4" name="pl8414"/>
            <p:cNvSpPr/>
            <p:nvPr/>
          </p:nvSpPr>
          <p:spPr>
            <a:xfrm>
              <a:off x="4303048" y="364368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5" name="pl8415"/>
            <p:cNvSpPr/>
            <p:nvPr/>
          </p:nvSpPr>
          <p:spPr>
            <a:xfrm>
              <a:off x="4300308" y="365575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6" name="pl8416"/>
            <p:cNvSpPr/>
            <p:nvPr/>
          </p:nvSpPr>
          <p:spPr>
            <a:xfrm>
              <a:off x="4328815" y="3649969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7" name="pl8417"/>
            <p:cNvSpPr/>
            <p:nvPr/>
          </p:nvSpPr>
          <p:spPr>
            <a:xfrm>
              <a:off x="4322931" y="367071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8" name="pl8418"/>
            <p:cNvSpPr/>
            <p:nvPr/>
          </p:nvSpPr>
          <p:spPr>
            <a:xfrm>
              <a:off x="4025655" y="415752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19" name="pl8419"/>
            <p:cNvSpPr/>
            <p:nvPr/>
          </p:nvSpPr>
          <p:spPr>
            <a:xfrm>
              <a:off x="4408422" y="412401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0" name="pl8420"/>
            <p:cNvSpPr/>
            <p:nvPr/>
          </p:nvSpPr>
          <p:spPr>
            <a:xfrm>
              <a:off x="4036442" y="419846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1" name="pl8421"/>
            <p:cNvSpPr/>
            <p:nvPr/>
          </p:nvSpPr>
          <p:spPr>
            <a:xfrm>
              <a:off x="4649177" y="4156474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2" name="pl8422"/>
            <p:cNvSpPr/>
            <p:nvPr/>
          </p:nvSpPr>
          <p:spPr>
            <a:xfrm>
              <a:off x="4649177" y="4156474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3" name="pl8423"/>
            <p:cNvSpPr/>
            <p:nvPr/>
          </p:nvSpPr>
          <p:spPr>
            <a:xfrm>
              <a:off x="4649177" y="4156474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4" name="pl8424"/>
            <p:cNvSpPr/>
            <p:nvPr/>
          </p:nvSpPr>
          <p:spPr>
            <a:xfrm>
              <a:off x="4649177" y="4156474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5" name="pl8425"/>
            <p:cNvSpPr/>
            <p:nvPr/>
          </p:nvSpPr>
          <p:spPr>
            <a:xfrm>
              <a:off x="4615028" y="396525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6" name="pl8426"/>
            <p:cNvSpPr/>
            <p:nvPr/>
          </p:nvSpPr>
          <p:spPr>
            <a:xfrm>
              <a:off x="4649177" y="410573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7" name="pl8427"/>
            <p:cNvSpPr/>
            <p:nvPr/>
          </p:nvSpPr>
          <p:spPr>
            <a:xfrm>
              <a:off x="4624821" y="4072486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8" name="pl8428"/>
            <p:cNvSpPr/>
            <p:nvPr/>
          </p:nvSpPr>
          <p:spPr>
            <a:xfrm>
              <a:off x="4646241" y="4156474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29" name="pl8429"/>
            <p:cNvSpPr/>
            <p:nvPr/>
          </p:nvSpPr>
          <p:spPr>
            <a:xfrm>
              <a:off x="4649177" y="4156474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0" name="pl8430"/>
            <p:cNvSpPr/>
            <p:nvPr/>
          </p:nvSpPr>
          <p:spPr>
            <a:xfrm>
              <a:off x="4635682" y="4156474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1" name="pl8431"/>
            <p:cNvSpPr/>
            <p:nvPr/>
          </p:nvSpPr>
          <p:spPr>
            <a:xfrm>
              <a:off x="4344355" y="3689185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2" name="pl8432"/>
            <p:cNvSpPr/>
            <p:nvPr/>
          </p:nvSpPr>
          <p:spPr>
            <a:xfrm>
              <a:off x="3853364" y="3352397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3" name="pl8433"/>
            <p:cNvSpPr/>
            <p:nvPr/>
          </p:nvSpPr>
          <p:spPr>
            <a:xfrm>
              <a:off x="4652242" y="407661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4" name="pl8434"/>
            <p:cNvSpPr/>
            <p:nvPr/>
          </p:nvSpPr>
          <p:spPr>
            <a:xfrm>
              <a:off x="5198815" y="390847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5" name="pl8435"/>
            <p:cNvSpPr/>
            <p:nvPr/>
          </p:nvSpPr>
          <p:spPr>
            <a:xfrm>
              <a:off x="4873010" y="4110309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6" name="pl8436"/>
            <p:cNvSpPr/>
            <p:nvPr/>
          </p:nvSpPr>
          <p:spPr>
            <a:xfrm>
              <a:off x="4855421" y="409339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7" name="pl8437"/>
            <p:cNvSpPr/>
            <p:nvPr/>
          </p:nvSpPr>
          <p:spPr>
            <a:xfrm>
              <a:off x="3838072" y="3451435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8" name="pl8438"/>
            <p:cNvSpPr/>
            <p:nvPr/>
          </p:nvSpPr>
          <p:spPr>
            <a:xfrm>
              <a:off x="4681692" y="385943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39" name="pl8439"/>
            <p:cNvSpPr/>
            <p:nvPr/>
          </p:nvSpPr>
          <p:spPr>
            <a:xfrm>
              <a:off x="4681692" y="385943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0" name="pl8440"/>
            <p:cNvSpPr/>
            <p:nvPr/>
          </p:nvSpPr>
          <p:spPr>
            <a:xfrm>
              <a:off x="4051239" y="419846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1" name="pl8441"/>
            <p:cNvSpPr/>
            <p:nvPr/>
          </p:nvSpPr>
          <p:spPr>
            <a:xfrm>
              <a:off x="4302709" y="364368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2" name="pl8442"/>
            <p:cNvSpPr/>
            <p:nvPr/>
          </p:nvSpPr>
          <p:spPr>
            <a:xfrm>
              <a:off x="4302709" y="364602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3" name="pl8443"/>
            <p:cNvSpPr/>
            <p:nvPr/>
          </p:nvSpPr>
          <p:spPr>
            <a:xfrm>
              <a:off x="4946098" y="4447572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4" name="pl8444"/>
            <p:cNvSpPr/>
            <p:nvPr/>
          </p:nvSpPr>
          <p:spPr>
            <a:xfrm>
              <a:off x="4648236" y="404089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5" name="pl8445"/>
            <p:cNvSpPr/>
            <p:nvPr/>
          </p:nvSpPr>
          <p:spPr>
            <a:xfrm>
              <a:off x="4755388" y="376684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6" name="pl8446"/>
            <p:cNvSpPr/>
            <p:nvPr/>
          </p:nvSpPr>
          <p:spPr>
            <a:xfrm>
              <a:off x="4755388" y="378274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7" name="pl8447"/>
            <p:cNvSpPr/>
            <p:nvPr/>
          </p:nvSpPr>
          <p:spPr>
            <a:xfrm>
              <a:off x="4834200" y="401291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8" name="pl8448"/>
            <p:cNvSpPr/>
            <p:nvPr/>
          </p:nvSpPr>
          <p:spPr>
            <a:xfrm>
              <a:off x="4834200" y="407388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49" name="pl8449"/>
            <p:cNvSpPr/>
            <p:nvPr/>
          </p:nvSpPr>
          <p:spPr>
            <a:xfrm>
              <a:off x="4782090" y="407388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0" name="pl8450"/>
            <p:cNvSpPr/>
            <p:nvPr/>
          </p:nvSpPr>
          <p:spPr>
            <a:xfrm>
              <a:off x="4834200" y="407388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1" name="pl8451"/>
            <p:cNvSpPr/>
            <p:nvPr/>
          </p:nvSpPr>
          <p:spPr>
            <a:xfrm>
              <a:off x="3829116" y="345183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2" name="pl8452"/>
            <p:cNvSpPr/>
            <p:nvPr/>
          </p:nvSpPr>
          <p:spPr>
            <a:xfrm>
              <a:off x="4335302" y="3689185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3" name="pl8453"/>
            <p:cNvSpPr/>
            <p:nvPr/>
          </p:nvSpPr>
          <p:spPr>
            <a:xfrm>
              <a:off x="4497592" y="418361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4" name="pl8454"/>
            <p:cNvSpPr/>
            <p:nvPr/>
          </p:nvSpPr>
          <p:spPr>
            <a:xfrm>
              <a:off x="4493360" y="418784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5" name="pl8455"/>
            <p:cNvSpPr/>
            <p:nvPr/>
          </p:nvSpPr>
          <p:spPr>
            <a:xfrm>
              <a:off x="4497592" y="4142439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6" name="pl8456"/>
            <p:cNvSpPr/>
            <p:nvPr/>
          </p:nvSpPr>
          <p:spPr>
            <a:xfrm>
              <a:off x="4292447" y="366550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7" name="pl8457"/>
            <p:cNvSpPr/>
            <p:nvPr/>
          </p:nvSpPr>
          <p:spPr>
            <a:xfrm>
              <a:off x="4585954" y="385563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8" name="pl8458"/>
            <p:cNvSpPr/>
            <p:nvPr/>
          </p:nvSpPr>
          <p:spPr>
            <a:xfrm>
              <a:off x="4603475" y="383684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59" name="pl8459"/>
            <p:cNvSpPr/>
            <p:nvPr/>
          </p:nvSpPr>
          <p:spPr>
            <a:xfrm>
              <a:off x="4595121" y="385563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0" name="pl8460"/>
            <p:cNvSpPr/>
            <p:nvPr/>
          </p:nvSpPr>
          <p:spPr>
            <a:xfrm>
              <a:off x="4291878" y="365868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1" name="pl8461"/>
            <p:cNvSpPr/>
            <p:nvPr/>
          </p:nvSpPr>
          <p:spPr>
            <a:xfrm>
              <a:off x="4237754" y="452335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2" name="pl8462"/>
            <p:cNvSpPr/>
            <p:nvPr/>
          </p:nvSpPr>
          <p:spPr>
            <a:xfrm>
              <a:off x="4637863" y="3825152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3" name="pl8463"/>
            <p:cNvSpPr/>
            <p:nvPr/>
          </p:nvSpPr>
          <p:spPr>
            <a:xfrm>
              <a:off x="4639158" y="3810016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4" name="pl8464"/>
            <p:cNvSpPr/>
            <p:nvPr/>
          </p:nvSpPr>
          <p:spPr>
            <a:xfrm>
              <a:off x="4638621" y="3825152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5" name="pl8465"/>
            <p:cNvSpPr/>
            <p:nvPr/>
          </p:nvSpPr>
          <p:spPr>
            <a:xfrm>
              <a:off x="4638814" y="381989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6" name="pl8466"/>
            <p:cNvSpPr/>
            <p:nvPr/>
          </p:nvSpPr>
          <p:spPr>
            <a:xfrm>
              <a:off x="4639158" y="382482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7" name="pl8467"/>
            <p:cNvSpPr/>
            <p:nvPr/>
          </p:nvSpPr>
          <p:spPr>
            <a:xfrm>
              <a:off x="4560831" y="307578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8" name="pl8468"/>
            <p:cNvSpPr/>
            <p:nvPr/>
          </p:nvSpPr>
          <p:spPr>
            <a:xfrm>
              <a:off x="4060097" y="4526185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69" name="pl8469"/>
            <p:cNvSpPr/>
            <p:nvPr/>
          </p:nvSpPr>
          <p:spPr>
            <a:xfrm>
              <a:off x="4274360" y="314227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0" name="pl8470"/>
            <p:cNvSpPr/>
            <p:nvPr/>
          </p:nvSpPr>
          <p:spPr>
            <a:xfrm>
              <a:off x="4698823" y="383928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1" name="pl8471"/>
            <p:cNvSpPr/>
            <p:nvPr/>
          </p:nvSpPr>
          <p:spPr>
            <a:xfrm>
              <a:off x="3669752" y="391763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2" name="pl8472"/>
            <p:cNvSpPr/>
            <p:nvPr/>
          </p:nvSpPr>
          <p:spPr>
            <a:xfrm>
              <a:off x="3658671" y="391763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3" name="pl8473"/>
            <p:cNvSpPr/>
            <p:nvPr/>
          </p:nvSpPr>
          <p:spPr>
            <a:xfrm>
              <a:off x="3669752" y="3902669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4" name="pl8474"/>
            <p:cNvSpPr/>
            <p:nvPr/>
          </p:nvSpPr>
          <p:spPr>
            <a:xfrm>
              <a:off x="3828872" y="336508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5" name="pl8475"/>
            <p:cNvSpPr/>
            <p:nvPr/>
          </p:nvSpPr>
          <p:spPr>
            <a:xfrm>
              <a:off x="3697237" y="3712785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6" name="pl8476"/>
            <p:cNvSpPr/>
            <p:nvPr/>
          </p:nvSpPr>
          <p:spPr>
            <a:xfrm>
              <a:off x="3889435" y="401659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7" name="pl8477"/>
            <p:cNvSpPr/>
            <p:nvPr/>
          </p:nvSpPr>
          <p:spPr>
            <a:xfrm>
              <a:off x="3892525" y="401939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8" name="pl8478"/>
            <p:cNvSpPr/>
            <p:nvPr/>
          </p:nvSpPr>
          <p:spPr>
            <a:xfrm>
              <a:off x="3688970" y="3902669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79" name="pl8479"/>
            <p:cNvSpPr/>
            <p:nvPr/>
          </p:nvSpPr>
          <p:spPr>
            <a:xfrm>
              <a:off x="4067688" y="4170542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0" name="pl8480"/>
            <p:cNvSpPr/>
            <p:nvPr/>
          </p:nvSpPr>
          <p:spPr>
            <a:xfrm>
              <a:off x="4067688" y="4165805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1" name="pl8481"/>
            <p:cNvSpPr/>
            <p:nvPr/>
          </p:nvSpPr>
          <p:spPr>
            <a:xfrm>
              <a:off x="4050055" y="4165635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2" name="pl8482"/>
            <p:cNvSpPr/>
            <p:nvPr/>
          </p:nvSpPr>
          <p:spPr>
            <a:xfrm>
              <a:off x="4650903" y="420001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3" name="pl8483"/>
            <p:cNvSpPr/>
            <p:nvPr/>
          </p:nvSpPr>
          <p:spPr>
            <a:xfrm>
              <a:off x="4489376" y="420408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4" name="pl8484"/>
            <p:cNvSpPr/>
            <p:nvPr/>
          </p:nvSpPr>
          <p:spPr>
            <a:xfrm>
              <a:off x="5125710" y="4126199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5" name="pl8485"/>
            <p:cNvSpPr/>
            <p:nvPr/>
          </p:nvSpPr>
          <p:spPr>
            <a:xfrm>
              <a:off x="4344355" y="3674842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6" name="pl8486"/>
            <p:cNvSpPr/>
            <p:nvPr/>
          </p:nvSpPr>
          <p:spPr>
            <a:xfrm>
              <a:off x="4348925" y="3685175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7" name="pl8487"/>
            <p:cNvSpPr/>
            <p:nvPr/>
          </p:nvSpPr>
          <p:spPr>
            <a:xfrm>
              <a:off x="4050055" y="4165635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8" name="pl8488"/>
            <p:cNvSpPr/>
            <p:nvPr/>
          </p:nvSpPr>
          <p:spPr>
            <a:xfrm>
              <a:off x="4590591" y="396525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89" name="pl8489"/>
            <p:cNvSpPr/>
            <p:nvPr/>
          </p:nvSpPr>
          <p:spPr>
            <a:xfrm>
              <a:off x="4322144" y="461571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0" name="pl8490"/>
            <p:cNvSpPr/>
            <p:nvPr/>
          </p:nvSpPr>
          <p:spPr>
            <a:xfrm>
              <a:off x="4675794" y="406166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1" name="pl8491"/>
            <p:cNvSpPr/>
            <p:nvPr/>
          </p:nvSpPr>
          <p:spPr>
            <a:xfrm>
              <a:off x="4344355" y="3680319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2" name="pl8492"/>
            <p:cNvSpPr/>
            <p:nvPr/>
          </p:nvSpPr>
          <p:spPr>
            <a:xfrm>
              <a:off x="3864065" y="430604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3" name="pl8493"/>
            <p:cNvSpPr/>
            <p:nvPr/>
          </p:nvSpPr>
          <p:spPr>
            <a:xfrm>
              <a:off x="5051821" y="3570830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4" name="pl8494"/>
            <p:cNvSpPr/>
            <p:nvPr/>
          </p:nvSpPr>
          <p:spPr>
            <a:xfrm>
              <a:off x="5043746" y="356266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5" name="pl8495"/>
            <p:cNvSpPr/>
            <p:nvPr/>
          </p:nvSpPr>
          <p:spPr>
            <a:xfrm>
              <a:off x="5051821" y="354943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6" name="pl8496"/>
            <p:cNvSpPr/>
            <p:nvPr/>
          </p:nvSpPr>
          <p:spPr>
            <a:xfrm>
              <a:off x="4681709" y="447049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7" name="pl8497"/>
            <p:cNvSpPr/>
            <p:nvPr/>
          </p:nvSpPr>
          <p:spPr>
            <a:xfrm>
              <a:off x="4361329" y="356919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8" name="pl8498"/>
            <p:cNvSpPr/>
            <p:nvPr/>
          </p:nvSpPr>
          <p:spPr>
            <a:xfrm>
              <a:off x="5024161" y="3947657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99" name="pl8499"/>
            <p:cNvSpPr/>
            <p:nvPr/>
          </p:nvSpPr>
          <p:spPr>
            <a:xfrm>
              <a:off x="4322883" y="3678939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0" name="pl8500"/>
            <p:cNvSpPr/>
            <p:nvPr/>
          </p:nvSpPr>
          <p:spPr>
            <a:xfrm>
              <a:off x="4300308" y="366550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1" name="pl8501"/>
            <p:cNvSpPr/>
            <p:nvPr/>
          </p:nvSpPr>
          <p:spPr>
            <a:xfrm>
              <a:off x="4309190" y="366847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2" name="pl8502"/>
            <p:cNvSpPr/>
            <p:nvPr/>
          </p:nvSpPr>
          <p:spPr>
            <a:xfrm>
              <a:off x="4394356" y="366612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3" name="pl8503"/>
            <p:cNvSpPr/>
            <p:nvPr/>
          </p:nvSpPr>
          <p:spPr>
            <a:xfrm>
              <a:off x="3686171" y="388939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4" name="pl8504"/>
            <p:cNvSpPr/>
            <p:nvPr/>
          </p:nvSpPr>
          <p:spPr>
            <a:xfrm>
              <a:off x="4900852" y="329668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5" name="pl8505"/>
            <p:cNvSpPr/>
            <p:nvPr/>
          </p:nvSpPr>
          <p:spPr>
            <a:xfrm>
              <a:off x="4359533" y="366256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6" name="pl8506"/>
            <p:cNvSpPr/>
            <p:nvPr/>
          </p:nvSpPr>
          <p:spPr>
            <a:xfrm>
              <a:off x="4332947" y="366256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7" name="pl8507"/>
            <p:cNvSpPr/>
            <p:nvPr/>
          </p:nvSpPr>
          <p:spPr>
            <a:xfrm>
              <a:off x="4336718" y="366256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8" name="pl8508"/>
            <p:cNvSpPr/>
            <p:nvPr/>
          </p:nvSpPr>
          <p:spPr>
            <a:xfrm>
              <a:off x="4359533" y="364778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09" name="pl8509"/>
            <p:cNvSpPr/>
            <p:nvPr/>
          </p:nvSpPr>
          <p:spPr>
            <a:xfrm>
              <a:off x="4359533" y="3649133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0" name="pl8510"/>
            <p:cNvSpPr/>
            <p:nvPr/>
          </p:nvSpPr>
          <p:spPr>
            <a:xfrm>
              <a:off x="4328677" y="366256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1" name="pl8511"/>
            <p:cNvSpPr/>
            <p:nvPr/>
          </p:nvSpPr>
          <p:spPr>
            <a:xfrm>
              <a:off x="4342861" y="364541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2" name="pl8512"/>
            <p:cNvSpPr/>
            <p:nvPr/>
          </p:nvSpPr>
          <p:spPr>
            <a:xfrm>
              <a:off x="4347073" y="366256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3" name="pl8513"/>
            <p:cNvSpPr/>
            <p:nvPr/>
          </p:nvSpPr>
          <p:spPr>
            <a:xfrm>
              <a:off x="4352228" y="366256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4" name="pl8514"/>
            <p:cNvSpPr/>
            <p:nvPr/>
          </p:nvSpPr>
          <p:spPr>
            <a:xfrm>
              <a:off x="4334938" y="366256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5" name="pl8515"/>
            <p:cNvSpPr/>
            <p:nvPr/>
          </p:nvSpPr>
          <p:spPr>
            <a:xfrm>
              <a:off x="4347547" y="366256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6" name="pl8516"/>
            <p:cNvSpPr/>
            <p:nvPr/>
          </p:nvSpPr>
          <p:spPr>
            <a:xfrm>
              <a:off x="4359533" y="3627664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7" name="pl8517"/>
            <p:cNvSpPr/>
            <p:nvPr/>
          </p:nvSpPr>
          <p:spPr>
            <a:xfrm>
              <a:off x="4359533" y="366256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8" name="pl8518"/>
            <p:cNvSpPr/>
            <p:nvPr/>
          </p:nvSpPr>
          <p:spPr>
            <a:xfrm>
              <a:off x="4338642" y="366256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19" name="pl8519"/>
            <p:cNvSpPr/>
            <p:nvPr/>
          </p:nvSpPr>
          <p:spPr>
            <a:xfrm>
              <a:off x="4359533" y="3657949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0" name="pl8520"/>
            <p:cNvSpPr/>
            <p:nvPr/>
          </p:nvSpPr>
          <p:spPr>
            <a:xfrm>
              <a:off x="4341486" y="366256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1" name="pl8521"/>
            <p:cNvSpPr/>
            <p:nvPr/>
          </p:nvSpPr>
          <p:spPr>
            <a:xfrm>
              <a:off x="4324081" y="363681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2" name="pl8522"/>
            <p:cNvSpPr/>
            <p:nvPr/>
          </p:nvSpPr>
          <p:spPr>
            <a:xfrm>
              <a:off x="4359533" y="366256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3" name="pl8523"/>
            <p:cNvSpPr/>
            <p:nvPr/>
          </p:nvSpPr>
          <p:spPr>
            <a:xfrm>
              <a:off x="4328815" y="366256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4" name="pl8524"/>
            <p:cNvSpPr/>
            <p:nvPr/>
          </p:nvSpPr>
          <p:spPr>
            <a:xfrm>
              <a:off x="4359533" y="365556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5" name="pl8525"/>
            <p:cNvSpPr/>
            <p:nvPr/>
          </p:nvSpPr>
          <p:spPr>
            <a:xfrm>
              <a:off x="4359533" y="3652497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6" name="pl8526"/>
            <p:cNvSpPr/>
            <p:nvPr/>
          </p:nvSpPr>
          <p:spPr>
            <a:xfrm>
              <a:off x="4359533" y="3626823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7" name="pl8527"/>
            <p:cNvSpPr/>
            <p:nvPr/>
          </p:nvSpPr>
          <p:spPr>
            <a:xfrm>
              <a:off x="4359533" y="364180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8" name="pl8528"/>
            <p:cNvSpPr/>
            <p:nvPr/>
          </p:nvSpPr>
          <p:spPr>
            <a:xfrm>
              <a:off x="4359533" y="365895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29" name="pl8529"/>
            <p:cNvSpPr/>
            <p:nvPr/>
          </p:nvSpPr>
          <p:spPr>
            <a:xfrm>
              <a:off x="4359533" y="366256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0" name="pl8530"/>
            <p:cNvSpPr/>
            <p:nvPr/>
          </p:nvSpPr>
          <p:spPr>
            <a:xfrm>
              <a:off x="4359533" y="3659651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1" name="pl8531"/>
            <p:cNvSpPr/>
            <p:nvPr/>
          </p:nvSpPr>
          <p:spPr>
            <a:xfrm>
              <a:off x="4325886" y="366256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2" name="pl8532"/>
            <p:cNvSpPr/>
            <p:nvPr/>
          </p:nvSpPr>
          <p:spPr>
            <a:xfrm>
              <a:off x="4359533" y="366256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3" name="pl8533"/>
            <p:cNvSpPr/>
            <p:nvPr/>
          </p:nvSpPr>
          <p:spPr>
            <a:xfrm>
              <a:off x="4359533" y="363809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4" name="pl8534"/>
            <p:cNvSpPr/>
            <p:nvPr/>
          </p:nvSpPr>
          <p:spPr>
            <a:xfrm>
              <a:off x="4358603" y="366256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5" name="pl8535"/>
            <p:cNvSpPr/>
            <p:nvPr/>
          </p:nvSpPr>
          <p:spPr>
            <a:xfrm>
              <a:off x="4348925" y="366256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6" name="pl8536"/>
            <p:cNvSpPr/>
            <p:nvPr/>
          </p:nvSpPr>
          <p:spPr>
            <a:xfrm>
              <a:off x="4359533" y="362490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7" name="pl8537"/>
            <p:cNvSpPr/>
            <p:nvPr/>
          </p:nvSpPr>
          <p:spPr>
            <a:xfrm>
              <a:off x="4359533" y="364513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8" name="pl8538"/>
            <p:cNvSpPr/>
            <p:nvPr/>
          </p:nvSpPr>
          <p:spPr>
            <a:xfrm>
              <a:off x="4349978" y="366256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39" name="pl8539"/>
            <p:cNvSpPr/>
            <p:nvPr/>
          </p:nvSpPr>
          <p:spPr>
            <a:xfrm>
              <a:off x="4341871" y="366256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0" name="pl8540"/>
            <p:cNvSpPr/>
            <p:nvPr/>
          </p:nvSpPr>
          <p:spPr>
            <a:xfrm>
              <a:off x="4359533" y="3654809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1" name="pl8541"/>
            <p:cNvSpPr/>
            <p:nvPr/>
          </p:nvSpPr>
          <p:spPr>
            <a:xfrm>
              <a:off x="4378639" y="365847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2" name="pl8542"/>
            <p:cNvSpPr/>
            <p:nvPr/>
          </p:nvSpPr>
          <p:spPr>
            <a:xfrm>
              <a:off x="4681709" y="447049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3" name="pl8543"/>
            <p:cNvSpPr/>
            <p:nvPr/>
          </p:nvSpPr>
          <p:spPr>
            <a:xfrm>
              <a:off x="4263597" y="3702346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4" name="pl8544"/>
            <p:cNvSpPr/>
            <p:nvPr/>
          </p:nvSpPr>
          <p:spPr>
            <a:xfrm>
              <a:off x="4721395" y="4597599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5" name="pl8545"/>
            <p:cNvSpPr/>
            <p:nvPr/>
          </p:nvSpPr>
          <p:spPr>
            <a:xfrm>
              <a:off x="4670566" y="3797708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6" name="pl8546"/>
            <p:cNvSpPr/>
            <p:nvPr/>
          </p:nvSpPr>
          <p:spPr>
            <a:xfrm>
              <a:off x="4635617" y="3805975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7" name="pl8547"/>
            <p:cNvSpPr/>
            <p:nvPr/>
          </p:nvSpPr>
          <p:spPr>
            <a:xfrm>
              <a:off x="4870538" y="4091866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8" name="pl8548"/>
            <p:cNvSpPr/>
            <p:nvPr/>
          </p:nvSpPr>
          <p:spPr>
            <a:xfrm>
              <a:off x="3938395" y="326104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49" name="pl8549"/>
            <p:cNvSpPr/>
            <p:nvPr/>
          </p:nvSpPr>
          <p:spPr>
            <a:xfrm>
              <a:off x="4334204" y="368838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0" name="pl8550"/>
            <p:cNvSpPr/>
            <p:nvPr/>
          </p:nvSpPr>
          <p:spPr>
            <a:xfrm>
              <a:off x="5080875" y="4262912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1" name="pl8551"/>
            <p:cNvSpPr/>
            <p:nvPr/>
          </p:nvSpPr>
          <p:spPr>
            <a:xfrm>
              <a:off x="5070935" y="427964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2" name="pl8552"/>
            <p:cNvSpPr/>
            <p:nvPr/>
          </p:nvSpPr>
          <p:spPr>
            <a:xfrm>
              <a:off x="4592808" y="462707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3" name="pl8553"/>
            <p:cNvSpPr/>
            <p:nvPr/>
          </p:nvSpPr>
          <p:spPr>
            <a:xfrm>
              <a:off x="4553007" y="3924536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4" name="pl8554"/>
            <p:cNvSpPr/>
            <p:nvPr/>
          </p:nvSpPr>
          <p:spPr>
            <a:xfrm>
              <a:off x="5099708" y="348057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5" name="pl8555"/>
            <p:cNvSpPr/>
            <p:nvPr/>
          </p:nvSpPr>
          <p:spPr>
            <a:xfrm>
              <a:off x="4623858" y="387564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6" name="pl8556"/>
            <p:cNvSpPr/>
            <p:nvPr/>
          </p:nvSpPr>
          <p:spPr>
            <a:xfrm>
              <a:off x="4687830" y="404533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7" name="pl8557"/>
            <p:cNvSpPr/>
            <p:nvPr/>
          </p:nvSpPr>
          <p:spPr>
            <a:xfrm>
              <a:off x="4632354" y="383684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8" name="pl8558"/>
            <p:cNvSpPr/>
            <p:nvPr/>
          </p:nvSpPr>
          <p:spPr>
            <a:xfrm>
              <a:off x="4666082" y="380254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59" name="pl8559"/>
            <p:cNvSpPr/>
            <p:nvPr/>
          </p:nvSpPr>
          <p:spPr>
            <a:xfrm>
              <a:off x="4666082" y="3784196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0" name="pl8560"/>
            <p:cNvSpPr/>
            <p:nvPr/>
          </p:nvSpPr>
          <p:spPr>
            <a:xfrm>
              <a:off x="5186990" y="380041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1" name="pl8561"/>
            <p:cNvSpPr/>
            <p:nvPr/>
          </p:nvSpPr>
          <p:spPr>
            <a:xfrm>
              <a:off x="3874108" y="437780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2" name="pl8562"/>
            <p:cNvSpPr/>
            <p:nvPr/>
          </p:nvSpPr>
          <p:spPr>
            <a:xfrm>
              <a:off x="4344355" y="3689185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3" name="pl8563"/>
            <p:cNvSpPr/>
            <p:nvPr/>
          </p:nvSpPr>
          <p:spPr>
            <a:xfrm>
              <a:off x="4336164" y="368742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4" name="pl8564"/>
            <p:cNvSpPr/>
            <p:nvPr/>
          </p:nvSpPr>
          <p:spPr>
            <a:xfrm>
              <a:off x="4051197" y="419846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5" name="pl8565"/>
            <p:cNvSpPr/>
            <p:nvPr/>
          </p:nvSpPr>
          <p:spPr>
            <a:xfrm>
              <a:off x="4274418" y="368945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6" name="pl8566"/>
            <p:cNvSpPr/>
            <p:nvPr/>
          </p:nvSpPr>
          <p:spPr>
            <a:xfrm>
              <a:off x="4348925" y="3685175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7" name="pl8567"/>
            <p:cNvSpPr/>
            <p:nvPr/>
          </p:nvSpPr>
          <p:spPr>
            <a:xfrm>
              <a:off x="4620601" y="3890859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8" name="pl8568"/>
            <p:cNvSpPr/>
            <p:nvPr/>
          </p:nvSpPr>
          <p:spPr>
            <a:xfrm>
              <a:off x="4616821" y="3907965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69" name="pl8569"/>
            <p:cNvSpPr/>
            <p:nvPr/>
          </p:nvSpPr>
          <p:spPr>
            <a:xfrm>
              <a:off x="4533102" y="403207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0" name="pl8570"/>
            <p:cNvSpPr/>
            <p:nvPr/>
          </p:nvSpPr>
          <p:spPr>
            <a:xfrm>
              <a:off x="4533102" y="3979277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1" name="pl8571"/>
            <p:cNvSpPr/>
            <p:nvPr/>
          </p:nvSpPr>
          <p:spPr>
            <a:xfrm>
              <a:off x="4507816" y="405058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2" name="pl8572"/>
            <p:cNvSpPr/>
            <p:nvPr/>
          </p:nvSpPr>
          <p:spPr>
            <a:xfrm>
              <a:off x="4521315" y="405058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3" name="pl8573"/>
            <p:cNvSpPr/>
            <p:nvPr/>
          </p:nvSpPr>
          <p:spPr>
            <a:xfrm>
              <a:off x="4528756" y="405058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4" name="pl8574"/>
            <p:cNvSpPr/>
            <p:nvPr/>
          </p:nvSpPr>
          <p:spPr>
            <a:xfrm>
              <a:off x="4339468" y="3591040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5" name="pl8575"/>
            <p:cNvSpPr/>
            <p:nvPr/>
          </p:nvSpPr>
          <p:spPr>
            <a:xfrm>
              <a:off x="4331244" y="360722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6" name="pl8576"/>
            <p:cNvSpPr/>
            <p:nvPr/>
          </p:nvSpPr>
          <p:spPr>
            <a:xfrm>
              <a:off x="4342465" y="360722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7" name="pl8577"/>
            <p:cNvSpPr/>
            <p:nvPr/>
          </p:nvSpPr>
          <p:spPr>
            <a:xfrm>
              <a:off x="4341761" y="3573583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78" name="pt8578"/>
            <p:cNvSpPr/>
            <p:nvPr/>
          </p:nvSpPr>
          <p:spPr>
            <a:xfrm>
              <a:off x="4486582" y="309986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79" name="pt8579"/>
            <p:cNvSpPr/>
            <p:nvPr/>
          </p:nvSpPr>
          <p:spPr>
            <a:xfrm>
              <a:off x="4272500" y="3632390"/>
              <a:ext cx="67219" cy="67219"/>
            </a:xfrm>
            <a:prstGeom prst="ellipse">
              <a:avLst/>
            </a:prstGeom>
            <a:solidFill>
              <a:srgbClr val="D95F02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0" name="pt8580"/>
            <p:cNvSpPr/>
            <p:nvPr/>
          </p:nvSpPr>
          <p:spPr>
            <a:xfrm>
              <a:off x="4878721" y="3983524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1" name="pt8581"/>
            <p:cNvSpPr/>
            <p:nvPr/>
          </p:nvSpPr>
          <p:spPr>
            <a:xfrm>
              <a:off x="4352276" y="363998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2" name="pt8582"/>
            <p:cNvSpPr/>
            <p:nvPr/>
          </p:nvSpPr>
          <p:spPr>
            <a:xfrm>
              <a:off x="4975750" y="337277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3" name="pg8583"/>
            <p:cNvSpPr/>
            <p:nvPr/>
          </p:nvSpPr>
          <p:spPr>
            <a:xfrm>
              <a:off x="4468853" y="414327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4" name="pt8584"/>
            <p:cNvSpPr/>
            <p:nvPr/>
          </p:nvSpPr>
          <p:spPr>
            <a:xfrm>
              <a:off x="4330109" y="3677526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85" name="pl8585"/>
            <p:cNvSpPr/>
            <p:nvPr/>
          </p:nvSpPr>
          <p:spPr>
            <a:xfrm>
              <a:off x="4475000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6" name="pl8586"/>
            <p:cNvSpPr/>
            <p:nvPr/>
          </p:nvSpPr>
          <p:spPr>
            <a:xfrm>
              <a:off x="4475000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7" name="pl8587"/>
            <p:cNvSpPr/>
            <p:nvPr/>
          </p:nvSpPr>
          <p:spPr>
            <a:xfrm>
              <a:off x="4464886" y="362713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8" name="pl8588"/>
            <p:cNvSpPr/>
            <p:nvPr/>
          </p:nvSpPr>
          <p:spPr>
            <a:xfrm>
              <a:off x="4499417" y="359259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89" name="pt8589"/>
            <p:cNvSpPr/>
            <p:nvPr/>
          </p:nvSpPr>
          <p:spPr>
            <a:xfrm>
              <a:off x="4308509" y="3625552"/>
              <a:ext cx="48833" cy="48833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0" name="pg8590"/>
            <p:cNvSpPr/>
            <p:nvPr/>
          </p:nvSpPr>
          <p:spPr>
            <a:xfrm>
              <a:off x="4050613" y="35110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1" name="pt8591"/>
            <p:cNvSpPr/>
            <p:nvPr/>
          </p:nvSpPr>
          <p:spPr>
            <a:xfrm>
              <a:off x="4840335" y="3972574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2" name="pt8592"/>
            <p:cNvSpPr/>
            <p:nvPr/>
          </p:nvSpPr>
          <p:spPr>
            <a:xfrm>
              <a:off x="4256409" y="3625348"/>
              <a:ext cx="74834" cy="74834"/>
            </a:xfrm>
            <a:prstGeom prst="ellipse">
              <a:avLst/>
            </a:prstGeom>
            <a:solidFill>
              <a:srgbClr val="7570B3">
                <a:alpha val="7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3" name="pt8593"/>
            <p:cNvSpPr/>
            <p:nvPr/>
          </p:nvSpPr>
          <p:spPr>
            <a:xfrm>
              <a:off x="4868624" y="393476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4" name="pt8594"/>
            <p:cNvSpPr/>
            <p:nvPr/>
          </p:nvSpPr>
          <p:spPr>
            <a:xfrm>
              <a:off x="4509046" y="446934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5" name="pt8595"/>
            <p:cNvSpPr/>
            <p:nvPr/>
          </p:nvSpPr>
          <p:spPr>
            <a:xfrm>
              <a:off x="4589220" y="401725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6" name="pg8596"/>
            <p:cNvSpPr/>
            <p:nvPr/>
          </p:nvSpPr>
          <p:spPr>
            <a:xfrm>
              <a:off x="4507191" y="39984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7" name="pt8597"/>
            <p:cNvSpPr/>
            <p:nvPr/>
          </p:nvSpPr>
          <p:spPr>
            <a:xfrm>
              <a:off x="4694092" y="377017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8" name="pt8598"/>
            <p:cNvSpPr/>
            <p:nvPr/>
          </p:nvSpPr>
          <p:spPr>
            <a:xfrm>
              <a:off x="4965355" y="337787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599" name="pg8599"/>
            <p:cNvSpPr/>
            <p:nvPr/>
          </p:nvSpPr>
          <p:spPr>
            <a:xfrm>
              <a:off x="4582886" y="380334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0" name="pt8600"/>
            <p:cNvSpPr/>
            <p:nvPr/>
          </p:nvSpPr>
          <p:spPr>
            <a:xfrm>
              <a:off x="4741393" y="317228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1" name="pt8601"/>
            <p:cNvSpPr/>
            <p:nvPr/>
          </p:nvSpPr>
          <p:spPr>
            <a:xfrm>
              <a:off x="4264765" y="3710700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2" name="pt8602"/>
            <p:cNvSpPr/>
            <p:nvPr/>
          </p:nvSpPr>
          <p:spPr>
            <a:xfrm>
              <a:off x="4271578" y="366328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3" name="pg8603"/>
            <p:cNvSpPr/>
            <p:nvPr/>
          </p:nvSpPr>
          <p:spPr>
            <a:xfrm>
              <a:off x="4474464" y="41661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4" name="pt8604"/>
            <p:cNvSpPr/>
            <p:nvPr/>
          </p:nvSpPr>
          <p:spPr>
            <a:xfrm>
              <a:off x="4598938" y="378699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5" name="pt8605"/>
            <p:cNvSpPr/>
            <p:nvPr/>
          </p:nvSpPr>
          <p:spPr>
            <a:xfrm>
              <a:off x="4026488" y="4493599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6" name="pt8606"/>
            <p:cNvSpPr/>
            <p:nvPr/>
          </p:nvSpPr>
          <p:spPr>
            <a:xfrm>
              <a:off x="4641584" y="418610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7" name="pt8607"/>
            <p:cNvSpPr/>
            <p:nvPr/>
          </p:nvSpPr>
          <p:spPr>
            <a:xfrm>
              <a:off x="4455879" y="4208130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8" name="pt8608"/>
            <p:cNvSpPr/>
            <p:nvPr/>
          </p:nvSpPr>
          <p:spPr>
            <a:xfrm>
              <a:off x="4384053" y="361911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09" name="pl8609"/>
            <p:cNvSpPr/>
            <p:nvPr/>
          </p:nvSpPr>
          <p:spPr>
            <a:xfrm>
              <a:off x="4123989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0" name="pl8610"/>
            <p:cNvSpPr/>
            <p:nvPr/>
          </p:nvSpPr>
          <p:spPr>
            <a:xfrm>
              <a:off x="4123989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1" name="pl8611"/>
            <p:cNvSpPr/>
            <p:nvPr/>
          </p:nvSpPr>
          <p:spPr>
            <a:xfrm>
              <a:off x="4113875" y="455368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2" name="pl8612"/>
            <p:cNvSpPr/>
            <p:nvPr/>
          </p:nvSpPr>
          <p:spPr>
            <a:xfrm>
              <a:off x="4148406" y="4519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3" name="pg8613"/>
            <p:cNvSpPr/>
            <p:nvPr/>
          </p:nvSpPr>
          <p:spPr>
            <a:xfrm>
              <a:off x="4405912" y="36068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14" name="pt8614"/>
            <p:cNvSpPr/>
            <p:nvPr/>
          </p:nvSpPr>
          <p:spPr>
            <a:xfrm>
              <a:off x="4626903" y="420055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15" name="pt8615"/>
            <p:cNvSpPr/>
            <p:nvPr/>
          </p:nvSpPr>
          <p:spPr>
            <a:xfrm>
              <a:off x="4650708" y="417711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16" name="pl8616"/>
            <p:cNvSpPr/>
            <p:nvPr/>
          </p:nvSpPr>
          <p:spPr>
            <a:xfrm>
              <a:off x="4286278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7" name="pl8617"/>
            <p:cNvSpPr/>
            <p:nvPr/>
          </p:nvSpPr>
          <p:spPr>
            <a:xfrm>
              <a:off x="4286278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8" name="pl8618"/>
            <p:cNvSpPr/>
            <p:nvPr/>
          </p:nvSpPr>
          <p:spPr>
            <a:xfrm>
              <a:off x="4268549" y="368877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19" name="pl8619"/>
            <p:cNvSpPr/>
            <p:nvPr/>
          </p:nvSpPr>
          <p:spPr>
            <a:xfrm>
              <a:off x="4329080" y="3628239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0" name="pt8620"/>
            <p:cNvSpPr/>
            <p:nvPr/>
          </p:nvSpPr>
          <p:spPr>
            <a:xfrm>
              <a:off x="4545497" y="384031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21" name="pt8621"/>
            <p:cNvSpPr/>
            <p:nvPr/>
          </p:nvSpPr>
          <p:spPr>
            <a:xfrm>
              <a:off x="4561537" y="384232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22" name="pl8622"/>
            <p:cNvSpPr/>
            <p:nvPr/>
          </p:nvSpPr>
          <p:spPr>
            <a:xfrm>
              <a:off x="4626079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3" name="pl8623"/>
            <p:cNvSpPr/>
            <p:nvPr/>
          </p:nvSpPr>
          <p:spPr>
            <a:xfrm>
              <a:off x="4626079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4" name="pl8624"/>
            <p:cNvSpPr/>
            <p:nvPr/>
          </p:nvSpPr>
          <p:spPr>
            <a:xfrm>
              <a:off x="4615965" y="42140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5" name="pl8625"/>
            <p:cNvSpPr/>
            <p:nvPr/>
          </p:nvSpPr>
          <p:spPr>
            <a:xfrm>
              <a:off x="4650496" y="41794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6" name="pl8626"/>
            <p:cNvSpPr/>
            <p:nvPr/>
          </p:nvSpPr>
          <p:spPr>
            <a:xfrm>
              <a:off x="4363078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7" name="pl8627"/>
            <p:cNvSpPr/>
            <p:nvPr/>
          </p:nvSpPr>
          <p:spPr>
            <a:xfrm>
              <a:off x="4363078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8" name="pl8628"/>
            <p:cNvSpPr/>
            <p:nvPr/>
          </p:nvSpPr>
          <p:spPr>
            <a:xfrm>
              <a:off x="4352965" y="3625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29" name="pl8629"/>
            <p:cNvSpPr/>
            <p:nvPr/>
          </p:nvSpPr>
          <p:spPr>
            <a:xfrm>
              <a:off x="4387495" y="3590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0" name="pt8630"/>
            <p:cNvSpPr/>
            <p:nvPr/>
          </p:nvSpPr>
          <p:spPr>
            <a:xfrm>
              <a:off x="4469424" y="4034322"/>
              <a:ext cx="48833" cy="48833"/>
            </a:xfrm>
            <a:prstGeom prst="ellipse">
              <a:avLst/>
            </a:prstGeom>
            <a:solidFill>
              <a:srgbClr val="A6761D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31" name="pt8631"/>
            <p:cNvSpPr/>
            <p:nvPr/>
          </p:nvSpPr>
          <p:spPr>
            <a:xfrm>
              <a:off x="4297209" y="3624427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32" name="pl8632"/>
            <p:cNvSpPr/>
            <p:nvPr/>
          </p:nvSpPr>
          <p:spPr>
            <a:xfrm>
              <a:off x="4035592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3" name="pl8633"/>
            <p:cNvSpPr/>
            <p:nvPr/>
          </p:nvSpPr>
          <p:spPr>
            <a:xfrm>
              <a:off x="4035592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4" name="pl8634"/>
            <p:cNvSpPr/>
            <p:nvPr/>
          </p:nvSpPr>
          <p:spPr>
            <a:xfrm>
              <a:off x="4025478" y="31873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5" name="pl8635"/>
            <p:cNvSpPr/>
            <p:nvPr/>
          </p:nvSpPr>
          <p:spPr>
            <a:xfrm>
              <a:off x="4060008" y="31528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6" name="pl8636"/>
            <p:cNvSpPr/>
            <p:nvPr/>
          </p:nvSpPr>
          <p:spPr>
            <a:xfrm>
              <a:off x="4283167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7" name="pl8637"/>
            <p:cNvSpPr/>
            <p:nvPr/>
          </p:nvSpPr>
          <p:spPr>
            <a:xfrm>
              <a:off x="4283167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8" name="pl8638"/>
            <p:cNvSpPr/>
            <p:nvPr/>
          </p:nvSpPr>
          <p:spPr>
            <a:xfrm>
              <a:off x="4257822" y="3689185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39" name="pl8639"/>
            <p:cNvSpPr/>
            <p:nvPr/>
          </p:nvSpPr>
          <p:spPr>
            <a:xfrm>
              <a:off x="4344355" y="360265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0" name="pl8640"/>
            <p:cNvSpPr/>
            <p:nvPr/>
          </p:nvSpPr>
          <p:spPr>
            <a:xfrm>
              <a:off x="4570056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1" name="pl8641"/>
            <p:cNvSpPr/>
            <p:nvPr/>
          </p:nvSpPr>
          <p:spPr>
            <a:xfrm>
              <a:off x="4570056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2" name="pl8642"/>
            <p:cNvSpPr/>
            <p:nvPr/>
          </p:nvSpPr>
          <p:spPr>
            <a:xfrm>
              <a:off x="4551428" y="396525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3" name="pl8643"/>
            <p:cNvSpPr/>
            <p:nvPr/>
          </p:nvSpPr>
          <p:spPr>
            <a:xfrm>
              <a:off x="4615028" y="390165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4" name="pt8644"/>
            <p:cNvSpPr/>
            <p:nvPr/>
          </p:nvSpPr>
          <p:spPr>
            <a:xfrm>
              <a:off x="3862441" y="337163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45" name="pl8645"/>
            <p:cNvSpPr/>
            <p:nvPr/>
          </p:nvSpPr>
          <p:spPr>
            <a:xfrm>
              <a:off x="3860110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6" name="pl8646"/>
            <p:cNvSpPr/>
            <p:nvPr/>
          </p:nvSpPr>
          <p:spPr>
            <a:xfrm>
              <a:off x="3860110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7" name="pl8647"/>
            <p:cNvSpPr/>
            <p:nvPr/>
          </p:nvSpPr>
          <p:spPr>
            <a:xfrm>
              <a:off x="3849996" y="3331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8" name="pl8648"/>
            <p:cNvSpPr/>
            <p:nvPr/>
          </p:nvSpPr>
          <p:spPr>
            <a:xfrm>
              <a:off x="3884526" y="32970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49" name="pt8649"/>
            <p:cNvSpPr/>
            <p:nvPr/>
          </p:nvSpPr>
          <p:spPr>
            <a:xfrm>
              <a:off x="4310370" y="3668966"/>
              <a:ext cx="67219" cy="67219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50" name="pl8650"/>
            <p:cNvSpPr/>
            <p:nvPr/>
          </p:nvSpPr>
          <p:spPr>
            <a:xfrm>
              <a:off x="4002277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1" name="pl8651"/>
            <p:cNvSpPr/>
            <p:nvPr/>
          </p:nvSpPr>
          <p:spPr>
            <a:xfrm>
              <a:off x="4002277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2" name="pl8652"/>
            <p:cNvSpPr/>
            <p:nvPr/>
          </p:nvSpPr>
          <p:spPr>
            <a:xfrm>
              <a:off x="3992163" y="41276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3" name="pl8653"/>
            <p:cNvSpPr/>
            <p:nvPr/>
          </p:nvSpPr>
          <p:spPr>
            <a:xfrm>
              <a:off x="4026693" y="409310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4" name="pl8654"/>
            <p:cNvSpPr/>
            <p:nvPr/>
          </p:nvSpPr>
          <p:spPr>
            <a:xfrm>
              <a:off x="4736418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5" name="pl8655"/>
            <p:cNvSpPr/>
            <p:nvPr/>
          </p:nvSpPr>
          <p:spPr>
            <a:xfrm>
              <a:off x="4736418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6" name="pl8656"/>
            <p:cNvSpPr/>
            <p:nvPr/>
          </p:nvSpPr>
          <p:spPr>
            <a:xfrm>
              <a:off x="4726304" y="32055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7" name="pl8657"/>
            <p:cNvSpPr/>
            <p:nvPr/>
          </p:nvSpPr>
          <p:spPr>
            <a:xfrm>
              <a:off x="4760835" y="31710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58" name="pt8658"/>
            <p:cNvSpPr/>
            <p:nvPr/>
          </p:nvSpPr>
          <p:spPr>
            <a:xfrm>
              <a:off x="4217792" y="3688220"/>
              <a:ext cx="48833" cy="48833"/>
            </a:xfrm>
            <a:prstGeom prst="ellipse">
              <a:avLst/>
            </a:prstGeom>
            <a:solidFill>
              <a:srgbClr val="7570B3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59" name="pt8659"/>
            <p:cNvSpPr/>
            <p:nvPr/>
          </p:nvSpPr>
          <p:spPr>
            <a:xfrm>
              <a:off x="4255026" y="3635412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0" name="pt8660"/>
            <p:cNvSpPr/>
            <p:nvPr/>
          </p:nvSpPr>
          <p:spPr>
            <a:xfrm>
              <a:off x="4242034" y="312182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1" name="pt8661"/>
            <p:cNvSpPr/>
            <p:nvPr/>
          </p:nvSpPr>
          <p:spPr>
            <a:xfrm>
              <a:off x="4470987" y="4314720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2" name="pt8662"/>
            <p:cNvSpPr/>
            <p:nvPr/>
          </p:nvSpPr>
          <p:spPr>
            <a:xfrm>
              <a:off x="4315051" y="356662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3" name="pt8663"/>
            <p:cNvSpPr/>
            <p:nvPr/>
          </p:nvSpPr>
          <p:spPr>
            <a:xfrm>
              <a:off x="3725159" y="3578553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4" name="pt8664"/>
            <p:cNvSpPr/>
            <p:nvPr/>
          </p:nvSpPr>
          <p:spPr>
            <a:xfrm>
              <a:off x="3996926" y="394448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65" name="pl8665"/>
            <p:cNvSpPr/>
            <p:nvPr/>
          </p:nvSpPr>
          <p:spPr>
            <a:xfrm>
              <a:off x="4575692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6" name="pl8666"/>
            <p:cNvSpPr/>
            <p:nvPr/>
          </p:nvSpPr>
          <p:spPr>
            <a:xfrm>
              <a:off x="4575692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7" name="pl8667"/>
            <p:cNvSpPr/>
            <p:nvPr/>
          </p:nvSpPr>
          <p:spPr>
            <a:xfrm>
              <a:off x="4565578" y="46139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8" name="pl8668"/>
            <p:cNvSpPr/>
            <p:nvPr/>
          </p:nvSpPr>
          <p:spPr>
            <a:xfrm>
              <a:off x="4600109" y="45793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69" name="pg8669"/>
            <p:cNvSpPr/>
            <p:nvPr/>
          </p:nvSpPr>
          <p:spPr>
            <a:xfrm>
              <a:off x="4241759" y="365144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70" name="pl8670"/>
            <p:cNvSpPr/>
            <p:nvPr/>
          </p:nvSpPr>
          <p:spPr>
            <a:xfrm>
              <a:off x="4249622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1" name="pl8671"/>
            <p:cNvSpPr/>
            <p:nvPr/>
          </p:nvSpPr>
          <p:spPr>
            <a:xfrm>
              <a:off x="4249622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2" name="pl8672"/>
            <p:cNvSpPr/>
            <p:nvPr/>
          </p:nvSpPr>
          <p:spPr>
            <a:xfrm>
              <a:off x="4239509" y="36715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3" name="pl8673"/>
            <p:cNvSpPr/>
            <p:nvPr/>
          </p:nvSpPr>
          <p:spPr>
            <a:xfrm>
              <a:off x="4274039" y="36370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4" name="pg8674"/>
            <p:cNvSpPr/>
            <p:nvPr/>
          </p:nvSpPr>
          <p:spPr>
            <a:xfrm>
              <a:off x="4457946" y="405139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75" name="pt8675"/>
            <p:cNvSpPr/>
            <p:nvPr/>
          </p:nvSpPr>
          <p:spPr>
            <a:xfrm>
              <a:off x="3648626" y="390322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76" name="pl8676"/>
            <p:cNvSpPr/>
            <p:nvPr/>
          </p:nvSpPr>
          <p:spPr>
            <a:xfrm>
              <a:off x="4258822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7" name="pl8677"/>
            <p:cNvSpPr/>
            <p:nvPr/>
          </p:nvSpPr>
          <p:spPr>
            <a:xfrm>
              <a:off x="4258822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8" name="pl8678"/>
            <p:cNvSpPr/>
            <p:nvPr/>
          </p:nvSpPr>
          <p:spPr>
            <a:xfrm>
              <a:off x="4237938" y="364368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79" name="pl8679"/>
            <p:cNvSpPr/>
            <p:nvPr/>
          </p:nvSpPr>
          <p:spPr>
            <a:xfrm>
              <a:off x="4309240" y="3572382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0" name="pl8680"/>
            <p:cNvSpPr/>
            <p:nvPr/>
          </p:nvSpPr>
          <p:spPr>
            <a:xfrm>
              <a:off x="4293826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1" name="pl8681"/>
            <p:cNvSpPr/>
            <p:nvPr/>
          </p:nvSpPr>
          <p:spPr>
            <a:xfrm>
              <a:off x="4293826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2" name="pl8682"/>
            <p:cNvSpPr/>
            <p:nvPr/>
          </p:nvSpPr>
          <p:spPr>
            <a:xfrm>
              <a:off x="4278327" y="362094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3" name="pl8683"/>
            <p:cNvSpPr/>
            <p:nvPr/>
          </p:nvSpPr>
          <p:spPr>
            <a:xfrm>
              <a:off x="4331244" y="356803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4" name="pl8684"/>
            <p:cNvSpPr/>
            <p:nvPr/>
          </p:nvSpPr>
          <p:spPr>
            <a:xfrm>
              <a:off x="4705775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5" name="pl8685"/>
            <p:cNvSpPr/>
            <p:nvPr/>
          </p:nvSpPr>
          <p:spPr>
            <a:xfrm>
              <a:off x="4705775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6" name="pl8686"/>
            <p:cNvSpPr/>
            <p:nvPr/>
          </p:nvSpPr>
          <p:spPr>
            <a:xfrm>
              <a:off x="4695662" y="41364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7" name="pl8687"/>
            <p:cNvSpPr/>
            <p:nvPr/>
          </p:nvSpPr>
          <p:spPr>
            <a:xfrm>
              <a:off x="4730192" y="41018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8" name="pl8688"/>
            <p:cNvSpPr/>
            <p:nvPr/>
          </p:nvSpPr>
          <p:spPr>
            <a:xfrm>
              <a:off x="4559370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89" name="pl8689"/>
            <p:cNvSpPr/>
            <p:nvPr/>
          </p:nvSpPr>
          <p:spPr>
            <a:xfrm>
              <a:off x="4559370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0" name="pl8690"/>
            <p:cNvSpPr/>
            <p:nvPr/>
          </p:nvSpPr>
          <p:spPr>
            <a:xfrm>
              <a:off x="4532659" y="4015538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1" name="pl8691"/>
            <p:cNvSpPr/>
            <p:nvPr/>
          </p:nvSpPr>
          <p:spPr>
            <a:xfrm>
              <a:off x="4623858" y="392433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2" name="pt8692"/>
            <p:cNvSpPr/>
            <p:nvPr/>
          </p:nvSpPr>
          <p:spPr>
            <a:xfrm>
              <a:off x="4391825" y="3606305"/>
              <a:ext cx="48833" cy="48833"/>
            </a:xfrm>
            <a:prstGeom prst="ellipse">
              <a:avLst/>
            </a:prstGeom>
            <a:solidFill>
              <a:srgbClr val="7570B3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693" name="pl8693"/>
            <p:cNvSpPr/>
            <p:nvPr/>
          </p:nvSpPr>
          <p:spPr>
            <a:xfrm>
              <a:off x="4297209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4" name="pl8694"/>
            <p:cNvSpPr/>
            <p:nvPr/>
          </p:nvSpPr>
          <p:spPr>
            <a:xfrm>
              <a:off x="4297209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5" name="pl8695"/>
            <p:cNvSpPr/>
            <p:nvPr/>
          </p:nvSpPr>
          <p:spPr>
            <a:xfrm>
              <a:off x="4274466" y="3620887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6" name="pl8696"/>
            <p:cNvSpPr/>
            <p:nvPr/>
          </p:nvSpPr>
          <p:spPr>
            <a:xfrm>
              <a:off x="4352114" y="354323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7" name="pl8697"/>
            <p:cNvSpPr/>
            <p:nvPr/>
          </p:nvSpPr>
          <p:spPr>
            <a:xfrm>
              <a:off x="4185242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8" name="pl8698"/>
            <p:cNvSpPr/>
            <p:nvPr/>
          </p:nvSpPr>
          <p:spPr>
            <a:xfrm>
              <a:off x="4185242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99" name="pl8699"/>
            <p:cNvSpPr/>
            <p:nvPr/>
          </p:nvSpPr>
          <p:spPr>
            <a:xfrm>
              <a:off x="4175129" y="368916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0" name="pl8700"/>
            <p:cNvSpPr/>
            <p:nvPr/>
          </p:nvSpPr>
          <p:spPr>
            <a:xfrm>
              <a:off x="4209659" y="36546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1" name="pt8701"/>
            <p:cNvSpPr/>
            <p:nvPr/>
          </p:nvSpPr>
          <p:spPr>
            <a:xfrm>
              <a:off x="4243215" y="371880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02" name="pt8702"/>
            <p:cNvSpPr/>
            <p:nvPr/>
          </p:nvSpPr>
          <p:spPr>
            <a:xfrm>
              <a:off x="4398771" y="362667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03" name="pl8703"/>
            <p:cNvSpPr/>
            <p:nvPr/>
          </p:nvSpPr>
          <p:spPr>
            <a:xfrm>
              <a:off x="4255336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4" name="pl8704"/>
            <p:cNvSpPr/>
            <p:nvPr/>
          </p:nvSpPr>
          <p:spPr>
            <a:xfrm>
              <a:off x="4255336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5" name="pl8705"/>
            <p:cNvSpPr/>
            <p:nvPr/>
          </p:nvSpPr>
          <p:spPr>
            <a:xfrm>
              <a:off x="4236707" y="366550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6" name="pl8706"/>
            <p:cNvSpPr/>
            <p:nvPr/>
          </p:nvSpPr>
          <p:spPr>
            <a:xfrm>
              <a:off x="4300308" y="3601905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07" name="pt8707"/>
            <p:cNvSpPr/>
            <p:nvPr/>
          </p:nvSpPr>
          <p:spPr>
            <a:xfrm>
              <a:off x="4812318" y="322383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08" name="pt8708"/>
            <p:cNvSpPr/>
            <p:nvPr/>
          </p:nvSpPr>
          <p:spPr>
            <a:xfrm>
              <a:off x="3889894" y="333654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09" name="pt8709"/>
            <p:cNvSpPr/>
            <p:nvPr/>
          </p:nvSpPr>
          <p:spPr>
            <a:xfrm>
              <a:off x="3865018" y="3992175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10" name="pl8710"/>
            <p:cNvSpPr/>
            <p:nvPr/>
          </p:nvSpPr>
          <p:spPr>
            <a:xfrm>
              <a:off x="4524439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1" name="pl8711"/>
            <p:cNvSpPr/>
            <p:nvPr/>
          </p:nvSpPr>
          <p:spPr>
            <a:xfrm>
              <a:off x="4524439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2" name="pl8712"/>
            <p:cNvSpPr/>
            <p:nvPr/>
          </p:nvSpPr>
          <p:spPr>
            <a:xfrm>
              <a:off x="4508941" y="399838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3" name="pl8713"/>
            <p:cNvSpPr/>
            <p:nvPr/>
          </p:nvSpPr>
          <p:spPr>
            <a:xfrm>
              <a:off x="4561857" y="3945468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4" name="pl8714"/>
            <p:cNvSpPr/>
            <p:nvPr/>
          </p:nvSpPr>
          <p:spPr>
            <a:xfrm>
              <a:off x="4462720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5" name="pl8715"/>
            <p:cNvSpPr/>
            <p:nvPr/>
          </p:nvSpPr>
          <p:spPr>
            <a:xfrm>
              <a:off x="4462720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6" name="pl8716"/>
            <p:cNvSpPr/>
            <p:nvPr/>
          </p:nvSpPr>
          <p:spPr>
            <a:xfrm>
              <a:off x="4444092" y="44540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7" name="pl8717"/>
            <p:cNvSpPr/>
            <p:nvPr/>
          </p:nvSpPr>
          <p:spPr>
            <a:xfrm>
              <a:off x="4507693" y="4390452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8" name="pl8718"/>
            <p:cNvSpPr/>
            <p:nvPr/>
          </p:nvSpPr>
          <p:spPr>
            <a:xfrm>
              <a:off x="4342275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19" name="pl8719"/>
            <p:cNvSpPr/>
            <p:nvPr/>
          </p:nvSpPr>
          <p:spPr>
            <a:xfrm>
              <a:off x="4342275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0" name="pl8720"/>
            <p:cNvSpPr/>
            <p:nvPr/>
          </p:nvSpPr>
          <p:spPr>
            <a:xfrm>
              <a:off x="4332161" y="35620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1" name="pl8721"/>
            <p:cNvSpPr/>
            <p:nvPr/>
          </p:nvSpPr>
          <p:spPr>
            <a:xfrm>
              <a:off x="4366692" y="35274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2" name="pl8722"/>
            <p:cNvSpPr/>
            <p:nvPr/>
          </p:nvSpPr>
          <p:spPr>
            <a:xfrm>
              <a:off x="3741105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3" name="pl8723"/>
            <p:cNvSpPr/>
            <p:nvPr/>
          </p:nvSpPr>
          <p:spPr>
            <a:xfrm>
              <a:off x="3741105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4" name="pl8724"/>
            <p:cNvSpPr/>
            <p:nvPr/>
          </p:nvSpPr>
          <p:spPr>
            <a:xfrm>
              <a:off x="3730992" y="41916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5" name="pl8725"/>
            <p:cNvSpPr/>
            <p:nvPr/>
          </p:nvSpPr>
          <p:spPr>
            <a:xfrm>
              <a:off x="3765522" y="41571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6" name="pl8726"/>
            <p:cNvSpPr/>
            <p:nvPr/>
          </p:nvSpPr>
          <p:spPr>
            <a:xfrm>
              <a:off x="4564803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7" name="pl8727"/>
            <p:cNvSpPr/>
            <p:nvPr/>
          </p:nvSpPr>
          <p:spPr>
            <a:xfrm>
              <a:off x="4564803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8" name="pl8728"/>
            <p:cNvSpPr/>
            <p:nvPr/>
          </p:nvSpPr>
          <p:spPr>
            <a:xfrm>
              <a:off x="4534540" y="383684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29" name="pl8729"/>
            <p:cNvSpPr/>
            <p:nvPr/>
          </p:nvSpPr>
          <p:spPr>
            <a:xfrm>
              <a:off x="4637863" y="3733524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0" name="pt8730"/>
            <p:cNvSpPr/>
            <p:nvPr/>
          </p:nvSpPr>
          <p:spPr>
            <a:xfrm>
              <a:off x="4299337" y="3642923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1" name="pt8731"/>
            <p:cNvSpPr/>
            <p:nvPr/>
          </p:nvSpPr>
          <p:spPr>
            <a:xfrm>
              <a:off x="4266388" y="3625674"/>
              <a:ext cx="85604" cy="85604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2" name="pt8732"/>
            <p:cNvSpPr/>
            <p:nvPr/>
          </p:nvSpPr>
          <p:spPr>
            <a:xfrm>
              <a:off x="3869586" y="3994978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3" name="pt8733"/>
            <p:cNvSpPr/>
            <p:nvPr/>
          </p:nvSpPr>
          <p:spPr>
            <a:xfrm>
              <a:off x="3634254" y="389686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4" name="pl8734"/>
            <p:cNvSpPr/>
            <p:nvPr/>
          </p:nvSpPr>
          <p:spPr>
            <a:xfrm>
              <a:off x="4585395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5" name="pl8735"/>
            <p:cNvSpPr/>
            <p:nvPr/>
          </p:nvSpPr>
          <p:spPr>
            <a:xfrm>
              <a:off x="4585395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6" name="pl8736"/>
            <p:cNvSpPr/>
            <p:nvPr/>
          </p:nvSpPr>
          <p:spPr>
            <a:xfrm>
              <a:off x="4575281" y="38218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7" name="pl8737"/>
            <p:cNvSpPr/>
            <p:nvPr/>
          </p:nvSpPr>
          <p:spPr>
            <a:xfrm>
              <a:off x="4609812" y="37873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38" name="pt8738"/>
            <p:cNvSpPr/>
            <p:nvPr/>
          </p:nvSpPr>
          <p:spPr>
            <a:xfrm>
              <a:off x="4357908" y="3527708"/>
              <a:ext cx="67219" cy="67219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39" name="pt8739"/>
            <p:cNvSpPr/>
            <p:nvPr/>
          </p:nvSpPr>
          <p:spPr>
            <a:xfrm>
              <a:off x="4306506" y="3560242"/>
              <a:ext cx="106973" cy="10697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40" name="pt8740"/>
            <p:cNvSpPr/>
            <p:nvPr/>
          </p:nvSpPr>
          <p:spPr>
            <a:xfrm>
              <a:off x="4250420" y="369455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41" name="pt8741"/>
            <p:cNvSpPr/>
            <p:nvPr/>
          </p:nvSpPr>
          <p:spPr>
            <a:xfrm>
              <a:off x="4770664" y="408917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42" name="pl8742"/>
            <p:cNvSpPr/>
            <p:nvPr/>
          </p:nvSpPr>
          <p:spPr>
            <a:xfrm>
              <a:off x="4113597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3" name="pl8743"/>
            <p:cNvSpPr/>
            <p:nvPr/>
          </p:nvSpPr>
          <p:spPr>
            <a:xfrm>
              <a:off x="4113597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4" name="pl8744"/>
            <p:cNvSpPr/>
            <p:nvPr/>
          </p:nvSpPr>
          <p:spPr>
            <a:xfrm>
              <a:off x="4103483" y="44509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5" name="pl8745"/>
            <p:cNvSpPr/>
            <p:nvPr/>
          </p:nvSpPr>
          <p:spPr>
            <a:xfrm>
              <a:off x="4138014" y="44164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6" name="pl8746"/>
            <p:cNvSpPr/>
            <p:nvPr/>
          </p:nvSpPr>
          <p:spPr>
            <a:xfrm>
              <a:off x="4100063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7" name="pl8747"/>
            <p:cNvSpPr/>
            <p:nvPr/>
          </p:nvSpPr>
          <p:spPr>
            <a:xfrm>
              <a:off x="4100063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8" name="pl8748"/>
            <p:cNvSpPr/>
            <p:nvPr/>
          </p:nvSpPr>
          <p:spPr>
            <a:xfrm>
              <a:off x="4089949" y="444804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49" name="pl8749"/>
            <p:cNvSpPr/>
            <p:nvPr/>
          </p:nvSpPr>
          <p:spPr>
            <a:xfrm>
              <a:off x="4124480" y="441351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0" name="pt8750"/>
            <p:cNvSpPr/>
            <p:nvPr/>
          </p:nvSpPr>
          <p:spPr>
            <a:xfrm>
              <a:off x="4671644" y="409430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1" name="pt8751"/>
            <p:cNvSpPr/>
            <p:nvPr/>
          </p:nvSpPr>
          <p:spPr>
            <a:xfrm>
              <a:off x="3906299" y="32950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2" name="pl8752"/>
            <p:cNvSpPr/>
            <p:nvPr/>
          </p:nvSpPr>
          <p:spPr>
            <a:xfrm>
              <a:off x="4308152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3" name="pl8753"/>
            <p:cNvSpPr/>
            <p:nvPr/>
          </p:nvSpPr>
          <p:spPr>
            <a:xfrm>
              <a:off x="4308152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4" name="pl8754"/>
            <p:cNvSpPr/>
            <p:nvPr/>
          </p:nvSpPr>
          <p:spPr>
            <a:xfrm>
              <a:off x="4294230" y="35735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5" name="pl8755"/>
            <p:cNvSpPr/>
            <p:nvPr/>
          </p:nvSpPr>
          <p:spPr>
            <a:xfrm>
              <a:off x="4341761" y="35260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56" name="pt8756"/>
            <p:cNvSpPr/>
            <p:nvPr/>
          </p:nvSpPr>
          <p:spPr>
            <a:xfrm>
              <a:off x="4229139" y="3598776"/>
              <a:ext cx="170789" cy="170789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7" name="pg8757"/>
            <p:cNvSpPr/>
            <p:nvPr/>
          </p:nvSpPr>
          <p:spPr>
            <a:xfrm>
              <a:off x="4619763" y="406076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8" name="pt8758"/>
            <p:cNvSpPr/>
            <p:nvPr/>
          </p:nvSpPr>
          <p:spPr>
            <a:xfrm>
              <a:off x="4920338" y="4413962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59" name="pg8759"/>
            <p:cNvSpPr/>
            <p:nvPr/>
          </p:nvSpPr>
          <p:spPr>
            <a:xfrm>
              <a:off x="4316065" y="353370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0" name="pg8760"/>
            <p:cNvSpPr/>
            <p:nvPr/>
          </p:nvSpPr>
          <p:spPr>
            <a:xfrm>
              <a:off x="4269201" y="366750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1" name="pt8761"/>
            <p:cNvSpPr/>
            <p:nvPr/>
          </p:nvSpPr>
          <p:spPr>
            <a:xfrm>
              <a:off x="4324620" y="3678508"/>
              <a:ext cx="48833" cy="48833"/>
            </a:xfrm>
            <a:prstGeom prst="ellipse">
              <a:avLst/>
            </a:prstGeom>
            <a:solidFill>
              <a:srgbClr val="D95F02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2" name="pt8762"/>
            <p:cNvSpPr/>
            <p:nvPr/>
          </p:nvSpPr>
          <p:spPr>
            <a:xfrm>
              <a:off x="4603702" y="37967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3" name="pt8763"/>
            <p:cNvSpPr/>
            <p:nvPr/>
          </p:nvSpPr>
          <p:spPr>
            <a:xfrm>
              <a:off x="4287874" y="362166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4" name="pt8764"/>
            <p:cNvSpPr/>
            <p:nvPr/>
          </p:nvSpPr>
          <p:spPr>
            <a:xfrm>
              <a:off x="4196846" y="456898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5" name="pt8765"/>
            <p:cNvSpPr/>
            <p:nvPr/>
          </p:nvSpPr>
          <p:spPr>
            <a:xfrm>
              <a:off x="3680162" y="368836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6" name="pt8766"/>
            <p:cNvSpPr/>
            <p:nvPr/>
          </p:nvSpPr>
          <p:spPr>
            <a:xfrm>
              <a:off x="4691478" y="384977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7" name="pt8767"/>
            <p:cNvSpPr/>
            <p:nvPr/>
          </p:nvSpPr>
          <p:spPr>
            <a:xfrm>
              <a:off x="4017676" y="418822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8" name="pt8768"/>
            <p:cNvSpPr/>
            <p:nvPr/>
          </p:nvSpPr>
          <p:spPr>
            <a:xfrm>
              <a:off x="4009705" y="410225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69" name="pl8769"/>
            <p:cNvSpPr/>
            <p:nvPr/>
          </p:nvSpPr>
          <p:spPr>
            <a:xfrm>
              <a:off x="4244626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0" name="pl8770"/>
            <p:cNvSpPr/>
            <p:nvPr/>
          </p:nvSpPr>
          <p:spPr>
            <a:xfrm>
              <a:off x="4244626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1" name="pl8771"/>
            <p:cNvSpPr/>
            <p:nvPr/>
          </p:nvSpPr>
          <p:spPr>
            <a:xfrm>
              <a:off x="4230704" y="367575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2" name="pl8772"/>
            <p:cNvSpPr/>
            <p:nvPr/>
          </p:nvSpPr>
          <p:spPr>
            <a:xfrm>
              <a:off x="4278235" y="362822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73" name="pt8773"/>
            <p:cNvSpPr/>
            <p:nvPr/>
          </p:nvSpPr>
          <p:spPr>
            <a:xfrm>
              <a:off x="4342662" y="357600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4" name="pt8774"/>
            <p:cNvSpPr/>
            <p:nvPr/>
          </p:nvSpPr>
          <p:spPr>
            <a:xfrm>
              <a:off x="4303108" y="3639340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5" name="pt8775"/>
            <p:cNvSpPr/>
            <p:nvPr/>
          </p:nvSpPr>
          <p:spPr>
            <a:xfrm>
              <a:off x="4787466" y="374242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6" name="pt8776"/>
            <p:cNvSpPr/>
            <p:nvPr/>
          </p:nvSpPr>
          <p:spPr>
            <a:xfrm>
              <a:off x="4465734" y="4439683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7" name="pt8777"/>
            <p:cNvSpPr/>
            <p:nvPr/>
          </p:nvSpPr>
          <p:spPr>
            <a:xfrm>
              <a:off x="5075291" y="345615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8" name="pt8778"/>
            <p:cNvSpPr/>
            <p:nvPr/>
          </p:nvSpPr>
          <p:spPr>
            <a:xfrm>
              <a:off x="4237849" y="313494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79" name="pt8779"/>
            <p:cNvSpPr/>
            <p:nvPr/>
          </p:nvSpPr>
          <p:spPr>
            <a:xfrm>
              <a:off x="4467879" y="416863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0" name="pl8780"/>
            <p:cNvSpPr/>
            <p:nvPr/>
          </p:nvSpPr>
          <p:spPr>
            <a:xfrm>
              <a:off x="4467879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1" name="pl8781"/>
            <p:cNvSpPr/>
            <p:nvPr/>
          </p:nvSpPr>
          <p:spPr>
            <a:xfrm>
              <a:off x="4467879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82" name="pg8782"/>
            <p:cNvSpPr/>
            <p:nvPr/>
          </p:nvSpPr>
          <p:spPr>
            <a:xfrm>
              <a:off x="4821731" y="43803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3" name="pt8783"/>
            <p:cNvSpPr/>
            <p:nvPr/>
          </p:nvSpPr>
          <p:spPr>
            <a:xfrm>
              <a:off x="4604155" y="400152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4" name="pt8784"/>
            <p:cNvSpPr/>
            <p:nvPr/>
          </p:nvSpPr>
          <p:spPr>
            <a:xfrm>
              <a:off x="4047189" y="415651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5" name="pt8785"/>
            <p:cNvSpPr/>
            <p:nvPr/>
          </p:nvSpPr>
          <p:spPr>
            <a:xfrm>
              <a:off x="5127120" y="358391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6" name="pt8786"/>
            <p:cNvSpPr/>
            <p:nvPr/>
          </p:nvSpPr>
          <p:spPr>
            <a:xfrm>
              <a:off x="3843519" y="428163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7" name="pt8787"/>
            <p:cNvSpPr/>
            <p:nvPr/>
          </p:nvSpPr>
          <p:spPr>
            <a:xfrm>
              <a:off x="4031718" y="316881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8" name="pt8788"/>
            <p:cNvSpPr/>
            <p:nvPr/>
          </p:nvSpPr>
          <p:spPr>
            <a:xfrm>
              <a:off x="4349340" y="3540215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89" name="pt8789"/>
            <p:cNvSpPr/>
            <p:nvPr/>
          </p:nvSpPr>
          <p:spPr>
            <a:xfrm>
              <a:off x="4632682" y="377170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0" name="pg8790"/>
            <p:cNvSpPr/>
            <p:nvPr/>
          </p:nvSpPr>
          <p:spPr>
            <a:xfrm>
              <a:off x="4455994" y="415222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1" name="pt8791"/>
            <p:cNvSpPr/>
            <p:nvPr/>
          </p:nvSpPr>
          <p:spPr>
            <a:xfrm>
              <a:off x="4663338" y="377813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2" name="pt8792"/>
            <p:cNvSpPr/>
            <p:nvPr/>
          </p:nvSpPr>
          <p:spPr>
            <a:xfrm>
              <a:off x="4694290" y="456398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3" name="pg8793"/>
            <p:cNvSpPr/>
            <p:nvPr/>
          </p:nvSpPr>
          <p:spPr>
            <a:xfrm>
              <a:off x="4809552" y="320409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4" name="pt8794"/>
            <p:cNvSpPr/>
            <p:nvPr/>
          </p:nvSpPr>
          <p:spPr>
            <a:xfrm>
              <a:off x="4881491" y="327285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5" name="pt8795"/>
            <p:cNvSpPr/>
            <p:nvPr/>
          </p:nvSpPr>
          <p:spPr>
            <a:xfrm>
              <a:off x="3925421" y="4382263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6" name="pt8796"/>
            <p:cNvSpPr/>
            <p:nvPr/>
          </p:nvSpPr>
          <p:spPr>
            <a:xfrm>
              <a:off x="4404075" y="409040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797" name="pl8797"/>
            <p:cNvSpPr/>
            <p:nvPr/>
          </p:nvSpPr>
          <p:spPr>
            <a:xfrm>
              <a:off x="4437182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8" name="pl8798"/>
            <p:cNvSpPr/>
            <p:nvPr/>
          </p:nvSpPr>
          <p:spPr>
            <a:xfrm>
              <a:off x="4437182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99" name="pt8799"/>
            <p:cNvSpPr/>
            <p:nvPr/>
          </p:nvSpPr>
          <p:spPr>
            <a:xfrm>
              <a:off x="4441307" y="4080883"/>
              <a:ext cx="48833" cy="48833"/>
            </a:xfrm>
            <a:prstGeom prst="ellipse">
              <a:avLst/>
            </a:pr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0" name="pt8800"/>
            <p:cNvSpPr/>
            <p:nvPr/>
          </p:nvSpPr>
          <p:spPr>
            <a:xfrm>
              <a:off x="4638411" y="381717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1" name="pt8801"/>
            <p:cNvSpPr/>
            <p:nvPr/>
          </p:nvSpPr>
          <p:spPr>
            <a:xfrm>
              <a:off x="4001238" y="413733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2" name="pt8802"/>
            <p:cNvSpPr/>
            <p:nvPr/>
          </p:nvSpPr>
          <p:spPr>
            <a:xfrm>
              <a:off x="4537467" y="3056461"/>
              <a:ext cx="48833" cy="48833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3" name="pt8803"/>
            <p:cNvSpPr/>
            <p:nvPr/>
          </p:nvSpPr>
          <p:spPr>
            <a:xfrm>
              <a:off x="4378565" y="3614176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4" name="pt8804"/>
            <p:cNvSpPr/>
            <p:nvPr/>
          </p:nvSpPr>
          <p:spPr>
            <a:xfrm>
              <a:off x="4598781" y="4005448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5" name="pt8805"/>
            <p:cNvSpPr/>
            <p:nvPr/>
          </p:nvSpPr>
          <p:spPr>
            <a:xfrm>
              <a:off x="4591212" y="403887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6" name="pt8806"/>
            <p:cNvSpPr/>
            <p:nvPr/>
          </p:nvSpPr>
          <p:spPr>
            <a:xfrm>
              <a:off x="4476852" y="310808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7" name="pt8807"/>
            <p:cNvSpPr/>
            <p:nvPr/>
          </p:nvSpPr>
          <p:spPr>
            <a:xfrm>
              <a:off x="4361670" y="3615523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8" name="pt8808"/>
            <p:cNvSpPr/>
            <p:nvPr/>
          </p:nvSpPr>
          <p:spPr>
            <a:xfrm>
              <a:off x="4295068" y="3650892"/>
              <a:ext cx="67219" cy="67219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09" name="pt8809"/>
            <p:cNvSpPr/>
            <p:nvPr/>
          </p:nvSpPr>
          <p:spPr>
            <a:xfrm>
              <a:off x="4836928" y="405825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0" name="pl8810"/>
            <p:cNvSpPr/>
            <p:nvPr/>
          </p:nvSpPr>
          <p:spPr>
            <a:xfrm>
              <a:off x="4595674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1" name="pl8811"/>
            <p:cNvSpPr/>
            <p:nvPr/>
          </p:nvSpPr>
          <p:spPr>
            <a:xfrm>
              <a:off x="4595674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2" name="pl8812"/>
            <p:cNvSpPr/>
            <p:nvPr/>
          </p:nvSpPr>
          <p:spPr>
            <a:xfrm>
              <a:off x="4585560" y="38680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3" name="pl8813"/>
            <p:cNvSpPr/>
            <p:nvPr/>
          </p:nvSpPr>
          <p:spPr>
            <a:xfrm>
              <a:off x="4620090" y="383353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14" name="pt8814"/>
            <p:cNvSpPr/>
            <p:nvPr/>
          </p:nvSpPr>
          <p:spPr>
            <a:xfrm>
              <a:off x="4243410" y="3651660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5" name="pt8815"/>
            <p:cNvSpPr/>
            <p:nvPr/>
          </p:nvSpPr>
          <p:spPr>
            <a:xfrm>
              <a:off x="4305444" y="3608000"/>
              <a:ext cx="74834" cy="74834"/>
            </a:xfrm>
            <a:prstGeom prst="ellipse">
              <a:avLst/>
            </a:pr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6" name="pg8816"/>
            <p:cNvSpPr/>
            <p:nvPr/>
          </p:nvSpPr>
          <p:spPr>
            <a:xfrm>
              <a:off x="4623316" y="37855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7" name="pt8817"/>
            <p:cNvSpPr/>
            <p:nvPr/>
          </p:nvSpPr>
          <p:spPr>
            <a:xfrm>
              <a:off x="4213765" y="449893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8" name="pt8818"/>
            <p:cNvSpPr/>
            <p:nvPr/>
          </p:nvSpPr>
          <p:spPr>
            <a:xfrm>
              <a:off x="4283480" y="3667341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19" name="pt8819"/>
            <p:cNvSpPr/>
            <p:nvPr/>
          </p:nvSpPr>
          <p:spPr>
            <a:xfrm>
              <a:off x="4488348" y="443788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0" name="pg8820"/>
            <p:cNvSpPr/>
            <p:nvPr/>
          </p:nvSpPr>
          <p:spPr>
            <a:xfrm>
              <a:off x="3988798" y="411054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1" name="pt8821"/>
            <p:cNvSpPr/>
            <p:nvPr/>
          </p:nvSpPr>
          <p:spPr>
            <a:xfrm>
              <a:off x="4285059" y="358771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2" name="pt8822"/>
            <p:cNvSpPr/>
            <p:nvPr/>
          </p:nvSpPr>
          <p:spPr>
            <a:xfrm>
              <a:off x="4309656" y="3637760"/>
              <a:ext cx="74834" cy="74834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3" name="pt8823"/>
            <p:cNvSpPr/>
            <p:nvPr/>
          </p:nvSpPr>
          <p:spPr>
            <a:xfrm>
              <a:off x="4048852" y="414138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4" name="pt8824"/>
            <p:cNvSpPr/>
            <p:nvPr/>
          </p:nvSpPr>
          <p:spPr>
            <a:xfrm>
              <a:off x="3995943" y="4094511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5" name="pt8825"/>
            <p:cNvSpPr/>
            <p:nvPr/>
          </p:nvSpPr>
          <p:spPr>
            <a:xfrm>
              <a:off x="4318618" y="3647195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6" name="pt8826"/>
            <p:cNvSpPr/>
            <p:nvPr/>
          </p:nvSpPr>
          <p:spPr>
            <a:xfrm>
              <a:off x="3924734" y="44047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7" name="pt8827"/>
            <p:cNvSpPr/>
            <p:nvPr/>
          </p:nvSpPr>
          <p:spPr>
            <a:xfrm>
              <a:off x="4609063" y="401102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8" name="pt8828"/>
            <p:cNvSpPr/>
            <p:nvPr/>
          </p:nvSpPr>
          <p:spPr>
            <a:xfrm>
              <a:off x="4659327" y="314668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29" name="pt8829"/>
            <p:cNvSpPr/>
            <p:nvPr/>
          </p:nvSpPr>
          <p:spPr>
            <a:xfrm>
              <a:off x="3981910" y="393241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0" name="pt8830"/>
            <p:cNvSpPr/>
            <p:nvPr/>
          </p:nvSpPr>
          <p:spPr>
            <a:xfrm>
              <a:off x="4476554" y="424819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1" name="pt8831"/>
            <p:cNvSpPr/>
            <p:nvPr/>
          </p:nvSpPr>
          <p:spPr>
            <a:xfrm>
              <a:off x="4430486" y="4064484"/>
              <a:ext cx="67219" cy="67219"/>
            </a:xfrm>
            <a:prstGeom prst="ellipse">
              <a:avLst/>
            </a:prstGeom>
            <a:solidFill>
              <a:srgbClr val="1B9E77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2" name="pt8832"/>
            <p:cNvSpPr/>
            <p:nvPr/>
          </p:nvSpPr>
          <p:spPr>
            <a:xfrm>
              <a:off x="4342348" y="3579728"/>
              <a:ext cx="48833" cy="48833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3" name="pl8833"/>
            <p:cNvSpPr/>
            <p:nvPr/>
          </p:nvSpPr>
          <p:spPr>
            <a:xfrm>
              <a:off x="3913979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4" name="pl8834"/>
            <p:cNvSpPr/>
            <p:nvPr/>
          </p:nvSpPr>
          <p:spPr>
            <a:xfrm>
              <a:off x="3913979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5" name="pl8835"/>
            <p:cNvSpPr/>
            <p:nvPr/>
          </p:nvSpPr>
          <p:spPr>
            <a:xfrm>
              <a:off x="3903865" y="32618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6" name="pl8836"/>
            <p:cNvSpPr/>
            <p:nvPr/>
          </p:nvSpPr>
          <p:spPr>
            <a:xfrm>
              <a:off x="3938395" y="322734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37" name="pt8837"/>
            <p:cNvSpPr/>
            <p:nvPr/>
          </p:nvSpPr>
          <p:spPr>
            <a:xfrm>
              <a:off x="4280975" y="3588915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8" name="pt8838"/>
            <p:cNvSpPr/>
            <p:nvPr/>
          </p:nvSpPr>
          <p:spPr>
            <a:xfrm>
              <a:off x="4644292" y="4433082"/>
              <a:ext cx="74834" cy="74834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39" name="pg8839"/>
            <p:cNvSpPr/>
            <p:nvPr/>
          </p:nvSpPr>
          <p:spPr>
            <a:xfrm>
              <a:off x="4427517" y="405315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0" name="pt8840"/>
            <p:cNvSpPr/>
            <p:nvPr/>
          </p:nvSpPr>
          <p:spPr>
            <a:xfrm>
              <a:off x="4367248" y="361390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1" name="pt8841"/>
            <p:cNvSpPr/>
            <p:nvPr/>
          </p:nvSpPr>
          <p:spPr>
            <a:xfrm>
              <a:off x="4286355" y="366874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2" name="pt8842"/>
            <p:cNvSpPr/>
            <p:nvPr/>
          </p:nvSpPr>
          <p:spPr>
            <a:xfrm>
              <a:off x="4608349" y="379969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3" name="pt8843"/>
            <p:cNvSpPr/>
            <p:nvPr/>
          </p:nvSpPr>
          <p:spPr>
            <a:xfrm>
              <a:off x="4455943" y="4166667"/>
              <a:ext cx="74834" cy="74834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4" name="pg8844"/>
            <p:cNvSpPr/>
            <p:nvPr/>
          </p:nvSpPr>
          <p:spPr>
            <a:xfrm>
              <a:off x="4223967" y="309311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5" name="pt8845"/>
            <p:cNvSpPr/>
            <p:nvPr/>
          </p:nvSpPr>
          <p:spPr>
            <a:xfrm>
              <a:off x="4621824" y="415124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6" name="pt8846"/>
            <p:cNvSpPr/>
            <p:nvPr/>
          </p:nvSpPr>
          <p:spPr>
            <a:xfrm>
              <a:off x="4301329" y="3636068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7" name="pt8847"/>
            <p:cNvSpPr/>
            <p:nvPr/>
          </p:nvSpPr>
          <p:spPr>
            <a:xfrm>
              <a:off x="4201140" y="3714828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8" name="pt8848"/>
            <p:cNvSpPr/>
            <p:nvPr/>
          </p:nvSpPr>
          <p:spPr>
            <a:xfrm>
              <a:off x="3695888" y="385424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49" name="pt8849"/>
            <p:cNvSpPr/>
            <p:nvPr/>
          </p:nvSpPr>
          <p:spPr>
            <a:xfrm>
              <a:off x="4283675" y="3684098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0" name="pt8850"/>
            <p:cNvSpPr/>
            <p:nvPr/>
          </p:nvSpPr>
          <p:spPr>
            <a:xfrm>
              <a:off x="4743757" y="376281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1" name="pt8851"/>
            <p:cNvSpPr/>
            <p:nvPr/>
          </p:nvSpPr>
          <p:spPr>
            <a:xfrm>
              <a:off x="4515590" y="3941859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2" name="pt8852"/>
            <p:cNvSpPr/>
            <p:nvPr/>
          </p:nvSpPr>
          <p:spPr>
            <a:xfrm>
              <a:off x="3661754" y="386497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3" name="pt8853"/>
            <p:cNvSpPr/>
            <p:nvPr/>
          </p:nvSpPr>
          <p:spPr>
            <a:xfrm>
              <a:off x="4585594" y="3968295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4" name="pt8854"/>
            <p:cNvSpPr/>
            <p:nvPr/>
          </p:nvSpPr>
          <p:spPr>
            <a:xfrm>
              <a:off x="3728660" y="357681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5" name="pg8855"/>
            <p:cNvSpPr/>
            <p:nvPr/>
          </p:nvSpPr>
          <p:spPr>
            <a:xfrm>
              <a:off x="4590984" y="384198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6" name="pt8856"/>
            <p:cNvSpPr/>
            <p:nvPr/>
          </p:nvSpPr>
          <p:spPr>
            <a:xfrm>
              <a:off x="4815771" y="436600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7" name="pg8857"/>
            <p:cNvSpPr/>
            <p:nvPr/>
          </p:nvSpPr>
          <p:spPr>
            <a:xfrm>
              <a:off x="4273058" y="36525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8" name="pt8858"/>
            <p:cNvSpPr/>
            <p:nvPr/>
          </p:nvSpPr>
          <p:spPr>
            <a:xfrm>
              <a:off x="4276330" y="3606225"/>
              <a:ext cx="48833" cy="48833"/>
            </a:xfrm>
            <a:prstGeom prst="ellipse">
              <a:avLst/>
            </a:prstGeom>
            <a:solidFill>
              <a:srgbClr val="7570B3">
                <a:alpha val="6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59" name="pt8859"/>
            <p:cNvSpPr/>
            <p:nvPr/>
          </p:nvSpPr>
          <p:spPr>
            <a:xfrm>
              <a:off x="3815947" y="3327669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0" name="pt8860"/>
            <p:cNvSpPr/>
            <p:nvPr/>
          </p:nvSpPr>
          <p:spPr>
            <a:xfrm>
              <a:off x="5031077" y="355678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1" name="pt8861"/>
            <p:cNvSpPr/>
            <p:nvPr/>
          </p:nvSpPr>
          <p:spPr>
            <a:xfrm>
              <a:off x="4675725" y="382666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2" name="pt8862"/>
            <p:cNvSpPr/>
            <p:nvPr/>
          </p:nvSpPr>
          <p:spPr>
            <a:xfrm>
              <a:off x="4468705" y="4212199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3" name="pt8863"/>
            <p:cNvSpPr/>
            <p:nvPr/>
          </p:nvSpPr>
          <p:spPr>
            <a:xfrm>
              <a:off x="3981187" y="39407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4" name="pt8864"/>
            <p:cNvSpPr/>
            <p:nvPr/>
          </p:nvSpPr>
          <p:spPr>
            <a:xfrm>
              <a:off x="4389530" y="365645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65" name="pl8865"/>
            <p:cNvSpPr/>
            <p:nvPr/>
          </p:nvSpPr>
          <p:spPr>
            <a:xfrm>
              <a:off x="4365780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6" name="pl8866"/>
            <p:cNvSpPr/>
            <p:nvPr/>
          </p:nvSpPr>
          <p:spPr>
            <a:xfrm>
              <a:off x="4365780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7" name="pl8867"/>
            <p:cNvSpPr/>
            <p:nvPr/>
          </p:nvSpPr>
          <p:spPr>
            <a:xfrm>
              <a:off x="4355667" y="36318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8" name="pl8868"/>
            <p:cNvSpPr/>
            <p:nvPr/>
          </p:nvSpPr>
          <p:spPr>
            <a:xfrm>
              <a:off x="4390197" y="35972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69" name="pl8869"/>
            <p:cNvSpPr/>
            <p:nvPr/>
          </p:nvSpPr>
          <p:spPr>
            <a:xfrm>
              <a:off x="4288909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0" name="pl8870"/>
            <p:cNvSpPr/>
            <p:nvPr/>
          </p:nvSpPr>
          <p:spPr>
            <a:xfrm>
              <a:off x="4288909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1" name="pl8871"/>
            <p:cNvSpPr/>
            <p:nvPr/>
          </p:nvSpPr>
          <p:spPr>
            <a:xfrm>
              <a:off x="4278795" y="36013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2" name="pl8872"/>
            <p:cNvSpPr/>
            <p:nvPr/>
          </p:nvSpPr>
          <p:spPr>
            <a:xfrm>
              <a:off x="4313326" y="35668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3" name="pl8873"/>
            <p:cNvSpPr/>
            <p:nvPr/>
          </p:nvSpPr>
          <p:spPr>
            <a:xfrm>
              <a:off x="4595819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4" name="pl8874"/>
            <p:cNvSpPr/>
            <p:nvPr/>
          </p:nvSpPr>
          <p:spPr>
            <a:xfrm>
              <a:off x="4595819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5" name="pt8875"/>
            <p:cNvSpPr/>
            <p:nvPr/>
          </p:nvSpPr>
          <p:spPr>
            <a:xfrm>
              <a:off x="4614397" y="379547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6" name="pl8876"/>
            <p:cNvSpPr/>
            <p:nvPr/>
          </p:nvSpPr>
          <p:spPr>
            <a:xfrm>
              <a:off x="4614397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7" name="pl8877"/>
            <p:cNvSpPr/>
            <p:nvPr/>
          </p:nvSpPr>
          <p:spPr>
            <a:xfrm>
              <a:off x="4614397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78" name="pt8878"/>
            <p:cNvSpPr/>
            <p:nvPr/>
          </p:nvSpPr>
          <p:spPr>
            <a:xfrm>
              <a:off x="5068031" y="423849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79" name="pt8879"/>
            <p:cNvSpPr/>
            <p:nvPr/>
          </p:nvSpPr>
          <p:spPr>
            <a:xfrm>
              <a:off x="5130794" y="367951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0" name="pt8880"/>
            <p:cNvSpPr/>
            <p:nvPr/>
          </p:nvSpPr>
          <p:spPr>
            <a:xfrm>
              <a:off x="4273343" y="3677426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1" name="pt8881"/>
            <p:cNvSpPr/>
            <p:nvPr/>
          </p:nvSpPr>
          <p:spPr>
            <a:xfrm>
              <a:off x="4570704" y="383759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2" name="pt8882"/>
            <p:cNvSpPr/>
            <p:nvPr/>
          </p:nvSpPr>
          <p:spPr>
            <a:xfrm>
              <a:off x="4606828" y="403520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3" name="pg8883"/>
            <p:cNvSpPr/>
            <p:nvPr/>
          </p:nvSpPr>
          <p:spPr>
            <a:xfrm>
              <a:off x="4265271" y="359362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4" name="pt8884"/>
            <p:cNvSpPr/>
            <p:nvPr/>
          </p:nvSpPr>
          <p:spPr>
            <a:xfrm>
              <a:off x="3676015" y="3852772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5" name="pt8885"/>
            <p:cNvSpPr/>
            <p:nvPr/>
          </p:nvSpPr>
          <p:spPr>
            <a:xfrm>
              <a:off x="4900422" y="400299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6" name="pt8886"/>
            <p:cNvSpPr/>
            <p:nvPr/>
          </p:nvSpPr>
          <p:spPr>
            <a:xfrm>
              <a:off x="4683244" y="384583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7" name="pt8887"/>
            <p:cNvSpPr/>
            <p:nvPr/>
          </p:nvSpPr>
          <p:spPr>
            <a:xfrm>
              <a:off x="4473732" y="438108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8" name="pt8888"/>
            <p:cNvSpPr/>
            <p:nvPr/>
          </p:nvSpPr>
          <p:spPr>
            <a:xfrm>
              <a:off x="4474206" y="410882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89" name="pt8889"/>
            <p:cNvSpPr/>
            <p:nvPr/>
          </p:nvSpPr>
          <p:spPr>
            <a:xfrm>
              <a:off x="4287646" y="3628760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0" name="pt8890"/>
            <p:cNvSpPr/>
            <p:nvPr/>
          </p:nvSpPr>
          <p:spPr>
            <a:xfrm>
              <a:off x="3735188" y="409926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1" name="pt8891"/>
            <p:cNvSpPr/>
            <p:nvPr/>
          </p:nvSpPr>
          <p:spPr>
            <a:xfrm>
              <a:off x="3999320" y="4106165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2" name="pt8892"/>
            <p:cNvSpPr/>
            <p:nvPr/>
          </p:nvSpPr>
          <p:spPr>
            <a:xfrm>
              <a:off x="4941576" y="3310123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3" name="pt8893"/>
            <p:cNvSpPr/>
            <p:nvPr/>
          </p:nvSpPr>
          <p:spPr>
            <a:xfrm>
              <a:off x="4313938" y="3633867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4" name="pt8894"/>
            <p:cNvSpPr/>
            <p:nvPr/>
          </p:nvSpPr>
          <p:spPr>
            <a:xfrm>
              <a:off x="4315380" y="3515558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5" name="pt8895"/>
            <p:cNvSpPr/>
            <p:nvPr/>
          </p:nvSpPr>
          <p:spPr>
            <a:xfrm>
              <a:off x="4331941" y="3594054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6" name="pt8896"/>
            <p:cNvSpPr/>
            <p:nvPr/>
          </p:nvSpPr>
          <p:spPr>
            <a:xfrm>
              <a:off x="4322186" y="3669189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7" name="pt8897"/>
            <p:cNvSpPr/>
            <p:nvPr/>
          </p:nvSpPr>
          <p:spPr>
            <a:xfrm>
              <a:off x="4349459" y="364325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8" name="pt8898"/>
            <p:cNvSpPr/>
            <p:nvPr/>
          </p:nvSpPr>
          <p:spPr>
            <a:xfrm>
              <a:off x="4480580" y="443646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899" name="pt8899"/>
            <p:cNvSpPr/>
            <p:nvPr/>
          </p:nvSpPr>
          <p:spPr>
            <a:xfrm>
              <a:off x="4325404" y="3571716"/>
              <a:ext cx="67219" cy="67219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0" name="pt8900"/>
            <p:cNvSpPr/>
            <p:nvPr/>
          </p:nvSpPr>
          <p:spPr>
            <a:xfrm>
              <a:off x="4460245" y="444200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1" name="pt8901"/>
            <p:cNvSpPr/>
            <p:nvPr/>
          </p:nvSpPr>
          <p:spPr>
            <a:xfrm>
              <a:off x="4305032" y="3638069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2" name="pt8902"/>
            <p:cNvSpPr/>
            <p:nvPr/>
          </p:nvSpPr>
          <p:spPr>
            <a:xfrm>
              <a:off x="4253524" y="3569588"/>
              <a:ext cx="85604" cy="85604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3" name="pt8903"/>
            <p:cNvSpPr/>
            <p:nvPr/>
          </p:nvSpPr>
          <p:spPr>
            <a:xfrm>
              <a:off x="4285073" y="3674554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4" name="pt8904"/>
            <p:cNvSpPr/>
            <p:nvPr/>
          </p:nvSpPr>
          <p:spPr>
            <a:xfrm>
              <a:off x="4834469" y="438102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5" name="pt8905"/>
            <p:cNvSpPr/>
            <p:nvPr/>
          </p:nvSpPr>
          <p:spPr>
            <a:xfrm>
              <a:off x="5000498" y="391617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6" name="pt8906"/>
            <p:cNvSpPr/>
            <p:nvPr/>
          </p:nvSpPr>
          <p:spPr>
            <a:xfrm>
              <a:off x="4598113" y="385432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7" name="pg8907"/>
            <p:cNvSpPr/>
            <p:nvPr/>
          </p:nvSpPr>
          <p:spPr>
            <a:xfrm>
              <a:off x="4290870" y="3551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8" name="pt8908"/>
            <p:cNvSpPr/>
            <p:nvPr/>
          </p:nvSpPr>
          <p:spPr>
            <a:xfrm>
              <a:off x="5150902" y="406502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09" name="pt8909"/>
            <p:cNvSpPr/>
            <p:nvPr/>
          </p:nvSpPr>
          <p:spPr>
            <a:xfrm>
              <a:off x="4587531" y="385724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0" name="pt8910"/>
            <p:cNvSpPr/>
            <p:nvPr/>
          </p:nvSpPr>
          <p:spPr>
            <a:xfrm>
              <a:off x="4487705" y="407655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1" name="pt8911"/>
            <p:cNvSpPr/>
            <p:nvPr/>
          </p:nvSpPr>
          <p:spPr>
            <a:xfrm>
              <a:off x="4200437" y="3619372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2" name="pt8912"/>
            <p:cNvSpPr/>
            <p:nvPr/>
          </p:nvSpPr>
          <p:spPr>
            <a:xfrm>
              <a:off x="4211191" y="3623951"/>
              <a:ext cx="48833" cy="48833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3" name="pt8913"/>
            <p:cNvSpPr/>
            <p:nvPr/>
          </p:nvSpPr>
          <p:spPr>
            <a:xfrm>
              <a:off x="4353105" y="3624339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4" name="pl8914"/>
            <p:cNvSpPr/>
            <p:nvPr/>
          </p:nvSpPr>
          <p:spPr>
            <a:xfrm>
              <a:off x="4458236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5" name="pl8915"/>
            <p:cNvSpPr/>
            <p:nvPr/>
          </p:nvSpPr>
          <p:spPr>
            <a:xfrm>
              <a:off x="4458236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16" name="pt8916"/>
            <p:cNvSpPr/>
            <p:nvPr/>
          </p:nvSpPr>
          <p:spPr>
            <a:xfrm>
              <a:off x="4990552" y="3914047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7" name="pt8917"/>
            <p:cNvSpPr/>
            <p:nvPr/>
          </p:nvSpPr>
          <p:spPr>
            <a:xfrm>
              <a:off x="4490959" y="418301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8" name="pt8918"/>
            <p:cNvSpPr/>
            <p:nvPr/>
          </p:nvSpPr>
          <p:spPr>
            <a:xfrm>
              <a:off x="4199551" y="457899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19" name="pt8919"/>
            <p:cNvSpPr/>
            <p:nvPr/>
          </p:nvSpPr>
          <p:spPr>
            <a:xfrm>
              <a:off x="4307877" y="3642927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0" name="pt8920"/>
            <p:cNvSpPr/>
            <p:nvPr/>
          </p:nvSpPr>
          <p:spPr>
            <a:xfrm>
              <a:off x="5127355" y="360328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1" name="pt8921"/>
            <p:cNvSpPr/>
            <p:nvPr/>
          </p:nvSpPr>
          <p:spPr>
            <a:xfrm>
              <a:off x="4744673" y="4057555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2" name="pt8922"/>
            <p:cNvSpPr/>
            <p:nvPr/>
          </p:nvSpPr>
          <p:spPr>
            <a:xfrm>
              <a:off x="4290742" y="3611605"/>
              <a:ext cx="74834" cy="74834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3" name="pt8923"/>
            <p:cNvSpPr/>
            <p:nvPr/>
          </p:nvSpPr>
          <p:spPr>
            <a:xfrm>
              <a:off x="4037514" y="449300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4" name="pl8924"/>
            <p:cNvSpPr/>
            <p:nvPr/>
          </p:nvSpPr>
          <p:spPr>
            <a:xfrm>
              <a:off x="4939149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5" name="pl8925"/>
            <p:cNvSpPr/>
            <p:nvPr/>
          </p:nvSpPr>
          <p:spPr>
            <a:xfrm>
              <a:off x="4939149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26" name="pt8926"/>
            <p:cNvSpPr/>
            <p:nvPr/>
          </p:nvSpPr>
          <p:spPr>
            <a:xfrm>
              <a:off x="4286663" y="3599396"/>
              <a:ext cx="74834" cy="74834"/>
            </a:xfrm>
            <a:prstGeom prst="ellipse">
              <a:avLst/>
            </a:prstGeom>
            <a:solidFill>
              <a:srgbClr val="D95F02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7" name="pt8927"/>
            <p:cNvSpPr/>
            <p:nvPr/>
          </p:nvSpPr>
          <p:spPr>
            <a:xfrm>
              <a:off x="5103335" y="410178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8" name="pt8928"/>
            <p:cNvSpPr/>
            <p:nvPr/>
          </p:nvSpPr>
          <p:spPr>
            <a:xfrm>
              <a:off x="4259564" y="3575733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29" name="pt8929"/>
            <p:cNvSpPr/>
            <p:nvPr/>
          </p:nvSpPr>
          <p:spPr>
            <a:xfrm>
              <a:off x="4935981" y="3308259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0" name="pt8930"/>
            <p:cNvSpPr/>
            <p:nvPr/>
          </p:nvSpPr>
          <p:spPr>
            <a:xfrm>
              <a:off x="4511380" y="4024286"/>
              <a:ext cx="67219" cy="67219"/>
            </a:xfrm>
            <a:prstGeom prst="ellipse">
              <a:avLst/>
            </a:prstGeom>
            <a:solidFill>
              <a:srgbClr val="1B9E77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1" name="pt8931"/>
            <p:cNvSpPr/>
            <p:nvPr/>
          </p:nvSpPr>
          <p:spPr>
            <a:xfrm>
              <a:off x="4661944" y="443723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2" name="pt8932"/>
            <p:cNvSpPr/>
            <p:nvPr/>
          </p:nvSpPr>
          <p:spPr>
            <a:xfrm>
              <a:off x="4323290" y="3575322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3" name="pt8933"/>
            <p:cNvSpPr/>
            <p:nvPr/>
          </p:nvSpPr>
          <p:spPr>
            <a:xfrm>
              <a:off x="4224793" y="3617898"/>
              <a:ext cx="74834" cy="74834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4" name="pt8934"/>
            <p:cNvSpPr/>
            <p:nvPr/>
          </p:nvSpPr>
          <p:spPr>
            <a:xfrm>
              <a:off x="4504339" y="406347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5" name="pt8935"/>
            <p:cNvSpPr/>
            <p:nvPr/>
          </p:nvSpPr>
          <p:spPr>
            <a:xfrm>
              <a:off x="4616603" y="399347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6" name="pt8936"/>
            <p:cNvSpPr/>
            <p:nvPr/>
          </p:nvSpPr>
          <p:spPr>
            <a:xfrm>
              <a:off x="3670395" y="404092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7" name="pg8937"/>
            <p:cNvSpPr/>
            <p:nvPr/>
          </p:nvSpPr>
          <p:spPr>
            <a:xfrm>
              <a:off x="4337905" y="35679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8" name="pt8938"/>
            <p:cNvSpPr/>
            <p:nvPr/>
          </p:nvSpPr>
          <p:spPr>
            <a:xfrm>
              <a:off x="4639444" y="382682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39" name="pt8939"/>
            <p:cNvSpPr/>
            <p:nvPr/>
          </p:nvSpPr>
          <p:spPr>
            <a:xfrm>
              <a:off x="4298514" y="3646811"/>
              <a:ext cx="48833" cy="48833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0" name="pt8940"/>
            <p:cNvSpPr/>
            <p:nvPr/>
          </p:nvSpPr>
          <p:spPr>
            <a:xfrm>
              <a:off x="4939490" y="442532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1" name="pg8941"/>
            <p:cNvSpPr/>
            <p:nvPr/>
          </p:nvSpPr>
          <p:spPr>
            <a:xfrm>
              <a:off x="4867882" y="392557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2" name="pt8942"/>
            <p:cNvSpPr/>
            <p:nvPr/>
          </p:nvSpPr>
          <p:spPr>
            <a:xfrm>
              <a:off x="4602727" y="380845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3" name="pg8943"/>
            <p:cNvSpPr/>
            <p:nvPr/>
          </p:nvSpPr>
          <p:spPr>
            <a:xfrm>
              <a:off x="4437092" y="4057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4" name="pg8944"/>
            <p:cNvSpPr/>
            <p:nvPr/>
          </p:nvSpPr>
          <p:spPr>
            <a:xfrm>
              <a:off x="4460540" y="402548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5" name="pt8945"/>
            <p:cNvSpPr/>
            <p:nvPr/>
          </p:nvSpPr>
          <p:spPr>
            <a:xfrm>
              <a:off x="4263836" y="3628630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6" name="pt8946"/>
            <p:cNvSpPr/>
            <p:nvPr/>
          </p:nvSpPr>
          <p:spPr>
            <a:xfrm>
              <a:off x="4360746" y="3632514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7" name="pt8947"/>
            <p:cNvSpPr/>
            <p:nvPr/>
          </p:nvSpPr>
          <p:spPr>
            <a:xfrm>
              <a:off x="3945423" y="439101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8" name="pt8948"/>
            <p:cNvSpPr/>
            <p:nvPr/>
          </p:nvSpPr>
          <p:spPr>
            <a:xfrm>
              <a:off x="4596897" y="381974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49" name="pt8949"/>
            <p:cNvSpPr/>
            <p:nvPr/>
          </p:nvSpPr>
          <p:spPr>
            <a:xfrm>
              <a:off x="4709559" y="456531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50" name="pl8950"/>
            <p:cNvSpPr/>
            <p:nvPr/>
          </p:nvSpPr>
          <p:spPr>
            <a:xfrm>
              <a:off x="3777353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1" name="pl8951"/>
            <p:cNvSpPr/>
            <p:nvPr/>
          </p:nvSpPr>
          <p:spPr>
            <a:xfrm>
              <a:off x="3777353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2" name="pl8952"/>
            <p:cNvSpPr/>
            <p:nvPr/>
          </p:nvSpPr>
          <p:spPr>
            <a:xfrm>
              <a:off x="3767239" y="427242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3" name="pl8953"/>
            <p:cNvSpPr/>
            <p:nvPr/>
          </p:nvSpPr>
          <p:spPr>
            <a:xfrm>
              <a:off x="3801770" y="423789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4" name="pl8954"/>
            <p:cNvSpPr/>
            <p:nvPr/>
          </p:nvSpPr>
          <p:spPr>
            <a:xfrm>
              <a:off x="4217575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5" name="pl8955"/>
            <p:cNvSpPr/>
            <p:nvPr/>
          </p:nvSpPr>
          <p:spPr>
            <a:xfrm>
              <a:off x="4217575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6" name="pl8956"/>
            <p:cNvSpPr/>
            <p:nvPr/>
          </p:nvSpPr>
          <p:spPr>
            <a:xfrm>
              <a:off x="4207461" y="3731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7" name="pl8957"/>
            <p:cNvSpPr/>
            <p:nvPr/>
          </p:nvSpPr>
          <p:spPr>
            <a:xfrm>
              <a:off x="4241992" y="3697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58" name="pt8958"/>
            <p:cNvSpPr/>
            <p:nvPr/>
          </p:nvSpPr>
          <p:spPr>
            <a:xfrm>
              <a:off x="4269438" y="3622149"/>
              <a:ext cx="67219" cy="67219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59" name="pt8959"/>
            <p:cNvSpPr/>
            <p:nvPr/>
          </p:nvSpPr>
          <p:spPr>
            <a:xfrm>
              <a:off x="4288475" y="3630372"/>
              <a:ext cx="80678" cy="80678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0" name="pt8960"/>
            <p:cNvSpPr/>
            <p:nvPr/>
          </p:nvSpPr>
          <p:spPr>
            <a:xfrm>
              <a:off x="3997001" y="412391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1" name="pt8961"/>
            <p:cNvSpPr/>
            <p:nvPr/>
          </p:nvSpPr>
          <p:spPr>
            <a:xfrm>
              <a:off x="4343896" y="3548309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2" name="pt8962"/>
            <p:cNvSpPr/>
            <p:nvPr/>
          </p:nvSpPr>
          <p:spPr>
            <a:xfrm>
              <a:off x="4384005" y="412278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3" name="pt8963"/>
            <p:cNvSpPr/>
            <p:nvPr/>
          </p:nvSpPr>
          <p:spPr>
            <a:xfrm>
              <a:off x="4012025" y="418232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4" name="pt8964"/>
            <p:cNvSpPr/>
            <p:nvPr/>
          </p:nvSpPr>
          <p:spPr>
            <a:xfrm>
              <a:off x="5046518" y="427153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5" name="pt8965"/>
            <p:cNvSpPr/>
            <p:nvPr/>
          </p:nvSpPr>
          <p:spPr>
            <a:xfrm>
              <a:off x="4597182" y="4104479"/>
              <a:ext cx="103990" cy="103990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6" name="pt8966"/>
            <p:cNvSpPr/>
            <p:nvPr/>
          </p:nvSpPr>
          <p:spPr>
            <a:xfrm>
              <a:off x="4866830" y="41058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7" name="pt8967"/>
            <p:cNvSpPr/>
            <p:nvPr/>
          </p:nvSpPr>
          <p:spPr>
            <a:xfrm>
              <a:off x="4250001" y="3670413"/>
              <a:ext cx="48833" cy="48833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8" name="pt8968"/>
            <p:cNvSpPr/>
            <p:nvPr/>
          </p:nvSpPr>
          <p:spPr>
            <a:xfrm>
              <a:off x="3822459" y="335656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69" name="pt8969"/>
            <p:cNvSpPr/>
            <p:nvPr/>
          </p:nvSpPr>
          <p:spPr>
            <a:xfrm>
              <a:off x="4331661" y="3545693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0" name="pt8970"/>
            <p:cNvSpPr/>
            <p:nvPr/>
          </p:nvSpPr>
          <p:spPr>
            <a:xfrm>
              <a:off x="4119787" y="453558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1" name="pt8971"/>
            <p:cNvSpPr/>
            <p:nvPr/>
          </p:nvSpPr>
          <p:spPr>
            <a:xfrm>
              <a:off x="4325616" y="3675068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2" name="pt8972"/>
            <p:cNvSpPr/>
            <p:nvPr/>
          </p:nvSpPr>
          <p:spPr>
            <a:xfrm>
              <a:off x="4342567" y="363115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3" name="pt8973"/>
            <p:cNvSpPr/>
            <p:nvPr/>
          </p:nvSpPr>
          <p:spPr>
            <a:xfrm>
              <a:off x="3753747" y="418156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4" name="pt8974"/>
            <p:cNvSpPr/>
            <p:nvPr/>
          </p:nvSpPr>
          <p:spPr>
            <a:xfrm>
              <a:off x="4345217" y="362808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5" name="pt8975"/>
            <p:cNvSpPr/>
            <p:nvPr/>
          </p:nvSpPr>
          <p:spPr>
            <a:xfrm>
              <a:off x="3837444" y="3309594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6" name="pt8976"/>
            <p:cNvSpPr/>
            <p:nvPr/>
          </p:nvSpPr>
          <p:spPr>
            <a:xfrm>
              <a:off x="4598416" y="381229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7" name="pt8977"/>
            <p:cNvSpPr/>
            <p:nvPr/>
          </p:nvSpPr>
          <p:spPr>
            <a:xfrm>
              <a:off x="4247408" y="3675113"/>
              <a:ext cx="48833" cy="48833"/>
            </a:xfrm>
            <a:prstGeom prst="ellipse">
              <a:avLst/>
            </a:prstGeom>
            <a:solidFill>
              <a:srgbClr val="D95F02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8" name="pt8978"/>
            <p:cNvSpPr/>
            <p:nvPr/>
          </p:nvSpPr>
          <p:spPr>
            <a:xfrm>
              <a:off x="4327408" y="3593213"/>
              <a:ext cx="67219" cy="67219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79" name="pt8979"/>
            <p:cNvSpPr/>
            <p:nvPr/>
          </p:nvSpPr>
          <p:spPr>
            <a:xfrm>
              <a:off x="4241260" y="3664928"/>
              <a:ext cx="74834" cy="74834"/>
            </a:xfrm>
            <a:prstGeom prst="ellipse">
              <a:avLst/>
            </a:prstGeom>
            <a:solidFill>
              <a:srgbClr val="7570B3">
                <a:alpha val="7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0" name="pt8980"/>
            <p:cNvSpPr/>
            <p:nvPr/>
          </p:nvSpPr>
          <p:spPr>
            <a:xfrm>
              <a:off x="4644975" y="408186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1" name="pg8981"/>
            <p:cNvSpPr/>
            <p:nvPr/>
          </p:nvSpPr>
          <p:spPr>
            <a:xfrm>
              <a:off x="5168689" y="387050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2" name="pt8982"/>
            <p:cNvSpPr/>
            <p:nvPr/>
          </p:nvSpPr>
          <p:spPr>
            <a:xfrm>
              <a:off x="4839401" y="407669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3" name="pt8983"/>
            <p:cNvSpPr/>
            <p:nvPr/>
          </p:nvSpPr>
          <p:spPr>
            <a:xfrm>
              <a:off x="4665214" y="380567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4" name="pt8984"/>
            <p:cNvSpPr/>
            <p:nvPr/>
          </p:nvSpPr>
          <p:spPr>
            <a:xfrm>
              <a:off x="4332845" y="3672278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5" name="pt8985"/>
            <p:cNvSpPr/>
            <p:nvPr/>
          </p:nvSpPr>
          <p:spPr>
            <a:xfrm>
              <a:off x="3819794" y="3427018"/>
              <a:ext cx="48833" cy="48833"/>
            </a:xfrm>
            <a:prstGeom prst="ellipse">
              <a:avLst/>
            </a:prstGeom>
            <a:solidFill>
              <a:srgbClr val="7570B3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6" name="pt8986"/>
            <p:cNvSpPr/>
            <p:nvPr/>
          </p:nvSpPr>
          <p:spPr>
            <a:xfrm>
              <a:off x="4269853" y="3575593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7" name="pt8987"/>
            <p:cNvSpPr/>
            <p:nvPr/>
          </p:nvSpPr>
          <p:spPr>
            <a:xfrm>
              <a:off x="4317360" y="3678653"/>
              <a:ext cx="48833" cy="48833"/>
            </a:xfrm>
            <a:prstGeom prst="ellipse">
              <a:avLst/>
            </a:prstGeom>
            <a:solidFill>
              <a:srgbClr val="D95F02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8" name="pt8988"/>
            <p:cNvSpPr/>
            <p:nvPr/>
          </p:nvSpPr>
          <p:spPr>
            <a:xfrm>
              <a:off x="4644274" y="3822018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89" name="pt8989"/>
            <p:cNvSpPr/>
            <p:nvPr/>
          </p:nvSpPr>
          <p:spPr>
            <a:xfrm>
              <a:off x="4036022" y="418445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0" name="pt8990"/>
            <p:cNvSpPr/>
            <p:nvPr/>
          </p:nvSpPr>
          <p:spPr>
            <a:xfrm>
              <a:off x="4347994" y="3604392"/>
              <a:ext cx="74834" cy="74834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1" name="pg8991"/>
            <p:cNvSpPr/>
            <p:nvPr/>
          </p:nvSpPr>
          <p:spPr>
            <a:xfrm>
              <a:off x="4207015" y="36631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2" name="pt8992"/>
            <p:cNvSpPr/>
            <p:nvPr/>
          </p:nvSpPr>
          <p:spPr>
            <a:xfrm>
              <a:off x="4630690" y="380069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3" name="pt8993"/>
            <p:cNvSpPr/>
            <p:nvPr/>
          </p:nvSpPr>
          <p:spPr>
            <a:xfrm>
              <a:off x="4626773" y="381836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4" name="pt8994"/>
            <p:cNvSpPr/>
            <p:nvPr/>
          </p:nvSpPr>
          <p:spPr>
            <a:xfrm>
              <a:off x="4329503" y="3590010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5" name="pt8995"/>
            <p:cNvSpPr/>
            <p:nvPr/>
          </p:nvSpPr>
          <p:spPr>
            <a:xfrm>
              <a:off x="4304439" y="4591295"/>
              <a:ext cx="48833" cy="48833"/>
            </a:xfrm>
            <a:prstGeom prst="ellipse">
              <a:avLst/>
            </a:prstGeom>
            <a:solidFill>
              <a:srgbClr val="7570B3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6" name="pt8996"/>
            <p:cNvSpPr/>
            <p:nvPr/>
          </p:nvSpPr>
          <p:spPr>
            <a:xfrm>
              <a:off x="4631391" y="380938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7" name="pt8997"/>
            <p:cNvSpPr/>
            <p:nvPr/>
          </p:nvSpPr>
          <p:spPr>
            <a:xfrm>
              <a:off x="4269099" y="3612420"/>
              <a:ext cx="67219" cy="67219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8" name="pt8998"/>
            <p:cNvSpPr/>
            <p:nvPr/>
          </p:nvSpPr>
          <p:spPr>
            <a:xfrm>
              <a:off x="4921682" y="442931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8999" name="pt8999"/>
            <p:cNvSpPr/>
            <p:nvPr/>
          </p:nvSpPr>
          <p:spPr>
            <a:xfrm>
              <a:off x="4794750" y="375832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0" name="pt9000"/>
            <p:cNvSpPr/>
            <p:nvPr/>
          </p:nvSpPr>
          <p:spPr>
            <a:xfrm>
              <a:off x="4614627" y="400728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1" name="pt9001"/>
            <p:cNvSpPr/>
            <p:nvPr/>
          </p:nvSpPr>
          <p:spPr>
            <a:xfrm>
              <a:off x="4346168" y="363454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2" name="pt9002"/>
            <p:cNvSpPr/>
            <p:nvPr/>
          </p:nvSpPr>
          <p:spPr>
            <a:xfrm>
              <a:off x="4717970" y="3760290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3" name="pt9003"/>
            <p:cNvSpPr/>
            <p:nvPr/>
          </p:nvSpPr>
          <p:spPr>
            <a:xfrm>
              <a:off x="4347508" y="3636368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4" name="pt9004"/>
            <p:cNvSpPr/>
            <p:nvPr/>
          </p:nvSpPr>
          <p:spPr>
            <a:xfrm>
              <a:off x="4274188" y="366737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5" name="pt9005"/>
            <p:cNvSpPr/>
            <p:nvPr/>
          </p:nvSpPr>
          <p:spPr>
            <a:xfrm>
              <a:off x="4879554" y="3979552"/>
              <a:ext cx="48833" cy="48833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6" name="pt9006"/>
            <p:cNvSpPr/>
            <p:nvPr/>
          </p:nvSpPr>
          <p:spPr>
            <a:xfrm>
              <a:off x="4690541" y="406611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7" name="pt9007"/>
            <p:cNvSpPr/>
            <p:nvPr/>
          </p:nvSpPr>
          <p:spPr>
            <a:xfrm>
              <a:off x="4678305" y="380384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8" name="pt9008"/>
            <p:cNvSpPr/>
            <p:nvPr/>
          </p:nvSpPr>
          <p:spPr>
            <a:xfrm>
              <a:off x="4793861" y="4033542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09" name="pt9009"/>
            <p:cNvSpPr/>
            <p:nvPr/>
          </p:nvSpPr>
          <p:spPr>
            <a:xfrm>
              <a:off x="3804699" y="3427754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0" name="pt9010"/>
            <p:cNvSpPr/>
            <p:nvPr/>
          </p:nvSpPr>
          <p:spPr>
            <a:xfrm>
              <a:off x="4297885" y="3655907"/>
              <a:ext cx="74834" cy="74834"/>
            </a:xfrm>
            <a:prstGeom prst="ellipse">
              <a:avLst/>
            </a:prstGeom>
            <a:solidFill>
              <a:srgbClr val="D95F02">
                <a:alpha val="6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1" name="pl9011"/>
            <p:cNvSpPr/>
            <p:nvPr/>
          </p:nvSpPr>
          <p:spPr>
            <a:xfrm>
              <a:off x="4454789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2" name="pl9012"/>
            <p:cNvSpPr/>
            <p:nvPr/>
          </p:nvSpPr>
          <p:spPr>
            <a:xfrm>
              <a:off x="4454789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3" name="pl9013"/>
            <p:cNvSpPr/>
            <p:nvPr/>
          </p:nvSpPr>
          <p:spPr>
            <a:xfrm>
              <a:off x="4616936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4" name="pl9014"/>
            <p:cNvSpPr/>
            <p:nvPr/>
          </p:nvSpPr>
          <p:spPr>
            <a:xfrm>
              <a:off x="4616936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15" name="pg9015"/>
            <p:cNvSpPr/>
            <p:nvPr/>
          </p:nvSpPr>
          <p:spPr>
            <a:xfrm>
              <a:off x="4238119" y="361031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6" name="pg9016"/>
            <p:cNvSpPr/>
            <p:nvPr/>
          </p:nvSpPr>
          <p:spPr>
            <a:xfrm>
              <a:off x="4549148" y="379289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7" name="pt9017"/>
            <p:cNvSpPr/>
            <p:nvPr/>
          </p:nvSpPr>
          <p:spPr>
            <a:xfrm>
              <a:off x="4008437" y="4155665"/>
              <a:ext cx="85604" cy="8560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8" name="pt9018"/>
            <p:cNvSpPr/>
            <p:nvPr/>
          </p:nvSpPr>
          <p:spPr>
            <a:xfrm>
              <a:off x="4267461" y="363426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19" name="pt9019"/>
            <p:cNvSpPr/>
            <p:nvPr/>
          </p:nvSpPr>
          <p:spPr>
            <a:xfrm>
              <a:off x="4291361" y="3630206"/>
              <a:ext cx="74834" cy="74834"/>
            </a:xfrm>
            <a:prstGeom prst="ellipse">
              <a:avLst/>
            </a:prstGeom>
            <a:solidFill>
              <a:srgbClr val="D95F02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0" name="pt9020"/>
            <p:cNvSpPr/>
            <p:nvPr/>
          </p:nvSpPr>
          <p:spPr>
            <a:xfrm>
              <a:off x="4284300" y="3663309"/>
              <a:ext cx="67219" cy="67219"/>
            </a:xfrm>
            <a:prstGeom prst="ellipse">
              <a:avLst/>
            </a:prstGeom>
            <a:solidFill>
              <a:srgbClr val="D95F02">
                <a:alpha val="5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1" name="pt9021"/>
            <p:cNvSpPr/>
            <p:nvPr/>
          </p:nvSpPr>
          <p:spPr>
            <a:xfrm>
              <a:off x="4821812" y="405978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2" name="pt9022"/>
            <p:cNvSpPr/>
            <p:nvPr/>
          </p:nvSpPr>
          <p:spPr>
            <a:xfrm>
              <a:off x="4213337" y="451200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3" name="pt9023"/>
            <p:cNvSpPr/>
            <p:nvPr/>
          </p:nvSpPr>
          <p:spPr>
            <a:xfrm>
              <a:off x="4296920" y="3616968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4" name="pt9024"/>
            <p:cNvSpPr/>
            <p:nvPr/>
          </p:nvSpPr>
          <p:spPr>
            <a:xfrm>
              <a:off x="4345030" y="362604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5" name="pt9025"/>
            <p:cNvSpPr/>
            <p:nvPr/>
          </p:nvSpPr>
          <p:spPr>
            <a:xfrm>
              <a:off x="4266060" y="3573524"/>
              <a:ext cx="48833" cy="48833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6" name="pt9026"/>
            <p:cNvSpPr/>
            <p:nvPr/>
          </p:nvSpPr>
          <p:spPr>
            <a:xfrm>
              <a:off x="5172419" y="377806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7" name="pg9027"/>
            <p:cNvSpPr/>
            <p:nvPr/>
          </p:nvSpPr>
          <p:spPr>
            <a:xfrm>
              <a:off x="4596356" y="378234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28" name="pl9028"/>
            <p:cNvSpPr/>
            <p:nvPr/>
          </p:nvSpPr>
          <p:spPr>
            <a:xfrm>
              <a:off x="4536414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29" name="pl9029"/>
            <p:cNvSpPr/>
            <p:nvPr/>
          </p:nvSpPr>
          <p:spPr>
            <a:xfrm>
              <a:off x="4536414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0" name="pl9030"/>
            <p:cNvSpPr/>
            <p:nvPr/>
          </p:nvSpPr>
          <p:spPr>
            <a:xfrm>
              <a:off x="4526300" y="30757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1" name="pl9031"/>
            <p:cNvSpPr/>
            <p:nvPr/>
          </p:nvSpPr>
          <p:spPr>
            <a:xfrm>
              <a:off x="4560831" y="30412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32" name="pt9032"/>
            <p:cNvSpPr/>
            <p:nvPr/>
          </p:nvSpPr>
          <p:spPr>
            <a:xfrm>
              <a:off x="4043309" y="450176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3" name="pt9033"/>
            <p:cNvSpPr/>
            <p:nvPr/>
          </p:nvSpPr>
          <p:spPr>
            <a:xfrm>
              <a:off x="4263935" y="311785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4" name="pt9034"/>
            <p:cNvSpPr/>
            <p:nvPr/>
          </p:nvSpPr>
          <p:spPr>
            <a:xfrm>
              <a:off x="4645066" y="406323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5" name="pt9035"/>
            <p:cNvSpPr/>
            <p:nvPr/>
          </p:nvSpPr>
          <p:spPr>
            <a:xfrm>
              <a:off x="4592404" y="390097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6" name="pt9036"/>
            <p:cNvSpPr/>
            <p:nvPr/>
          </p:nvSpPr>
          <p:spPr>
            <a:xfrm>
              <a:off x="4732939" y="381824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7" name="pg9037"/>
            <p:cNvSpPr/>
            <p:nvPr/>
          </p:nvSpPr>
          <p:spPr>
            <a:xfrm>
              <a:off x="3619359" y="385944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8" name="pt9038"/>
            <p:cNvSpPr/>
            <p:nvPr/>
          </p:nvSpPr>
          <p:spPr>
            <a:xfrm>
              <a:off x="4292276" y="3648368"/>
              <a:ext cx="67219" cy="67219"/>
            </a:xfrm>
            <a:prstGeom prst="ellipse">
              <a:avLst/>
            </a:pr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39" name="pt9039"/>
            <p:cNvSpPr/>
            <p:nvPr/>
          </p:nvSpPr>
          <p:spPr>
            <a:xfrm>
              <a:off x="3681012" y="404444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0" name="pt9040"/>
            <p:cNvSpPr/>
            <p:nvPr/>
          </p:nvSpPr>
          <p:spPr>
            <a:xfrm>
              <a:off x="5019330" y="353824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1" name="pt9041"/>
            <p:cNvSpPr/>
            <p:nvPr/>
          </p:nvSpPr>
          <p:spPr>
            <a:xfrm>
              <a:off x="4486105" y="442285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2" name="pt9042"/>
            <p:cNvSpPr/>
            <p:nvPr/>
          </p:nvSpPr>
          <p:spPr>
            <a:xfrm>
              <a:off x="4614987" y="382324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3" name="pt9043"/>
            <p:cNvSpPr/>
            <p:nvPr/>
          </p:nvSpPr>
          <p:spPr>
            <a:xfrm>
              <a:off x="3804456" y="334237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4" name="pt9044"/>
            <p:cNvSpPr/>
            <p:nvPr/>
          </p:nvSpPr>
          <p:spPr>
            <a:xfrm>
              <a:off x="3672820" y="369358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5" name="pt9045"/>
            <p:cNvSpPr/>
            <p:nvPr/>
          </p:nvSpPr>
          <p:spPr>
            <a:xfrm>
              <a:off x="4457024" y="448365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6" name="pg9046"/>
            <p:cNvSpPr/>
            <p:nvPr/>
          </p:nvSpPr>
          <p:spPr>
            <a:xfrm>
              <a:off x="3858916" y="398936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7" name="pt9047"/>
            <p:cNvSpPr/>
            <p:nvPr/>
          </p:nvSpPr>
          <p:spPr>
            <a:xfrm>
              <a:off x="5002331" y="338601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8" name="pt9048"/>
            <p:cNvSpPr/>
            <p:nvPr/>
          </p:nvSpPr>
          <p:spPr>
            <a:xfrm>
              <a:off x="3671511" y="388548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49" name="pt9049"/>
            <p:cNvSpPr/>
            <p:nvPr/>
          </p:nvSpPr>
          <p:spPr>
            <a:xfrm>
              <a:off x="4342979" y="3652398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0" name="pt9050"/>
            <p:cNvSpPr/>
            <p:nvPr/>
          </p:nvSpPr>
          <p:spPr>
            <a:xfrm>
              <a:off x="4030271" y="4133124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1" name="pt9051"/>
            <p:cNvSpPr/>
            <p:nvPr/>
          </p:nvSpPr>
          <p:spPr>
            <a:xfrm>
              <a:off x="4617294" y="4166400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2" name="pt9052"/>
            <p:cNvSpPr/>
            <p:nvPr/>
          </p:nvSpPr>
          <p:spPr>
            <a:xfrm>
              <a:off x="4464959" y="4191076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3" name="pt9053"/>
            <p:cNvSpPr/>
            <p:nvPr/>
          </p:nvSpPr>
          <p:spPr>
            <a:xfrm>
              <a:off x="5101293" y="410549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4" name="pt9054"/>
            <p:cNvSpPr/>
            <p:nvPr/>
          </p:nvSpPr>
          <p:spPr>
            <a:xfrm>
              <a:off x="4267609" y="3667272"/>
              <a:ext cx="67219" cy="67219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5" name="pt9055"/>
            <p:cNvSpPr/>
            <p:nvPr/>
          </p:nvSpPr>
          <p:spPr>
            <a:xfrm>
              <a:off x="4370024" y="3604483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6" name="pt9056"/>
            <p:cNvSpPr/>
            <p:nvPr/>
          </p:nvSpPr>
          <p:spPr>
            <a:xfrm>
              <a:off x="4324993" y="3641232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7" name="pt9057"/>
            <p:cNvSpPr/>
            <p:nvPr/>
          </p:nvSpPr>
          <p:spPr>
            <a:xfrm>
              <a:off x="4308585" y="3644835"/>
              <a:ext cx="80678" cy="80678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8" name="pt9058"/>
            <p:cNvSpPr/>
            <p:nvPr/>
          </p:nvSpPr>
          <p:spPr>
            <a:xfrm>
              <a:off x="5154423" y="40659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59" name="pt9059"/>
            <p:cNvSpPr/>
            <p:nvPr/>
          </p:nvSpPr>
          <p:spPr>
            <a:xfrm>
              <a:off x="3740040" y="359825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0" name="pt9060"/>
            <p:cNvSpPr/>
            <p:nvPr/>
          </p:nvSpPr>
          <p:spPr>
            <a:xfrm>
              <a:off x="4096811" y="4414435"/>
              <a:ext cx="67219" cy="67219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1" name="pt9061"/>
            <p:cNvSpPr/>
            <p:nvPr/>
          </p:nvSpPr>
          <p:spPr>
            <a:xfrm>
              <a:off x="4012638" y="4128217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2" name="pt9062"/>
            <p:cNvSpPr/>
            <p:nvPr/>
          </p:nvSpPr>
          <p:spPr>
            <a:xfrm>
              <a:off x="4331289" y="3591295"/>
              <a:ext cx="67219" cy="67219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3" name="pt9063"/>
            <p:cNvSpPr/>
            <p:nvPr/>
          </p:nvSpPr>
          <p:spPr>
            <a:xfrm>
              <a:off x="4283640" y="3664746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4" name="pt9064"/>
            <p:cNvSpPr/>
            <p:nvPr/>
          </p:nvSpPr>
          <p:spPr>
            <a:xfrm>
              <a:off x="4604343" y="397889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5" name="pg9065"/>
            <p:cNvSpPr/>
            <p:nvPr/>
          </p:nvSpPr>
          <p:spPr>
            <a:xfrm>
              <a:off x="3768902" y="42309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6" name="pg9066"/>
            <p:cNvSpPr/>
            <p:nvPr/>
          </p:nvSpPr>
          <p:spPr>
            <a:xfrm>
              <a:off x="4506019" y="394582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7" name="pg9067"/>
            <p:cNvSpPr/>
            <p:nvPr/>
          </p:nvSpPr>
          <p:spPr>
            <a:xfrm>
              <a:off x="4314717" y="358694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8" name="pt9068"/>
            <p:cNvSpPr/>
            <p:nvPr/>
          </p:nvSpPr>
          <p:spPr>
            <a:xfrm>
              <a:off x="4287588" y="3680039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69" name="pg9069"/>
            <p:cNvSpPr/>
            <p:nvPr/>
          </p:nvSpPr>
          <p:spPr>
            <a:xfrm>
              <a:off x="4545327" y="39286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0" name="pt9070"/>
            <p:cNvSpPr/>
            <p:nvPr/>
          </p:nvSpPr>
          <p:spPr>
            <a:xfrm>
              <a:off x="4297727" y="4592543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1" name="pt9071"/>
            <p:cNvSpPr/>
            <p:nvPr/>
          </p:nvSpPr>
          <p:spPr>
            <a:xfrm>
              <a:off x="4624321" y="399766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2" name="pt9072"/>
            <p:cNvSpPr/>
            <p:nvPr/>
          </p:nvSpPr>
          <p:spPr>
            <a:xfrm>
              <a:off x="4329244" y="3671134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3" name="pt9073"/>
            <p:cNvSpPr/>
            <p:nvPr/>
          </p:nvSpPr>
          <p:spPr>
            <a:xfrm>
              <a:off x="4638376" y="4024248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4" name="pt9074"/>
            <p:cNvSpPr/>
            <p:nvPr/>
          </p:nvSpPr>
          <p:spPr>
            <a:xfrm>
              <a:off x="4312561" y="3642901"/>
              <a:ext cx="74834" cy="74834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5" name="pt9075"/>
            <p:cNvSpPr/>
            <p:nvPr/>
          </p:nvSpPr>
          <p:spPr>
            <a:xfrm>
              <a:off x="3839648" y="429068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6" name="pg9076"/>
            <p:cNvSpPr/>
            <p:nvPr/>
          </p:nvSpPr>
          <p:spPr>
            <a:xfrm>
              <a:off x="5165931" y="38807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7" name="pt9077"/>
            <p:cNvSpPr/>
            <p:nvPr/>
          </p:nvSpPr>
          <p:spPr>
            <a:xfrm>
              <a:off x="5014404" y="3533412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8" name="pt9078"/>
            <p:cNvSpPr/>
            <p:nvPr/>
          </p:nvSpPr>
          <p:spPr>
            <a:xfrm>
              <a:off x="4620562" y="398193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79" name="pt9079"/>
            <p:cNvSpPr/>
            <p:nvPr/>
          </p:nvSpPr>
          <p:spPr>
            <a:xfrm>
              <a:off x="4279834" y="3690305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0" name="pt9080"/>
            <p:cNvSpPr/>
            <p:nvPr/>
          </p:nvSpPr>
          <p:spPr>
            <a:xfrm>
              <a:off x="4659194" y="4456966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1" name="pl9081"/>
            <p:cNvSpPr/>
            <p:nvPr/>
          </p:nvSpPr>
          <p:spPr>
            <a:xfrm>
              <a:off x="4342990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2" name="pl9082"/>
            <p:cNvSpPr/>
            <p:nvPr/>
          </p:nvSpPr>
          <p:spPr>
            <a:xfrm>
              <a:off x="4342990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3" name="pl9083"/>
            <p:cNvSpPr/>
            <p:nvPr/>
          </p:nvSpPr>
          <p:spPr>
            <a:xfrm>
              <a:off x="4332877" y="35691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4" name="pl9084"/>
            <p:cNvSpPr/>
            <p:nvPr/>
          </p:nvSpPr>
          <p:spPr>
            <a:xfrm>
              <a:off x="4367407" y="35346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5" name="pt9085"/>
            <p:cNvSpPr/>
            <p:nvPr/>
          </p:nvSpPr>
          <p:spPr>
            <a:xfrm>
              <a:off x="5004381" y="392754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6" name="pt9086"/>
            <p:cNvSpPr/>
            <p:nvPr/>
          </p:nvSpPr>
          <p:spPr>
            <a:xfrm>
              <a:off x="4260010" y="3668110"/>
              <a:ext cx="67219" cy="67219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7" name="pt9087"/>
            <p:cNvSpPr/>
            <p:nvPr/>
          </p:nvSpPr>
          <p:spPr>
            <a:xfrm>
              <a:off x="4285465" y="3641521"/>
              <a:ext cx="74834" cy="74834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88" name="pl9088"/>
            <p:cNvSpPr/>
            <p:nvPr/>
          </p:nvSpPr>
          <p:spPr>
            <a:xfrm>
              <a:off x="4385970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89" name="pl9089"/>
            <p:cNvSpPr/>
            <p:nvPr/>
          </p:nvSpPr>
          <p:spPr>
            <a:xfrm>
              <a:off x="4385970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0" name="pl9090"/>
            <p:cNvSpPr/>
            <p:nvPr/>
          </p:nvSpPr>
          <p:spPr>
            <a:xfrm>
              <a:off x="4375856" y="3667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1" name="pl9091"/>
            <p:cNvSpPr/>
            <p:nvPr/>
          </p:nvSpPr>
          <p:spPr>
            <a:xfrm>
              <a:off x="4410387" y="3633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2" name="pl9092"/>
            <p:cNvSpPr/>
            <p:nvPr/>
          </p:nvSpPr>
          <p:spPr>
            <a:xfrm>
              <a:off x="4611265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3" name="pl9093"/>
            <p:cNvSpPr/>
            <p:nvPr/>
          </p:nvSpPr>
          <p:spPr>
            <a:xfrm>
              <a:off x="4611265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4" name="pl9094"/>
            <p:cNvSpPr/>
            <p:nvPr/>
          </p:nvSpPr>
          <p:spPr>
            <a:xfrm>
              <a:off x="4601151" y="4210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5" name="pl9095"/>
            <p:cNvSpPr/>
            <p:nvPr/>
          </p:nvSpPr>
          <p:spPr>
            <a:xfrm>
              <a:off x="4635682" y="417549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96" name="pt9096"/>
            <p:cNvSpPr/>
            <p:nvPr/>
          </p:nvSpPr>
          <p:spPr>
            <a:xfrm>
              <a:off x="4595523" y="401110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97" name="pg9097"/>
            <p:cNvSpPr/>
            <p:nvPr/>
          </p:nvSpPr>
          <p:spPr>
            <a:xfrm>
              <a:off x="3634642" y="383993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98" name="pt9098"/>
            <p:cNvSpPr/>
            <p:nvPr/>
          </p:nvSpPr>
          <p:spPr>
            <a:xfrm>
              <a:off x="4476172" y="448077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099" name="pt9099"/>
            <p:cNvSpPr/>
            <p:nvPr/>
          </p:nvSpPr>
          <p:spPr>
            <a:xfrm>
              <a:off x="4584107" y="400414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00" name="pt9100"/>
            <p:cNvSpPr/>
            <p:nvPr/>
          </p:nvSpPr>
          <p:spPr>
            <a:xfrm>
              <a:off x="4467251" y="41656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1" name="pl9101"/>
            <p:cNvSpPr/>
            <p:nvPr/>
          </p:nvSpPr>
          <p:spPr>
            <a:xfrm>
              <a:off x="4467251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2" name="pl9102"/>
            <p:cNvSpPr/>
            <p:nvPr/>
          </p:nvSpPr>
          <p:spPr>
            <a:xfrm>
              <a:off x="4467251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3" name="pt9103"/>
            <p:cNvSpPr/>
            <p:nvPr/>
          </p:nvSpPr>
          <p:spPr>
            <a:xfrm>
              <a:off x="4338076" y="3577094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04" name="pt9104"/>
            <p:cNvSpPr/>
            <p:nvPr/>
          </p:nvSpPr>
          <p:spPr>
            <a:xfrm>
              <a:off x="4876435" y="327227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05" name="pt9105"/>
            <p:cNvSpPr/>
            <p:nvPr/>
          </p:nvSpPr>
          <p:spPr>
            <a:xfrm>
              <a:off x="4654221" y="401172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06" name="pl9106"/>
            <p:cNvSpPr/>
            <p:nvPr/>
          </p:nvSpPr>
          <p:spPr>
            <a:xfrm>
              <a:off x="4280731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7" name="pl9107"/>
            <p:cNvSpPr/>
            <p:nvPr/>
          </p:nvSpPr>
          <p:spPr>
            <a:xfrm>
              <a:off x="4280731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8" name="pl9108"/>
            <p:cNvSpPr/>
            <p:nvPr/>
          </p:nvSpPr>
          <p:spPr>
            <a:xfrm>
              <a:off x="4248090" y="366256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09" name="pl9109"/>
            <p:cNvSpPr/>
            <p:nvPr/>
          </p:nvSpPr>
          <p:spPr>
            <a:xfrm>
              <a:off x="4359533" y="355112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0" name="pl9110"/>
            <p:cNvSpPr/>
            <p:nvPr/>
          </p:nvSpPr>
          <p:spPr>
            <a:xfrm>
              <a:off x="4379382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1" name="pl9111"/>
            <p:cNvSpPr/>
            <p:nvPr/>
          </p:nvSpPr>
          <p:spPr>
            <a:xfrm>
              <a:off x="4379382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2" name="pl9112"/>
            <p:cNvSpPr/>
            <p:nvPr/>
          </p:nvSpPr>
          <p:spPr>
            <a:xfrm>
              <a:off x="4369268" y="3658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3" name="pl9113"/>
            <p:cNvSpPr/>
            <p:nvPr/>
          </p:nvSpPr>
          <p:spPr>
            <a:xfrm>
              <a:off x="4403799" y="3623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4" name="pt9114"/>
            <p:cNvSpPr/>
            <p:nvPr/>
          </p:nvSpPr>
          <p:spPr>
            <a:xfrm>
              <a:off x="4662314" y="4449390"/>
              <a:ext cx="48833" cy="48833"/>
            </a:xfrm>
            <a:prstGeom prst="ellipse">
              <a:avLst/>
            </a:prstGeom>
            <a:solidFill>
              <a:srgbClr val="7570B3">
                <a:alpha val="3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15" name="pt9115"/>
            <p:cNvSpPr/>
            <p:nvPr/>
          </p:nvSpPr>
          <p:spPr>
            <a:xfrm>
              <a:off x="4239180" y="368747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16" name="pt9116"/>
            <p:cNvSpPr/>
            <p:nvPr/>
          </p:nvSpPr>
          <p:spPr>
            <a:xfrm>
              <a:off x="3849691" y="435339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17" name="pt9117"/>
            <p:cNvSpPr/>
            <p:nvPr/>
          </p:nvSpPr>
          <p:spPr>
            <a:xfrm>
              <a:off x="4696979" y="457656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18" name="pl9118"/>
            <p:cNvSpPr/>
            <p:nvPr/>
          </p:nvSpPr>
          <p:spPr>
            <a:xfrm>
              <a:off x="5151072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19" name="pl9119"/>
            <p:cNvSpPr/>
            <p:nvPr/>
          </p:nvSpPr>
          <p:spPr>
            <a:xfrm>
              <a:off x="5151072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0" name="pl9120"/>
            <p:cNvSpPr/>
            <p:nvPr/>
          </p:nvSpPr>
          <p:spPr>
            <a:xfrm>
              <a:off x="5140958" y="370729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1" name="pl9121"/>
            <p:cNvSpPr/>
            <p:nvPr/>
          </p:nvSpPr>
          <p:spPr>
            <a:xfrm>
              <a:off x="5175488" y="36727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22" name="pt9122"/>
            <p:cNvSpPr/>
            <p:nvPr/>
          </p:nvSpPr>
          <p:spPr>
            <a:xfrm>
              <a:off x="4636956" y="3793023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3" name="pg9123"/>
            <p:cNvSpPr/>
            <p:nvPr/>
          </p:nvSpPr>
          <p:spPr>
            <a:xfrm>
              <a:off x="4602733" y="376800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4" name="pt9124"/>
            <p:cNvSpPr/>
            <p:nvPr/>
          </p:nvSpPr>
          <p:spPr>
            <a:xfrm>
              <a:off x="4897243" y="409796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5" name="pt9125"/>
            <p:cNvSpPr/>
            <p:nvPr/>
          </p:nvSpPr>
          <p:spPr>
            <a:xfrm>
              <a:off x="4318637" y="3689631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6" name="pt9126"/>
            <p:cNvSpPr/>
            <p:nvPr/>
          </p:nvSpPr>
          <p:spPr>
            <a:xfrm>
              <a:off x="3915135" y="3236628"/>
              <a:ext cx="48833" cy="48833"/>
            </a:xfrm>
            <a:prstGeom prst="ellipse">
              <a:avLst/>
            </a:prstGeom>
            <a:solidFill>
              <a:srgbClr val="7570B3">
                <a:alpha val="4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7" name="pt9127"/>
            <p:cNvSpPr/>
            <p:nvPr/>
          </p:nvSpPr>
          <p:spPr>
            <a:xfrm>
              <a:off x="4296786" y="3650969"/>
              <a:ext cx="74834" cy="74834"/>
            </a:xfrm>
            <a:prstGeom prst="ellipse">
              <a:avLst/>
            </a:prstGeom>
            <a:solidFill>
              <a:srgbClr val="7570B3">
                <a:alpha val="5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8" name="pt9128"/>
            <p:cNvSpPr/>
            <p:nvPr/>
          </p:nvSpPr>
          <p:spPr>
            <a:xfrm>
              <a:off x="5047265" y="424603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29" name="pt9129"/>
            <p:cNvSpPr/>
            <p:nvPr/>
          </p:nvSpPr>
          <p:spPr>
            <a:xfrm>
              <a:off x="4649711" y="400313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0" name="pt9130"/>
            <p:cNvSpPr/>
            <p:nvPr/>
          </p:nvSpPr>
          <p:spPr>
            <a:xfrm>
              <a:off x="4618633" y="404300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1" name="pt9131"/>
            <p:cNvSpPr/>
            <p:nvPr/>
          </p:nvSpPr>
          <p:spPr>
            <a:xfrm>
              <a:off x="4881958" y="393406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2" name="pt9132"/>
            <p:cNvSpPr/>
            <p:nvPr/>
          </p:nvSpPr>
          <p:spPr>
            <a:xfrm>
              <a:off x="4693611" y="375977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3" name="pt9133"/>
            <p:cNvSpPr/>
            <p:nvPr/>
          </p:nvSpPr>
          <p:spPr>
            <a:xfrm>
              <a:off x="4568391" y="461291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4" name="pt9134"/>
            <p:cNvSpPr/>
            <p:nvPr/>
          </p:nvSpPr>
          <p:spPr>
            <a:xfrm>
              <a:off x="4549932" y="3890926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5" name="pt9135"/>
            <p:cNvSpPr/>
            <p:nvPr/>
          </p:nvSpPr>
          <p:spPr>
            <a:xfrm>
              <a:off x="5086000" y="3468680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6" name="pt9136"/>
            <p:cNvSpPr/>
            <p:nvPr/>
          </p:nvSpPr>
          <p:spPr>
            <a:xfrm>
              <a:off x="4250352" y="3622869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7" name="pt9137"/>
            <p:cNvSpPr/>
            <p:nvPr/>
          </p:nvSpPr>
          <p:spPr>
            <a:xfrm>
              <a:off x="4281878" y="3677554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8" name="pg9138"/>
            <p:cNvSpPr/>
            <p:nvPr/>
          </p:nvSpPr>
          <p:spPr>
            <a:xfrm>
              <a:off x="4591844" y="38233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39" name="pt9139"/>
            <p:cNvSpPr/>
            <p:nvPr/>
          </p:nvSpPr>
          <p:spPr>
            <a:xfrm>
              <a:off x="4723914" y="404993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0" name="pt9140"/>
            <p:cNvSpPr/>
            <p:nvPr/>
          </p:nvSpPr>
          <p:spPr>
            <a:xfrm>
              <a:off x="4666403" y="313334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1" name="pg9141"/>
            <p:cNvSpPr/>
            <p:nvPr/>
          </p:nvSpPr>
          <p:spPr>
            <a:xfrm>
              <a:off x="4594936" y="380160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2" name="pg9142"/>
            <p:cNvSpPr/>
            <p:nvPr/>
          </p:nvSpPr>
          <p:spPr>
            <a:xfrm>
              <a:off x="4592668" y="382467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3" name="pt9143"/>
            <p:cNvSpPr/>
            <p:nvPr/>
          </p:nvSpPr>
          <p:spPr>
            <a:xfrm>
              <a:off x="4308262" y="3637256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4" name="pt9144"/>
            <p:cNvSpPr/>
            <p:nvPr/>
          </p:nvSpPr>
          <p:spPr>
            <a:xfrm>
              <a:off x="4594326" y="385502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5" name="pt9145"/>
            <p:cNvSpPr/>
            <p:nvPr/>
          </p:nvSpPr>
          <p:spPr>
            <a:xfrm>
              <a:off x="4656483" y="376227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6" name="pt9146"/>
            <p:cNvSpPr/>
            <p:nvPr/>
          </p:nvSpPr>
          <p:spPr>
            <a:xfrm>
              <a:off x="4674483" y="378454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7" name="pt9147"/>
            <p:cNvSpPr/>
            <p:nvPr/>
          </p:nvSpPr>
          <p:spPr>
            <a:xfrm>
              <a:off x="3746554" y="409960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8" name="pt9148"/>
            <p:cNvSpPr/>
            <p:nvPr/>
          </p:nvSpPr>
          <p:spPr>
            <a:xfrm>
              <a:off x="4565754" y="4593467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49" name="pt9149"/>
            <p:cNvSpPr/>
            <p:nvPr/>
          </p:nvSpPr>
          <p:spPr>
            <a:xfrm>
              <a:off x="4628664" y="3780696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0" name="pt9150"/>
            <p:cNvSpPr/>
            <p:nvPr/>
          </p:nvSpPr>
          <p:spPr>
            <a:xfrm>
              <a:off x="5162574" y="377599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1" name="pt9151"/>
            <p:cNvSpPr/>
            <p:nvPr/>
          </p:nvSpPr>
          <p:spPr>
            <a:xfrm>
              <a:off x="4350510" y="363039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2" name="pt9152"/>
            <p:cNvSpPr/>
            <p:nvPr/>
          </p:nvSpPr>
          <p:spPr>
            <a:xfrm>
              <a:off x="3804462" y="3418223"/>
              <a:ext cx="67219" cy="67219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3" name="pl9153"/>
            <p:cNvSpPr/>
            <p:nvPr/>
          </p:nvSpPr>
          <p:spPr>
            <a:xfrm>
              <a:off x="4262325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4" name="pl9154"/>
            <p:cNvSpPr/>
            <p:nvPr/>
          </p:nvSpPr>
          <p:spPr>
            <a:xfrm>
              <a:off x="4262325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5" name="pl9155"/>
            <p:cNvSpPr/>
            <p:nvPr/>
          </p:nvSpPr>
          <p:spPr>
            <a:xfrm>
              <a:off x="4252211" y="36020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6" name="pl9156"/>
            <p:cNvSpPr/>
            <p:nvPr/>
          </p:nvSpPr>
          <p:spPr>
            <a:xfrm>
              <a:off x="4286742" y="35674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57" name="pt9157"/>
            <p:cNvSpPr/>
            <p:nvPr/>
          </p:nvSpPr>
          <p:spPr>
            <a:xfrm>
              <a:off x="5038663" y="352501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8" name="pt9158"/>
            <p:cNvSpPr/>
            <p:nvPr/>
          </p:nvSpPr>
          <p:spPr>
            <a:xfrm>
              <a:off x="3868914" y="436770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59" name="pt9159"/>
            <p:cNvSpPr/>
            <p:nvPr/>
          </p:nvSpPr>
          <p:spPr>
            <a:xfrm>
              <a:off x="4454966" y="3595456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0" name="pt9160"/>
            <p:cNvSpPr/>
            <p:nvPr/>
          </p:nvSpPr>
          <p:spPr>
            <a:xfrm>
              <a:off x="4332416" y="369273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1" name="pt9161"/>
            <p:cNvSpPr/>
            <p:nvPr/>
          </p:nvSpPr>
          <p:spPr>
            <a:xfrm>
              <a:off x="4298746" y="3650004"/>
              <a:ext cx="74834" cy="74834"/>
            </a:xfrm>
            <a:prstGeom prst="ellipse">
              <a:avLst/>
            </a:prstGeom>
            <a:solidFill>
              <a:srgbClr val="7570B3">
                <a:alpha val="7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2" name="pt9162"/>
            <p:cNvSpPr/>
            <p:nvPr/>
          </p:nvSpPr>
          <p:spPr>
            <a:xfrm>
              <a:off x="4026780" y="419410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3" name="pt9163"/>
            <p:cNvSpPr/>
            <p:nvPr/>
          </p:nvSpPr>
          <p:spPr>
            <a:xfrm>
              <a:off x="4250092" y="3649112"/>
              <a:ext cx="80678" cy="80678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4" name="pt9164"/>
            <p:cNvSpPr/>
            <p:nvPr/>
          </p:nvSpPr>
          <p:spPr>
            <a:xfrm>
              <a:off x="4353389" y="368690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5" name="pt9165"/>
            <p:cNvSpPr/>
            <p:nvPr/>
          </p:nvSpPr>
          <p:spPr>
            <a:xfrm>
              <a:off x="4262662" y="3676621"/>
              <a:ext cx="48833" cy="48833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6" name="pt9166"/>
            <p:cNvSpPr/>
            <p:nvPr/>
          </p:nvSpPr>
          <p:spPr>
            <a:xfrm>
              <a:off x="4262340" y="3686195"/>
              <a:ext cx="67219" cy="67219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67" name="pl9167"/>
            <p:cNvSpPr/>
            <p:nvPr/>
          </p:nvSpPr>
          <p:spPr>
            <a:xfrm>
              <a:off x="4586992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8" name="pl9168"/>
            <p:cNvSpPr/>
            <p:nvPr/>
          </p:nvSpPr>
          <p:spPr>
            <a:xfrm>
              <a:off x="4586992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69" name="pt9169"/>
            <p:cNvSpPr/>
            <p:nvPr/>
          </p:nvSpPr>
          <p:spPr>
            <a:xfrm>
              <a:off x="4265958" y="3625843"/>
              <a:ext cx="67219" cy="67219"/>
            </a:xfrm>
            <a:prstGeom prst="ellipse">
              <a:avLst/>
            </a:prstGeom>
            <a:solidFill>
              <a:srgbClr val="7570B3">
                <a:alpha val="5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0" name="pg9170"/>
            <p:cNvSpPr/>
            <p:nvPr/>
          </p:nvSpPr>
          <p:spPr>
            <a:xfrm>
              <a:off x="4932003" y="432673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1" name="pg9171"/>
            <p:cNvSpPr/>
            <p:nvPr/>
          </p:nvSpPr>
          <p:spPr>
            <a:xfrm>
              <a:off x="4490299" y="40077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2" name="pg9172"/>
            <p:cNvSpPr/>
            <p:nvPr/>
          </p:nvSpPr>
          <p:spPr>
            <a:xfrm>
              <a:off x="4302126" y="356688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173" name="pl9173"/>
            <p:cNvSpPr/>
            <p:nvPr/>
          </p:nvSpPr>
          <p:spPr>
            <a:xfrm>
              <a:off x="4321452" y="5672615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4" name="pl9174"/>
            <p:cNvSpPr/>
            <p:nvPr/>
          </p:nvSpPr>
          <p:spPr>
            <a:xfrm>
              <a:off x="4396711" y="5631334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5" name="pl9175"/>
            <p:cNvSpPr/>
            <p:nvPr/>
          </p:nvSpPr>
          <p:spPr>
            <a:xfrm>
              <a:off x="4381694" y="5616867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6" name="pl9176"/>
            <p:cNvSpPr/>
            <p:nvPr/>
          </p:nvSpPr>
          <p:spPr>
            <a:xfrm>
              <a:off x="4396711" y="5622077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7" name="pl9177"/>
            <p:cNvSpPr/>
            <p:nvPr/>
          </p:nvSpPr>
          <p:spPr>
            <a:xfrm>
              <a:off x="4366519" y="5693414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8" name="pl9178"/>
            <p:cNvSpPr/>
            <p:nvPr/>
          </p:nvSpPr>
          <p:spPr>
            <a:xfrm>
              <a:off x="4438977" y="6000795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79" name="pl9179"/>
            <p:cNvSpPr/>
            <p:nvPr/>
          </p:nvSpPr>
          <p:spPr>
            <a:xfrm>
              <a:off x="4438977" y="6000795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0" name="pl9180"/>
            <p:cNvSpPr/>
            <p:nvPr/>
          </p:nvSpPr>
          <p:spPr>
            <a:xfrm>
              <a:off x="4400792" y="5953335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1" name="pl9181"/>
            <p:cNvSpPr/>
            <p:nvPr/>
          </p:nvSpPr>
          <p:spPr>
            <a:xfrm>
              <a:off x="4438977" y="6000795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2" name="pl9182"/>
            <p:cNvSpPr/>
            <p:nvPr/>
          </p:nvSpPr>
          <p:spPr>
            <a:xfrm>
              <a:off x="4438977" y="6000795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3" name="pl9183"/>
            <p:cNvSpPr/>
            <p:nvPr/>
          </p:nvSpPr>
          <p:spPr>
            <a:xfrm>
              <a:off x="4392533" y="5769000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4" name="pl9184"/>
            <p:cNvSpPr/>
            <p:nvPr/>
          </p:nvSpPr>
          <p:spPr>
            <a:xfrm>
              <a:off x="4724862" y="5650501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5" name="pl9185"/>
            <p:cNvSpPr/>
            <p:nvPr/>
          </p:nvSpPr>
          <p:spPr>
            <a:xfrm>
              <a:off x="4304088" y="5700233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6" name="pl9186"/>
            <p:cNvSpPr/>
            <p:nvPr/>
          </p:nvSpPr>
          <p:spPr>
            <a:xfrm>
              <a:off x="5268648" y="5621884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7" name="pl9187"/>
            <p:cNvSpPr/>
            <p:nvPr/>
          </p:nvSpPr>
          <p:spPr>
            <a:xfrm>
              <a:off x="5012029" y="5722375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8" name="pl9188"/>
            <p:cNvSpPr/>
            <p:nvPr/>
          </p:nvSpPr>
          <p:spPr>
            <a:xfrm>
              <a:off x="4678171" y="5757678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89" name="pl9189"/>
            <p:cNvSpPr/>
            <p:nvPr/>
          </p:nvSpPr>
          <p:spPr>
            <a:xfrm>
              <a:off x="4722905" y="5768825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0" name="pl9190"/>
            <p:cNvSpPr/>
            <p:nvPr/>
          </p:nvSpPr>
          <p:spPr>
            <a:xfrm>
              <a:off x="4722905" y="5768825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1" name="pl9191"/>
            <p:cNvSpPr/>
            <p:nvPr/>
          </p:nvSpPr>
          <p:spPr>
            <a:xfrm>
              <a:off x="4398304" y="5953335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2" name="pl9192"/>
            <p:cNvSpPr/>
            <p:nvPr/>
          </p:nvSpPr>
          <p:spPr>
            <a:xfrm>
              <a:off x="4724862" y="5641669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3" name="pl9193"/>
            <p:cNvSpPr/>
            <p:nvPr/>
          </p:nvSpPr>
          <p:spPr>
            <a:xfrm>
              <a:off x="4823299" y="5632324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4" name="pl9194"/>
            <p:cNvSpPr/>
            <p:nvPr/>
          </p:nvSpPr>
          <p:spPr>
            <a:xfrm>
              <a:off x="4823299" y="5631297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5" name="pl9195"/>
            <p:cNvSpPr/>
            <p:nvPr/>
          </p:nvSpPr>
          <p:spPr>
            <a:xfrm>
              <a:off x="4469298" y="5777661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6" name="pl9196"/>
            <p:cNvSpPr/>
            <p:nvPr/>
          </p:nvSpPr>
          <p:spPr>
            <a:xfrm>
              <a:off x="4222909" y="4951829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7" name="pl9197"/>
            <p:cNvSpPr/>
            <p:nvPr/>
          </p:nvSpPr>
          <p:spPr>
            <a:xfrm>
              <a:off x="4365358" y="5945921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8" name="pl9198"/>
            <p:cNvSpPr/>
            <p:nvPr/>
          </p:nvSpPr>
          <p:spPr>
            <a:xfrm>
              <a:off x="4380977" y="5895461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99" name="pl9199"/>
            <p:cNvSpPr/>
            <p:nvPr/>
          </p:nvSpPr>
          <p:spPr>
            <a:xfrm>
              <a:off x="4689942" y="5787145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0" name="pl9200"/>
            <p:cNvSpPr/>
            <p:nvPr/>
          </p:nvSpPr>
          <p:spPr>
            <a:xfrm>
              <a:off x="4393753" y="5818017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1" name="pl9201"/>
            <p:cNvSpPr/>
            <p:nvPr/>
          </p:nvSpPr>
          <p:spPr>
            <a:xfrm>
              <a:off x="4402209" y="5826170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2" name="pl9202"/>
            <p:cNvSpPr/>
            <p:nvPr/>
          </p:nvSpPr>
          <p:spPr>
            <a:xfrm>
              <a:off x="4391575" y="5810887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3" name="pl9203"/>
            <p:cNvSpPr/>
            <p:nvPr/>
          </p:nvSpPr>
          <p:spPr>
            <a:xfrm>
              <a:off x="4390058" y="5778380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4" name="pl9204"/>
            <p:cNvSpPr/>
            <p:nvPr/>
          </p:nvSpPr>
          <p:spPr>
            <a:xfrm>
              <a:off x="4390058" y="5778380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5" name="pl9205"/>
            <p:cNvSpPr/>
            <p:nvPr/>
          </p:nvSpPr>
          <p:spPr>
            <a:xfrm>
              <a:off x="4382316" y="5765150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6" name="pl9206"/>
            <p:cNvSpPr/>
            <p:nvPr/>
          </p:nvSpPr>
          <p:spPr>
            <a:xfrm>
              <a:off x="4365385" y="5736296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7" name="pl9207"/>
            <p:cNvSpPr/>
            <p:nvPr/>
          </p:nvSpPr>
          <p:spPr>
            <a:xfrm>
              <a:off x="4390058" y="5778380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8" name="pl9208"/>
            <p:cNvSpPr/>
            <p:nvPr/>
          </p:nvSpPr>
          <p:spPr>
            <a:xfrm>
              <a:off x="4326470" y="5665767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09" name="pl9209"/>
            <p:cNvSpPr/>
            <p:nvPr/>
          </p:nvSpPr>
          <p:spPr>
            <a:xfrm>
              <a:off x="4326470" y="5665767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0" name="pl9210"/>
            <p:cNvSpPr/>
            <p:nvPr/>
          </p:nvSpPr>
          <p:spPr>
            <a:xfrm>
              <a:off x="4444104" y="5887458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1" name="pl9211"/>
            <p:cNvSpPr/>
            <p:nvPr/>
          </p:nvSpPr>
          <p:spPr>
            <a:xfrm>
              <a:off x="4421168" y="5835035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2" name="pl9212"/>
            <p:cNvSpPr/>
            <p:nvPr/>
          </p:nvSpPr>
          <p:spPr>
            <a:xfrm>
              <a:off x="4421168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3" name="pl9213"/>
            <p:cNvSpPr/>
            <p:nvPr/>
          </p:nvSpPr>
          <p:spPr>
            <a:xfrm>
              <a:off x="4421168" y="5836582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4" name="pl9214"/>
            <p:cNvSpPr/>
            <p:nvPr/>
          </p:nvSpPr>
          <p:spPr>
            <a:xfrm>
              <a:off x="4650760" y="5641831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5" name="pl9215"/>
            <p:cNvSpPr/>
            <p:nvPr/>
          </p:nvSpPr>
          <p:spPr>
            <a:xfrm>
              <a:off x="4702785" y="5643613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6" name="pl9216"/>
            <p:cNvSpPr/>
            <p:nvPr/>
          </p:nvSpPr>
          <p:spPr>
            <a:xfrm>
              <a:off x="4158870" y="5715121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7" name="pl9217"/>
            <p:cNvSpPr/>
            <p:nvPr/>
          </p:nvSpPr>
          <p:spPr>
            <a:xfrm>
              <a:off x="4460505" y="6028536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8" name="pl9218"/>
            <p:cNvSpPr/>
            <p:nvPr/>
          </p:nvSpPr>
          <p:spPr>
            <a:xfrm>
              <a:off x="4348833" y="5871196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19" name="pl9219"/>
            <p:cNvSpPr/>
            <p:nvPr/>
          </p:nvSpPr>
          <p:spPr>
            <a:xfrm>
              <a:off x="4563325" y="5623770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0" name="pl9220"/>
            <p:cNvSpPr/>
            <p:nvPr/>
          </p:nvSpPr>
          <p:spPr>
            <a:xfrm>
              <a:off x="4678171" y="5757678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1" name="pl9221"/>
            <p:cNvSpPr/>
            <p:nvPr/>
          </p:nvSpPr>
          <p:spPr>
            <a:xfrm>
              <a:off x="4502058" y="5773035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2" name="pl9222"/>
            <p:cNvSpPr/>
            <p:nvPr/>
          </p:nvSpPr>
          <p:spPr>
            <a:xfrm>
              <a:off x="4434884" y="5798862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3" name="pl9223"/>
            <p:cNvSpPr/>
            <p:nvPr/>
          </p:nvSpPr>
          <p:spPr>
            <a:xfrm>
              <a:off x="4407363" y="5805861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4" name="pl9224"/>
            <p:cNvSpPr/>
            <p:nvPr/>
          </p:nvSpPr>
          <p:spPr>
            <a:xfrm>
              <a:off x="4405938" y="5799746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5" name="pl9225"/>
            <p:cNvSpPr/>
            <p:nvPr/>
          </p:nvSpPr>
          <p:spPr>
            <a:xfrm>
              <a:off x="4393753" y="5805861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6" name="pl9226"/>
            <p:cNvSpPr/>
            <p:nvPr/>
          </p:nvSpPr>
          <p:spPr>
            <a:xfrm>
              <a:off x="4407363" y="5805861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7" name="pl9227"/>
            <p:cNvSpPr/>
            <p:nvPr/>
          </p:nvSpPr>
          <p:spPr>
            <a:xfrm>
              <a:off x="4392533" y="5769000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8" name="pl9228"/>
            <p:cNvSpPr/>
            <p:nvPr/>
          </p:nvSpPr>
          <p:spPr>
            <a:xfrm>
              <a:off x="4407363" y="5805861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29" name="pl9229"/>
            <p:cNvSpPr/>
            <p:nvPr/>
          </p:nvSpPr>
          <p:spPr>
            <a:xfrm>
              <a:off x="4381417" y="5805861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0" name="pl9230"/>
            <p:cNvSpPr/>
            <p:nvPr/>
          </p:nvSpPr>
          <p:spPr>
            <a:xfrm>
              <a:off x="4407363" y="5805861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1" name="pl9231"/>
            <p:cNvSpPr/>
            <p:nvPr/>
          </p:nvSpPr>
          <p:spPr>
            <a:xfrm>
              <a:off x="4404402" y="5788758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2" name="pl9232"/>
            <p:cNvSpPr/>
            <p:nvPr/>
          </p:nvSpPr>
          <p:spPr>
            <a:xfrm>
              <a:off x="4407363" y="5789604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3" name="pl9233"/>
            <p:cNvSpPr/>
            <p:nvPr/>
          </p:nvSpPr>
          <p:spPr>
            <a:xfrm>
              <a:off x="4407363" y="5805861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4" name="pl9234"/>
            <p:cNvSpPr/>
            <p:nvPr/>
          </p:nvSpPr>
          <p:spPr>
            <a:xfrm>
              <a:off x="4407363" y="5802736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5" name="pl9235"/>
            <p:cNvSpPr/>
            <p:nvPr/>
          </p:nvSpPr>
          <p:spPr>
            <a:xfrm>
              <a:off x="4407363" y="5805861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6" name="pl9236"/>
            <p:cNvSpPr/>
            <p:nvPr/>
          </p:nvSpPr>
          <p:spPr>
            <a:xfrm>
              <a:off x="4449889" y="5770086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7" name="pl9237"/>
            <p:cNvSpPr/>
            <p:nvPr/>
          </p:nvSpPr>
          <p:spPr>
            <a:xfrm>
              <a:off x="5222342" y="6038819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8" name="pl9238"/>
            <p:cNvSpPr/>
            <p:nvPr/>
          </p:nvSpPr>
          <p:spPr>
            <a:xfrm>
              <a:off x="3920862" y="5074010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39" name="pl9239"/>
            <p:cNvSpPr/>
            <p:nvPr/>
          </p:nvSpPr>
          <p:spPr>
            <a:xfrm>
              <a:off x="4496741" y="5540206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0" name="pl9240"/>
            <p:cNvSpPr/>
            <p:nvPr/>
          </p:nvSpPr>
          <p:spPr>
            <a:xfrm>
              <a:off x="4392002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1" name="pl9241"/>
            <p:cNvSpPr/>
            <p:nvPr/>
          </p:nvSpPr>
          <p:spPr>
            <a:xfrm>
              <a:off x="4334263" y="6490191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2" name="pl9242"/>
            <p:cNvSpPr/>
            <p:nvPr/>
          </p:nvSpPr>
          <p:spPr>
            <a:xfrm>
              <a:off x="4329397" y="6486760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3" name="pl9243"/>
            <p:cNvSpPr/>
            <p:nvPr/>
          </p:nvSpPr>
          <p:spPr>
            <a:xfrm>
              <a:off x="4334263" y="6490191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4" name="pl9244"/>
            <p:cNvSpPr/>
            <p:nvPr/>
          </p:nvSpPr>
          <p:spPr>
            <a:xfrm>
              <a:off x="4373244" y="5736937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5" name="pl9245"/>
            <p:cNvSpPr/>
            <p:nvPr/>
          </p:nvSpPr>
          <p:spPr>
            <a:xfrm>
              <a:off x="4350677" y="5719756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6" name="pl9246"/>
            <p:cNvSpPr/>
            <p:nvPr/>
          </p:nvSpPr>
          <p:spPr>
            <a:xfrm>
              <a:off x="4373244" y="5736937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7" name="pl9247"/>
            <p:cNvSpPr/>
            <p:nvPr/>
          </p:nvSpPr>
          <p:spPr>
            <a:xfrm>
              <a:off x="4373244" y="5736937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8" name="pl9248"/>
            <p:cNvSpPr/>
            <p:nvPr/>
          </p:nvSpPr>
          <p:spPr>
            <a:xfrm>
              <a:off x="4373244" y="5736937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49" name="pl9249"/>
            <p:cNvSpPr/>
            <p:nvPr/>
          </p:nvSpPr>
          <p:spPr>
            <a:xfrm>
              <a:off x="4373244" y="5736937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0" name="pl9250"/>
            <p:cNvSpPr/>
            <p:nvPr/>
          </p:nvSpPr>
          <p:spPr>
            <a:xfrm>
              <a:off x="4373244" y="5736937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1" name="pl9251"/>
            <p:cNvSpPr/>
            <p:nvPr/>
          </p:nvSpPr>
          <p:spPr>
            <a:xfrm>
              <a:off x="4373244" y="5736937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2" name="pl9252"/>
            <p:cNvSpPr/>
            <p:nvPr/>
          </p:nvSpPr>
          <p:spPr>
            <a:xfrm>
              <a:off x="4373244" y="5736937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3" name="pl9253"/>
            <p:cNvSpPr/>
            <p:nvPr/>
          </p:nvSpPr>
          <p:spPr>
            <a:xfrm>
              <a:off x="5263166" y="5902334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4" name="pl9254"/>
            <p:cNvSpPr/>
            <p:nvPr/>
          </p:nvSpPr>
          <p:spPr>
            <a:xfrm>
              <a:off x="4580528" y="5333288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5" name="pl9255"/>
            <p:cNvSpPr/>
            <p:nvPr/>
          </p:nvSpPr>
          <p:spPr>
            <a:xfrm>
              <a:off x="4597137" y="5296286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6" name="pl9256"/>
            <p:cNvSpPr/>
            <p:nvPr/>
          </p:nvSpPr>
          <p:spPr>
            <a:xfrm>
              <a:off x="4913739" y="6442145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7" name="pl9257"/>
            <p:cNvSpPr/>
            <p:nvPr/>
          </p:nvSpPr>
          <p:spPr>
            <a:xfrm>
              <a:off x="4573216" y="6589006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8" name="pl9258"/>
            <p:cNvSpPr/>
            <p:nvPr/>
          </p:nvSpPr>
          <p:spPr>
            <a:xfrm>
              <a:off x="4367198" y="5729125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59" name="pl9259"/>
            <p:cNvSpPr/>
            <p:nvPr/>
          </p:nvSpPr>
          <p:spPr>
            <a:xfrm>
              <a:off x="4419855" y="5824187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0" name="pl9260"/>
            <p:cNvSpPr/>
            <p:nvPr/>
          </p:nvSpPr>
          <p:spPr>
            <a:xfrm>
              <a:off x="3671412" y="6011392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1" name="pl9261"/>
            <p:cNvSpPr/>
            <p:nvPr/>
          </p:nvSpPr>
          <p:spPr>
            <a:xfrm>
              <a:off x="4351146" y="5953335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2" name="pl9262"/>
            <p:cNvSpPr/>
            <p:nvPr/>
          </p:nvSpPr>
          <p:spPr>
            <a:xfrm>
              <a:off x="4341793" y="5813430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3" name="pl9263"/>
            <p:cNvSpPr/>
            <p:nvPr/>
          </p:nvSpPr>
          <p:spPr>
            <a:xfrm>
              <a:off x="4400792" y="5953335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4" name="pl9264"/>
            <p:cNvSpPr/>
            <p:nvPr/>
          </p:nvSpPr>
          <p:spPr>
            <a:xfrm>
              <a:off x="4366519" y="5831813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5" name="pl9265"/>
            <p:cNvSpPr/>
            <p:nvPr/>
          </p:nvSpPr>
          <p:spPr>
            <a:xfrm>
              <a:off x="4377170" y="5953335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6" name="pl9266"/>
            <p:cNvSpPr/>
            <p:nvPr/>
          </p:nvSpPr>
          <p:spPr>
            <a:xfrm>
              <a:off x="4464671" y="5780633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7" name="pl9267"/>
            <p:cNvSpPr/>
            <p:nvPr/>
          </p:nvSpPr>
          <p:spPr>
            <a:xfrm>
              <a:off x="4469298" y="5760513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8" name="pl9268"/>
            <p:cNvSpPr/>
            <p:nvPr/>
          </p:nvSpPr>
          <p:spPr>
            <a:xfrm>
              <a:off x="4567314" y="5850629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69" name="pl9269"/>
            <p:cNvSpPr/>
            <p:nvPr/>
          </p:nvSpPr>
          <p:spPr>
            <a:xfrm>
              <a:off x="4356799" y="5861038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0" name="pl9270"/>
            <p:cNvSpPr/>
            <p:nvPr/>
          </p:nvSpPr>
          <p:spPr>
            <a:xfrm>
              <a:off x="4378285" y="5861038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1" name="pl9271"/>
            <p:cNvSpPr/>
            <p:nvPr/>
          </p:nvSpPr>
          <p:spPr>
            <a:xfrm>
              <a:off x="4367113" y="5861038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2" name="pl9272"/>
            <p:cNvSpPr/>
            <p:nvPr/>
          </p:nvSpPr>
          <p:spPr>
            <a:xfrm>
              <a:off x="4371615" y="5861038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3" name="pl9273"/>
            <p:cNvSpPr/>
            <p:nvPr/>
          </p:nvSpPr>
          <p:spPr>
            <a:xfrm>
              <a:off x="4377883" y="5861038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4" name="pl9274"/>
            <p:cNvSpPr/>
            <p:nvPr/>
          </p:nvSpPr>
          <p:spPr>
            <a:xfrm>
              <a:off x="4378285" y="5860260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5" name="pl9275"/>
            <p:cNvSpPr/>
            <p:nvPr/>
          </p:nvSpPr>
          <p:spPr>
            <a:xfrm>
              <a:off x="4377315" y="5791544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6" name="pl9276"/>
            <p:cNvSpPr/>
            <p:nvPr/>
          </p:nvSpPr>
          <p:spPr>
            <a:xfrm>
              <a:off x="4337201" y="5861038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7" name="pl9277"/>
            <p:cNvSpPr/>
            <p:nvPr/>
          </p:nvSpPr>
          <p:spPr>
            <a:xfrm>
              <a:off x="4378285" y="5861038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8" name="pl9278"/>
            <p:cNvSpPr/>
            <p:nvPr/>
          </p:nvSpPr>
          <p:spPr>
            <a:xfrm>
              <a:off x="4369782" y="5861038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79" name="pl9279"/>
            <p:cNvSpPr/>
            <p:nvPr/>
          </p:nvSpPr>
          <p:spPr>
            <a:xfrm>
              <a:off x="4360892" y="5861038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0" name="pl9280"/>
            <p:cNvSpPr/>
            <p:nvPr/>
          </p:nvSpPr>
          <p:spPr>
            <a:xfrm>
              <a:off x="4289587" y="6605138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1" name="pl9281"/>
            <p:cNvSpPr/>
            <p:nvPr/>
          </p:nvSpPr>
          <p:spPr>
            <a:xfrm>
              <a:off x="4380007" y="5760494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2" name="pl9282"/>
            <p:cNvSpPr/>
            <p:nvPr/>
          </p:nvSpPr>
          <p:spPr>
            <a:xfrm>
              <a:off x="4394770" y="5809082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3" name="pl9283"/>
            <p:cNvSpPr/>
            <p:nvPr/>
          </p:nvSpPr>
          <p:spPr>
            <a:xfrm>
              <a:off x="4394770" y="5809082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4" name="pl9284"/>
            <p:cNvSpPr/>
            <p:nvPr/>
          </p:nvSpPr>
          <p:spPr>
            <a:xfrm>
              <a:off x="4387101" y="5809082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5" name="pl9285"/>
            <p:cNvSpPr/>
            <p:nvPr/>
          </p:nvSpPr>
          <p:spPr>
            <a:xfrm>
              <a:off x="4394770" y="5799746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6" name="pl9286"/>
            <p:cNvSpPr/>
            <p:nvPr/>
          </p:nvSpPr>
          <p:spPr>
            <a:xfrm>
              <a:off x="4374118" y="5753843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7" name="pl9287"/>
            <p:cNvSpPr/>
            <p:nvPr/>
          </p:nvSpPr>
          <p:spPr>
            <a:xfrm>
              <a:off x="4393753" y="5809082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8" name="pl9288"/>
            <p:cNvSpPr/>
            <p:nvPr/>
          </p:nvSpPr>
          <p:spPr>
            <a:xfrm>
              <a:off x="4377454" y="5800831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89" name="pl9289"/>
            <p:cNvSpPr/>
            <p:nvPr/>
          </p:nvSpPr>
          <p:spPr>
            <a:xfrm>
              <a:off x="4388371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0" name="pl9290"/>
            <p:cNvSpPr/>
            <p:nvPr/>
          </p:nvSpPr>
          <p:spPr>
            <a:xfrm>
              <a:off x="4394770" y="5809082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1" name="pl9291"/>
            <p:cNvSpPr/>
            <p:nvPr/>
          </p:nvSpPr>
          <p:spPr>
            <a:xfrm>
              <a:off x="4394770" y="5809082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2" name="pl9292"/>
            <p:cNvSpPr/>
            <p:nvPr/>
          </p:nvSpPr>
          <p:spPr>
            <a:xfrm>
              <a:off x="4374625" y="5809082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3" name="pl9293"/>
            <p:cNvSpPr/>
            <p:nvPr/>
          </p:nvSpPr>
          <p:spPr>
            <a:xfrm>
              <a:off x="4381099" y="5778501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4" name="pl9294"/>
            <p:cNvSpPr/>
            <p:nvPr/>
          </p:nvSpPr>
          <p:spPr>
            <a:xfrm>
              <a:off x="4390656" y="5797748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5" name="pl9295"/>
            <p:cNvSpPr/>
            <p:nvPr/>
          </p:nvSpPr>
          <p:spPr>
            <a:xfrm>
              <a:off x="4394770" y="5809082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6" name="pl9296"/>
            <p:cNvSpPr/>
            <p:nvPr/>
          </p:nvSpPr>
          <p:spPr>
            <a:xfrm>
              <a:off x="4375355" y="5804825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7" name="pl9297"/>
            <p:cNvSpPr/>
            <p:nvPr/>
          </p:nvSpPr>
          <p:spPr>
            <a:xfrm>
              <a:off x="4394770" y="5809082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8" name="pl9298"/>
            <p:cNvSpPr/>
            <p:nvPr/>
          </p:nvSpPr>
          <p:spPr>
            <a:xfrm>
              <a:off x="4394770" y="5809082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99" name="pl9299"/>
            <p:cNvSpPr/>
            <p:nvPr/>
          </p:nvSpPr>
          <p:spPr>
            <a:xfrm>
              <a:off x="4377315" y="5791544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0" name="pl9300"/>
            <p:cNvSpPr/>
            <p:nvPr/>
          </p:nvSpPr>
          <p:spPr>
            <a:xfrm>
              <a:off x="4381417" y="5809082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1" name="pl9301"/>
            <p:cNvSpPr/>
            <p:nvPr/>
          </p:nvSpPr>
          <p:spPr>
            <a:xfrm>
              <a:off x="4383408" y="5809082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2" name="pl9302"/>
            <p:cNvSpPr/>
            <p:nvPr/>
          </p:nvSpPr>
          <p:spPr>
            <a:xfrm>
              <a:off x="4384636" y="5801777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3" name="pl9303"/>
            <p:cNvSpPr/>
            <p:nvPr/>
          </p:nvSpPr>
          <p:spPr>
            <a:xfrm>
              <a:off x="4365016" y="5807072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4" name="pl9304"/>
            <p:cNvSpPr/>
            <p:nvPr/>
          </p:nvSpPr>
          <p:spPr>
            <a:xfrm>
              <a:off x="4394770" y="5809082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5" name="pl9305"/>
            <p:cNvSpPr/>
            <p:nvPr/>
          </p:nvSpPr>
          <p:spPr>
            <a:xfrm>
              <a:off x="4384420" y="5775277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6" name="pl9306"/>
            <p:cNvSpPr/>
            <p:nvPr/>
          </p:nvSpPr>
          <p:spPr>
            <a:xfrm>
              <a:off x="4394770" y="5806385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7" name="pl9307"/>
            <p:cNvSpPr/>
            <p:nvPr/>
          </p:nvSpPr>
          <p:spPr>
            <a:xfrm>
              <a:off x="4385564" y="5808405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8" name="pl9308"/>
            <p:cNvSpPr/>
            <p:nvPr/>
          </p:nvSpPr>
          <p:spPr>
            <a:xfrm>
              <a:off x="4381021" y="5808201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09" name="pl9309"/>
            <p:cNvSpPr/>
            <p:nvPr/>
          </p:nvSpPr>
          <p:spPr>
            <a:xfrm>
              <a:off x="4391575" y="5809082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0" name="pl9310"/>
            <p:cNvSpPr/>
            <p:nvPr/>
          </p:nvSpPr>
          <p:spPr>
            <a:xfrm>
              <a:off x="4378767" y="5809082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1" name="pl9311"/>
            <p:cNvSpPr/>
            <p:nvPr/>
          </p:nvSpPr>
          <p:spPr>
            <a:xfrm>
              <a:off x="4377320" y="5808145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2" name="pl9312"/>
            <p:cNvSpPr/>
            <p:nvPr/>
          </p:nvSpPr>
          <p:spPr>
            <a:xfrm>
              <a:off x="4391616" y="5806001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3" name="pl9313"/>
            <p:cNvSpPr/>
            <p:nvPr/>
          </p:nvSpPr>
          <p:spPr>
            <a:xfrm>
              <a:off x="4394770" y="5799251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4" name="pl9314"/>
            <p:cNvSpPr/>
            <p:nvPr/>
          </p:nvSpPr>
          <p:spPr>
            <a:xfrm>
              <a:off x="4394770" y="5802736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5" name="pl9315"/>
            <p:cNvSpPr/>
            <p:nvPr/>
          </p:nvSpPr>
          <p:spPr>
            <a:xfrm>
              <a:off x="4566609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6" name="pl9316"/>
            <p:cNvSpPr/>
            <p:nvPr/>
          </p:nvSpPr>
          <p:spPr>
            <a:xfrm>
              <a:off x="4413446" y="5827998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7" name="pl9317"/>
            <p:cNvSpPr/>
            <p:nvPr/>
          </p:nvSpPr>
          <p:spPr>
            <a:xfrm>
              <a:off x="4398024" y="5827998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8" name="pl9318"/>
            <p:cNvSpPr/>
            <p:nvPr/>
          </p:nvSpPr>
          <p:spPr>
            <a:xfrm>
              <a:off x="4407140" y="5828351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19" name="pl9319"/>
            <p:cNvSpPr/>
            <p:nvPr/>
          </p:nvSpPr>
          <p:spPr>
            <a:xfrm>
              <a:off x="4558635" y="5373449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0" name="pl9320"/>
            <p:cNvSpPr/>
            <p:nvPr/>
          </p:nvSpPr>
          <p:spPr>
            <a:xfrm>
              <a:off x="4374590" y="5571181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1" name="pl9321"/>
            <p:cNvSpPr/>
            <p:nvPr/>
          </p:nvSpPr>
          <p:spPr>
            <a:xfrm>
              <a:off x="4553539" y="5850629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2" name="pl9322"/>
            <p:cNvSpPr/>
            <p:nvPr/>
          </p:nvSpPr>
          <p:spPr>
            <a:xfrm>
              <a:off x="4567314" y="5850629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3" name="pl9323"/>
            <p:cNvSpPr/>
            <p:nvPr/>
          </p:nvSpPr>
          <p:spPr>
            <a:xfrm>
              <a:off x="4177298" y="5807128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4" name="pl9324"/>
            <p:cNvSpPr/>
            <p:nvPr/>
          </p:nvSpPr>
          <p:spPr>
            <a:xfrm>
              <a:off x="4432436" y="5848978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5" name="pl9325"/>
            <p:cNvSpPr/>
            <p:nvPr/>
          </p:nvSpPr>
          <p:spPr>
            <a:xfrm>
              <a:off x="4726081" y="6548934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6" name="pl9326"/>
            <p:cNvSpPr/>
            <p:nvPr/>
          </p:nvSpPr>
          <p:spPr>
            <a:xfrm>
              <a:off x="4326271" y="5829373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7" name="pl9327"/>
            <p:cNvSpPr/>
            <p:nvPr/>
          </p:nvSpPr>
          <p:spPr>
            <a:xfrm>
              <a:off x="4327974" y="5829373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8" name="pl9328"/>
            <p:cNvSpPr/>
            <p:nvPr/>
          </p:nvSpPr>
          <p:spPr>
            <a:xfrm>
              <a:off x="4278938" y="5319343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29" name="pl9329"/>
            <p:cNvSpPr/>
            <p:nvPr/>
          </p:nvSpPr>
          <p:spPr>
            <a:xfrm>
              <a:off x="4496434" y="5499433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0" name="pl9330"/>
            <p:cNvSpPr/>
            <p:nvPr/>
          </p:nvSpPr>
          <p:spPr>
            <a:xfrm>
              <a:off x="4442845" y="5451344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1" name="pl9331"/>
            <p:cNvSpPr/>
            <p:nvPr/>
          </p:nvSpPr>
          <p:spPr>
            <a:xfrm>
              <a:off x="4487625" y="5461777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2" name="pl9332"/>
            <p:cNvSpPr/>
            <p:nvPr/>
          </p:nvSpPr>
          <p:spPr>
            <a:xfrm>
              <a:off x="4494533" y="5452429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3" name="pl9333"/>
            <p:cNvSpPr/>
            <p:nvPr/>
          </p:nvSpPr>
          <p:spPr>
            <a:xfrm>
              <a:off x="4475785" y="5420964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4" name="pl9334"/>
            <p:cNvSpPr/>
            <p:nvPr/>
          </p:nvSpPr>
          <p:spPr>
            <a:xfrm>
              <a:off x="4397054" y="5865346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5" name="pl9335"/>
            <p:cNvSpPr/>
            <p:nvPr/>
          </p:nvSpPr>
          <p:spPr>
            <a:xfrm>
              <a:off x="3996871" y="5106830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6" name="pl9336"/>
            <p:cNvSpPr/>
            <p:nvPr/>
          </p:nvSpPr>
          <p:spPr>
            <a:xfrm>
              <a:off x="3973449" y="5134144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7" name="pl9337"/>
            <p:cNvSpPr/>
            <p:nvPr/>
          </p:nvSpPr>
          <p:spPr>
            <a:xfrm>
              <a:off x="4479158" y="5506808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8" name="pl9338"/>
            <p:cNvSpPr/>
            <p:nvPr/>
          </p:nvSpPr>
          <p:spPr>
            <a:xfrm>
              <a:off x="4317668" y="5672615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39" name="pl9339"/>
            <p:cNvSpPr/>
            <p:nvPr/>
          </p:nvSpPr>
          <p:spPr>
            <a:xfrm>
              <a:off x="4315374" y="5682125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0" name="pl9340"/>
            <p:cNvSpPr/>
            <p:nvPr/>
          </p:nvSpPr>
          <p:spPr>
            <a:xfrm>
              <a:off x="3668873" y="6028584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1" name="pl9341"/>
            <p:cNvSpPr/>
            <p:nvPr/>
          </p:nvSpPr>
          <p:spPr>
            <a:xfrm>
              <a:off x="4496012" y="5486232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2" name="pl9342"/>
            <p:cNvSpPr/>
            <p:nvPr/>
          </p:nvSpPr>
          <p:spPr>
            <a:xfrm>
              <a:off x="4495657" y="5382263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3" name="pl9343"/>
            <p:cNvSpPr/>
            <p:nvPr/>
          </p:nvSpPr>
          <p:spPr>
            <a:xfrm>
              <a:off x="4495809" y="5397703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4" name="pl9344"/>
            <p:cNvSpPr/>
            <p:nvPr/>
          </p:nvSpPr>
          <p:spPr>
            <a:xfrm>
              <a:off x="4543277" y="4924830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5" name="pl9345"/>
            <p:cNvSpPr/>
            <p:nvPr/>
          </p:nvSpPr>
          <p:spPr>
            <a:xfrm>
              <a:off x="3753014" y="5428506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6" name="pl9346"/>
            <p:cNvSpPr/>
            <p:nvPr/>
          </p:nvSpPr>
          <p:spPr>
            <a:xfrm>
              <a:off x="3739245" y="5431359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7" name="pl9347"/>
            <p:cNvSpPr/>
            <p:nvPr/>
          </p:nvSpPr>
          <p:spPr>
            <a:xfrm>
              <a:off x="3739738" y="5442547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8" name="pl9348"/>
            <p:cNvSpPr/>
            <p:nvPr/>
          </p:nvSpPr>
          <p:spPr>
            <a:xfrm>
              <a:off x="4496741" y="5571181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49" name="pl9349"/>
            <p:cNvSpPr/>
            <p:nvPr/>
          </p:nvSpPr>
          <p:spPr>
            <a:xfrm>
              <a:off x="4563325" y="5623770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0" name="pl9350"/>
            <p:cNvSpPr/>
            <p:nvPr/>
          </p:nvSpPr>
          <p:spPr>
            <a:xfrm>
              <a:off x="4563325" y="5589391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1" name="pl9351"/>
            <p:cNvSpPr/>
            <p:nvPr/>
          </p:nvSpPr>
          <p:spPr>
            <a:xfrm>
              <a:off x="4563325" y="5604333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2" name="pl9352"/>
            <p:cNvSpPr/>
            <p:nvPr/>
          </p:nvSpPr>
          <p:spPr>
            <a:xfrm>
              <a:off x="4610177" y="5230186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3" name="pl9353"/>
            <p:cNvSpPr/>
            <p:nvPr/>
          </p:nvSpPr>
          <p:spPr>
            <a:xfrm>
              <a:off x="4366534" y="6107747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4" name="pl9354"/>
            <p:cNvSpPr/>
            <p:nvPr/>
          </p:nvSpPr>
          <p:spPr>
            <a:xfrm>
              <a:off x="4484027" y="5856557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5" name="pl9355"/>
            <p:cNvSpPr/>
            <p:nvPr/>
          </p:nvSpPr>
          <p:spPr>
            <a:xfrm>
              <a:off x="4482676" y="5858594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6" name="pl9356"/>
            <p:cNvSpPr/>
            <p:nvPr/>
          </p:nvSpPr>
          <p:spPr>
            <a:xfrm>
              <a:off x="4310805" y="6052486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7" name="pl9357"/>
            <p:cNvSpPr/>
            <p:nvPr/>
          </p:nvSpPr>
          <p:spPr>
            <a:xfrm>
              <a:off x="4334120" y="6052486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8" name="pl9358"/>
            <p:cNvSpPr/>
            <p:nvPr/>
          </p:nvSpPr>
          <p:spPr>
            <a:xfrm>
              <a:off x="4302266" y="6052486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59" name="pl9359"/>
            <p:cNvSpPr/>
            <p:nvPr/>
          </p:nvSpPr>
          <p:spPr>
            <a:xfrm>
              <a:off x="4346658" y="6052486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0" name="pl9360"/>
            <p:cNvSpPr/>
            <p:nvPr/>
          </p:nvSpPr>
          <p:spPr>
            <a:xfrm>
              <a:off x="4326809" y="6052486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1" name="pl9361"/>
            <p:cNvSpPr/>
            <p:nvPr/>
          </p:nvSpPr>
          <p:spPr>
            <a:xfrm>
              <a:off x="4421168" y="5836582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2" name="pl9362"/>
            <p:cNvSpPr/>
            <p:nvPr/>
          </p:nvSpPr>
          <p:spPr>
            <a:xfrm>
              <a:off x="4442491" y="5845976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3" name="pl9363"/>
            <p:cNvSpPr/>
            <p:nvPr/>
          </p:nvSpPr>
          <p:spPr>
            <a:xfrm>
              <a:off x="4428844" y="5925004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4" name="pl9364"/>
            <p:cNvSpPr/>
            <p:nvPr/>
          </p:nvSpPr>
          <p:spPr>
            <a:xfrm>
              <a:off x="4251689" y="5272961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5" name="pl9365"/>
            <p:cNvSpPr/>
            <p:nvPr/>
          </p:nvSpPr>
          <p:spPr>
            <a:xfrm>
              <a:off x="4261791" y="5292490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6" name="pl9366"/>
            <p:cNvSpPr/>
            <p:nvPr/>
          </p:nvSpPr>
          <p:spPr>
            <a:xfrm>
              <a:off x="4781931" y="5814869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7" name="pl9367"/>
            <p:cNvSpPr/>
            <p:nvPr/>
          </p:nvSpPr>
          <p:spPr>
            <a:xfrm>
              <a:off x="4781931" y="5814869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8" name="pl9368"/>
            <p:cNvSpPr/>
            <p:nvPr/>
          </p:nvSpPr>
          <p:spPr>
            <a:xfrm>
              <a:off x="4781931" y="5814869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69" name="pl9369"/>
            <p:cNvSpPr/>
            <p:nvPr/>
          </p:nvSpPr>
          <p:spPr>
            <a:xfrm>
              <a:off x="4472279" y="5631334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0" name="pl9370"/>
            <p:cNvSpPr/>
            <p:nvPr/>
          </p:nvSpPr>
          <p:spPr>
            <a:xfrm>
              <a:off x="4464671" y="5792788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1" name="pl9371"/>
            <p:cNvSpPr/>
            <p:nvPr/>
          </p:nvSpPr>
          <p:spPr>
            <a:xfrm>
              <a:off x="4415238" y="5932682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2" name="pl9372"/>
            <p:cNvSpPr/>
            <p:nvPr/>
          </p:nvSpPr>
          <p:spPr>
            <a:xfrm>
              <a:off x="4414220" y="5932682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3" name="pl9373"/>
            <p:cNvSpPr/>
            <p:nvPr/>
          </p:nvSpPr>
          <p:spPr>
            <a:xfrm>
              <a:off x="4469298" y="5776883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4" name="pl9374"/>
            <p:cNvSpPr/>
            <p:nvPr/>
          </p:nvSpPr>
          <p:spPr>
            <a:xfrm>
              <a:off x="4421168" y="5821545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5" name="pl9375"/>
            <p:cNvSpPr/>
            <p:nvPr/>
          </p:nvSpPr>
          <p:spPr>
            <a:xfrm>
              <a:off x="4435916" y="5780633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6" name="pl9376"/>
            <p:cNvSpPr/>
            <p:nvPr/>
          </p:nvSpPr>
          <p:spPr>
            <a:xfrm>
              <a:off x="4711664" y="4949686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7" name="pl9377"/>
            <p:cNvSpPr/>
            <p:nvPr/>
          </p:nvSpPr>
          <p:spPr>
            <a:xfrm>
              <a:off x="4361102" y="5631334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8" name="pl9378"/>
            <p:cNvSpPr/>
            <p:nvPr/>
          </p:nvSpPr>
          <p:spPr>
            <a:xfrm>
              <a:off x="4336215" y="5603053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79" name="pl9379"/>
            <p:cNvSpPr/>
            <p:nvPr/>
          </p:nvSpPr>
          <p:spPr>
            <a:xfrm>
              <a:off x="4407475" y="5813274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0" name="pl9380"/>
            <p:cNvSpPr/>
            <p:nvPr/>
          </p:nvSpPr>
          <p:spPr>
            <a:xfrm>
              <a:off x="3623460" y="5835012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1" name="pl9381"/>
            <p:cNvSpPr/>
            <p:nvPr/>
          </p:nvSpPr>
          <p:spPr>
            <a:xfrm>
              <a:off x="3623488" y="5846162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2" name="pl9382"/>
            <p:cNvSpPr/>
            <p:nvPr/>
          </p:nvSpPr>
          <p:spPr>
            <a:xfrm>
              <a:off x="4421168" y="5836582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3" name="pl9383"/>
            <p:cNvSpPr/>
            <p:nvPr/>
          </p:nvSpPr>
          <p:spPr>
            <a:xfrm>
              <a:off x="4428581" y="5845094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4" name="pl9384"/>
            <p:cNvSpPr/>
            <p:nvPr/>
          </p:nvSpPr>
          <p:spPr>
            <a:xfrm>
              <a:off x="4496741" y="5506846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5" name="pl9385"/>
            <p:cNvSpPr/>
            <p:nvPr/>
          </p:nvSpPr>
          <p:spPr>
            <a:xfrm>
              <a:off x="4366798" y="5807128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6" name="pl9386"/>
            <p:cNvSpPr/>
            <p:nvPr/>
          </p:nvSpPr>
          <p:spPr>
            <a:xfrm>
              <a:off x="4470329" y="5513964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7" name="pl9387"/>
            <p:cNvSpPr/>
            <p:nvPr/>
          </p:nvSpPr>
          <p:spPr>
            <a:xfrm>
              <a:off x="4658038" y="5757678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8" name="pl9388"/>
            <p:cNvSpPr/>
            <p:nvPr/>
          </p:nvSpPr>
          <p:spPr>
            <a:xfrm>
              <a:off x="4622020" y="5841933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89" name="pl9389"/>
            <p:cNvSpPr/>
            <p:nvPr/>
          </p:nvSpPr>
          <p:spPr>
            <a:xfrm>
              <a:off x="4477196" y="5983349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0" name="pl9390"/>
            <p:cNvSpPr/>
            <p:nvPr/>
          </p:nvSpPr>
          <p:spPr>
            <a:xfrm>
              <a:off x="4570054" y="5921626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1" name="pl9391"/>
            <p:cNvSpPr/>
            <p:nvPr/>
          </p:nvSpPr>
          <p:spPr>
            <a:xfrm>
              <a:off x="4417306" y="5836582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2" name="pl9392"/>
            <p:cNvSpPr/>
            <p:nvPr/>
          </p:nvSpPr>
          <p:spPr>
            <a:xfrm>
              <a:off x="3753014" y="5442547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3" name="pl9393"/>
            <p:cNvSpPr/>
            <p:nvPr/>
          </p:nvSpPr>
          <p:spPr>
            <a:xfrm>
              <a:off x="4321452" y="5664209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4" name="pl9394"/>
            <p:cNvSpPr/>
            <p:nvPr/>
          </p:nvSpPr>
          <p:spPr>
            <a:xfrm>
              <a:off x="4323160" y="5664209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5" name="pl9395"/>
            <p:cNvSpPr/>
            <p:nvPr/>
          </p:nvSpPr>
          <p:spPr>
            <a:xfrm>
              <a:off x="4323160" y="5618919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6" name="pl9396"/>
            <p:cNvSpPr/>
            <p:nvPr/>
          </p:nvSpPr>
          <p:spPr>
            <a:xfrm>
              <a:off x="4323160" y="5661697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7" name="pl9397"/>
            <p:cNvSpPr/>
            <p:nvPr/>
          </p:nvSpPr>
          <p:spPr>
            <a:xfrm>
              <a:off x="4323160" y="5648305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8" name="pl9398"/>
            <p:cNvSpPr/>
            <p:nvPr/>
          </p:nvSpPr>
          <p:spPr>
            <a:xfrm>
              <a:off x="4323160" y="5660455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99" name="pl9399"/>
            <p:cNvSpPr/>
            <p:nvPr/>
          </p:nvSpPr>
          <p:spPr>
            <a:xfrm>
              <a:off x="4373354" y="5817338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0" name="pl9400"/>
            <p:cNvSpPr/>
            <p:nvPr/>
          </p:nvSpPr>
          <p:spPr>
            <a:xfrm>
              <a:off x="4388371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1" name="pl9401"/>
            <p:cNvSpPr/>
            <p:nvPr/>
          </p:nvSpPr>
          <p:spPr>
            <a:xfrm>
              <a:off x="4366688" y="5817338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2" name="pl9402"/>
            <p:cNvSpPr/>
            <p:nvPr/>
          </p:nvSpPr>
          <p:spPr>
            <a:xfrm>
              <a:off x="4386214" y="5817338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3" name="pl9403"/>
            <p:cNvSpPr/>
            <p:nvPr/>
          </p:nvSpPr>
          <p:spPr>
            <a:xfrm>
              <a:off x="4408403" y="5814448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4" name="pl9404"/>
            <p:cNvSpPr/>
            <p:nvPr/>
          </p:nvSpPr>
          <p:spPr>
            <a:xfrm>
              <a:off x="4467421" y="6006714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5" name="pl9405"/>
            <p:cNvSpPr/>
            <p:nvPr/>
          </p:nvSpPr>
          <p:spPr>
            <a:xfrm>
              <a:off x="4566609" y="5631334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6" name="pl9406"/>
            <p:cNvSpPr/>
            <p:nvPr/>
          </p:nvSpPr>
          <p:spPr>
            <a:xfrm>
              <a:off x="3642885" y="5585740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7" name="pl9407"/>
            <p:cNvSpPr/>
            <p:nvPr/>
          </p:nvSpPr>
          <p:spPr>
            <a:xfrm>
              <a:off x="4531410" y="5419830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8" name="pl9408"/>
            <p:cNvSpPr/>
            <p:nvPr/>
          </p:nvSpPr>
          <p:spPr>
            <a:xfrm>
              <a:off x="4496741" y="5472003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09" name="pl9409"/>
            <p:cNvSpPr/>
            <p:nvPr/>
          </p:nvSpPr>
          <p:spPr>
            <a:xfrm>
              <a:off x="4531410" y="5421272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0" name="pl9410"/>
            <p:cNvSpPr/>
            <p:nvPr/>
          </p:nvSpPr>
          <p:spPr>
            <a:xfrm>
              <a:off x="4531410" y="5417880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1" name="pl9411"/>
            <p:cNvSpPr/>
            <p:nvPr/>
          </p:nvSpPr>
          <p:spPr>
            <a:xfrm>
              <a:off x="4416089" y="5788836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2" name="pl9412"/>
            <p:cNvSpPr/>
            <p:nvPr/>
          </p:nvSpPr>
          <p:spPr>
            <a:xfrm>
              <a:off x="4421454" y="5862205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3" name="pl9413"/>
            <p:cNvSpPr/>
            <p:nvPr/>
          </p:nvSpPr>
          <p:spPr>
            <a:xfrm>
              <a:off x="4421168" y="5836582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4" name="pl9414"/>
            <p:cNvSpPr/>
            <p:nvPr/>
          </p:nvSpPr>
          <p:spPr>
            <a:xfrm>
              <a:off x="4419668" y="5862205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5" name="pl9415"/>
            <p:cNvSpPr/>
            <p:nvPr/>
          </p:nvSpPr>
          <p:spPr>
            <a:xfrm>
              <a:off x="5054753" y="5165585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6" name="pl9416"/>
            <p:cNvSpPr/>
            <p:nvPr/>
          </p:nvSpPr>
          <p:spPr>
            <a:xfrm>
              <a:off x="4567314" y="5847977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7" name="pl9417"/>
            <p:cNvSpPr/>
            <p:nvPr/>
          </p:nvSpPr>
          <p:spPr>
            <a:xfrm>
              <a:off x="5146505" y="5271865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8" name="pl9418"/>
            <p:cNvSpPr/>
            <p:nvPr/>
          </p:nvSpPr>
          <p:spPr>
            <a:xfrm>
              <a:off x="4496035" y="5860704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19" name="pl9419"/>
            <p:cNvSpPr/>
            <p:nvPr/>
          </p:nvSpPr>
          <p:spPr>
            <a:xfrm>
              <a:off x="4484027" y="5856557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0" name="pl9420"/>
            <p:cNvSpPr/>
            <p:nvPr/>
          </p:nvSpPr>
          <p:spPr>
            <a:xfrm>
              <a:off x="4482676" y="5858594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1" name="pl9421"/>
            <p:cNvSpPr/>
            <p:nvPr/>
          </p:nvSpPr>
          <p:spPr>
            <a:xfrm>
              <a:off x="4782380" y="5001125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2" name="pl9422"/>
            <p:cNvSpPr/>
            <p:nvPr/>
          </p:nvSpPr>
          <p:spPr>
            <a:xfrm>
              <a:off x="4315374" y="5692536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3" name="pl9423"/>
            <p:cNvSpPr/>
            <p:nvPr/>
          </p:nvSpPr>
          <p:spPr>
            <a:xfrm>
              <a:off x="4315374" y="5651380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4" name="pl9424"/>
            <p:cNvSpPr/>
            <p:nvPr/>
          </p:nvSpPr>
          <p:spPr>
            <a:xfrm>
              <a:off x="4315374" y="5648771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5" name="pl9425"/>
            <p:cNvSpPr/>
            <p:nvPr/>
          </p:nvSpPr>
          <p:spPr>
            <a:xfrm>
              <a:off x="4315374" y="5657379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6" name="pl9426"/>
            <p:cNvSpPr/>
            <p:nvPr/>
          </p:nvSpPr>
          <p:spPr>
            <a:xfrm>
              <a:off x="4315374" y="5618987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7" name="pl9427"/>
            <p:cNvSpPr/>
            <p:nvPr/>
          </p:nvSpPr>
          <p:spPr>
            <a:xfrm>
              <a:off x="4275013" y="5672143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8" name="pl9428"/>
            <p:cNvSpPr/>
            <p:nvPr/>
          </p:nvSpPr>
          <p:spPr>
            <a:xfrm>
              <a:off x="4283411" y="5681969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29" name="pl9429"/>
            <p:cNvSpPr/>
            <p:nvPr/>
          </p:nvSpPr>
          <p:spPr>
            <a:xfrm>
              <a:off x="4315374" y="5619996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0" name="pl9430"/>
            <p:cNvSpPr/>
            <p:nvPr/>
          </p:nvSpPr>
          <p:spPr>
            <a:xfrm>
              <a:off x="4176473" y="5267559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1" name="pl9431"/>
            <p:cNvSpPr/>
            <p:nvPr/>
          </p:nvSpPr>
          <p:spPr>
            <a:xfrm>
              <a:off x="3965785" y="5192173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2" name="pl9432"/>
            <p:cNvSpPr/>
            <p:nvPr/>
          </p:nvSpPr>
          <p:spPr>
            <a:xfrm>
              <a:off x="3976960" y="5198621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3" name="pl9433"/>
            <p:cNvSpPr/>
            <p:nvPr/>
          </p:nvSpPr>
          <p:spPr>
            <a:xfrm>
              <a:off x="3996871" y="5148342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4" name="pl9434"/>
            <p:cNvSpPr/>
            <p:nvPr/>
          </p:nvSpPr>
          <p:spPr>
            <a:xfrm>
              <a:off x="4010962" y="5198621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5" name="pl9435"/>
            <p:cNvSpPr/>
            <p:nvPr/>
          </p:nvSpPr>
          <p:spPr>
            <a:xfrm>
              <a:off x="3995567" y="5197167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6" name="pl9436"/>
            <p:cNvSpPr/>
            <p:nvPr/>
          </p:nvSpPr>
          <p:spPr>
            <a:xfrm>
              <a:off x="4421168" y="5836582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7" name="pl9437"/>
            <p:cNvSpPr/>
            <p:nvPr/>
          </p:nvSpPr>
          <p:spPr>
            <a:xfrm>
              <a:off x="4407363" y="5783133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8" name="pl9438"/>
            <p:cNvSpPr/>
            <p:nvPr/>
          </p:nvSpPr>
          <p:spPr>
            <a:xfrm>
              <a:off x="4449889" y="5780633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39" name="pl9439"/>
            <p:cNvSpPr/>
            <p:nvPr/>
          </p:nvSpPr>
          <p:spPr>
            <a:xfrm>
              <a:off x="4496741" y="5522498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0" name="pl9440"/>
            <p:cNvSpPr/>
            <p:nvPr/>
          </p:nvSpPr>
          <p:spPr>
            <a:xfrm>
              <a:off x="3719101" y="6092209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1" name="pl9441"/>
            <p:cNvSpPr/>
            <p:nvPr/>
          </p:nvSpPr>
          <p:spPr>
            <a:xfrm>
              <a:off x="4566609" y="5574038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2" name="pl9442"/>
            <p:cNvSpPr/>
            <p:nvPr/>
          </p:nvSpPr>
          <p:spPr>
            <a:xfrm>
              <a:off x="4074730" y="6511292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3" name="pl9443"/>
            <p:cNvSpPr/>
            <p:nvPr/>
          </p:nvSpPr>
          <p:spPr>
            <a:xfrm>
              <a:off x="4400486" y="6632890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4" name="pl9444"/>
            <p:cNvSpPr/>
            <p:nvPr/>
          </p:nvSpPr>
          <p:spPr>
            <a:xfrm>
              <a:off x="5187489" y="6146379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5" name="pl9445"/>
            <p:cNvSpPr/>
            <p:nvPr/>
          </p:nvSpPr>
          <p:spPr>
            <a:xfrm>
              <a:off x="4337452" y="5881536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6" name="pl9446"/>
            <p:cNvSpPr/>
            <p:nvPr/>
          </p:nvSpPr>
          <p:spPr>
            <a:xfrm>
              <a:off x="4416089" y="5792835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7" name="pl9447"/>
            <p:cNvSpPr/>
            <p:nvPr/>
          </p:nvSpPr>
          <p:spPr>
            <a:xfrm>
              <a:off x="4418755" y="5787192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8" name="pl9448"/>
            <p:cNvSpPr/>
            <p:nvPr/>
          </p:nvSpPr>
          <p:spPr>
            <a:xfrm>
              <a:off x="4415464" y="5790495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49" name="pl9449"/>
            <p:cNvSpPr/>
            <p:nvPr/>
          </p:nvSpPr>
          <p:spPr>
            <a:xfrm>
              <a:off x="4418226" y="5881024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0" name="pl9450"/>
            <p:cNvSpPr/>
            <p:nvPr/>
          </p:nvSpPr>
          <p:spPr>
            <a:xfrm>
              <a:off x="5003919" y="6368319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1" name="pl9451"/>
            <p:cNvSpPr/>
            <p:nvPr/>
          </p:nvSpPr>
          <p:spPr>
            <a:xfrm>
              <a:off x="5019647" y="6366784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2" name="pl9452"/>
            <p:cNvSpPr/>
            <p:nvPr/>
          </p:nvSpPr>
          <p:spPr>
            <a:xfrm>
              <a:off x="4469547" y="6308137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3" name="pl9453"/>
            <p:cNvSpPr/>
            <p:nvPr/>
          </p:nvSpPr>
          <p:spPr>
            <a:xfrm>
              <a:off x="4469547" y="6308137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4" name="pl9454"/>
            <p:cNvSpPr/>
            <p:nvPr/>
          </p:nvSpPr>
          <p:spPr>
            <a:xfrm>
              <a:off x="4484270" y="5853940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5" name="pl9455"/>
            <p:cNvSpPr/>
            <p:nvPr/>
          </p:nvSpPr>
          <p:spPr>
            <a:xfrm>
              <a:off x="4381351" y="5782906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6" name="pl9456"/>
            <p:cNvSpPr/>
            <p:nvPr/>
          </p:nvSpPr>
          <p:spPr>
            <a:xfrm>
              <a:off x="4397238" y="5794588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7" name="pl9457"/>
            <p:cNvSpPr/>
            <p:nvPr/>
          </p:nvSpPr>
          <p:spPr>
            <a:xfrm>
              <a:off x="4397238" y="5793211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8" name="pl9458"/>
            <p:cNvSpPr/>
            <p:nvPr/>
          </p:nvSpPr>
          <p:spPr>
            <a:xfrm>
              <a:off x="4394770" y="5794588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59" name="pl9459"/>
            <p:cNvSpPr/>
            <p:nvPr/>
          </p:nvSpPr>
          <p:spPr>
            <a:xfrm>
              <a:off x="4393407" y="5788904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0" name="pl9460"/>
            <p:cNvSpPr/>
            <p:nvPr/>
          </p:nvSpPr>
          <p:spPr>
            <a:xfrm>
              <a:off x="4393171" y="5785299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1" name="pl9461"/>
            <p:cNvSpPr/>
            <p:nvPr/>
          </p:nvSpPr>
          <p:spPr>
            <a:xfrm>
              <a:off x="4012749" y="5093162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2" name="pl9462"/>
            <p:cNvSpPr/>
            <p:nvPr/>
          </p:nvSpPr>
          <p:spPr>
            <a:xfrm>
              <a:off x="4120091" y="4988351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3" name="pl9463"/>
            <p:cNvSpPr/>
            <p:nvPr/>
          </p:nvSpPr>
          <p:spPr>
            <a:xfrm>
              <a:off x="4395124" y="5953335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4" name="pl9464"/>
            <p:cNvSpPr/>
            <p:nvPr/>
          </p:nvSpPr>
          <p:spPr>
            <a:xfrm>
              <a:off x="4326921" y="5676201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5" name="pl9465"/>
            <p:cNvSpPr/>
            <p:nvPr/>
          </p:nvSpPr>
          <p:spPr>
            <a:xfrm>
              <a:off x="4354044" y="5701428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6" name="pl9466"/>
            <p:cNvSpPr/>
            <p:nvPr/>
          </p:nvSpPr>
          <p:spPr>
            <a:xfrm>
              <a:off x="4323160" y="5664209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7" name="pl9467"/>
            <p:cNvSpPr/>
            <p:nvPr/>
          </p:nvSpPr>
          <p:spPr>
            <a:xfrm>
              <a:off x="4354044" y="5701428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8" name="pl9468"/>
            <p:cNvSpPr/>
            <p:nvPr/>
          </p:nvSpPr>
          <p:spPr>
            <a:xfrm>
              <a:off x="4354044" y="5432336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69" name="pl9469"/>
            <p:cNvSpPr/>
            <p:nvPr/>
          </p:nvSpPr>
          <p:spPr>
            <a:xfrm>
              <a:off x="4469298" y="5773891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0" name="pl9470"/>
            <p:cNvSpPr/>
            <p:nvPr/>
          </p:nvSpPr>
          <p:spPr>
            <a:xfrm>
              <a:off x="4723096" y="6542457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1" name="pl9471"/>
            <p:cNvSpPr/>
            <p:nvPr/>
          </p:nvSpPr>
          <p:spPr>
            <a:xfrm>
              <a:off x="4566609" y="5608928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2" name="pl9472"/>
            <p:cNvSpPr/>
            <p:nvPr/>
          </p:nvSpPr>
          <p:spPr>
            <a:xfrm>
              <a:off x="4414623" y="5835450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3" name="pl9473"/>
            <p:cNvSpPr/>
            <p:nvPr/>
          </p:nvSpPr>
          <p:spPr>
            <a:xfrm>
              <a:off x="4396903" y="5835450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4" name="pl9474"/>
            <p:cNvSpPr/>
            <p:nvPr/>
          </p:nvSpPr>
          <p:spPr>
            <a:xfrm>
              <a:off x="4484027" y="5853346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5" name="pl9475"/>
            <p:cNvSpPr/>
            <p:nvPr/>
          </p:nvSpPr>
          <p:spPr>
            <a:xfrm>
              <a:off x="4460432" y="5816311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6" name="pl9476"/>
            <p:cNvSpPr/>
            <p:nvPr/>
          </p:nvSpPr>
          <p:spPr>
            <a:xfrm>
              <a:off x="4482676" y="5858594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7" name="pl9477"/>
            <p:cNvSpPr/>
            <p:nvPr/>
          </p:nvSpPr>
          <p:spPr>
            <a:xfrm>
              <a:off x="4449980" y="5858594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8" name="pl9478"/>
            <p:cNvSpPr/>
            <p:nvPr/>
          </p:nvSpPr>
          <p:spPr>
            <a:xfrm>
              <a:off x="4482676" y="5856557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79" name="pl9479"/>
            <p:cNvSpPr/>
            <p:nvPr/>
          </p:nvSpPr>
          <p:spPr>
            <a:xfrm>
              <a:off x="4394327" y="5631334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0" name="pl9480"/>
            <p:cNvSpPr/>
            <p:nvPr/>
          </p:nvSpPr>
          <p:spPr>
            <a:xfrm>
              <a:off x="4390344" y="5607625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1" name="pl9481"/>
            <p:cNvSpPr/>
            <p:nvPr/>
          </p:nvSpPr>
          <p:spPr>
            <a:xfrm>
              <a:off x="4494919" y="5563087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2" name="pl9482"/>
            <p:cNvSpPr/>
            <p:nvPr/>
          </p:nvSpPr>
          <p:spPr>
            <a:xfrm>
              <a:off x="4986173" y="5461698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3" name="pl9483"/>
            <p:cNvSpPr/>
            <p:nvPr/>
          </p:nvSpPr>
          <p:spPr>
            <a:xfrm>
              <a:off x="4899405" y="5477494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4" name="pl9484"/>
            <p:cNvSpPr/>
            <p:nvPr/>
          </p:nvSpPr>
          <p:spPr>
            <a:xfrm>
              <a:off x="4566609" y="5631334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5" name="pl9485"/>
            <p:cNvSpPr/>
            <p:nvPr/>
          </p:nvSpPr>
          <p:spPr>
            <a:xfrm>
              <a:off x="4713912" y="5678036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6" name="pl9486"/>
            <p:cNvSpPr/>
            <p:nvPr/>
          </p:nvSpPr>
          <p:spPr>
            <a:xfrm>
              <a:off x="4566609" y="5631334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7" name="pl9487"/>
            <p:cNvSpPr/>
            <p:nvPr/>
          </p:nvSpPr>
          <p:spPr>
            <a:xfrm>
              <a:off x="4713912" y="5678101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8" name="pl9488"/>
            <p:cNvSpPr/>
            <p:nvPr/>
          </p:nvSpPr>
          <p:spPr>
            <a:xfrm>
              <a:off x="4713912" y="5678101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89" name="pl9489"/>
            <p:cNvSpPr/>
            <p:nvPr/>
          </p:nvSpPr>
          <p:spPr>
            <a:xfrm>
              <a:off x="4254554" y="5903628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0" name="pl9490"/>
            <p:cNvSpPr/>
            <p:nvPr/>
          </p:nvSpPr>
          <p:spPr>
            <a:xfrm>
              <a:off x="4323156" y="5661358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1" name="pl9491"/>
            <p:cNvSpPr/>
            <p:nvPr/>
          </p:nvSpPr>
          <p:spPr>
            <a:xfrm>
              <a:off x="4360144" y="5710140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2" name="pl9492"/>
            <p:cNvSpPr/>
            <p:nvPr/>
          </p:nvSpPr>
          <p:spPr>
            <a:xfrm>
              <a:off x="4363386" y="5712450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3" name="pl9493"/>
            <p:cNvSpPr/>
            <p:nvPr/>
          </p:nvSpPr>
          <p:spPr>
            <a:xfrm>
              <a:off x="4363386" y="5708581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4" name="pl9494"/>
            <p:cNvSpPr/>
            <p:nvPr/>
          </p:nvSpPr>
          <p:spPr>
            <a:xfrm>
              <a:off x="4363386" y="5714868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5" name="pl9495"/>
            <p:cNvSpPr/>
            <p:nvPr/>
          </p:nvSpPr>
          <p:spPr>
            <a:xfrm>
              <a:off x="4363386" y="5714868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6" name="pl9496"/>
            <p:cNvSpPr/>
            <p:nvPr/>
          </p:nvSpPr>
          <p:spPr>
            <a:xfrm>
              <a:off x="4361154" y="5711212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7" name="pl9497"/>
            <p:cNvSpPr/>
            <p:nvPr/>
          </p:nvSpPr>
          <p:spPr>
            <a:xfrm>
              <a:off x="4363386" y="5706073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8" name="pl9498"/>
            <p:cNvSpPr/>
            <p:nvPr/>
          </p:nvSpPr>
          <p:spPr>
            <a:xfrm>
              <a:off x="4417509" y="5822159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99" name="pl9499"/>
            <p:cNvSpPr/>
            <p:nvPr/>
          </p:nvSpPr>
          <p:spPr>
            <a:xfrm>
              <a:off x="4407363" y="5805861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0" name="pl9500"/>
            <p:cNvSpPr/>
            <p:nvPr/>
          </p:nvSpPr>
          <p:spPr>
            <a:xfrm>
              <a:off x="4343270" y="5719232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1" name="pl9501"/>
            <p:cNvSpPr/>
            <p:nvPr/>
          </p:nvSpPr>
          <p:spPr>
            <a:xfrm>
              <a:off x="4553970" y="4934698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2" name="pl9502"/>
            <p:cNvSpPr/>
            <p:nvPr/>
          </p:nvSpPr>
          <p:spPr>
            <a:xfrm>
              <a:off x="3768834" y="6096721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3" name="pl9503"/>
            <p:cNvSpPr/>
            <p:nvPr/>
          </p:nvSpPr>
          <p:spPr>
            <a:xfrm>
              <a:off x="4416089" y="5783788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4" name="pl9504"/>
            <p:cNvSpPr/>
            <p:nvPr/>
          </p:nvSpPr>
          <p:spPr>
            <a:xfrm>
              <a:off x="4438129" y="5780633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5" name="pl9505"/>
            <p:cNvSpPr/>
            <p:nvPr/>
          </p:nvSpPr>
          <p:spPr>
            <a:xfrm>
              <a:off x="4438129" y="5778157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6" name="pl9506"/>
            <p:cNvSpPr/>
            <p:nvPr/>
          </p:nvSpPr>
          <p:spPr>
            <a:xfrm>
              <a:off x="4438129" y="5776840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7" name="pl9507"/>
            <p:cNvSpPr/>
            <p:nvPr/>
          </p:nvSpPr>
          <p:spPr>
            <a:xfrm>
              <a:off x="4410790" y="5836582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8" name="pl9508"/>
            <p:cNvSpPr/>
            <p:nvPr/>
          </p:nvSpPr>
          <p:spPr>
            <a:xfrm>
              <a:off x="4397673" y="5836778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09" name="pl9509"/>
            <p:cNvSpPr/>
            <p:nvPr/>
          </p:nvSpPr>
          <p:spPr>
            <a:xfrm>
              <a:off x="3900800" y="6384364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0" name="pl9510"/>
            <p:cNvSpPr/>
            <p:nvPr/>
          </p:nvSpPr>
          <p:spPr>
            <a:xfrm>
              <a:off x="4357145" y="6107747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1" name="pl9511"/>
            <p:cNvSpPr/>
            <p:nvPr/>
          </p:nvSpPr>
          <p:spPr>
            <a:xfrm>
              <a:off x="4591528" y="5622212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2" name="pl9512"/>
            <p:cNvSpPr/>
            <p:nvPr/>
          </p:nvSpPr>
          <p:spPr>
            <a:xfrm>
              <a:off x="4591528" y="5583039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3" name="pl9513"/>
            <p:cNvSpPr/>
            <p:nvPr/>
          </p:nvSpPr>
          <p:spPr>
            <a:xfrm>
              <a:off x="4566609" y="5622743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4" name="pl9514"/>
            <p:cNvSpPr/>
            <p:nvPr/>
          </p:nvSpPr>
          <p:spPr>
            <a:xfrm>
              <a:off x="4591528" y="5600937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5" name="pl9515"/>
            <p:cNvSpPr/>
            <p:nvPr/>
          </p:nvSpPr>
          <p:spPr>
            <a:xfrm>
              <a:off x="4591528" y="5607062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6" name="pl9516"/>
            <p:cNvSpPr/>
            <p:nvPr/>
          </p:nvSpPr>
          <p:spPr>
            <a:xfrm>
              <a:off x="4591528" y="5613650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7" name="pl9517"/>
            <p:cNvSpPr/>
            <p:nvPr/>
          </p:nvSpPr>
          <p:spPr>
            <a:xfrm>
              <a:off x="4591528" y="5609103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8" name="pl9518"/>
            <p:cNvSpPr/>
            <p:nvPr/>
          </p:nvSpPr>
          <p:spPr>
            <a:xfrm>
              <a:off x="4359100" y="5783449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19" name="pl9519"/>
            <p:cNvSpPr/>
            <p:nvPr/>
          </p:nvSpPr>
          <p:spPr>
            <a:xfrm>
              <a:off x="4358563" y="5778816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0" name="pl9520"/>
            <p:cNvSpPr/>
            <p:nvPr/>
          </p:nvSpPr>
          <p:spPr>
            <a:xfrm>
              <a:off x="4348872" y="5783748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1" name="pl9521"/>
            <p:cNvSpPr/>
            <p:nvPr/>
          </p:nvSpPr>
          <p:spPr>
            <a:xfrm>
              <a:off x="4566609" y="5590164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2" name="pl9522"/>
            <p:cNvSpPr/>
            <p:nvPr/>
          </p:nvSpPr>
          <p:spPr>
            <a:xfrm>
              <a:off x="4628554" y="5543636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3" name="pl9523"/>
            <p:cNvSpPr/>
            <p:nvPr/>
          </p:nvSpPr>
          <p:spPr>
            <a:xfrm>
              <a:off x="4496254" y="5513930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4" name="pl9524"/>
            <p:cNvSpPr/>
            <p:nvPr/>
          </p:nvSpPr>
          <p:spPr>
            <a:xfrm>
              <a:off x="4324616" y="5876618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5" name="pl9525"/>
            <p:cNvSpPr/>
            <p:nvPr/>
          </p:nvSpPr>
          <p:spPr>
            <a:xfrm>
              <a:off x="4374877" y="5876618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6" name="pl9526"/>
            <p:cNvSpPr/>
            <p:nvPr/>
          </p:nvSpPr>
          <p:spPr>
            <a:xfrm>
              <a:off x="4723105" y="6548934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7" name="pl9527"/>
            <p:cNvSpPr/>
            <p:nvPr/>
          </p:nvSpPr>
          <p:spPr>
            <a:xfrm>
              <a:off x="4369198" y="5824653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8" name="pl9528"/>
            <p:cNvSpPr/>
            <p:nvPr/>
          </p:nvSpPr>
          <p:spPr>
            <a:xfrm>
              <a:off x="4362406" y="5824653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29" name="pl9529"/>
            <p:cNvSpPr/>
            <p:nvPr/>
          </p:nvSpPr>
          <p:spPr>
            <a:xfrm>
              <a:off x="4556337" y="5540206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0" name="pl9530"/>
            <p:cNvSpPr/>
            <p:nvPr/>
          </p:nvSpPr>
          <p:spPr>
            <a:xfrm>
              <a:off x="4556337" y="5509988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1" name="pl9531"/>
            <p:cNvSpPr/>
            <p:nvPr/>
          </p:nvSpPr>
          <p:spPr>
            <a:xfrm>
              <a:off x="3671412" y="5972404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2" name="pl9532"/>
            <p:cNvSpPr/>
            <p:nvPr/>
          </p:nvSpPr>
          <p:spPr>
            <a:xfrm>
              <a:off x="3643429" y="5973981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3" name="pl9533"/>
            <p:cNvSpPr/>
            <p:nvPr/>
          </p:nvSpPr>
          <p:spPr>
            <a:xfrm>
              <a:off x="4267153" y="5892370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4" name="pl9534"/>
            <p:cNvSpPr/>
            <p:nvPr/>
          </p:nvSpPr>
          <p:spPr>
            <a:xfrm>
              <a:off x="4230218" y="5903628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5" name="pl9535"/>
            <p:cNvSpPr/>
            <p:nvPr/>
          </p:nvSpPr>
          <p:spPr>
            <a:xfrm>
              <a:off x="4421168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6" name="pl9536"/>
            <p:cNvSpPr/>
            <p:nvPr/>
          </p:nvSpPr>
          <p:spPr>
            <a:xfrm>
              <a:off x="4424099" y="5833010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7" name="pl9537"/>
            <p:cNvSpPr/>
            <p:nvPr/>
          </p:nvSpPr>
          <p:spPr>
            <a:xfrm>
              <a:off x="4362397" y="5631334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8" name="pl9538"/>
            <p:cNvSpPr/>
            <p:nvPr/>
          </p:nvSpPr>
          <p:spPr>
            <a:xfrm>
              <a:off x="4313692" y="5593724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39" name="pl9539"/>
            <p:cNvSpPr/>
            <p:nvPr/>
          </p:nvSpPr>
          <p:spPr>
            <a:xfrm>
              <a:off x="4416089" y="5791392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0" name="pl9540"/>
            <p:cNvSpPr/>
            <p:nvPr/>
          </p:nvSpPr>
          <p:spPr>
            <a:xfrm>
              <a:off x="4638844" y="5773035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1" name="pl9541"/>
            <p:cNvSpPr/>
            <p:nvPr/>
          </p:nvSpPr>
          <p:spPr>
            <a:xfrm>
              <a:off x="4566609" y="5631334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2" name="pl9542"/>
            <p:cNvSpPr/>
            <p:nvPr/>
          </p:nvSpPr>
          <p:spPr>
            <a:xfrm>
              <a:off x="4638844" y="5742306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3" name="pl9543"/>
            <p:cNvSpPr/>
            <p:nvPr/>
          </p:nvSpPr>
          <p:spPr>
            <a:xfrm>
              <a:off x="4638844" y="5773035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4" name="pl9544"/>
            <p:cNvSpPr/>
            <p:nvPr/>
          </p:nvSpPr>
          <p:spPr>
            <a:xfrm>
              <a:off x="4428844" y="5925004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5" name="pl9545"/>
            <p:cNvSpPr/>
            <p:nvPr/>
          </p:nvSpPr>
          <p:spPr>
            <a:xfrm>
              <a:off x="4428844" y="5925004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6" name="pl9546"/>
            <p:cNvSpPr/>
            <p:nvPr/>
          </p:nvSpPr>
          <p:spPr>
            <a:xfrm>
              <a:off x="4378285" y="5842956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7" name="pl9547"/>
            <p:cNvSpPr/>
            <p:nvPr/>
          </p:nvSpPr>
          <p:spPr>
            <a:xfrm>
              <a:off x="4286807" y="5831813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8" name="pl9548"/>
            <p:cNvSpPr/>
            <p:nvPr/>
          </p:nvSpPr>
          <p:spPr>
            <a:xfrm>
              <a:off x="4566609" y="5524254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49" name="pl9549"/>
            <p:cNvSpPr/>
            <p:nvPr/>
          </p:nvSpPr>
          <p:spPr>
            <a:xfrm>
              <a:off x="4223074" y="5807128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0" name="pl9550"/>
            <p:cNvSpPr/>
            <p:nvPr/>
          </p:nvSpPr>
          <p:spPr>
            <a:xfrm>
              <a:off x="4537679" y="5361414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1" name="pl9551"/>
            <p:cNvSpPr/>
            <p:nvPr/>
          </p:nvSpPr>
          <p:spPr>
            <a:xfrm>
              <a:off x="4557392" y="5304300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2" name="pl9552"/>
            <p:cNvSpPr/>
            <p:nvPr/>
          </p:nvSpPr>
          <p:spPr>
            <a:xfrm>
              <a:off x="4556915" y="5344309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3" name="pl9553"/>
            <p:cNvSpPr/>
            <p:nvPr/>
          </p:nvSpPr>
          <p:spPr>
            <a:xfrm>
              <a:off x="4546247" y="5361414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4" name="pl9554"/>
            <p:cNvSpPr/>
            <p:nvPr/>
          </p:nvSpPr>
          <p:spPr>
            <a:xfrm>
              <a:off x="4324616" y="5882360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5" name="pl9555"/>
            <p:cNvSpPr/>
            <p:nvPr/>
          </p:nvSpPr>
          <p:spPr>
            <a:xfrm>
              <a:off x="4295731" y="5882360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6" name="pl9556"/>
            <p:cNvSpPr/>
            <p:nvPr/>
          </p:nvSpPr>
          <p:spPr>
            <a:xfrm>
              <a:off x="4300327" y="5882360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7" name="pl9557"/>
            <p:cNvSpPr/>
            <p:nvPr/>
          </p:nvSpPr>
          <p:spPr>
            <a:xfrm>
              <a:off x="4392002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8" name="pl9558"/>
            <p:cNvSpPr/>
            <p:nvPr/>
          </p:nvSpPr>
          <p:spPr>
            <a:xfrm>
              <a:off x="4370822" y="5569378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59" name="pl9559"/>
            <p:cNvSpPr/>
            <p:nvPr/>
          </p:nvSpPr>
          <p:spPr>
            <a:xfrm>
              <a:off x="4725450" y="5678036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0" name="pl9560"/>
            <p:cNvSpPr/>
            <p:nvPr/>
          </p:nvSpPr>
          <p:spPr>
            <a:xfrm>
              <a:off x="4756806" y="5692788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1" name="pl9561"/>
            <p:cNvSpPr/>
            <p:nvPr/>
          </p:nvSpPr>
          <p:spPr>
            <a:xfrm>
              <a:off x="4432603" y="5843727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2" name="pl9562"/>
            <p:cNvSpPr/>
            <p:nvPr/>
          </p:nvSpPr>
          <p:spPr>
            <a:xfrm>
              <a:off x="4404402" y="5788758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3" name="pl9563"/>
            <p:cNvSpPr/>
            <p:nvPr/>
          </p:nvSpPr>
          <p:spPr>
            <a:xfrm>
              <a:off x="4477196" y="6028646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4" name="pl9564"/>
            <p:cNvSpPr/>
            <p:nvPr/>
          </p:nvSpPr>
          <p:spPr>
            <a:xfrm>
              <a:off x="4494720" y="6085845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5" name="pl9565"/>
            <p:cNvSpPr/>
            <p:nvPr/>
          </p:nvSpPr>
          <p:spPr>
            <a:xfrm>
              <a:off x="4494720" y="6085845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6" name="pl9566"/>
            <p:cNvSpPr/>
            <p:nvPr/>
          </p:nvSpPr>
          <p:spPr>
            <a:xfrm>
              <a:off x="4363386" y="5711607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7" name="pl9567"/>
            <p:cNvSpPr/>
            <p:nvPr/>
          </p:nvSpPr>
          <p:spPr>
            <a:xfrm>
              <a:off x="4421168" y="5836582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8" name="pl9568"/>
            <p:cNvSpPr/>
            <p:nvPr/>
          </p:nvSpPr>
          <p:spPr>
            <a:xfrm>
              <a:off x="4413449" y="5833307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69" name="pl9569"/>
            <p:cNvSpPr/>
            <p:nvPr/>
          </p:nvSpPr>
          <p:spPr>
            <a:xfrm>
              <a:off x="4395289" y="5833307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0" name="pl9570"/>
            <p:cNvSpPr/>
            <p:nvPr/>
          </p:nvSpPr>
          <p:spPr>
            <a:xfrm>
              <a:off x="4413449" y="5833307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1" name="pl9571"/>
            <p:cNvSpPr/>
            <p:nvPr/>
          </p:nvSpPr>
          <p:spPr>
            <a:xfrm>
              <a:off x="4746133" y="5426027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2" name="pl9572"/>
            <p:cNvSpPr/>
            <p:nvPr/>
          </p:nvSpPr>
          <p:spPr>
            <a:xfrm>
              <a:off x="4694158" y="5480115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3" name="pl9573"/>
            <p:cNvSpPr/>
            <p:nvPr/>
          </p:nvSpPr>
          <p:spPr>
            <a:xfrm>
              <a:off x="4746133" y="5436694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4" name="pl9574"/>
            <p:cNvSpPr/>
            <p:nvPr/>
          </p:nvSpPr>
          <p:spPr>
            <a:xfrm>
              <a:off x="4311376" y="5066902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5" name="pl9575"/>
            <p:cNvSpPr/>
            <p:nvPr/>
          </p:nvSpPr>
          <p:spPr>
            <a:xfrm>
              <a:off x="4315945" y="5067565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6" name="pl9576"/>
            <p:cNvSpPr/>
            <p:nvPr/>
          </p:nvSpPr>
          <p:spPr>
            <a:xfrm>
              <a:off x="4747011" y="5782500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7" name="pl9577"/>
            <p:cNvSpPr/>
            <p:nvPr/>
          </p:nvSpPr>
          <p:spPr>
            <a:xfrm>
              <a:off x="4306719" y="5692536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8" name="pl9578"/>
            <p:cNvSpPr/>
            <p:nvPr/>
          </p:nvSpPr>
          <p:spPr>
            <a:xfrm>
              <a:off x="4302564" y="5699160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79" name="pl9579"/>
            <p:cNvSpPr/>
            <p:nvPr/>
          </p:nvSpPr>
          <p:spPr>
            <a:xfrm>
              <a:off x="4299191" y="5700233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0" name="pl9580"/>
            <p:cNvSpPr/>
            <p:nvPr/>
          </p:nvSpPr>
          <p:spPr>
            <a:xfrm>
              <a:off x="4982407" y="6187575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1" name="pl9581"/>
            <p:cNvSpPr/>
            <p:nvPr/>
          </p:nvSpPr>
          <p:spPr>
            <a:xfrm>
              <a:off x="4985664" y="6194346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2" name="pl9582"/>
            <p:cNvSpPr/>
            <p:nvPr/>
          </p:nvSpPr>
          <p:spPr>
            <a:xfrm>
              <a:off x="4985664" y="6193002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3" name="pl9583"/>
            <p:cNvSpPr/>
            <p:nvPr/>
          </p:nvSpPr>
          <p:spPr>
            <a:xfrm>
              <a:off x="4463378" y="5381383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4" name="pl9584"/>
            <p:cNvSpPr/>
            <p:nvPr/>
          </p:nvSpPr>
          <p:spPr>
            <a:xfrm>
              <a:off x="4469885" y="5402543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5" name="pl9585"/>
            <p:cNvSpPr/>
            <p:nvPr/>
          </p:nvSpPr>
          <p:spPr>
            <a:xfrm>
              <a:off x="4460951" y="5362890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6" name="pl9586"/>
            <p:cNvSpPr/>
            <p:nvPr/>
          </p:nvSpPr>
          <p:spPr>
            <a:xfrm>
              <a:off x="3662615" y="5471796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7" name="pl9587"/>
            <p:cNvSpPr/>
            <p:nvPr/>
          </p:nvSpPr>
          <p:spPr>
            <a:xfrm>
              <a:off x="4724862" y="5645780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8" name="pl9588"/>
            <p:cNvSpPr/>
            <p:nvPr/>
          </p:nvSpPr>
          <p:spPr>
            <a:xfrm>
              <a:off x="4496531" y="5552968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89" name="pl9589"/>
            <p:cNvSpPr/>
            <p:nvPr/>
          </p:nvSpPr>
          <p:spPr>
            <a:xfrm>
              <a:off x="4642338" y="5428211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0" name="pl9590"/>
            <p:cNvSpPr/>
            <p:nvPr/>
          </p:nvSpPr>
          <p:spPr>
            <a:xfrm>
              <a:off x="4642338" y="5421932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1" name="pl9591"/>
            <p:cNvSpPr/>
            <p:nvPr/>
          </p:nvSpPr>
          <p:spPr>
            <a:xfrm>
              <a:off x="4642338" y="5425509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2" name="pl9592"/>
            <p:cNvSpPr/>
            <p:nvPr/>
          </p:nvSpPr>
          <p:spPr>
            <a:xfrm>
              <a:off x="4642338" y="5419943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3" name="pl9593"/>
            <p:cNvSpPr/>
            <p:nvPr/>
          </p:nvSpPr>
          <p:spPr>
            <a:xfrm>
              <a:off x="4642338" y="5414921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4" name="pl9594"/>
            <p:cNvSpPr/>
            <p:nvPr/>
          </p:nvSpPr>
          <p:spPr>
            <a:xfrm>
              <a:off x="4609863" y="5837078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5" name="pl9595"/>
            <p:cNvSpPr/>
            <p:nvPr/>
          </p:nvSpPr>
          <p:spPr>
            <a:xfrm>
              <a:off x="3830181" y="5139287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6" name="pl9596"/>
            <p:cNvSpPr/>
            <p:nvPr/>
          </p:nvSpPr>
          <p:spPr>
            <a:xfrm>
              <a:off x="3837437" y="5141412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7" name="pl9597"/>
            <p:cNvSpPr/>
            <p:nvPr/>
          </p:nvSpPr>
          <p:spPr>
            <a:xfrm>
              <a:off x="4566609" y="5631334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8" name="pl9598"/>
            <p:cNvSpPr/>
            <p:nvPr/>
          </p:nvSpPr>
          <p:spPr>
            <a:xfrm>
              <a:off x="4705546" y="5704258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599" name="pl9599"/>
            <p:cNvSpPr/>
            <p:nvPr/>
          </p:nvSpPr>
          <p:spPr>
            <a:xfrm>
              <a:off x="4756806" y="5703066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0" name="pl9600"/>
            <p:cNvSpPr/>
            <p:nvPr/>
          </p:nvSpPr>
          <p:spPr>
            <a:xfrm>
              <a:off x="4421168" y="5836582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1" name="pl9601"/>
            <p:cNvSpPr/>
            <p:nvPr/>
          </p:nvSpPr>
          <p:spPr>
            <a:xfrm>
              <a:off x="4388369" y="5805253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2" name="pl9602"/>
            <p:cNvSpPr/>
            <p:nvPr/>
          </p:nvSpPr>
          <p:spPr>
            <a:xfrm>
              <a:off x="4375776" y="5796819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3" name="pl9603"/>
            <p:cNvSpPr/>
            <p:nvPr/>
          </p:nvSpPr>
          <p:spPr>
            <a:xfrm>
              <a:off x="3668162" y="6032043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4" name="pl9604"/>
            <p:cNvSpPr/>
            <p:nvPr/>
          </p:nvSpPr>
          <p:spPr>
            <a:xfrm>
              <a:off x="4258768" y="6513392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5" name="pl9605"/>
            <p:cNvSpPr/>
            <p:nvPr/>
          </p:nvSpPr>
          <p:spPr>
            <a:xfrm>
              <a:off x="4265083" y="6514044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6" name="pl9606"/>
            <p:cNvSpPr/>
            <p:nvPr/>
          </p:nvSpPr>
          <p:spPr>
            <a:xfrm>
              <a:off x="4341961" y="4932977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7" name="pl9607"/>
            <p:cNvSpPr/>
            <p:nvPr/>
          </p:nvSpPr>
          <p:spPr>
            <a:xfrm>
              <a:off x="4345161" y="5807791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8" name="pl9608"/>
            <p:cNvSpPr/>
            <p:nvPr/>
          </p:nvSpPr>
          <p:spPr>
            <a:xfrm>
              <a:off x="4469298" y="5767511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09" name="pl9609"/>
            <p:cNvSpPr/>
            <p:nvPr/>
          </p:nvSpPr>
          <p:spPr>
            <a:xfrm>
              <a:off x="4527945" y="5764675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0" name="pl9610"/>
            <p:cNvSpPr/>
            <p:nvPr/>
          </p:nvSpPr>
          <p:spPr>
            <a:xfrm>
              <a:off x="4527945" y="5758632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1" name="pl9611"/>
            <p:cNvSpPr/>
            <p:nvPr/>
          </p:nvSpPr>
          <p:spPr>
            <a:xfrm>
              <a:off x="4527945" y="5752516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2" name="pl9612"/>
            <p:cNvSpPr/>
            <p:nvPr/>
          </p:nvSpPr>
          <p:spPr>
            <a:xfrm>
              <a:off x="4527945" y="5760499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3" name="pl9613"/>
            <p:cNvSpPr/>
            <p:nvPr/>
          </p:nvSpPr>
          <p:spPr>
            <a:xfrm>
              <a:off x="4527945" y="5767511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4" name="pl9614"/>
            <p:cNvSpPr/>
            <p:nvPr/>
          </p:nvSpPr>
          <p:spPr>
            <a:xfrm>
              <a:off x="4527945" y="5759071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5" name="pl9615"/>
            <p:cNvSpPr/>
            <p:nvPr/>
          </p:nvSpPr>
          <p:spPr>
            <a:xfrm>
              <a:off x="4496741" y="5560909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6" name="pl9616"/>
            <p:cNvSpPr/>
            <p:nvPr/>
          </p:nvSpPr>
          <p:spPr>
            <a:xfrm>
              <a:off x="4453432" y="5885215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7" name="pl9617"/>
            <p:cNvSpPr/>
            <p:nvPr/>
          </p:nvSpPr>
          <p:spPr>
            <a:xfrm>
              <a:off x="4453432" y="5885215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8" name="pl9618"/>
            <p:cNvSpPr/>
            <p:nvPr/>
          </p:nvSpPr>
          <p:spPr>
            <a:xfrm>
              <a:off x="4321122" y="5736370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19" name="pl9619"/>
            <p:cNvSpPr/>
            <p:nvPr/>
          </p:nvSpPr>
          <p:spPr>
            <a:xfrm>
              <a:off x="4315374" y="5692536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0" name="pl9620"/>
            <p:cNvSpPr/>
            <p:nvPr/>
          </p:nvSpPr>
          <p:spPr>
            <a:xfrm>
              <a:off x="4371373" y="5817338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1" name="pl9621"/>
            <p:cNvSpPr/>
            <p:nvPr/>
          </p:nvSpPr>
          <p:spPr>
            <a:xfrm>
              <a:off x="4419860" y="5831542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2" name="pl9622"/>
            <p:cNvSpPr/>
            <p:nvPr/>
          </p:nvSpPr>
          <p:spPr>
            <a:xfrm>
              <a:off x="4372521" y="6107747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3" name="pl9623"/>
            <p:cNvSpPr/>
            <p:nvPr/>
          </p:nvSpPr>
          <p:spPr>
            <a:xfrm>
              <a:off x="4371652" y="6107747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4" name="pl9624"/>
            <p:cNvSpPr/>
            <p:nvPr/>
          </p:nvSpPr>
          <p:spPr>
            <a:xfrm>
              <a:off x="3915330" y="5076945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5" name="pl9625"/>
            <p:cNvSpPr/>
            <p:nvPr/>
          </p:nvSpPr>
          <p:spPr>
            <a:xfrm>
              <a:off x="4421168" y="5836582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6" name="pl9626"/>
            <p:cNvSpPr/>
            <p:nvPr/>
          </p:nvSpPr>
          <p:spPr>
            <a:xfrm>
              <a:off x="4426814" y="5851099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7" name="pl9627"/>
            <p:cNvSpPr/>
            <p:nvPr/>
          </p:nvSpPr>
          <p:spPr>
            <a:xfrm>
              <a:off x="4428581" y="5845094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8" name="pl9628"/>
            <p:cNvSpPr/>
            <p:nvPr/>
          </p:nvSpPr>
          <p:spPr>
            <a:xfrm>
              <a:off x="4496741" y="5513483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29" name="pl9629"/>
            <p:cNvSpPr/>
            <p:nvPr/>
          </p:nvSpPr>
          <p:spPr>
            <a:xfrm>
              <a:off x="4653476" y="4958933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0" name="pl9630"/>
            <p:cNvSpPr/>
            <p:nvPr/>
          </p:nvSpPr>
          <p:spPr>
            <a:xfrm>
              <a:off x="3673842" y="6032043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1" name="pl9631"/>
            <p:cNvSpPr/>
            <p:nvPr/>
          </p:nvSpPr>
          <p:spPr>
            <a:xfrm>
              <a:off x="3695865" y="6061856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2" name="pl9632"/>
            <p:cNvSpPr/>
            <p:nvPr/>
          </p:nvSpPr>
          <p:spPr>
            <a:xfrm>
              <a:off x="3690014" y="6061856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3" name="pl9633"/>
            <p:cNvSpPr/>
            <p:nvPr/>
          </p:nvSpPr>
          <p:spPr>
            <a:xfrm>
              <a:off x="4756806" y="5691648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4" name="pl9634"/>
            <p:cNvSpPr/>
            <p:nvPr/>
          </p:nvSpPr>
          <p:spPr>
            <a:xfrm>
              <a:off x="4431159" y="5571181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5" name="pl9635"/>
            <p:cNvSpPr/>
            <p:nvPr/>
          </p:nvSpPr>
          <p:spPr>
            <a:xfrm>
              <a:off x="4431159" y="5619996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6" name="pl9636"/>
            <p:cNvSpPr/>
            <p:nvPr/>
          </p:nvSpPr>
          <p:spPr>
            <a:xfrm>
              <a:off x="5290394" y="5724292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7" name="pl9637"/>
            <p:cNvSpPr/>
            <p:nvPr/>
          </p:nvSpPr>
          <p:spPr>
            <a:xfrm>
              <a:off x="5289239" y="5743185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8" name="pl9638"/>
            <p:cNvSpPr/>
            <p:nvPr/>
          </p:nvSpPr>
          <p:spPr>
            <a:xfrm>
              <a:off x="4422108" y="5853043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39" name="pl9639"/>
            <p:cNvSpPr/>
            <p:nvPr/>
          </p:nvSpPr>
          <p:spPr>
            <a:xfrm>
              <a:off x="4422108" y="5853043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0" name="pl9640"/>
            <p:cNvSpPr/>
            <p:nvPr/>
          </p:nvSpPr>
          <p:spPr>
            <a:xfrm>
              <a:off x="4419855" y="5825045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1" name="pl9641"/>
            <p:cNvSpPr/>
            <p:nvPr/>
          </p:nvSpPr>
          <p:spPr>
            <a:xfrm>
              <a:off x="4407140" y="5828351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2" name="pl9642"/>
            <p:cNvSpPr/>
            <p:nvPr/>
          </p:nvSpPr>
          <p:spPr>
            <a:xfrm>
              <a:off x="4387101" y="5829373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3" name="pl9643"/>
            <p:cNvSpPr/>
            <p:nvPr/>
          </p:nvSpPr>
          <p:spPr>
            <a:xfrm>
              <a:off x="4401343" y="5853043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4" name="pl9644"/>
            <p:cNvSpPr/>
            <p:nvPr/>
          </p:nvSpPr>
          <p:spPr>
            <a:xfrm>
              <a:off x="4422108" y="5853043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5" name="pl9645"/>
            <p:cNvSpPr/>
            <p:nvPr/>
          </p:nvSpPr>
          <p:spPr>
            <a:xfrm>
              <a:off x="4422108" y="5803716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6" name="pl9646"/>
            <p:cNvSpPr/>
            <p:nvPr/>
          </p:nvSpPr>
          <p:spPr>
            <a:xfrm>
              <a:off x="4415238" y="5853043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7" name="pl9647"/>
            <p:cNvSpPr/>
            <p:nvPr/>
          </p:nvSpPr>
          <p:spPr>
            <a:xfrm>
              <a:off x="4415908" y="5853043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8" name="pl9648"/>
            <p:cNvSpPr/>
            <p:nvPr/>
          </p:nvSpPr>
          <p:spPr>
            <a:xfrm>
              <a:off x="4422108" y="5842928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49" name="pl9649"/>
            <p:cNvSpPr/>
            <p:nvPr/>
          </p:nvSpPr>
          <p:spPr>
            <a:xfrm>
              <a:off x="4402258" y="5806662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0" name="pl9650"/>
            <p:cNvSpPr/>
            <p:nvPr/>
          </p:nvSpPr>
          <p:spPr>
            <a:xfrm>
              <a:off x="4421454" y="5853043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1" name="pl9651"/>
            <p:cNvSpPr/>
            <p:nvPr/>
          </p:nvSpPr>
          <p:spPr>
            <a:xfrm>
              <a:off x="4376890" y="5853043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2" name="pl9652"/>
            <p:cNvSpPr/>
            <p:nvPr/>
          </p:nvSpPr>
          <p:spPr>
            <a:xfrm>
              <a:off x="4422108" y="5853043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3" name="pl9653"/>
            <p:cNvSpPr/>
            <p:nvPr/>
          </p:nvSpPr>
          <p:spPr>
            <a:xfrm>
              <a:off x="4418226" y="5853043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4" name="pl9654"/>
            <p:cNvSpPr/>
            <p:nvPr/>
          </p:nvSpPr>
          <p:spPr>
            <a:xfrm>
              <a:off x="4422108" y="5853043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5" name="pl9655"/>
            <p:cNvSpPr/>
            <p:nvPr/>
          </p:nvSpPr>
          <p:spPr>
            <a:xfrm>
              <a:off x="4422108" y="5853043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6" name="pl9656"/>
            <p:cNvSpPr/>
            <p:nvPr/>
          </p:nvSpPr>
          <p:spPr>
            <a:xfrm>
              <a:off x="4422108" y="5853043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7" name="pl9657"/>
            <p:cNvSpPr/>
            <p:nvPr/>
          </p:nvSpPr>
          <p:spPr>
            <a:xfrm>
              <a:off x="4354632" y="5723632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8" name="pl9658"/>
            <p:cNvSpPr/>
            <p:nvPr/>
          </p:nvSpPr>
          <p:spPr>
            <a:xfrm>
              <a:off x="4410790" y="5836778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59" name="pl9659"/>
            <p:cNvSpPr/>
            <p:nvPr/>
          </p:nvSpPr>
          <p:spPr>
            <a:xfrm>
              <a:off x="4410941" y="5853043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0" name="pl9660"/>
            <p:cNvSpPr/>
            <p:nvPr/>
          </p:nvSpPr>
          <p:spPr>
            <a:xfrm>
              <a:off x="4422108" y="5853043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1" name="pl9661"/>
            <p:cNvSpPr/>
            <p:nvPr/>
          </p:nvSpPr>
          <p:spPr>
            <a:xfrm>
              <a:off x="4388187" y="5853043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2" name="pl9662"/>
            <p:cNvSpPr/>
            <p:nvPr/>
          </p:nvSpPr>
          <p:spPr>
            <a:xfrm>
              <a:off x="4422108" y="5853043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3" name="pl9663"/>
            <p:cNvSpPr/>
            <p:nvPr/>
          </p:nvSpPr>
          <p:spPr>
            <a:xfrm>
              <a:off x="4421524" y="5844273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4" name="pl9664"/>
            <p:cNvSpPr/>
            <p:nvPr/>
          </p:nvSpPr>
          <p:spPr>
            <a:xfrm>
              <a:off x="4404691" y="5804953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5" name="pl9665"/>
            <p:cNvSpPr/>
            <p:nvPr/>
          </p:nvSpPr>
          <p:spPr>
            <a:xfrm>
              <a:off x="4421736" y="5848486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6" name="pl9666"/>
            <p:cNvSpPr/>
            <p:nvPr/>
          </p:nvSpPr>
          <p:spPr>
            <a:xfrm>
              <a:off x="4385142" y="5853043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7" name="pl9667"/>
            <p:cNvSpPr/>
            <p:nvPr/>
          </p:nvSpPr>
          <p:spPr>
            <a:xfrm>
              <a:off x="4422108" y="5853043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8" name="pl9668"/>
            <p:cNvSpPr/>
            <p:nvPr/>
          </p:nvSpPr>
          <p:spPr>
            <a:xfrm>
              <a:off x="4422108" y="5853043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69" name="pl9669"/>
            <p:cNvSpPr/>
            <p:nvPr/>
          </p:nvSpPr>
          <p:spPr>
            <a:xfrm>
              <a:off x="4421296" y="5842300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0" name="pl9670"/>
            <p:cNvSpPr/>
            <p:nvPr/>
          </p:nvSpPr>
          <p:spPr>
            <a:xfrm>
              <a:off x="4408318" y="5853043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1" name="pl9671"/>
            <p:cNvSpPr/>
            <p:nvPr/>
          </p:nvSpPr>
          <p:spPr>
            <a:xfrm>
              <a:off x="4422108" y="5853043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2" name="pl9672"/>
            <p:cNvSpPr/>
            <p:nvPr/>
          </p:nvSpPr>
          <p:spPr>
            <a:xfrm>
              <a:off x="4413072" y="5802736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3" name="pl9673"/>
            <p:cNvSpPr/>
            <p:nvPr/>
          </p:nvSpPr>
          <p:spPr>
            <a:xfrm>
              <a:off x="4563008" y="5839895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4" name="pl9674"/>
            <p:cNvSpPr/>
            <p:nvPr/>
          </p:nvSpPr>
          <p:spPr>
            <a:xfrm>
              <a:off x="4484270" y="5845808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5" name="pl9675"/>
            <p:cNvSpPr/>
            <p:nvPr/>
          </p:nvSpPr>
          <p:spPr>
            <a:xfrm>
              <a:off x="4324616" y="5892370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6" name="pl9676"/>
            <p:cNvSpPr/>
            <p:nvPr/>
          </p:nvSpPr>
          <p:spPr>
            <a:xfrm>
              <a:off x="4399891" y="5870215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7" name="pl9677"/>
            <p:cNvSpPr/>
            <p:nvPr/>
          </p:nvSpPr>
          <p:spPr>
            <a:xfrm>
              <a:off x="4399891" y="5881024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8" name="pl9678"/>
            <p:cNvSpPr/>
            <p:nvPr/>
          </p:nvSpPr>
          <p:spPr>
            <a:xfrm>
              <a:off x="4377883" y="5875042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79" name="pl9679"/>
            <p:cNvSpPr/>
            <p:nvPr/>
          </p:nvSpPr>
          <p:spPr>
            <a:xfrm>
              <a:off x="4399891" y="5864178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0" name="pl9680"/>
            <p:cNvSpPr/>
            <p:nvPr/>
          </p:nvSpPr>
          <p:spPr>
            <a:xfrm>
              <a:off x="4388187" y="5876618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1" name="pl9681"/>
            <p:cNvSpPr/>
            <p:nvPr/>
          </p:nvSpPr>
          <p:spPr>
            <a:xfrm>
              <a:off x="4392153" y="5953335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2" name="pl9682"/>
            <p:cNvSpPr/>
            <p:nvPr/>
          </p:nvSpPr>
          <p:spPr>
            <a:xfrm>
              <a:off x="4421168" y="5836582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3" name="pl9683"/>
            <p:cNvSpPr/>
            <p:nvPr/>
          </p:nvSpPr>
          <p:spPr>
            <a:xfrm>
              <a:off x="4432436" y="5848978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4" name="pl9684"/>
            <p:cNvSpPr/>
            <p:nvPr/>
          </p:nvSpPr>
          <p:spPr>
            <a:xfrm>
              <a:off x="4566609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5" name="pl9685"/>
            <p:cNvSpPr/>
            <p:nvPr/>
          </p:nvSpPr>
          <p:spPr>
            <a:xfrm>
              <a:off x="4732623" y="5544856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6" name="pl9686"/>
            <p:cNvSpPr/>
            <p:nvPr/>
          </p:nvSpPr>
          <p:spPr>
            <a:xfrm>
              <a:off x="4732623" y="5497241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7" name="pl9687"/>
            <p:cNvSpPr/>
            <p:nvPr/>
          </p:nvSpPr>
          <p:spPr>
            <a:xfrm>
              <a:off x="4732623" y="5516226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8" name="pl9688"/>
            <p:cNvSpPr/>
            <p:nvPr/>
          </p:nvSpPr>
          <p:spPr>
            <a:xfrm>
              <a:off x="4732623" y="5546329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89" name="pl9689"/>
            <p:cNvSpPr/>
            <p:nvPr/>
          </p:nvSpPr>
          <p:spPr>
            <a:xfrm>
              <a:off x="4628554" y="5561134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0" name="pl9690"/>
            <p:cNvSpPr/>
            <p:nvPr/>
          </p:nvSpPr>
          <p:spPr>
            <a:xfrm>
              <a:off x="4732623" y="5534945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1" name="pl9691"/>
            <p:cNvSpPr/>
            <p:nvPr/>
          </p:nvSpPr>
          <p:spPr>
            <a:xfrm>
              <a:off x="4732623" y="5532030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2" name="pl9692"/>
            <p:cNvSpPr/>
            <p:nvPr/>
          </p:nvSpPr>
          <p:spPr>
            <a:xfrm>
              <a:off x="4732623" y="5555196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3" name="pl9693"/>
            <p:cNvSpPr/>
            <p:nvPr/>
          </p:nvSpPr>
          <p:spPr>
            <a:xfrm>
              <a:off x="4732623" y="5504904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4" name="pl9694"/>
            <p:cNvSpPr/>
            <p:nvPr/>
          </p:nvSpPr>
          <p:spPr>
            <a:xfrm>
              <a:off x="4469298" y="5776038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5" name="pl9695"/>
            <p:cNvSpPr/>
            <p:nvPr/>
          </p:nvSpPr>
          <p:spPr>
            <a:xfrm>
              <a:off x="4393087" y="5809082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6" name="pl9696"/>
            <p:cNvSpPr/>
            <p:nvPr/>
          </p:nvSpPr>
          <p:spPr>
            <a:xfrm>
              <a:off x="4421168" y="5836582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7" name="pl9697"/>
            <p:cNvSpPr/>
            <p:nvPr/>
          </p:nvSpPr>
          <p:spPr>
            <a:xfrm>
              <a:off x="4046596" y="5213322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8" name="pl9698"/>
            <p:cNvSpPr/>
            <p:nvPr/>
          </p:nvSpPr>
          <p:spPr>
            <a:xfrm>
              <a:off x="4037749" y="5188899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699" name="pl9699"/>
            <p:cNvSpPr/>
            <p:nvPr/>
          </p:nvSpPr>
          <p:spPr>
            <a:xfrm>
              <a:off x="5130289" y="6223361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0" name="pl9700"/>
            <p:cNvSpPr/>
            <p:nvPr/>
          </p:nvSpPr>
          <p:spPr>
            <a:xfrm>
              <a:off x="5114760" y="6251773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1" name="pl9701"/>
            <p:cNvSpPr/>
            <p:nvPr/>
          </p:nvSpPr>
          <p:spPr>
            <a:xfrm>
              <a:off x="3792255" y="6290772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2" name="pl9702"/>
            <p:cNvSpPr/>
            <p:nvPr/>
          </p:nvSpPr>
          <p:spPr>
            <a:xfrm>
              <a:off x="3796977" y="6258459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3" name="pl9703"/>
            <p:cNvSpPr/>
            <p:nvPr/>
          </p:nvSpPr>
          <p:spPr>
            <a:xfrm>
              <a:off x="3811810" y="6290772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4" name="pl9704"/>
            <p:cNvSpPr/>
            <p:nvPr/>
          </p:nvSpPr>
          <p:spPr>
            <a:xfrm>
              <a:off x="4441413" y="4922957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5" name="pl9705"/>
            <p:cNvSpPr/>
            <p:nvPr/>
          </p:nvSpPr>
          <p:spPr>
            <a:xfrm>
              <a:off x="4496260" y="5537333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6" name="pl9706"/>
            <p:cNvSpPr/>
            <p:nvPr/>
          </p:nvSpPr>
          <p:spPr>
            <a:xfrm>
              <a:off x="4595760" y="6581912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7" name="pl9707"/>
            <p:cNvSpPr/>
            <p:nvPr/>
          </p:nvSpPr>
          <p:spPr>
            <a:xfrm>
              <a:off x="4400509" y="5953335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8" name="pl9708"/>
            <p:cNvSpPr/>
            <p:nvPr/>
          </p:nvSpPr>
          <p:spPr>
            <a:xfrm>
              <a:off x="4388376" y="5957255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09" name="pl9709"/>
            <p:cNvSpPr/>
            <p:nvPr/>
          </p:nvSpPr>
          <p:spPr>
            <a:xfrm>
              <a:off x="4381100" y="5957255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0" name="pl9710"/>
            <p:cNvSpPr/>
            <p:nvPr/>
          </p:nvSpPr>
          <p:spPr>
            <a:xfrm>
              <a:off x="4434911" y="6592725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1" name="pl9711"/>
            <p:cNvSpPr/>
            <p:nvPr/>
          </p:nvSpPr>
          <p:spPr>
            <a:xfrm>
              <a:off x="4674159" y="5396366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2" name="pl9712"/>
            <p:cNvSpPr/>
            <p:nvPr/>
          </p:nvSpPr>
          <p:spPr>
            <a:xfrm>
              <a:off x="4566609" y="5507253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3" name="pl9713"/>
            <p:cNvSpPr/>
            <p:nvPr/>
          </p:nvSpPr>
          <p:spPr>
            <a:xfrm>
              <a:off x="4341221" y="5801962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4" name="pl9714"/>
            <p:cNvSpPr/>
            <p:nvPr/>
          </p:nvSpPr>
          <p:spPr>
            <a:xfrm>
              <a:off x="4485287" y="6024397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5" name="pl9715"/>
            <p:cNvSpPr/>
            <p:nvPr/>
          </p:nvSpPr>
          <p:spPr>
            <a:xfrm>
              <a:off x="4566609" y="5611258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6" name="pl9716"/>
            <p:cNvSpPr/>
            <p:nvPr/>
          </p:nvSpPr>
          <p:spPr>
            <a:xfrm>
              <a:off x="4633179" y="5591927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7" name="pl9717"/>
            <p:cNvSpPr/>
            <p:nvPr/>
          </p:nvSpPr>
          <p:spPr>
            <a:xfrm>
              <a:off x="4633179" y="5607185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8" name="pl9718"/>
            <p:cNvSpPr/>
            <p:nvPr/>
          </p:nvSpPr>
          <p:spPr>
            <a:xfrm>
              <a:off x="4633179" y="5574410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19" name="pl9719"/>
            <p:cNvSpPr/>
            <p:nvPr/>
          </p:nvSpPr>
          <p:spPr>
            <a:xfrm>
              <a:off x="4469298" y="5771676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0" name="pl9720"/>
            <p:cNvSpPr/>
            <p:nvPr/>
          </p:nvSpPr>
          <p:spPr>
            <a:xfrm>
              <a:off x="5258259" y="5929830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1" name="pl9721"/>
            <p:cNvSpPr/>
            <p:nvPr/>
          </p:nvSpPr>
          <p:spPr>
            <a:xfrm>
              <a:off x="3621520" y="5674381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2" name="pl9722"/>
            <p:cNvSpPr/>
            <p:nvPr/>
          </p:nvSpPr>
          <p:spPr>
            <a:xfrm>
              <a:off x="4444104" y="5887458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3" name="pl9723"/>
            <p:cNvSpPr/>
            <p:nvPr/>
          </p:nvSpPr>
          <p:spPr>
            <a:xfrm>
              <a:off x="4444104" y="5887458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4" name="pl9724"/>
            <p:cNvSpPr/>
            <p:nvPr/>
          </p:nvSpPr>
          <p:spPr>
            <a:xfrm>
              <a:off x="4444104" y="5887458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5" name="pl9725"/>
            <p:cNvSpPr/>
            <p:nvPr/>
          </p:nvSpPr>
          <p:spPr>
            <a:xfrm>
              <a:off x="4413072" y="5793211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6" name="pl9726"/>
            <p:cNvSpPr/>
            <p:nvPr/>
          </p:nvSpPr>
          <p:spPr>
            <a:xfrm>
              <a:off x="4161850" y="5715121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7" name="pl9727"/>
            <p:cNvSpPr/>
            <p:nvPr/>
          </p:nvSpPr>
          <p:spPr>
            <a:xfrm>
              <a:off x="4477196" y="6028646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8" name="pl9728"/>
            <p:cNvSpPr/>
            <p:nvPr/>
          </p:nvSpPr>
          <p:spPr>
            <a:xfrm>
              <a:off x="4442491" y="5845976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29" name="pl9729"/>
            <p:cNvSpPr/>
            <p:nvPr/>
          </p:nvSpPr>
          <p:spPr>
            <a:xfrm>
              <a:off x="5223631" y="5405606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0" name="pl9730"/>
            <p:cNvSpPr/>
            <p:nvPr/>
          </p:nvSpPr>
          <p:spPr>
            <a:xfrm>
              <a:off x="4421168" y="5816685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1" name="pl9731"/>
            <p:cNvSpPr/>
            <p:nvPr/>
          </p:nvSpPr>
          <p:spPr>
            <a:xfrm>
              <a:off x="4439428" y="5780633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2" name="pl9732"/>
            <p:cNvSpPr/>
            <p:nvPr/>
          </p:nvSpPr>
          <p:spPr>
            <a:xfrm>
              <a:off x="4943802" y="5081863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3" name="pl9733"/>
            <p:cNvSpPr/>
            <p:nvPr/>
          </p:nvSpPr>
          <p:spPr>
            <a:xfrm>
              <a:off x="4419858" y="5827836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4" name="pl9734"/>
            <p:cNvSpPr/>
            <p:nvPr/>
          </p:nvSpPr>
          <p:spPr>
            <a:xfrm>
              <a:off x="4419858" y="5824941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5" name="pl9735"/>
            <p:cNvSpPr/>
            <p:nvPr/>
          </p:nvSpPr>
          <p:spPr>
            <a:xfrm>
              <a:off x="4557392" y="5344674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6" name="pl9736"/>
            <p:cNvSpPr/>
            <p:nvPr/>
          </p:nvSpPr>
          <p:spPr>
            <a:xfrm>
              <a:off x="4495690" y="6024397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7" name="pl9737"/>
            <p:cNvSpPr/>
            <p:nvPr/>
          </p:nvSpPr>
          <p:spPr>
            <a:xfrm>
              <a:off x="4495690" y="6024397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8" name="pl9738"/>
            <p:cNvSpPr/>
            <p:nvPr/>
          </p:nvSpPr>
          <p:spPr>
            <a:xfrm>
              <a:off x="4560147" y="5794230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39" name="pl9739"/>
            <p:cNvSpPr/>
            <p:nvPr/>
          </p:nvSpPr>
          <p:spPr>
            <a:xfrm>
              <a:off x="4560877" y="5793934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40" name="pg9740"/>
            <p:cNvSpPr/>
            <p:nvPr/>
          </p:nvSpPr>
          <p:spPr>
            <a:xfrm>
              <a:off x="4293312" y="56425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1" name="pt9741"/>
            <p:cNvSpPr/>
            <p:nvPr/>
          </p:nvSpPr>
          <p:spPr>
            <a:xfrm>
              <a:off x="4589065" y="55977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2" name="pt9742"/>
            <p:cNvSpPr/>
            <p:nvPr/>
          </p:nvSpPr>
          <p:spPr>
            <a:xfrm>
              <a:off x="4599631" y="55586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3" name="pt9743"/>
            <p:cNvSpPr/>
            <p:nvPr/>
          </p:nvSpPr>
          <p:spPr>
            <a:xfrm>
              <a:off x="4402832" y="5841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4" name="pt9744"/>
            <p:cNvSpPr/>
            <p:nvPr/>
          </p:nvSpPr>
          <p:spPr>
            <a:xfrm>
              <a:off x="4409803" y="58504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5" name="pt9745"/>
            <p:cNvSpPr/>
            <p:nvPr/>
          </p:nvSpPr>
          <p:spPr>
            <a:xfrm>
              <a:off x="4356934" y="5758489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6" name="pt9746"/>
            <p:cNvSpPr/>
            <p:nvPr/>
          </p:nvSpPr>
          <p:spPr>
            <a:xfrm>
              <a:off x="4353908" y="5650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7" name="pt9747"/>
            <p:cNvSpPr/>
            <p:nvPr/>
          </p:nvSpPr>
          <p:spPr>
            <a:xfrm>
              <a:off x="4610645" y="5205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8" name="pg9748"/>
            <p:cNvSpPr/>
            <p:nvPr/>
          </p:nvSpPr>
          <p:spPr>
            <a:xfrm>
              <a:off x="4396175" y="595799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49" name="pg9749"/>
            <p:cNvSpPr/>
            <p:nvPr/>
          </p:nvSpPr>
          <p:spPr>
            <a:xfrm>
              <a:off x="4397531" y="58537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0" name="pt9750"/>
            <p:cNvSpPr/>
            <p:nvPr/>
          </p:nvSpPr>
          <p:spPr>
            <a:xfrm>
              <a:off x="4688664" y="6511516"/>
              <a:ext cx="74834" cy="74834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1" name="pt9751"/>
            <p:cNvSpPr/>
            <p:nvPr/>
          </p:nvSpPr>
          <p:spPr>
            <a:xfrm>
              <a:off x="4426822" y="57827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2" name="pt9752"/>
            <p:cNvSpPr/>
            <p:nvPr/>
          </p:nvSpPr>
          <p:spPr>
            <a:xfrm>
              <a:off x="4344781" y="5807463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3" name="pt9753"/>
            <p:cNvSpPr/>
            <p:nvPr/>
          </p:nvSpPr>
          <p:spPr>
            <a:xfrm>
              <a:off x="4790147" y="5771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4" name="pt9754"/>
            <p:cNvSpPr/>
            <p:nvPr/>
          </p:nvSpPr>
          <p:spPr>
            <a:xfrm>
              <a:off x="4688032" y="5640618"/>
              <a:ext cx="74834" cy="7483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5" name="pg9755"/>
            <p:cNvSpPr/>
            <p:nvPr/>
          </p:nvSpPr>
          <p:spPr>
            <a:xfrm>
              <a:off x="4279671" y="56775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6" name="pt9756"/>
            <p:cNvSpPr/>
            <p:nvPr/>
          </p:nvSpPr>
          <p:spPr>
            <a:xfrm>
              <a:off x="5245315" y="5603016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7" name="pg9757"/>
            <p:cNvSpPr/>
            <p:nvPr/>
          </p:nvSpPr>
          <p:spPr>
            <a:xfrm>
              <a:off x="4987612" y="56979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8" name="pg9758"/>
            <p:cNvSpPr/>
            <p:nvPr/>
          </p:nvSpPr>
          <p:spPr>
            <a:xfrm>
              <a:off x="4672513" y="571063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59" name="pt9759"/>
            <p:cNvSpPr/>
            <p:nvPr/>
          </p:nvSpPr>
          <p:spPr>
            <a:xfrm>
              <a:off x="4373887" y="5945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0" name="pt9760"/>
            <p:cNvSpPr/>
            <p:nvPr/>
          </p:nvSpPr>
          <p:spPr>
            <a:xfrm>
              <a:off x="4311554" y="64731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1" name="pt9761"/>
            <p:cNvSpPr/>
            <p:nvPr/>
          </p:nvSpPr>
          <p:spPr>
            <a:xfrm>
              <a:off x="4346397" y="5726885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2" name="pt9762"/>
            <p:cNvSpPr/>
            <p:nvPr/>
          </p:nvSpPr>
          <p:spPr>
            <a:xfrm>
              <a:off x="4744974" y="53719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3" name="pt9763"/>
            <p:cNvSpPr/>
            <p:nvPr/>
          </p:nvSpPr>
          <p:spPr>
            <a:xfrm>
              <a:off x="4785882" y="560425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4" name="pl9764"/>
            <p:cNvSpPr/>
            <p:nvPr/>
          </p:nvSpPr>
          <p:spPr>
            <a:xfrm>
              <a:off x="4325613" y="57101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5" name="pl9765"/>
            <p:cNvSpPr/>
            <p:nvPr/>
          </p:nvSpPr>
          <p:spPr>
            <a:xfrm>
              <a:off x="4360144" y="567561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6" name="pt9766"/>
            <p:cNvSpPr/>
            <p:nvPr/>
          </p:nvSpPr>
          <p:spPr>
            <a:xfrm>
              <a:off x="4448419" y="5753244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67" name="pl9767"/>
            <p:cNvSpPr/>
            <p:nvPr/>
          </p:nvSpPr>
          <p:spPr>
            <a:xfrm>
              <a:off x="4284034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8" name="pl9768"/>
            <p:cNvSpPr/>
            <p:nvPr/>
          </p:nvSpPr>
          <p:spPr>
            <a:xfrm>
              <a:off x="4284034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69" name="pl9769"/>
            <p:cNvSpPr/>
            <p:nvPr/>
          </p:nvSpPr>
          <p:spPr>
            <a:xfrm>
              <a:off x="4198492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0" name="pl9770"/>
            <p:cNvSpPr/>
            <p:nvPr/>
          </p:nvSpPr>
          <p:spPr>
            <a:xfrm>
              <a:off x="4198492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1" name="pl9771"/>
            <p:cNvSpPr/>
            <p:nvPr/>
          </p:nvSpPr>
          <p:spPr>
            <a:xfrm>
              <a:off x="4188378" y="49607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2" name="pl9772"/>
            <p:cNvSpPr/>
            <p:nvPr/>
          </p:nvSpPr>
          <p:spPr>
            <a:xfrm>
              <a:off x="4222909" y="49262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3" name="pg9773"/>
            <p:cNvSpPr/>
            <p:nvPr/>
          </p:nvSpPr>
          <p:spPr>
            <a:xfrm>
              <a:off x="4347367" y="591231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74" name="pt9774"/>
            <p:cNvSpPr/>
            <p:nvPr/>
          </p:nvSpPr>
          <p:spPr>
            <a:xfrm>
              <a:off x="3979139" y="5073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75" name="pt9775"/>
            <p:cNvSpPr/>
            <p:nvPr/>
          </p:nvSpPr>
          <p:spPr>
            <a:xfrm>
              <a:off x="4656333" y="5753535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76" name="pl9776"/>
            <p:cNvSpPr/>
            <p:nvPr/>
          </p:nvSpPr>
          <p:spPr>
            <a:xfrm>
              <a:off x="4364792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9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7" name="pl9777"/>
            <p:cNvSpPr/>
            <p:nvPr/>
          </p:nvSpPr>
          <p:spPr>
            <a:xfrm>
              <a:off x="4364792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9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8" name="pl9778"/>
            <p:cNvSpPr/>
            <p:nvPr/>
          </p:nvSpPr>
          <p:spPr>
            <a:xfrm>
              <a:off x="4349293" y="5826170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9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79" name="pl9779"/>
            <p:cNvSpPr/>
            <p:nvPr/>
          </p:nvSpPr>
          <p:spPr>
            <a:xfrm>
              <a:off x="4402209" y="5773254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9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0" name="pl9780"/>
            <p:cNvSpPr/>
            <p:nvPr/>
          </p:nvSpPr>
          <p:spPr>
            <a:xfrm>
              <a:off x="4347255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1" name="pl9781"/>
            <p:cNvSpPr/>
            <p:nvPr/>
          </p:nvSpPr>
          <p:spPr>
            <a:xfrm>
              <a:off x="4347255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2" name="pl9782"/>
            <p:cNvSpPr/>
            <p:nvPr/>
          </p:nvSpPr>
          <p:spPr>
            <a:xfrm>
              <a:off x="4329526" y="577838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3" name="pl9783"/>
            <p:cNvSpPr/>
            <p:nvPr/>
          </p:nvSpPr>
          <p:spPr>
            <a:xfrm>
              <a:off x="4390058" y="571784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4" name="pt9784"/>
            <p:cNvSpPr/>
            <p:nvPr/>
          </p:nvSpPr>
          <p:spPr>
            <a:xfrm>
              <a:off x="4348937" y="579629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85" name="pt9785"/>
            <p:cNvSpPr/>
            <p:nvPr/>
          </p:nvSpPr>
          <p:spPr>
            <a:xfrm>
              <a:off x="4284277" y="5852031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86" name="pl9786"/>
            <p:cNvSpPr/>
            <p:nvPr/>
          </p:nvSpPr>
          <p:spPr>
            <a:xfrm>
              <a:off x="4289052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7" name="pl9787"/>
            <p:cNvSpPr/>
            <p:nvPr/>
          </p:nvSpPr>
          <p:spPr>
            <a:xfrm>
              <a:off x="4289052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8" name="pl9788"/>
            <p:cNvSpPr/>
            <p:nvPr/>
          </p:nvSpPr>
          <p:spPr>
            <a:xfrm>
              <a:off x="4273554" y="566576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89" name="pl9789"/>
            <p:cNvSpPr/>
            <p:nvPr/>
          </p:nvSpPr>
          <p:spPr>
            <a:xfrm>
              <a:off x="4326470" y="561285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0" name="pt9790"/>
            <p:cNvSpPr/>
            <p:nvPr/>
          </p:nvSpPr>
          <p:spPr>
            <a:xfrm>
              <a:off x="4339398" y="5688033"/>
              <a:ext cx="48833" cy="48833"/>
            </a:xfrm>
            <a:prstGeom prst="ellipse">
              <a:avLst/>
            </a:prstGeom>
            <a:solidFill>
              <a:srgbClr val="A6761D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791" name="pl9791"/>
            <p:cNvSpPr/>
            <p:nvPr/>
          </p:nvSpPr>
          <p:spPr>
            <a:xfrm>
              <a:off x="4435033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2" name="pl9792"/>
            <p:cNvSpPr/>
            <p:nvPr/>
          </p:nvSpPr>
          <p:spPr>
            <a:xfrm>
              <a:off x="4435033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3" name="pl9793"/>
            <p:cNvSpPr/>
            <p:nvPr/>
          </p:nvSpPr>
          <p:spPr>
            <a:xfrm>
              <a:off x="4424919" y="5906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4" name="pl9794"/>
            <p:cNvSpPr/>
            <p:nvPr/>
          </p:nvSpPr>
          <p:spPr>
            <a:xfrm>
              <a:off x="4459450" y="5872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5" name="pl9795"/>
            <p:cNvSpPr/>
            <p:nvPr/>
          </p:nvSpPr>
          <p:spPr>
            <a:xfrm>
              <a:off x="4350788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6" name="pl9796"/>
            <p:cNvSpPr/>
            <p:nvPr/>
          </p:nvSpPr>
          <p:spPr>
            <a:xfrm>
              <a:off x="4350788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7" name="pl9797"/>
            <p:cNvSpPr/>
            <p:nvPr/>
          </p:nvSpPr>
          <p:spPr>
            <a:xfrm>
              <a:off x="4321635" y="5836582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8" name="pl9798"/>
            <p:cNvSpPr/>
            <p:nvPr/>
          </p:nvSpPr>
          <p:spPr>
            <a:xfrm>
              <a:off x="4421168" y="5737048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799" name="pl9799"/>
            <p:cNvSpPr/>
            <p:nvPr/>
          </p:nvSpPr>
          <p:spPr>
            <a:xfrm>
              <a:off x="4682060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0" name="pl9800"/>
            <p:cNvSpPr/>
            <p:nvPr/>
          </p:nvSpPr>
          <p:spPr>
            <a:xfrm>
              <a:off x="4682060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1" name="pl9801"/>
            <p:cNvSpPr/>
            <p:nvPr/>
          </p:nvSpPr>
          <p:spPr>
            <a:xfrm>
              <a:off x="4664330" y="5650501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2" name="pl9802"/>
            <p:cNvSpPr/>
            <p:nvPr/>
          </p:nvSpPr>
          <p:spPr>
            <a:xfrm>
              <a:off x="4724862" y="5589970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3" name="pl9803"/>
            <p:cNvSpPr/>
            <p:nvPr/>
          </p:nvSpPr>
          <p:spPr>
            <a:xfrm>
              <a:off x="3599043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4" name="pl9804"/>
            <p:cNvSpPr/>
            <p:nvPr/>
          </p:nvSpPr>
          <p:spPr>
            <a:xfrm>
              <a:off x="3599043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5" name="pl9805"/>
            <p:cNvSpPr/>
            <p:nvPr/>
          </p:nvSpPr>
          <p:spPr>
            <a:xfrm>
              <a:off x="3588930" y="58350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6" name="pl9806"/>
            <p:cNvSpPr/>
            <p:nvPr/>
          </p:nvSpPr>
          <p:spPr>
            <a:xfrm>
              <a:off x="3623460" y="5800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7" name="pt9807"/>
            <p:cNvSpPr/>
            <p:nvPr/>
          </p:nvSpPr>
          <p:spPr>
            <a:xfrm>
              <a:off x="4525026" y="538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08" name="pl9808"/>
            <p:cNvSpPr/>
            <p:nvPr/>
          </p:nvSpPr>
          <p:spPr>
            <a:xfrm>
              <a:off x="4130583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09" name="pl9809"/>
            <p:cNvSpPr/>
            <p:nvPr/>
          </p:nvSpPr>
          <p:spPr>
            <a:xfrm>
              <a:off x="4130583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0" name="pl9810"/>
            <p:cNvSpPr/>
            <p:nvPr/>
          </p:nvSpPr>
          <p:spPr>
            <a:xfrm>
              <a:off x="4116662" y="571512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1" name="pl9811"/>
            <p:cNvSpPr/>
            <p:nvPr/>
          </p:nvSpPr>
          <p:spPr>
            <a:xfrm>
              <a:off x="4164193" y="56675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2" name="pl9812"/>
            <p:cNvSpPr/>
            <p:nvPr/>
          </p:nvSpPr>
          <p:spPr>
            <a:xfrm>
              <a:off x="4426895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3" name="pl9813"/>
            <p:cNvSpPr/>
            <p:nvPr/>
          </p:nvSpPr>
          <p:spPr>
            <a:xfrm>
              <a:off x="4426895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4" name="pl9814"/>
            <p:cNvSpPr/>
            <p:nvPr/>
          </p:nvSpPr>
          <p:spPr>
            <a:xfrm>
              <a:off x="4412974" y="602853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5" name="pl9815"/>
            <p:cNvSpPr/>
            <p:nvPr/>
          </p:nvSpPr>
          <p:spPr>
            <a:xfrm>
              <a:off x="4460505" y="598100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6" name="pt9816"/>
            <p:cNvSpPr/>
            <p:nvPr/>
          </p:nvSpPr>
          <p:spPr>
            <a:xfrm>
              <a:off x="4323189" y="5837587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17" name="pl9817"/>
            <p:cNvSpPr/>
            <p:nvPr/>
          </p:nvSpPr>
          <p:spPr>
            <a:xfrm>
              <a:off x="4339054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8" name="pl9818"/>
            <p:cNvSpPr/>
            <p:nvPr/>
          </p:nvSpPr>
          <p:spPr>
            <a:xfrm>
              <a:off x="4339054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19" name="pl9819"/>
            <p:cNvSpPr/>
            <p:nvPr/>
          </p:nvSpPr>
          <p:spPr>
            <a:xfrm>
              <a:off x="4328940" y="5708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0" name="pl9820"/>
            <p:cNvSpPr/>
            <p:nvPr/>
          </p:nvSpPr>
          <p:spPr>
            <a:xfrm>
              <a:off x="4363471" y="5674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1" name="pt9821"/>
            <p:cNvSpPr/>
            <p:nvPr/>
          </p:nvSpPr>
          <p:spPr>
            <a:xfrm>
              <a:off x="4436857" y="5988307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22" name="pt9822"/>
            <p:cNvSpPr/>
            <p:nvPr/>
          </p:nvSpPr>
          <p:spPr>
            <a:xfrm>
              <a:off x="4637831" y="571733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23" name="pt9823"/>
            <p:cNvSpPr/>
            <p:nvPr/>
          </p:nvSpPr>
          <p:spPr>
            <a:xfrm>
              <a:off x="4519930" y="5819736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24" name="pl9824"/>
            <p:cNvSpPr/>
            <p:nvPr/>
          </p:nvSpPr>
          <p:spPr>
            <a:xfrm>
              <a:off x="4468448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5" name="pl9825"/>
            <p:cNvSpPr/>
            <p:nvPr/>
          </p:nvSpPr>
          <p:spPr>
            <a:xfrm>
              <a:off x="4468448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6" name="pl9826"/>
            <p:cNvSpPr/>
            <p:nvPr/>
          </p:nvSpPr>
          <p:spPr>
            <a:xfrm>
              <a:off x="4454527" y="579886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7" name="pl9827"/>
            <p:cNvSpPr/>
            <p:nvPr/>
          </p:nvSpPr>
          <p:spPr>
            <a:xfrm>
              <a:off x="4502058" y="575133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8" name="pl9828"/>
            <p:cNvSpPr/>
            <p:nvPr/>
          </p:nvSpPr>
          <p:spPr>
            <a:xfrm>
              <a:off x="4347342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29" name="pl9829"/>
            <p:cNvSpPr/>
            <p:nvPr/>
          </p:nvSpPr>
          <p:spPr>
            <a:xfrm>
              <a:off x="4347342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0" name="pl9830"/>
            <p:cNvSpPr/>
            <p:nvPr/>
          </p:nvSpPr>
          <p:spPr>
            <a:xfrm>
              <a:off x="4322481" y="5805861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1" name="pl9831"/>
            <p:cNvSpPr/>
            <p:nvPr/>
          </p:nvSpPr>
          <p:spPr>
            <a:xfrm>
              <a:off x="4407363" y="5720979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2" name="pl9832"/>
            <p:cNvSpPr/>
            <p:nvPr/>
          </p:nvSpPr>
          <p:spPr>
            <a:xfrm>
              <a:off x="4435343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3" name="pl9833"/>
            <p:cNvSpPr/>
            <p:nvPr/>
          </p:nvSpPr>
          <p:spPr>
            <a:xfrm>
              <a:off x="4435343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4" name="pl9834"/>
            <p:cNvSpPr/>
            <p:nvPr/>
          </p:nvSpPr>
          <p:spPr>
            <a:xfrm>
              <a:off x="4425230" y="5770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5" name="pl9835"/>
            <p:cNvSpPr/>
            <p:nvPr/>
          </p:nvSpPr>
          <p:spPr>
            <a:xfrm>
              <a:off x="4459760" y="5735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6" name="pg9836"/>
            <p:cNvSpPr/>
            <p:nvPr/>
          </p:nvSpPr>
          <p:spPr>
            <a:xfrm>
              <a:off x="5209018" y="6014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37" name="pl9837"/>
            <p:cNvSpPr/>
            <p:nvPr/>
          </p:nvSpPr>
          <p:spPr>
            <a:xfrm>
              <a:off x="3896445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8" name="pl9838"/>
            <p:cNvSpPr/>
            <p:nvPr/>
          </p:nvSpPr>
          <p:spPr>
            <a:xfrm>
              <a:off x="3896445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39" name="pl9839"/>
            <p:cNvSpPr/>
            <p:nvPr/>
          </p:nvSpPr>
          <p:spPr>
            <a:xfrm>
              <a:off x="3886331" y="50740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0" name="pl9840"/>
            <p:cNvSpPr/>
            <p:nvPr/>
          </p:nvSpPr>
          <p:spPr>
            <a:xfrm>
              <a:off x="3920862" y="50394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1" name="pl9841"/>
            <p:cNvSpPr/>
            <p:nvPr/>
          </p:nvSpPr>
          <p:spPr>
            <a:xfrm>
              <a:off x="4434422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2" name="pl9842"/>
            <p:cNvSpPr/>
            <p:nvPr/>
          </p:nvSpPr>
          <p:spPr>
            <a:xfrm>
              <a:off x="4434422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3" name="pl9843"/>
            <p:cNvSpPr/>
            <p:nvPr/>
          </p:nvSpPr>
          <p:spPr>
            <a:xfrm>
              <a:off x="4408608" y="5571181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4" name="pl9844"/>
            <p:cNvSpPr/>
            <p:nvPr/>
          </p:nvSpPr>
          <p:spPr>
            <a:xfrm>
              <a:off x="4496741" y="5483048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5" name="pg9845"/>
            <p:cNvSpPr/>
            <p:nvPr/>
          </p:nvSpPr>
          <p:spPr>
            <a:xfrm>
              <a:off x="4283870" y="643200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46" name="pl9846"/>
            <p:cNvSpPr/>
            <p:nvPr/>
          </p:nvSpPr>
          <p:spPr>
            <a:xfrm>
              <a:off x="4321249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7" name="pl9847"/>
            <p:cNvSpPr/>
            <p:nvPr/>
          </p:nvSpPr>
          <p:spPr>
            <a:xfrm>
              <a:off x="4321249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8" name="pl9848"/>
            <p:cNvSpPr/>
            <p:nvPr/>
          </p:nvSpPr>
          <p:spPr>
            <a:xfrm>
              <a:off x="4299712" y="5736937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49" name="pl9849"/>
            <p:cNvSpPr/>
            <p:nvPr/>
          </p:nvSpPr>
          <p:spPr>
            <a:xfrm>
              <a:off x="4373244" y="5663404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0" name="pt9850"/>
            <p:cNvSpPr/>
            <p:nvPr/>
          </p:nvSpPr>
          <p:spPr>
            <a:xfrm>
              <a:off x="4404815" y="5814383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1" name="pl9851"/>
            <p:cNvSpPr/>
            <p:nvPr/>
          </p:nvSpPr>
          <p:spPr>
            <a:xfrm>
              <a:off x="4367350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2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2" name="pl9852"/>
            <p:cNvSpPr/>
            <p:nvPr/>
          </p:nvSpPr>
          <p:spPr>
            <a:xfrm>
              <a:off x="4367350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2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3" name="pl9853"/>
            <p:cNvSpPr/>
            <p:nvPr/>
          </p:nvSpPr>
          <p:spPr>
            <a:xfrm>
              <a:off x="4347162" y="5793211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2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4" name="pl9854"/>
            <p:cNvSpPr/>
            <p:nvPr/>
          </p:nvSpPr>
          <p:spPr>
            <a:xfrm>
              <a:off x="4416089" y="5724285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549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5" name="pt9855"/>
            <p:cNvSpPr/>
            <p:nvPr/>
          </p:nvSpPr>
          <p:spPr>
            <a:xfrm>
              <a:off x="4588410" y="58880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6" name="pt9856"/>
            <p:cNvSpPr/>
            <p:nvPr/>
          </p:nvSpPr>
          <p:spPr>
            <a:xfrm>
              <a:off x="5248596" y="5877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7" name="pt9857"/>
            <p:cNvSpPr/>
            <p:nvPr/>
          </p:nvSpPr>
          <p:spPr>
            <a:xfrm>
              <a:off x="4623102" y="5403795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58" name="pl9858"/>
            <p:cNvSpPr/>
            <p:nvPr/>
          </p:nvSpPr>
          <p:spPr>
            <a:xfrm>
              <a:off x="4563528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59" name="pl9859"/>
            <p:cNvSpPr/>
            <p:nvPr/>
          </p:nvSpPr>
          <p:spPr>
            <a:xfrm>
              <a:off x="4563528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0" name="pl9860"/>
            <p:cNvSpPr/>
            <p:nvPr/>
          </p:nvSpPr>
          <p:spPr>
            <a:xfrm>
              <a:off x="4549606" y="533328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1" name="pl9861"/>
            <p:cNvSpPr/>
            <p:nvPr/>
          </p:nvSpPr>
          <p:spPr>
            <a:xfrm>
              <a:off x="4597137" y="5285757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2" name="pt9862"/>
            <p:cNvSpPr/>
            <p:nvPr/>
          </p:nvSpPr>
          <p:spPr>
            <a:xfrm>
              <a:off x="4889322" y="6417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63" name="pl9863"/>
            <p:cNvSpPr/>
            <p:nvPr/>
          </p:nvSpPr>
          <p:spPr>
            <a:xfrm>
              <a:off x="4562151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4" name="pl9864"/>
            <p:cNvSpPr/>
            <p:nvPr/>
          </p:nvSpPr>
          <p:spPr>
            <a:xfrm>
              <a:off x="4562151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5" name="pl9865"/>
            <p:cNvSpPr/>
            <p:nvPr/>
          </p:nvSpPr>
          <p:spPr>
            <a:xfrm>
              <a:off x="4548229" y="658900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6" name="pl9866"/>
            <p:cNvSpPr/>
            <p:nvPr/>
          </p:nvSpPr>
          <p:spPr>
            <a:xfrm>
              <a:off x="4595760" y="654147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7" name="pl9867"/>
            <p:cNvSpPr/>
            <p:nvPr/>
          </p:nvSpPr>
          <p:spPr>
            <a:xfrm>
              <a:off x="4333589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8" name="pl9868"/>
            <p:cNvSpPr/>
            <p:nvPr/>
          </p:nvSpPr>
          <p:spPr>
            <a:xfrm>
              <a:off x="4333589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69" name="pl9869"/>
            <p:cNvSpPr/>
            <p:nvPr/>
          </p:nvSpPr>
          <p:spPr>
            <a:xfrm>
              <a:off x="4319667" y="572912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0" name="pl9870"/>
            <p:cNvSpPr/>
            <p:nvPr/>
          </p:nvSpPr>
          <p:spPr>
            <a:xfrm>
              <a:off x="4367198" y="568159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1" name="pt9871"/>
            <p:cNvSpPr/>
            <p:nvPr/>
          </p:nvSpPr>
          <p:spPr>
            <a:xfrm>
              <a:off x="4382438" y="5787627"/>
              <a:ext cx="74834" cy="74834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72" name="pl9872"/>
            <p:cNvSpPr/>
            <p:nvPr/>
          </p:nvSpPr>
          <p:spPr>
            <a:xfrm>
              <a:off x="3633502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3" name="pl9873"/>
            <p:cNvSpPr/>
            <p:nvPr/>
          </p:nvSpPr>
          <p:spPr>
            <a:xfrm>
              <a:off x="3633502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4" name="pl9874"/>
            <p:cNvSpPr/>
            <p:nvPr/>
          </p:nvSpPr>
          <p:spPr>
            <a:xfrm>
              <a:off x="3616793" y="6032043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5" name="pl9875"/>
            <p:cNvSpPr/>
            <p:nvPr/>
          </p:nvSpPr>
          <p:spPr>
            <a:xfrm>
              <a:off x="3673842" y="5974995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6" name="pl9876"/>
            <p:cNvSpPr/>
            <p:nvPr/>
          </p:nvSpPr>
          <p:spPr>
            <a:xfrm>
              <a:off x="4348797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7" name="pl9877"/>
            <p:cNvSpPr/>
            <p:nvPr/>
          </p:nvSpPr>
          <p:spPr>
            <a:xfrm>
              <a:off x="4348797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8" name="pl9878"/>
            <p:cNvSpPr/>
            <p:nvPr/>
          </p:nvSpPr>
          <p:spPr>
            <a:xfrm>
              <a:off x="4327260" y="5953335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79" name="pl9879"/>
            <p:cNvSpPr/>
            <p:nvPr/>
          </p:nvSpPr>
          <p:spPr>
            <a:xfrm>
              <a:off x="4400792" y="5879803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0" name="pt9880"/>
            <p:cNvSpPr/>
            <p:nvPr/>
          </p:nvSpPr>
          <p:spPr>
            <a:xfrm>
              <a:off x="4414392" y="5725727"/>
              <a:ext cx="109811" cy="109811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1" name="pt9881"/>
            <p:cNvSpPr/>
            <p:nvPr/>
          </p:nvSpPr>
          <p:spPr>
            <a:xfrm>
              <a:off x="4336737" y="568679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2" name="pt9882"/>
            <p:cNvSpPr/>
            <p:nvPr/>
          </p:nvSpPr>
          <p:spPr>
            <a:xfrm>
              <a:off x="4552492" y="5826257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3" name="pg9883"/>
            <p:cNvSpPr/>
            <p:nvPr/>
          </p:nvSpPr>
          <p:spPr>
            <a:xfrm>
              <a:off x="4504069" y="538766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4" name="pl9884"/>
            <p:cNvSpPr/>
            <p:nvPr/>
          </p:nvSpPr>
          <p:spPr>
            <a:xfrm>
              <a:off x="3685492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5" name="pl9885"/>
            <p:cNvSpPr/>
            <p:nvPr/>
          </p:nvSpPr>
          <p:spPr>
            <a:xfrm>
              <a:off x="3685492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6" name="pl9886"/>
            <p:cNvSpPr/>
            <p:nvPr/>
          </p:nvSpPr>
          <p:spPr>
            <a:xfrm>
              <a:off x="3671570" y="6092209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7" name="pl9887"/>
            <p:cNvSpPr/>
            <p:nvPr/>
          </p:nvSpPr>
          <p:spPr>
            <a:xfrm>
              <a:off x="3719101" y="6044678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88" name="pt9888"/>
            <p:cNvSpPr/>
            <p:nvPr/>
          </p:nvSpPr>
          <p:spPr>
            <a:xfrm>
              <a:off x="4323379" y="5806132"/>
              <a:ext cx="109811" cy="109811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89" name="pt9889"/>
            <p:cNvSpPr/>
            <p:nvPr/>
          </p:nvSpPr>
          <p:spPr>
            <a:xfrm>
              <a:off x="4417841" y="5800525"/>
              <a:ext cx="48833" cy="48833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0" name="pg9890"/>
            <p:cNvSpPr/>
            <p:nvPr/>
          </p:nvSpPr>
          <p:spPr>
            <a:xfrm>
              <a:off x="4541884" y="52798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1" name="pt9891"/>
            <p:cNvSpPr/>
            <p:nvPr/>
          </p:nvSpPr>
          <p:spPr>
            <a:xfrm>
              <a:off x="4373607" y="5845331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2" name="pt9892"/>
            <p:cNvSpPr/>
            <p:nvPr/>
          </p:nvSpPr>
          <p:spPr>
            <a:xfrm>
              <a:off x="4431233" y="5883002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3" name="pl9893"/>
            <p:cNvSpPr/>
            <p:nvPr/>
          </p:nvSpPr>
          <p:spPr>
            <a:xfrm>
              <a:off x="4265170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4" name="pl9894"/>
            <p:cNvSpPr/>
            <p:nvPr/>
          </p:nvSpPr>
          <p:spPr>
            <a:xfrm>
              <a:off x="4265170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5" name="pl9895"/>
            <p:cNvSpPr/>
            <p:nvPr/>
          </p:nvSpPr>
          <p:spPr>
            <a:xfrm>
              <a:off x="4255056" y="660641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6" name="pl9896"/>
            <p:cNvSpPr/>
            <p:nvPr/>
          </p:nvSpPr>
          <p:spPr>
            <a:xfrm>
              <a:off x="4289587" y="65718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97" name="pt9897"/>
            <p:cNvSpPr/>
            <p:nvPr/>
          </p:nvSpPr>
          <p:spPr>
            <a:xfrm>
              <a:off x="4314436" y="5728748"/>
              <a:ext cx="160668" cy="160668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8" name="pg9898"/>
            <p:cNvSpPr/>
            <p:nvPr/>
          </p:nvSpPr>
          <p:spPr>
            <a:xfrm>
              <a:off x="4499074" y="5563799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899" name="pt9899"/>
            <p:cNvSpPr/>
            <p:nvPr/>
          </p:nvSpPr>
          <p:spPr>
            <a:xfrm>
              <a:off x="4286389" y="60851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0" name="pt9900"/>
            <p:cNvSpPr/>
            <p:nvPr/>
          </p:nvSpPr>
          <p:spPr>
            <a:xfrm>
              <a:off x="4309704" y="60623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1" name="pg9901"/>
            <p:cNvSpPr/>
            <p:nvPr/>
          </p:nvSpPr>
          <p:spPr>
            <a:xfrm>
              <a:off x="4564598" y="578762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2" name="pt9902"/>
            <p:cNvSpPr/>
            <p:nvPr/>
          </p:nvSpPr>
          <p:spPr>
            <a:xfrm>
              <a:off x="4326260" y="5695339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3" name="pt9903"/>
            <p:cNvSpPr/>
            <p:nvPr/>
          </p:nvSpPr>
          <p:spPr>
            <a:xfrm>
              <a:off x="4652792" y="5567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4" name="pt9904"/>
            <p:cNvSpPr/>
            <p:nvPr/>
          </p:nvSpPr>
          <p:spPr>
            <a:xfrm>
              <a:off x="4373107" y="5787659"/>
              <a:ext cx="80678" cy="80678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5" name="pt9905"/>
            <p:cNvSpPr/>
            <p:nvPr/>
          </p:nvSpPr>
          <p:spPr>
            <a:xfrm>
              <a:off x="4369723" y="5790933"/>
              <a:ext cx="74834" cy="74834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6" name="pt9906"/>
            <p:cNvSpPr/>
            <p:nvPr/>
          </p:nvSpPr>
          <p:spPr>
            <a:xfrm>
              <a:off x="4363959" y="5989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7" name="pt9907"/>
            <p:cNvSpPr/>
            <p:nvPr/>
          </p:nvSpPr>
          <p:spPr>
            <a:xfrm>
              <a:off x="4546918" y="53398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8" name="pt9908"/>
            <p:cNvSpPr/>
            <p:nvPr/>
          </p:nvSpPr>
          <p:spPr>
            <a:xfrm>
              <a:off x="3736542" y="54040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09" name="pt9909"/>
            <p:cNvSpPr/>
            <p:nvPr/>
          </p:nvSpPr>
          <p:spPr>
            <a:xfrm>
              <a:off x="4299698" y="5043148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0" name="pt9910"/>
            <p:cNvSpPr/>
            <p:nvPr/>
          </p:nvSpPr>
          <p:spPr>
            <a:xfrm>
              <a:off x="5122089" y="5247448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1" name="pt9911"/>
            <p:cNvSpPr/>
            <p:nvPr/>
          </p:nvSpPr>
          <p:spPr>
            <a:xfrm>
              <a:off x="4340980" y="55853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2" name="pt9912"/>
            <p:cNvSpPr/>
            <p:nvPr/>
          </p:nvSpPr>
          <p:spPr>
            <a:xfrm>
              <a:off x="4526974" y="5810290"/>
              <a:ext cx="80678" cy="80678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3" name="pt9913"/>
            <p:cNvSpPr/>
            <p:nvPr/>
          </p:nvSpPr>
          <p:spPr>
            <a:xfrm>
              <a:off x="3941368" y="51677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4" name="pt9914"/>
            <p:cNvSpPr/>
            <p:nvPr/>
          </p:nvSpPr>
          <p:spPr>
            <a:xfrm>
              <a:off x="4357277" y="5592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5" name="pt9915"/>
            <p:cNvSpPr/>
            <p:nvPr/>
          </p:nvSpPr>
          <p:spPr>
            <a:xfrm>
              <a:off x="4299052" y="5637280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6" name="pl9916"/>
            <p:cNvSpPr/>
            <p:nvPr/>
          </p:nvSpPr>
          <p:spPr>
            <a:xfrm>
              <a:off x="4299052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7" name="pl9917"/>
            <p:cNvSpPr/>
            <p:nvPr/>
          </p:nvSpPr>
          <p:spPr>
            <a:xfrm>
              <a:off x="4299052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18" name="pg9918"/>
            <p:cNvSpPr/>
            <p:nvPr/>
          </p:nvSpPr>
          <p:spPr>
            <a:xfrm>
              <a:off x="4152882" y="57998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19" name="pt9919"/>
            <p:cNvSpPr/>
            <p:nvPr/>
          </p:nvSpPr>
          <p:spPr>
            <a:xfrm>
              <a:off x="3952544" y="51837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0" name="pt9920"/>
            <p:cNvSpPr/>
            <p:nvPr/>
          </p:nvSpPr>
          <p:spPr>
            <a:xfrm>
              <a:off x="4508572" y="57402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1" name="pt9921"/>
            <p:cNvSpPr/>
            <p:nvPr/>
          </p:nvSpPr>
          <p:spPr>
            <a:xfrm>
              <a:off x="4436232" y="5853125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2" name="pt9922"/>
            <p:cNvSpPr/>
            <p:nvPr/>
          </p:nvSpPr>
          <p:spPr>
            <a:xfrm>
              <a:off x="4709481" y="6525496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3" name="pt9923"/>
            <p:cNvSpPr/>
            <p:nvPr/>
          </p:nvSpPr>
          <p:spPr>
            <a:xfrm>
              <a:off x="4346762" y="5789034"/>
              <a:ext cx="80678" cy="80678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4" name="pt9924"/>
            <p:cNvSpPr/>
            <p:nvPr/>
          </p:nvSpPr>
          <p:spPr>
            <a:xfrm>
              <a:off x="4405798" y="5925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5" name="pt9925"/>
            <p:cNvSpPr/>
            <p:nvPr/>
          </p:nvSpPr>
          <p:spPr>
            <a:xfrm>
              <a:off x="5265977" y="569987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6" name="pt9926"/>
            <p:cNvSpPr/>
            <p:nvPr/>
          </p:nvSpPr>
          <p:spPr>
            <a:xfrm>
              <a:off x="4409236" y="54177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7" name="pt9927"/>
            <p:cNvSpPr/>
            <p:nvPr/>
          </p:nvSpPr>
          <p:spPr>
            <a:xfrm>
              <a:off x="4453632" y="545663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8" name="pt9928"/>
            <p:cNvSpPr/>
            <p:nvPr/>
          </p:nvSpPr>
          <p:spPr>
            <a:xfrm>
              <a:off x="4270969" y="65807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29" name="pt9929"/>
            <p:cNvSpPr/>
            <p:nvPr/>
          </p:nvSpPr>
          <p:spPr>
            <a:xfrm>
              <a:off x="4363925" y="5827928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0" name="pt9930"/>
            <p:cNvSpPr/>
            <p:nvPr/>
          </p:nvSpPr>
          <p:spPr>
            <a:xfrm>
              <a:off x="4463208" y="54373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1" name="pt9931"/>
            <p:cNvSpPr/>
            <p:nvPr/>
          </p:nvSpPr>
          <p:spPr>
            <a:xfrm>
              <a:off x="3959454" y="511092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2" name="pt9932"/>
            <p:cNvSpPr/>
            <p:nvPr/>
          </p:nvSpPr>
          <p:spPr>
            <a:xfrm>
              <a:off x="4454742" y="54823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3" name="pt9933"/>
            <p:cNvSpPr/>
            <p:nvPr/>
          </p:nvSpPr>
          <p:spPr>
            <a:xfrm>
              <a:off x="5204262" y="53811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4" name="pt9934"/>
            <p:cNvSpPr/>
            <p:nvPr/>
          </p:nvSpPr>
          <p:spPr>
            <a:xfrm>
              <a:off x="4474494" y="576837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5" name="pg9935"/>
            <p:cNvSpPr/>
            <p:nvPr/>
          </p:nvSpPr>
          <p:spPr>
            <a:xfrm>
              <a:off x="4284059" y="56485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6" name="pt9936"/>
            <p:cNvSpPr/>
            <p:nvPr/>
          </p:nvSpPr>
          <p:spPr>
            <a:xfrm>
              <a:off x="4630499" y="5582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7" name="pt9937"/>
            <p:cNvSpPr/>
            <p:nvPr/>
          </p:nvSpPr>
          <p:spPr>
            <a:xfrm>
              <a:off x="3644456" y="6004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8" name="pt9938"/>
            <p:cNvSpPr/>
            <p:nvPr/>
          </p:nvSpPr>
          <p:spPr>
            <a:xfrm>
              <a:off x="4458594" y="544881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39" name="pt9939"/>
            <p:cNvSpPr/>
            <p:nvPr/>
          </p:nvSpPr>
          <p:spPr>
            <a:xfrm>
              <a:off x="4424973" y="48985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0" name="pt9940"/>
            <p:cNvSpPr/>
            <p:nvPr/>
          </p:nvSpPr>
          <p:spPr>
            <a:xfrm>
              <a:off x="4520360" y="49010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1" name="pt9941"/>
            <p:cNvSpPr/>
            <p:nvPr/>
          </p:nvSpPr>
          <p:spPr>
            <a:xfrm>
              <a:off x="3712675" y="5402208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2" name="pt9942"/>
            <p:cNvSpPr/>
            <p:nvPr/>
          </p:nvSpPr>
          <p:spPr>
            <a:xfrm>
              <a:off x="4957990" y="61631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3" name="pl9943"/>
            <p:cNvSpPr/>
            <p:nvPr/>
          </p:nvSpPr>
          <p:spPr>
            <a:xfrm>
              <a:off x="4957990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4" name="pl9944"/>
            <p:cNvSpPr/>
            <p:nvPr/>
          </p:nvSpPr>
          <p:spPr>
            <a:xfrm>
              <a:off x="4957990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45" name="pt9945"/>
            <p:cNvSpPr/>
            <p:nvPr/>
          </p:nvSpPr>
          <p:spPr>
            <a:xfrm>
              <a:off x="4520523" y="558096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6" name="pt9946"/>
            <p:cNvSpPr/>
            <p:nvPr/>
          </p:nvSpPr>
          <p:spPr>
            <a:xfrm>
              <a:off x="4372329" y="5766136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7" name="pt9947"/>
            <p:cNvSpPr/>
            <p:nvPr/>
          </p:nvSpPr>
          <p:spPr>
            <a:xfrm>
              <a:off x="4413988" y="5810618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8" name="pt9948"/>
            <p:cNvSpPr/>
            <p:nvPr/>
          </p:nvSpPr>
          <p:spPr>
            <a:xfrm>
              <a:off x="4576567" y="52626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49" name="pt9949"/>
            <p:cNvSpPr/>
            <p:nvPr/>
          </p:nvSpPr>
          <p:spPr>
            <a:xfrm>
              <a:off x="4342117" y="613848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0" name="pt9950"/>
            <p:cNvSpPr/>
            <p:nvPr/>
          </p:nvSpPr>
          <p:spPr>
            <a:xfrm>
              <a:off x="4480500" y="584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1" name="pt9951"/>
            <p:cNvSpPr/>
            <p:nvPr/>
          </p:nvSpPr>
          <p:spPr>
            <a:xfrm>
              <a:off x="4459954" y="582328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2" name="pt9952"/>
            <p:cNvSpPr/>
            <p:nvPr/>
          </p:nvSpPr>
          <p:spPr>
            <a:xfrm>
              <a:off x="4403787" y="584742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3" name="pt9953"/>
            <p:cNvSpPr/>
            <p:nvPr/>
          </p:nvSpPr>
          <p:spPr>
            <a:xfrm>
              <a:off x="4306174" y="6007514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4" name="pt9954"/>
            <p:cNvSpPr/>
            <p:nvPr/>
          </p:nvSpPr>
          <p:spPr>
            <a:xfrm>
              <a:off x="4340508" y="5720233"/>
              <a:ext cx="67219" cy="67219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5" name="pt9955"/>
            <p:cNvSpPr/>
            <p:nvPr/>
          </p:nvSpPr>
          <p:spPr>
            <a:xfrm>
              <a:off x="4405074" y="5808559"/>
              <a:ext cx="74834" cy="74834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6" name="pt9956"/>
            <p:cNvSpPr/>
            <p:nvPr/>
          </p:nvSpPr>
          <p:spPr>
            <a:xfrm>
              <a:off x="4408375" y="59156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7" name="pt9957"/>
            <p:cNvSpPr/>
            <p:nvPr/>
          </p:nvSpPr>
          <p:spPr>
            <a:xfrm>
              <a:off x="4405248" y="59086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8" name="pt9958"/>
            <p:cNvSpPr/>
            <p:nvPr/>
          </p:nvSpPr>
          <p:spPr>
            <a:xfrm>
              <a:off x="4603029" y="55765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59" name="pt9959"/>
            <p:cNvSpPr/>
            <p:nvPr/>
          </p:nvSpPr>
          <p:spPr>
            <a:xfrm>
              <a:off x="4238599" y="527900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0" name="pt9960"/>
            <p:cNvSpPr/>
            <p:nvPr/>
          </p:nvSpPr>
          <p:spPr>
            <a:xfrm>
              <a:off x="4741591" y="577452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1" name="pt9961"/>
            <p:cNvSpPr/>
            <p:nvPr/>
          </p:nvSpPr>
          <p:spPr>
            <a:xfrm>
              <a:off x="4438669" y="56177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2" name="pt9962"/>
            <p:cNvSpPr/>
            <p:nvPr/>
          </p:nvSpPr>
          <p:spPr>
            <a:xfrm>
              <a:off x="4427254" y="5766298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3" name="pt9963"/>
            <p:cNvSpPr/>
            <p:nvPr/>
          </p:nvSpPr>
          <p:spPr>
            <a:xfrm>
              <a:off x="4390941" y="59508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4" name="pt9964"/>
            <p:cNvSpPr/>
            <p:nvPr/>
          </p:nvSpPr>
          <p:spPr>
            <a:xfrm>
              <a:off x="4377821" y="589526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5" name="pt9965"/>
            <p:cNvSpPr/>
            <p:nvPr/>
          </p:nvSpPr>
          <p:spPr>
            <a:xfrm>
              <a:off x="4755440" y="5520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6" name="pt9966"/>
            <p:cNvSpPr/>
            <p:nvPr/>
          </p:nvSpPr>
          <p:spPr>
            <a:xfrm>
              <a:off x="4356336" y="5780600"/>
              <a:ext cx="74834" cy="74834"/>
            </a:xfrm>
            <a:prstGeom prst="ellipse">
              <a:avLst/>
            </a:prstGeom>
            <a:solidFill>
              <a:srgbClr val="7570B3">
                <a:alpha val="4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7" name="pt9967"/>
            <p:cNvSpPr/>
            <p:nvPr/>
          </p:nvSpPr>
          <p:spPr>
            <a:xfrm>
              <a:off x="4452724" y="5752467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8" name="pt9968"/>
            <p:cNvSpPr/>
            <p:nvPr/>
          </p:nvSpPr>
          <p:spPr>
            <a:xfrm>
              <a:off x="4807494" y="54728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69" name="pt9969"/>
            <p:cNvSpPr/>
            <p:nvPr/>
          </p:nvSpPr>
          <p:spPr>
            <a:xfrm>
              <a:off x="4402307" y="5787935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0" name="pt9970"/>
            <p:cNvSpPr/>
            <p:nvPr/>
          </p:nvSpPr>
          <p:spPr>
            <a:xfrm>
              <a:off x="4512826" y="57342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1" name="pg9971"/>
            <p:cNvSpPr/>
            <p:nvPr/>
          </p:nvSpPr>
          <p:spPr>
            <a:xfrm>
              <a:off x="5189458" y="603351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2" name="pt9972"/>
            <p:cNvSpPr/>
            <p:nvPr/>
          </p:nvSpPr>
          <p:spPr>
            <a:xfrm>
              <a:off x="4695472" y="4925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3" name="pt9973"/>
            <p:cNvSpPr/>
            <p:nvPr/>
          </p:nvSpPr>
          <p:spPr>
            <a:xfrm>
              <a:off x="3649454" y="59479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4" name="pt9974"/>
            <p:cNvSpPr/>
            <p:nvPr/>
          </p:nvSpPr>
          <p:spPr>
            <a:xfrm>
              <a:off x="4353037" y="577641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5" name="pt9975"/>
            <p:cNvSpPr/>
            <p:nvPr/>
          </p:nvSpPr>
          <p:spPr>
            <a:xfrm>
              <a:off x="4382298" y="58366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6" name="pt9976"/>
            <p:cNvSpPr/>
            <p:nvPr/>
          </p:nvSpPr>
          <p:spPr>
            <a:xfrm>
              <a:off x="4437694" y="5832589"/>
              <a:ext cx="48833" cy="48833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7" name="pt9977"/>
            <p:cNvSpPr/>
            <p:nvPr/>
          </p:nvSpPr>
          <p:spPr>
            <a:xfrm>
              <a:off x="4554592" y="5564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8" name="pt9978"/>
            <p:cNvSpPr/>
            <p:nvPr/>
          </p:nvSpPr>
          <p:spPr>
            <a:xfrm>
              <a:off x="3619013" y="5949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79" name="pt9979"/>
            <p:cNvSpPr/>
            <p:nvPr/>
          </p:nvSpPr>
          <p:spPr>
            <a:xfrm>
              <a:off x="4323685" y="561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0" name="pt9980"/>
            <p:cNvSpPr/>
            <p:nvPr/>
          </p:nvSpPr>
          <p:spPr>
            <a:xfrm>
              <a:off x="4979502" y="63541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1" name="pt9981"/>
            <p:cNvSpPr/>
            <p:nvPr/>
          </p:nvSpPr>
          <p:spPr>
            <a:xfrm>
              <a:off x="4370058" y="5775857"/>
              <a:ext cx="74834" cy="74834"/>
            </a:xfrm>
            <a:prstGeom prst="ellipse">
              <a:avLst/>
            </a:prstGeom>
            <a:solidFill>
              <a:srgbClr val="7570B3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2" name="pt9982"/>
            <p:cNvSpPr/>
            <p:nvPr/>
          </p:nvSpPr>
          <p:spPr>
            <a:xfrm>
              <a:off x="4050313" y="6493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3" name="pt9983"/>
            <p:cNvSpPr/>
            <p:nvPr/>
          </p:nvSpPr>
          <p:spPr>
            <a:xfrm>
              <a:off x="3589879" y="58125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4" name="pl9984"/>
            <p:cNvSpPr/>
            <p:nvPr/>
          </p:nvSpPr>
          <p:spPr>
            <a:xfrm>
              <a:off x="4987616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5" name="pl9985"/>
            <p:cNvSpPr/>
            <p:nvPr/>
          </p:nvSpPr>
          <p:spPr>
            <a:xfrm>
              <a:off x="4987616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6" name="pl9986"/>
            <p:cNvSpPr/>
            <p:nvPr/>
          </p:nvSpPr>
          <p:spPr>
            <a:xfrm>
              <a:off x="4977502" y="57266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7" name="pl9987"/>
            <p:cNvSpPr/>
            <p:nvPr/>
          </p:nvSpPr>
          <p:spPr>
            <a:xfrm>
              <a:off x="5012032" y="56920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988" name="pt9988"/>
            <p:cNvSpPr/>
            <p:nvPr/>
          </p:nvSpPr>
          <p:spPr>
            <a:xfrm>
              <a:off x="4391164" y="5807676"/>
              <a:ext cx="74834" cy="74834"/>
            </a:xfrm>
            <a:prstGeom prst="ellipse">
              <a:avLst/>
            </a:prstGeom>
            <a:solidFill>
              <a:srgbClr val="7570B3">
                <a:alpha val="8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89" name="pt9989"/>
            <p:cNvSpPr/>
            <p:nvPr/>
          </p:nvSpPr>
          <p:spPr>
            <a:xfrm>
              <a:off x="4485039" y="54824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0" name="pt9990"/>
            <p:cNvSpPr/>
            <p:nvPr/>
          </p:nvSpPr>
          <p:spPr>
            <a:xfrm>
              <a:off x="4329381" y="57697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1" name="pt9991"/>
            <p:cNvSpPr/>
            <p:nvPr/>
          </p:nvSpPr>
          <p:spPr>
            <a:xfrm>
              <a:off x="4445912" y="54895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2" name="pt9992"/>
            <p:cNvSpPr/>
            <p:nvPr/>
          </p:nvSpPr>
          <p:spPr>
            <a:xfrm>
              <a:off x="4624429" y="580832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3" name="pt9993"/>
            <p:cNvSpPr/>
            <p:nvPr/>
          </p:nvSpPr>
          <p:spPr>
            <a:xfrm>
              <a:off x="4536445" y="5949739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4" name="pt9994"/>
            <p:cNvSpPr/>
            <p:nvPr/>
          </p:nvSpPr>
          <p:spPr>
            <a:xfrm>
              <a:off x="4342696" y="584418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5" name="pt9995"/>
            <p:cNvSpPr/>
            <p:nvPr/>
          </p:nvSpPr>
          <p:spPr>
            <a:xfrm>
              <a:off x="4392890" y="58215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6" name="pt9996"/>
            <p:cNvSpPr/>
            <p:nvPr/>
          </p:nvSpPr>
          <p:spPr>
            <a:xfrm>
              <a:off x="4271314" y="5872318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7" name="pt9997"/>
            <p:cNvSpPr/>
            <p:nvPr/>
          </p:nvSpPr>
          <p:spPr>
            <a:xfrm>
              <a:off x="3738152" y="542681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8" name="pg9998"/>
            <p:cNvSpPr/>
            <p:nvPr/>
          </p:nvSpPr>
          <p:spPr>
            <a:xfrm>
              <a:off x="4274422" y="5615471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9999" name="pt9999"/>
            <p:cNvSpPr/>
            <p:nvPr/>
          </p:nvSpPr>
          <p:spPr>
            <a:xfrm>
              <a:off x="4440614" y="5846646"/>
              <a:ext cx="48833" cy="48833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0" name="pt10000"/>
            <p:cNvSpPr/>
            <p:nvPr/>
          </p:nvSpPr>
          <p:spPr>
            <a:xfrm>
              <a:off x="4355116" y="5731583"/>
              <a:ext cx="74834" cy="74834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1" name="pt10001"/>
            <p:cNvSpPr/>
            <p:nvPr/>
          </p:nvSpPr>
          <p:spPr>
            <a:xfrm>
              <a:off x="4308184" y="57798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2" name="pt10002"/>
            <p:cNvSpPr/>
            <p:nvPr/>
          </p:nvSpPr>
          <p:spPr>
            <a:xfrm>
              <a:off x="4343398" y="5772365"/>
              <a:ext cx="89944" cy="8994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3" name="pg10003"/>
            <p:cNvSpPr/>
            <p:nvPr/>
          </p:nvSpPr>
          <p:spPr>
            <a:xfrm>
              <a:off x="4332474" y="59333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4" name="pt10004"/>
            <p:cNvSpPr/>
            <p:nvPr/>
          </p:nvSpPr>
          <p:spPr>
            <a:xfrm>
              <a:off x="4301854" y="5812532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5" name="pt10005"/>
            <p:cNvSpPr/>
            <p:nvPr/>
          </p:nvSpPr>
          <p:spPr>
            <a:xfrm>
              <a:off x="4368064" y="5774109"/>
              <a:ext cx="80678" cy="80678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6" name="pt10006"/>
            <p:cNvSpPr/>
            <p:nvPr/>
          </p:nvSpPr>
          <p:spPr>
            <a:xfrm>
              <a:off x="3767838" y="62739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7" name="pt10007"/>
            <p:cNvSpPr/>
            <p:nvPr/>
          </p:nvSpPr>
          <p:spPr>
            <a:xfrm>
              <a:off x="4548900" y="54855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8" name="pt10008"/>
            <p:cNvSpPr/>
            <p:nvPr/>
          </p:nvSpPr>
          <p:spPr>
            <a:xfrm>
              <a:off x="4388609" y="5809319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09" name="pt10009"/>
            <p:cNvSpPr/>
            <p:nvPr/>
          </p:nvSpPr>
          <p:spPr>
            <a:xfrm>
              <a:off x="4532498" y="53198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0" name="pt10010"/>
            <p:cNvSpPr/>
            <p:nvPr/>
          </p:nvSpPr>
          <p:spPr>
            <a:xfrm>
              <a:off x="4419072" y="60247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1" name="pt10011"/>
            <p:cNvSpPr/>
            <p:nvPr/>
          </p:nvSpPr>
          <p:spPr>
            <a:xfrm>
              <a:off x="4433811" y="59731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2" name="pt10012"/>
            <p:cNvSpPr/>
            <p:nvPr/>
          </p:nvSpPr>
          <p:spPr>
            <a:xfrm>
              <a:off x="4617150" y="56082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3" name="pt10013"/>
            <p:cNvSpPr/>
            <p:nvPr/>
          </p:nvSpPr>
          <p:spPr>
            <a:xfrm>
              <a:off x="3630321" y="5563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4" name="pt10014"/>
            <p:cNvSpPr/>
            <p:nvPr/>
          </p:nvSpPr>
          <p:spPr>
            <a:xfrm>
              <a:off x="3618468" y="55613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5" name="pg10015"/>
            <p:cNvSpPr/>
            <p:nvPr/>
          </p:nvSpPr>
          <p:spPr>
            <a:xfrm>
              <a:off x="4477083" y="540927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6" name="pt10016"/>
            <p:cNvSpPr/>
            <p:nvPr/>
          </p:nvSpPr>
          <p:spPr>
            <a:xfrm>
              <a:off x="4350208" y="5786432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7" name="pt10017"/>
            <p:cNvSpPr/>
            <p:nvPr/>
          </p:nvSpPr>
          <p:spPr>
            <a:xfrm>
              <a:off x="4858016" y="5607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8" name="pt10018"/>
            <p:cNvSpPr/>
            <p:nvPr/>
          </p:nvSpPr>
          <p:spPr>
            <a:xfrm>
              <a:off x="4400099" y="5764419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19" name="pg10019"/>
            <p:cNvSpPr/>
            <p:nvPr/>
          </p:nvSpPr>
          <p:spPr>
            <a:xfrm>
              <a:off x="4356993" y="57543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0" name="pt10020"/>
            <p:cNvSpPr/>
            <p:nvPr/>
          </p:nvSpPr>
          <p:spPr>
            <a:xfrm>
              <a:off x="4381115" y="5821866"/>
              <a:ext cx="80678" cy="80678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1" name="pt10021"/>
            <p:cNvSpPr/>
            <p:nvPr/>
          </p:nvSpPr>
          <p:spPr>
            <a:xfrm>
              <a:off x="4546634" y="5579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2" name="pt10022"/>
            <p:cNvSpPr/>
            <p:nvPr/>
          </p:nvSpPr>
          <p:spPr>
            <a:xfrm>
              <a:off x="3714828" y="54069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3" name="pt10023"/>
            <p:cNvSpPr/>
            <p:nvPr/>
          </p:nvSpPr>
          <p:spPr>
            <a:xfrm>
              <a:off x="4969294" y="61801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4" name="pt10024"/>
            <p:cNvSpPr/>
            <p:nvPr/>
          </p:nvSpPr>
          <p:spPr>
            <a:xfrm>
              <a:off x="5030336" y="51411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25" name="pl10025"/>
            <p:cNvSpPr/>
            <p:nvPr/>
          </p:nvSpPr>
          <p:spPr>
            <a:xfrm>
              <a:off x="4553614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6" name="pl10026"/>
            <p:cNvSpPr/>
            <p:nvPr/>
          </p:nvSpPr>
          <p:spPr>
            <a:xfrm>
              <a:off x="4553614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7" name="pl10027"/>
            <p:cNvSpPr/>
            <p:nvPr/>
          </p:nvSpPr>
          <p:spPr>
            <a:xfrm>
              <a:off x="4543500" y="58479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8" name="pl10028"/>
            <p:cNvSpPr/>
            <p:nvPr/>
          </p:nvSpPr>
          <p:spPr>
            <a:xfrm>
              <a:off x="4578031" y="58134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29" name="pt10029"/>
            <p:cNvSpPr/>
            <p:nvPr/>
          </p:nvSpPr>
          <p:spPr>
            <a:xfrm>
              <a:off x="4372637" y="585193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0" name="pt10030"/>
            <p:cNvSpPr/>
            <p:nvPr/>
          </p:nvSpPr>
          <p:spPr>
            <a:xfrm>
              <a:off x="4549515" y="5827172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1" name="pt10031"/>
            <p:cNvSpPr/>
            <p:nvPr/>
          </p:nvSpPr>
          <p:spPr>
            <a:xfrm>
              <a:off x="5126774" y="5250642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2" name="pl10032"/>
            <p:cNvSpPr/>
            <p:nvPr/>
          </p:nvSpPr>
          <p:spPr>
            <a:xfrm>
              <a:off x="4824662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3" name="pl10033"/>
            <p:cNvSpPr/>
            <p:nvPr/>
          </p:nvSpPr>
          <p:spPr>
            <a:xfrm>
              <a:off x="4824662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4" name="pl10034"/>
            <p:cNvSpPr/>
            <p:nvPr/>
          </p:nvSpPr>
          <p:spPr>
            <a:xfrm>
              <a:off x="4814548" y="58428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5" name="pl10035"/>
            <p:cNvSpPr/>
            <p:nvPr/>
          </p:nvSpPr>
          <p:spPr>
            <a:xfrm>
              <a:off x="4849079" y="58083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36" name="pt10036"/>
            <p:cNvSpPr/>
            <p:nvPr/>
          </p:nvSpPr>
          <p:spPr>
            <a:xfrm>
              <a:off x="4324416" y="5852278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7" name="pt10037"/>
            <p:cNvSpPr/>
            <p:nvPr/>
          </p:nvSpPr>
          <p:spPr>
            <a:xfrm>
              <a:off x="4342271" y="5795775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8" name="pt10038"/>
            <p:cNvSpPr/>
            <p:nvPr/>
          </p:nvSpPr>
          <p:spPr>
            <a:xfrm>
              <a:off x="4401468" y="5799770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39" name="pt10039"/>
            <p:cNvSpPr/>
            <p:nvPr/>
          </p:nvSpPr>
          <p:spPr>
            <a:xfrm>
              <a:off x="4801446" y="58044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40" name="pt10040"/>
            <p:cNvSpPr/>
            <p:nvPr/>
          </p:nvSpPr>
          <p:spPr>
            <a:xfrm>
              <a:off x="4370872" y="5827686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41" name="pt10041"/>
            <p:cNvSpPr/>
            <p:nvPr/>
          </p:nvSpPr>
          <p:spPr>
            <a:xfrm>
              <a:off x="4318853" y="5694815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42" name="pl10042"/>
            <p:cNvSpPr/>
            <p:nvPr/>
          </p:nvSpPr>
          <p:spPr>
            <a:xfrm>
              <a:off x="4458618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3" name="pl10043"/>
            <p:cNvSpPr/>
            <p:nvPr/>
          </p:nvSpPr>
          <p:spPr>
            <a:xfrm>
              <a:off x="4458618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4" name="pl10044"/>
            <p:cNvSpPr/>
            <p:nvPr/>
          </p:nvSpPr>
          <p:spPr>
            <a:xfrm>
              <a:off x="4443119" y="5863433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5" name="pl10045"/>
            <p:cNvSpPr/>
            <p:nvPr/>
          </p:nvSpPr>
          <p:spPr>
            <a:xfrm>
              <a:off x="4496035" y="581051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6" name="pl10046"/>
            <p:cNvSpPr/>
            <p:nvPr/>
          </p:nvSpPr>
          <p:spPr>
            <a:xfrm>
              <a:off x="3604910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7" name="pl10047"/>
            <p:cNvSpPr/>
            <p:nvPr/>
          </p:nvSpPr>
          <p:spPr>
            <a:xfrm>
              <a:off x="3604910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8" name="pl10048"/>
            <p:cNvSpPr/>
            <p:nvPr/>
          </p:nvSpPr>
          <p:spPr>
            <a:xfrm>
              <a:off x="3594796" y="58513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49" name="pl10049"/>
            <p:cNvSpPr/>
            <p:nvPr/>
          </p:nvSpPr>
          <p:spPr>
            <a:xfrm>
              <a:off x="3629327" y="581686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0" name="pt10050"/>
            <p:cNvSpPr/>
            <p:nvPr/>
          </p:nvSpPr>
          <p:spPr>
            <a:xfrm>
              <a:off x="4334683" y="5759032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51" name="pl10051"/>
            <p:cNvSpPr/>
            <p:nvPr/>
          </p:nvSpPr>
          <p:spPr>
            <a:xfrm>
              <a:off x="4828289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2" name="pl10052"/>
            <p:cNvSpPr/>
            <p:nvPr/>
          </p:nvSpPr>
          <p:spPr>
            <a:xfrm>
              <a:off x="4828289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3" name="pl10053"/>
            <p:cNvSpPr/>
            <p:nvPr/>
          </p:nvSpPr>
          <p:spPr>
            <a:xfrm>
              <a:off x="4818176" y="58284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4" name="pl10054"/>
            <p:cNvSpPr/>
            <p:nvPr/>
          </p:nvSpPr>
          <p:spPr>
            <a:xfrm>
              <a:off x="4852706" y="57938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5" name="pl10055"/>
            <p:cNvSpPr/>
            <p:nvPr/>
          </p:nvSpPr>
          <p:spPr>
            <a:xfrm>
              <a:off x="4411237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6" name="pl10056"/>
            <p:cNvSpPr/>
            <p:nvPr/>
          </p:nvSpPr>
          <p:spPr>
            <a:xfrm>
              <a:off x="4411237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7" name="pl10057"/>
            <p:cNvSpPr/>
            <p:nvPr/>
          </p:nvSpPr>
          <p:spPr>
            <a:xfrm>
              <a:off x="4401123" y="6593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8" name="pl10058"/>
            <p:cNvSpPr/>
            <p:nvPr/>
          </p:nvSpPr>
          <p:spPr>
            <a:xfrm>
              <a:off x="4435654" y="655849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59" name="pt10059"/>
            <p:cNvSpPr/>
            <p:nvPr/>
          </p:nvSpPr>
          <p:spPr>
            <a:xfrm>
              <a:off x="4757963" y="49767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0" name="pt10060"/>
            <p:cNvSpPr/>
            <p:nvPr/>
          </p:nvSpPr>
          <p:spPr>
            <a:xfrm>
              <a:off x="4389803" y="59221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1" name="pl10061"/>
            <p:cNvSpPr/>
            <p:nvPr/>
          </p:nvSpPr>
          <p:spPr>
            <a:xfrm>
              <a:off x="4261887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2" name="pl10062"/>
            <p:cNvSpPr/>
            <p:nvPr/>
          </p:nvSpPr>
          <p:spPr>
            <a:xfrm>
              <a:off x="4261887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3" name="pt10063"/>
            <p:cNvSpPr/>
            <p:nvPr/>
          </p:nvSpPr>
          <p:spPr>
            <a:xfrm>
              <a:off x="4476682" y="600263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4" name="pl10064"/>
            <p:cNvSpPr/>
            <p:nvPr/>
          </p:nvSpPr>
          <p:spPr>
            <a:xfrm>
              <a:off x="4476682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5" name="pl10065"/>
            <p:cNvSpPr/>
            <p:nvPr/>
          </p:nvSpPr>
          <p:spPr>
            <a:xfrm>
              <a:off x="4476682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66" name="pt10066"/>
            <p:cNvSpPr/>
            <p:nvPr/>
          </p:nvSpPr>
          <p:spPr>
            <a:xfrm>
              <a:off x="4142864" y="52339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7" name="pt10067"/>
            <p:cNvSpPr/>
            <p:nvPr/>
          </p:nvSpPr>
          <p:spPr>
            <a:xfrm>
              <a:off x="3968159" y="515581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8" name="pt10068"/>
            <p:cNvSpPr/>
            <p:nvPr/>
          </p:nvSpPr>
          <p:spPr>
            <a:xfrm>
              <a:off x="4474549" y="6091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69" name="pt10069"/>
            <p:cNvSpPr/>
            <p:nvPr/>
          </p:nvSpPr>
          <p:spPr>
            <a:xfrm>
              <a:off x="3895480" y="504333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0" name="pt10070"/>
            <p:cNvSpPr/>
            <p:nvPr/>
          </p:nvSpPr>
          <p:spPr>
            <a:xfrm>
              <a:off x="4400365" y="5812917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1" name="pg10071"/>
            <p:cNvSpPr/>
            <p:nvPr/>
          </p:nvSpPr>
          <p:spPr>
            <a:xfrm>
              <a:off x="4399496" y="57249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2" name="pt10072"/>
            <p:cNvSpPr/>
            <p:nvPr/>
          </p:nvSpPr>
          <p:spPr>
            <a:xfrm>
              <a:off x="4483708" y="60927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3" name="pt10073"/>
            <p:cNvSpPr/>
            <p:nvPr/>
          </p:nvSpPr>
          <p:spPr>
            <a:xfrm>
              <a:off x="4277849" y="6111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4" name="pt10074"/>
            <p:cNvSpPr/>
            <p:nvPr/>
          </p:nvSpPr>
          <p:spPr>
            <a:xfrm>
              <a:off x="4890119" y="64313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5" name="pt10075"/>
            <p:cNvSpPr/>
            <p:nvPr/>
          </p:nvSpPr>
          <p:spPr>
            <a:xfrm>
              <a:off x="4671936" y="57086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6" name="pt10076"/>
            <p:cNvSpPr/>
            <p:nvPr/>
          </p:nvSpPr>
          <p:spPr>
            <a:xfrm>
              <a:off x="4489986" y="54980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7" name="pt10077"/>
            <p:cNvSpPr/>
            <p:nvPr/>
          </p:nvSpPr>
          <p:spPr>
            <a:xfrm>
              <a:off x="3697164" y="60726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8" name="pt10078"/>
            <p:cNvSpPr/>
            <p:nvPr/>
          </p:nvSpPr>
          <p:spPr>
            <a:xfrm>
              <a:off x="4582847" y="558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79" name="pt10079"/>
            <p:cNvSpPr/>
            <p:nvPr/>
          </p:nvSpPr>
          <p:spPr>
            <a:xfrm>
              <a:off x="4372486" y="5833183"/>
              <a:ext cx="48833" cy="48833"/>
            </a:xfrm>
            <a:prstGeom prst="ellipse">
              <a:avLst/>
            </a:prstGeom>
            <a:solidFill>
              <a:srgbClr val="7570B3">
                <a:alpha val="4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0" name="pt10080"/>
            <p:cNvSpPr/>
            <p:nvPr/>
          </p:nvSpPr>
          <p:spPr>
            <a:xfrm>
              <a:off x="4722925" y="57466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1" name="pl10081"/>
            <p:cNvSpPr/>
            <p:nvPr/>
          </p:nvSpPr>
          <p:spPr>
            <a:xfrm>
              <a:off x="4471922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2" name="pl10082"/>
            <p:cNvSpPr/>
            <p:nvPr/>
          </p:nvSpPr>
          <p:spPr>
            <a:xfrm>
              <a:off x="4471922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83" name="pt10083"/>
            <p:cNvSpPr/>
            <p:nvPr/>
          </p:nvSpPr>
          <p:spPr>
            <a:xfrm>
              <a:off x="4357899" y="57407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4" name="pt10084"/>
            <p:cNvSpPr/>
            <p:nvPr/>
          </p:nvSpPr>
          <p:spPr>
            <a:xfrm>
              <a:off x="4630283" y="5397515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5" name="pt10085"/>
            <p:cNvSpPr/>
            <p:nvPr/>
          </p:nvSpPr>
          <p:spPr>
            <a:xfrm>
              <a:off x="4347489" y="5744892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6" name="pt10086"/>
            <p:cNvSpPr/>
            <p:nvPr/>
          </p:nvSpPr>
          <p:spPr>
            <a:xfrm>
              <a:off x="4817591" y="54918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7" name="pt10087"/>
            <p:cNvSpPr/>
            <p:nvPr/>
          </p:nvSpPr>
          <p:spPr>
            <a:xfrm>
              <a:off x="4577440" y="5549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8" name="pt10088"/>
            <p:cNvSpPr/>
            <p:nvPr/>
          </p:nvSpPr>
          <p:spPr>
            <a:xfrm>
              <a:off x="4051387" y="64868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89" name="pt10089"/>
            <p:cNvSpPr/>
            <p:nvPr/>
          </p:nvSpPr>
          <p:spPr>
            <a:xfrm>
              <a:off x="4376069" y="66084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0" name="pt10090"/>
            <p:cNvSpPr/>
            <p:nvPr/>
          </p:nvSpPr>
          <p:spPr>
            <a:xfrm>
              <a:off x="5168895" y="61320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1" name="pt10091"/>
            <p:cNvSpPr/>
            <p:nvPr/>
          </p:nvSpPr>
          <p:spPr>
            <a:xfrm>
              <a:off x="4343280" y="584792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2" name="pt10092"/>
            <p:cNvSpPr/>
            <p:nvPr/>
          </p:nvSpPr>
          <p:spPr>
            <a:xfrm>
              <a:off x="4654870" y="55192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3" name="pt10093"/>
            <p:cNvSpPr/>
            <p:nvPr/>
          </p:nvSpPr>
          <p:spPr>
            <a:xfrm>
              <a:off x="4385145" y="5759225"/>
              <a:ext cx="67219" cy="67219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4" name="pt10094"/>
            <p:cNvSpPr/>
            <p:nvPr/>
          </p:nvSpPr>
          <p:spPr>
            <a:xfrm>
              <a:off x="4391047" y="57660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5" name="pt10095"/>
            <p:cNvSpPr/>
            <p:nvPr/>
          </p:nvSpPr>
          <p:spPr>
            <a:xfrm>
              <a:off x="4407224" y="58437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6" name="pt10096"/>
            <p:cNvSpPr/>
            <p:nvPr/>
          </p:nvSpPr>
          <p:spPr>
            <a:xfrm>
              <a:off x="4199928" y="492741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7" name="pt10097"/>
            <p:cNvSpPr/>
            <p:nvPr/>
          </p:nvSpPr>
          <p:spPr>
            <a:xfrm>
              <a:off x="4321641" y="4911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8" name="pt10098"/>
            <p:cNvSpPr/>
            <p:nvPr/>
          </p:nvSpPr>
          <p:spPr>
            <a:xfrm>
              <a:off x="4380809" y="58436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099" name="pt10099"/>
            <p:cNvSpPr/>
            <p:nvPr/>
          </p:nvSpPr>
          <p:spPr>
            <a:xfrm>
              <a:off x="4986037" y="63347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0" name="pt10100"/>
            <p:cNvSpPr/>
            <p:nvPr/>
          </p:nvSpPr>
          <p:spPr>
            <a:xfrm>
              <a:off x="4435937" y="62745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1" name="pt10101"/>
            <p:cNvSpPr/>
            <p:nvPr/>
          </p:nvSpPr>
          <p:spPr>
            <a:xfrm>
              <a:off x="4489407" y="5836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2" name="pt10102"/>
            <p:cNvSpPr/>
            <p:nvPr/>
          </p:nvSpPr>
          <p:spPr>
            <a:xfrm>
              <a:off x="4525813" y="57280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3" name="pt10103"/>
            <p:cNvSpPr/>
            <p:nvPr/>
          </p:nvSpPr>
          <p:spPr>
            <a:xfrm>
              <a:off x="4352266" y="5749615"/>
              <a:ext cx="89944" cy="89944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4" name="pt10104"/>
            <p:cNvSpPr/>
            <p:nvPr/>
          </p:nvSpPr>
          <p:spPr>
            <a:xfrm>
              <a:off x="4366239" y="5773331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5" name="pt10105"/>
            <p:cNvSpPr/>
            <p:nvPr/>
          </p:nvSpPr>
          <p:spPr>
            <a:xfrm>
              <a:off x="4743892" y="55219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6" name="pt10106"/>
            <p:cNvSpPr/>
            <p:nvPr/>
          </p:nvSpPr>
          <p:spPr>
            <a:xfrm>
              <a:off x="3994482" y="5068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07" name="pt10107"/>
            <p:cNvSpPr/>
            <p:nvPr/>
          </p:nvSpPr>
          <p:spPr>
            <a:xfrm>
              <a:off x="4445903" y="6288840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8" name="pl10108"/>
            <p:cNvSpPr/>
            <p:nvPr/>
          </p:nvSpPr>
          <p:spPr>
            <a:xfrm>
              <a:off x="4445903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09" name="pl10109"/>
            <p:cNvSpPr/>
            <p:nvPr/>
          </p:nvSpPr>
          <p:spPr>
            <a:xfrm>
              <a:off x="4445903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0" name="pt10110"/>
            <p:cNvSpPr/>
            <p:nvPr/>
          </p:nvSpPr>
          <p:spPr>
            <a:xfrm>
              <a:off x="4095675" y="4963935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1" name="pt10111"/>
            <p:cNvSpPr/>
            <p:nvPr/>
          </p:nvSpPr>
          <p:spPr>
            <a:xfrm>
              <a:off x="4370707" y="59385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2" name="pt10112"/>
            <p:cNvSpPr/>
            <p:nvPr/>
          </p:nvSpPr>
          <p:spPr>
            <a:xfrm>
              <a:off x="4406284" y="58405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3" name="pl10113"/>
            <p:cNvSpPr/>
            <p:nvPr/>
          </p:nvSpPr>
          <p:spPr>
            <a:xfrm>
              <a:off x="4311242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4" name="pl10114"/>
            <p:cNvSpPr/>
            <p:nvPr/>
          </p:nvSpPr>
          <p:spPr>
            <a:xfrm>
              <a:off x="4311242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15" name="pt10115"/>
            <p:cNvSpPr/>
            <p:nvPr/>
          </p:nvSpPr>
          <p:spPr>
            <a:xfrm>
              <a:off x="4450638" y="5749474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6" name="pt10116"/>
            <p:cNvSpPr/>
            <p:nvPr/>
          </p:nvSpPr>
          <p:spPr>
            <a:xfrm>
              <a:off x="4698680" y="6518040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7" name="pt10117"/>
            <p:cNvSpPr/>
            <p:nvPr/>
          </p:nvSpPr>
          <p:spPr>
            <a:xfrm>
              <a:off x="4416371" y="58273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8" name="pt10118"/>
            <p:cNvSpPr/>
            <p:nvPr/>
          </p:nvSpPr>
          <p:spPr>
            <a:xfrm>
              <a:off x="4470116" y="54280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19" name="pt10119"/>
            <p:cNvSpPr/>
            <p:nvPr/>
          </p:nvSpPr>
          <p:spPr>
            <a:xfrm>
              <a:off x="4561759" y="55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0" name="pt10120"/>
            <p:cNvSpPr/>
            <p:nvPr/>
          </p:nvSpPr>
          <p:spPr>
            <a:xfrm>
              <a:off x="4304980" y="6462343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1" name="pt10121"/>
            <p:cNvSpPr/>
            <p:nvPr/>
          </p:nvSpPr>
          <p:spPr>
            <a:xfrm>
              <a:off x="4347198" y="5840690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2" name="pt10122"/>
            <p:cNvSpPr/>
            <p:nvPr/>
          </p:nvSpPr>
          <p:spPr>
            <a:xfrm>
              <a:off x="4374284" y="5795111"/>
              <a:ext cx="80678" cy="80678"/>
            </a:xfrm>
            <a:prstGeom prst="ellipse">
              <a:avLst/>
            </a:prstGeom>
            <a:solidFill>
              <a:srgbClr val="7570B3">
                <a:alpha val="6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3" name="pt10123"/>
            <p:cNvSpPr/>
            <p:nvPr/>
          </p:nvSpPr>
          <p:spPr>
            <a:xfrm>
              <a:off x="4441225" y="58137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4" name="pt10124"/>
            <p:cNvSpPr/>
            <p:nvPr/>
          </p:nvSpPr>
          <p:spPr>
            <a:xfrm>
              <a:off x="4437704" y="5813622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5" name="pt10125"/>
            <p:cNvSpPr/>
            <p:nvPr/>
          </p:nvSpPr>
          <p:spPr>
            <a:xfrm>
              <a:off x="4395251" y="5857429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6" name="pt10126"/>
            <p:cNvSpPr/>
            <p:nvPr/>
          </p:nvSpPr>
          <p:spPr>
            <a:xfrm>
              <a:off x="4356910" y="56108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7" name="pt10127"/>
            <p:cNvSpPr/>
            <p:nvPr/>
          </p:nvSpPr>
          <p:spPr>
            <a:xfrm>
              <a:off x="5163072" y="61219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8" name="pt10128"/>
            <p:cNvSpPr/>
            <p:nvPr/>
          </p:nvSpPr>
          <p:spPr>
            <a:xfrm>
              <a:off x="4341745" y="5771215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29" name="pt10129"/>
            <p:cNvSpPr/>
            <p:nvPr/>
          </p:nvSpPr>
          <p:spPr>
            <a:xfrm>
              <a:off x="4103999" y="4964625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0" name="pt10130"/>
            <p:cNvSpPr/>
            <p:nvPr/>
          </p:nvSpPr>
          <p:spPr>
            <a:xfrm>
              <a:off x="4415574" y="60328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1" name="pt10131"/>
            <p:cNvSpPr/>
            <p:nvPr/>
          </p:nvSpPr>
          <p:spPr>
            <a:xfrm>
              <a:off x="4470502" y="5538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2" name="pt10132"/>
            <p:cNvSpPr/>
            <p:nvPr/>
          </p:nvSpPr>
          <p:spPr>
            <a:xfrm>
              <a:off x="4380708" y="6608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3" name="pg10133"/>
            <p:cNvSpPr/>
            <p:nvPr/>
          </p:nvSpPr>
          <p:spPr>
            <a:xfrm>
              <a:off x="4332618" y="58227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4" name="pt10134"/>
            <p:cNvSpPr/>
            <p:nvPr/>
          </p:nvSpPr>
          <p:spPr>
            <a:xfrm>
              <a:off x="4952564" y="54438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5" name="pt10135"/>
            <p:cNvSpPr/>
            <p:nvPr/>
          </p:nvSpPr>
          <p:spPr>
            <a:xfrm>
              <a:off x="4669176" y="56100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6" name="pt10136"/>
            <p:cNvSpPr/>
            <p:nvPr/>
          </p:nvSpPr>
          <p:spPr>
            <a:xfrm>
              <a:off x="4427743" y="5840587"/>
              <a:ext cx="48833" cy="48833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7" name="pt10137"/>
            <p:cNvSpPr/>
            <p:nvPr/>
          </p:nvSpPr>
          <p:spPr>
            <a:xfrm>
              <a:off x="4967935" y="61685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8" name="pt10138"/>
            <p:cNvSpPr/>
            <p:nvPr/>
          </p:nvSpPr>
          <p:spPr>
            <a:xfrm>
              <a:off x="4438961" y="5356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39" name="pg10139"/>
            <p:cNvSpPr/>
            <p:nvPr/>
          </p:nvSpPr>
          <p:spPr>
            <a:xfrm>
              <a:off x="4673573" y="5637761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0" name="pt10140"/>
            <p:cNvSpPr/>
            <p:nvPr/>
          </p:nvSpPr>
          <p:spPr>
            <a:xfrm>
              <a:off x="4507619" y="57360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1" name="pl10141"/>
            <p:cNvSpPr/>
            <p:nvPr/>
          </p:nvSpPr>
          <p:spPr>
            <a:xfrm>
              <a:off x="4230137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2" name="pl10142"/>
            <p:cNvSpPr/>
            <p:nvPr/>
          </p:nvSpPr>
          <p:spPr>
            <a:xfrm>
              <a:off x="4230137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3" name="pl10143"/>
            <p:cNvSpPr/>
            <p:nvPr/>
          </p:nvSpPr>
          <p:spPr>
            <a:xfrm>
              <a:off x="4220023" y="59073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4" name="pl10144"/>
            <p:cNvSpPr/>
            <p:nvPr/>
          </p:nvSpPr>
          <p:spPr>
            <a:xfrm>
              <a:off x="4254554" y="58728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45" name="pg10145"/>
            <p:cNvSpPr/>
            <p:nvPr/>
          </p:nvSpPr>
          <p:spPr>
            <a:xfrm>
              <a:off x="4298739" y="56369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6" name="pt10146"/>
            <p:cNvSpPr/>
            <p:nvPr/>
          </p:nvSpPr>
          <p:spPr>
            <a:xfrm>
              <a:off x="4886500" y="5606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7" name="pg10147"/>
            <p:cNvSpPr/>
            <p:nvPr/>
          </p:nvSpPr>
          <p:spPr>
            <a:xfrm>
              <a:off x="4312968" y="566445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8" name="pt10148"/>
            <p:cNvSpPr/>
            <p:nvPr/>
          </p:nvSpPr>
          <p:spPr>
            <a:xfrm>
              <a:off x="4334146" y="575439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49" name="pg10149"/>
            <p:cNvSpPr/>
            <p:nvPr/>
          </p:nvSpPr>
          <p:spPr>
            <a:xfrm>
              <a:off x="4471240" y="5357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0" name="pt10150"/>
            <p:cNvSpPr/>
            <p:nvPr/>
          </p:nvSpPr>
          <p:spPr>
            <a:xfrm>
              <a:off x="5013688" y="63423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1" name="pt10151"/>
            <p:cNvSpPr/>
            <p:nvPr/>
          </p:nvSpPr>
          <p:spPr>
            <a:xfrm>
              <a:off x="4383899" y="5788549"/>
              <a:ext cx="67219" cy="67219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2" name="pt10152"/>
            <p:cNvSpPr/>
            <p:nvPr/>
          </p:nvSpPr>
          <p:spPr>
            <a:xfrm>
              <a:off x="4317214" y="5686215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3" name="pt10153"/>
            <p:cNvSpPr/>
            <p:nvPr/>
          </p:nvSpPr>
          <p:spPr>
            <a:xfrm>
              <a:off x="4262391" y="5847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4" name="pt10154"/>
            <p:cNvSpPr/>
            <p:nvPr/>
          </p:nvSpPr>
          <p:spPr>
            <a:xfrm>
              <a:off x="4518860" y="4900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5" name="pt10155"/>
            <p:cNvSpPr/>
            <p:nvPr/>
          </p:nvSpPr>
          <p:spPr>
            <a:xfrm>
              <a:off x="4547422" y="4920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6" name="pt10156"/>
            <p:cNvSpPr/>
            <p:nvPr/>
          </p:nvSpPr>
          <p:spPr>
            <a:xfrm>
              <a:off x="3744417" y="6072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7" name="pt10157"/>
            <p:cNvSpPr/>
            <p:nvPr/>
          </p:nvSpPr>
          <p:spPr>
            <a:xfrm>
              <a:off x="4587131" y="5589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58" name="pl10158"/>
            <p:cNvSpPr/>
            <p:nvPr/>
          </p:nvSpPr>
          <p:spPr>
            <a:xfrm>
              <a:off x="4506781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59" name="pl10159"/>
            <p:cNvSpPr/>
            <p:nvPr/>
          </p:nvSpPr>
          <p:spPr>
            <a:xfrm>
              <a:off x="4506781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0" name="pl10160"/>
            <p:cNvSpPr/>
            <p:nvPr/>
          </p:nvSpPr>
          <p:spPr>
            <a:xfrm>
              <a:off x="4496668" y="576845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1" name="pl10161"/>
            <p:cNvSpPr/>
            <p:nvPr/>
          </p:nvSpPr>
          <p:spPr>
            <a:xfrm>
              <a:off x="4531198" y="573392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162" name="pt10162"/>
            <p:cNvSpPr/>
            <p:nvPr/>
          </p:nvSpPr>
          <p:spPr>
            <a:xfrm>
              <a:off x="4375746" y="5786986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3" name="pt10163"/>
            <p:cNvSpPr/>
            <p:nvPr/>
          </p:nvSpPr>
          <p:spPr>
            <a:xfrm>
              <a:off x="4784701" y="5401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4" name="pt10164"/>
            <p:cNvSpPr/>
            <p:nvPr/>
          </p:nvSpPr>
          <p:spPr>
            <a:xfrm>
              <a:off x="4397790" y="5743449"/>
              <a:ext cx="80678" cy="80678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5" name="pt10165"/>
            <p:cNvSpPr/>
            <p:nvPr/>
          </p:nvSpPr>
          <p:spPr>
            <a:xfrm>
              <a:off x="4370451" y="5796438"/>
              <a:ext cx="80678" cy="80678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6" name="pt10166"/>
            <p:cNvSpPr/>
            <p:nvPr/>
          </p:nvSpPr>
          <p:spPr>
            <a:xfrm>
              <a:off x="4377245" y="55976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7" name="pt10167"/>
            <p:cNvSpPr/>
            <p:nvPr/>
          </p:nvSpPr>
          <p:spPr>
            <a:xfrm>
              <a:off x="3884465" y="63684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8" name="pt10168"/>
            <p:cNvSpPr/>
            <p:nvPr/>
          </p:nvSpPr>
          <p:spPr>
            <a:xfrm>
              <a:off x="4377331" y="5826650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69" name="pt10169"/>
            <p:cNvSpPr/>
            <p:nvPr/>
          </p:nvSpPr>
          <p:spPr>
            <a:xfrm>
              <a:off x="4332728" y="61737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0" name="pt10170"/>
            <p:cNvSpPr/>
            <p:nvPr/>
          </p:nvSpPr>
          <p:spPr>
            <a:xfrm>
              <a:off x="4544594" y="5575808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1" name="pt10171"/>
            <p:cNvSpPr/>
            <p:nvPr/>
          </p:nvSpPr>
          <p:spPr>
            <a:xfrm>
              <a:off x="4332343" y="5746572"/>
              <a:ext cx="89944" cy="89944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2" name="pt10172"/>
            <p:cNvSpPr/>
            <p:nvPr/>
          </p:nvSpPr>
          <p:spPr>
            <a:xfrm>
              <a:off x="4591137" y="5552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3" name="pt10173"/>
            <p:cNvSpPr/>
            <p:nvPr/>
          </p:nvSpPr>
          <p:spPr>
            <a:xfrm>
              <a:off x="3638198" y="5454872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4" name="pt10174"/>
            <p:cNvSpPr/>
            <p:nvPr/>
          </p:nvSpPr>
          <p:spPr>
            <a:xfrm>
              <a:off x="4388605" y="583056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5" name="pt10175"/>
            <p:cNvSpPr/>
            <p:nvPr/>
          </p:nvSpPr>
          <p:spPr>
            <a:xfrm>
              <a:off x="4471837" y="5489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6" name="pt10176"/>
            <p:cNvSpPr/>
            <p:nvPr/>
          </p:nvSpPr>
          <p:spPr>
            <a:xfrm>
              <a:off x="4347847" y="583627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7" name="pt10177"/>
            <p:cNvSpPr/>
            <p:nvPr/>
          </p:nvSpPr>
          <p:spPr>
            <a:xfrm>
              <a:off x="4512638" y="53842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8" name="pt10178"/>
            <p:cNvSpPr/>
            <p:nvPr/>
          </p:nvSpPr>
          <p:spPr>
            <a:xfrm>
              <a:off x="4698688" y="6532470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79" name="pt10179"/>
            <p:cNvSpPr/>
            <p:nvPr/>
          </p:nvSpPr>
          <p:spPr>
            <a:xfrm>
              <a:off x="4341078" y="5784314"/>
              <a:ext cx="80678" cy="80678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0" name="pt10180"/>
            <p:cNvSpPr/>
            <p:nvPr/>
          </p:nvSpPr>
          <p:spPr>
            <a:xfrm>
              <a:off x="4518920" y="55027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1" name="pt10181"/>
            <p:cNvSpPr/>
            <p:nvPr/>
          </p:nvSpPr>
          <p:spPr>
            <a:xfrm>
              <a:off x="3633994" y="597397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2" name="pt10182"/>
            <p:cNvSpPr/>
            <p:nvPr/>
          </p:nvSpPr>
          <p:spPr>
            <a:xfrm>
              <a:off x="4013332" y="51644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3" name="pt10183"/>
            <p:cNvSpPr/>
            <p:nvPr/>
          </p:nvSpPr>
          <p:spPr>
            <a:xfrm>
              <a:off x="4229735" y="586621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4" name="pt10184"/>
            <p:cNvSpPr/>
            <p:nvPr/>
          </p:nvSpPr>
          <p:spPr>
            <a:xfrm>
              <a:off x="4629059" y="4934516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5" name="pt10185"/>
            <p:cNvSpPr/>
            <p:nvPr/>
          </p:nvSpPr>
          <p:spPr>
            <a:xfrm>
              <a:off x="4383760" y="5792671"/>
              <a:ext cx="80678" cy="80678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6" name="pg10186"/>
            <p:cNvSpPr/>
            <p:nvPr/>
          </p:nvSpPr>
          <p:spPr>
            <a:xfrm>
              <a:off x="4924829" y="504389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7" name="pt10187"/>
            <p:cNvSpPr/>
            <p:nvPr/>
          </p:nvSpPr>
          <p:spPr>
            <a:xfrm>
              <a:off x="4324980" y="561996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8" name="pt10188"/>
            <p:cNvSpPr/>
            <p:nvPr/>
          </p:nvSpPr>
          <p:spPr>
            <a:xfrm>
              <a:off x="4397535" y="5766975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89" name="pt10189"/>
            <p:cNvSpPr/>
            <p:nvPr/>
          </p:nvSpPr>
          <p:spPr>
            <a:xfrm>
              <a:off x="4227272" y="52485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0" name="pt10190"/>
            <p:cNvSpPr/>
            <p:nvPr/>
          </p:nvSpPr>
          <p:spPr>
            <a:xfrm>
              <a:off x="4331776" y="5702686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1" name="pt10191"/>
            <p:cNvSpPr/>
            <p:nvPr/>
          </p:nvSpPr>
          <p:spPr>
            <a:xfrm>
              <a:off x="4311798" y="5578636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2" name="pt10192"/>
            <p:cNvSpPr/>
            <p:nvPr/>
          </p:nvSpPr>
          <p:spPr>
            <a:xfrm>
              <a:off x="4596042" y="5730232"/>
              <a:ext cx="85604" cy="85604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3" name="pt10193"/>
            <p:cNvSpPr/>
            <p:nvPr/>
          </p:nvSpPr>
          <p:spPr>
            <a:xfrm>
              <a:off x="4388505" y="588466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4" name="pg10194"/>
            <p:cNvSpPr/>
            <p:nvPr/>
          </p:nvSpPr>
          <p:spPr>
            <a:xfrm>
              <a:off x="4338144" y="579068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5" name="pt10195"/>
            <p:cNvSpPr/>
            <p:nvPr/>
          </p:nvSpPr>
          <p:spPr>
            <a:xfrm>
              <a:off x="4329102" y="579439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6" name="pt10196"/>
            <p:cNvSpPr/>
            <p:nvPr/>
          </p:nvSpPr>
          <p:spPr>
            <a:xfrm>
              <a:off x="4721829" y="57517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7" name="pt10197"/>
            <p:cNvSpPr/>
            <p:nvPr/>
          </p:nvSpPr>
          <p:spPr>
            <a:xfrm>
              <a:off x="5244232" y="5597468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8" name="pt10198"/>
            <p:cNvSpPr/>
            <p:nvPr/>
          </p:nvSpPr>
          <p:spPr>
            <a:xfrm>
              <a:off x="4348104" y="6118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199" name="pt10199"/>
            <p:cNvSpPr/>
            <p:nvPr/>
          </p:nvSpPr>
          <p:spPr>
            <a:xfrm>
              <a:off x="4660549" y="54906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0" name="pt10200"/>
            <p:cNvSpPr/>
            <p:nvPr/>
          </p:nvSpPr>
          <p:spPr>
            <a:xfrm>
              <a:off x="4134453" y="5692307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1" name="pt10201"/>
            <p:cNvSpPr/>
            <p:nvPr/>
          </p:nvSpPr>
          <p:spPr>
            <a:xfrm>
              <a:off x="4198657" y="5788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2" name="pt10202"/>
            <p:cNvSpPr/>
            <p:nvPr/>
          </p:nvSpPr>
          <p:spPr>
            <a:xfrm>
              <a:off x="4514590" y="5318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3" name="pt10203"/>
            <p:cNvSpPr/>
            <p:nvPr/>
          </p:nvSpPr>
          <p:spPr>
            <a:xfrm>
              <a:off x="4296862" y="5842021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4" name="pt10204"/>
            <p:cNvSpPr/>
            <p:nvPr/>
          </p:nvSpPr>
          <p:spPr>
            <a:xfrm>
              <a:off x="4351663" y="557864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5" name="pt10205"/>
            <p:cNvSpPr/>
            <p:nvPr/>
          </p:nvSpPr>
          <p:spPr>
            <a:xfrm>
              <a:off x="4445468" y="5378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6" name="pt10206"/>
            <p:cNvSpPr/>
            <p:nvPr/>
          </p:nvSpPr>
          <p:spPr>
            <a:xfrm>
              <a:off x="5264822" y="57377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7" name="pt10207"/>
            <p:cNvSpPr/>
            <p:nvPr/>
          </p:nvSpPr>
          <p:spPr>
            <a:xfrm>
              <a:off x="4365927" y="55832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8" name="pt10208"/>
            <p:cNvSpPr/>
            <p:nvPr/>
          </p:nvSpPr>
          <p:spPr>
            <a:xfrm>
              <a:off x="4360219" y="5777360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09" name="pt10209"/>
            <p:cNvSpPr/>
            <p:nvPr/>
          </p:nvSpPr>
          <p:spPr>
            <a:xfrm>
              <a:off x="4373256" y="5838851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0" name="pt10210"/>
            <p:cNvSpPr/>
            <p:nvPr/>
          </p:nvSpPr>
          <p:spPr>
            <a:xfrm>
              <a:off x="5039773" y="5155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1" name="pt10211"/>
            <p:cNvSpPr/>
            <p:nvPr/>
          </p:nvSpPr>
          <p:spPr>
            <a:xfrm>
              <a:off x="4745302" y="565917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2" name="pt10212"/>
            <p:cNvSpPr/>
            <p:nvPr/>
          </p:nvSpPr>
          <p:spPr>
            <a:xfrm>
              <a:off x="4205802" y="589186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3" name="pt10213"/>
            <p:cNvSpPr/>
            <p:nvPr/>
          </p:nvSpPr>
          <p:spPr>
            <a:xfrm>
              <a:off x="4398993" y="5810117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14" name="pl10214"/>
            <p:cNvSpPr/>
            <p:nvPr/>
          </p:nvSpPr>
          <p:spPr>
            <a:xfrm>
              <a:off x="4298806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5" name="pl10215"/>
            <p:cNvSpPr/>
            <p:nvPr/>
          </p:nvSpPr>
          <p:spPr>
            <a:xfrm>
              <a:off x="4298806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6" name="pl10216"/>
            <p:cNvSpPr/>
            <p:nvPr/>
          </p:nvSpPr>
          <p:spPr>
            <a:xfrm>
              <a:off x="4278147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7" name="pl10217"/>
            <p:cNvSpPr/>
            <p:nvPr/>
          </p:nvSpPr>
          <p:spPr>
            <a:xfrm>
              <a:off x="4278147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8" name="pl10218"/>
            <p:cNvSpPr/>
            <p:nvPr/>
          </p:nvSpPr>
          <p:spPr>
            <a:xfrm>
              <a:off x="4274774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19" name="pl10219"/>
            <p:cNvSpPr/>
            <p:nvPr/>
          </p:nvSpPr>
          <p:spPr>
            <a:xfrm>
              <a:off x="4274774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20" name="pg10220"/>
            <p:cNvSpPr/>
            <p:nvPr/>
          </p:nvSpPr>
          <p:spPr>
            <a:xfrm>
              <a:off x="4350074" y="5726025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1" name="pg10221"/>
            <p:cNvSpPr/>
            <p:nvPr/>
          </p:nvSpPr>
          <p:spPr>
            <a:xfrm>
              <a:off x="4444328" y="602765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2" name="pg10222"/>
            <p:cNvSpPr/>
            <p:nvPr/>
          </p:nvSpPr>
          <p:spPr>
            <a:xfrm>
              <a:off x="4346405" y="55449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3" name="pt10223"/>
            <p:cNvSpPr/>
            <p:nvPr/>
          </p:nvSpPr>
          <p:spPr>
            <a:xfrm>
              <a:off x="4340599" y="5782655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4" name="pt10224"/>
            <p:cNvSpPr/>
            <p:nvPr/>
          </p:nvSpPr>
          <p:spPr>
            <a:xfrm>
              <a:off x="4363952" y="5780836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5" name="pt10225"/>
            <p:cNvSpPr/>
            <p:nvPr/>
          </p:nvSpPr>
          <p:spPr>
            <a:xfrm>
              <a:off x="4303557" y="5823108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6" name="pt10226"/>
            <p:cNvSpPr/>
            <p:nvPr/>
          </p:nvSpPr>
          <p:spPr>
            <a:xfrm>
              <a:off x="4351359" y="5772402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7" name="pt10227"/>
            <p:cNvSpPr/>
            <p:nvPr/>
          </p:nvSpPr>
          <p:spPr>
            <a:xfrm>
              <a:off x="4340907" y="5687190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8" name="pt10228"/>
            <p:cNvSpPr/>
            <p:nvPr/>
          </p:nvSpPr>
          <p:spPr>
            <a:xfrm>
              <a:off x="4387914" y="58106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29" name="pt10229"/>
            <p:cNvSpPr/>
            <p:nvPr/>
          </p:nvSpPr>
          <p:spPr>
            <a:xfrm>
              <a:off x="4373110" y="5792968"/>
              <a:ext cx="80678" cy="80678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0" name="pl10230"/>
            <p:cNvSpPr/>
            <p:nvPr/>
          </p:nvSpPr>
          <p:spPr>
            <a:xfrm>
              <a:off x="4339700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1" name="pl10231"/>
            <p:cNvSpPr/>
            <p:nvPr/>
          </p:nvSpPr>
          <p:spPr>
            <a:xfrm>
              <a:off x="4339700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2" name="pl10232"/>
            <p:cNvSpPr/>
            <p:nvPr/>
          </p:nvSpPr>
          <p:spPr>
            <a:xfrm>
              <a:off x="4329586" y="5706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3" name="pl10233"/>
            <p:cNvSpPr/>
            <p:nvPr/>
          </p:nvSpPr>
          <p:spPr>
            <a:xfrm>
              <a:off x="4364117" y="56715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34" name="pt10234"/>
            <p:cNvSpPr/>
            <p:nvPr/>
          </p:nvSpPr>
          <p:spPr>
            <a:xfrm>
              <a:off x="4320744" y="578337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5" name="pt10235"/>
            <p:cNvSpPr/>
            <p:nvPr/>
          </p:nvSpPr>
          <p:spPr>
            <a:xfrm>
              <a:off x="3805764" y="5114870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6" name="pt10236"/>
            <p:cNvSpPr/>
            <p:nvPr/>
          </p:nvSpPr>
          <p:spPr>
            <a:xfrm>
              <a:off x="4337989" y="5810257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7" name="pt10237"/>
            <p:cNvSpPr/>
            <p:nvPr/>
          </p:nvSpPr>
          <p:spPr>
            <a:xfrm>
              <a:off x="4395302" y="5762775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8" name="pt10238"/>
            <p:cNvSpPr/>
            <p:nvPr/>
          </p:nvSpPr>
          <p:spPr>
            <a:xfrm>
              <a:off x="5123379" y="61989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39" name="pt10239"/>
            <p:cNvSpPr/>
            <p:nvPr/>
          </p:nvSpPr>
          <p:spPr>
            <a:xfrm>
              <a:off x="3772560" y="6234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0" name="pt10240"/>
            <p:cNvSpPr/>
            <p:nvPr/>
          </p:nvSpPr>
          <p:spPr>
            <a:xfrm>
              <a:off x="4418013" y="5753740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1" name="pt10241"/>
            <p:cNvSpPr/>
            <p:nvPr/>
          </p:nvSpPr>
          <p:spPr>
            <a:xfrm>
              <a:off x="5019903" y="54372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2" name="pt10242"/>
            <p:cNvSpPr/>
            <p:nvPr/>
          </p:nvSpPr>
          <p:spPr>
            <a:xfrm>
              <a:off x="4708716" y="544269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3" name="pt10243"/>
            <p:cNvSpPr/>
            <p:nvPr/>
          </p:nvSpPr>
          <p:spPr>
            <a:xfrm>
              <a:off x="5090343" y="62510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4" name="pl10244"/>
            <p:cNvSpPr/>
            <p:nvPr/>
          </p:nvSpPr>
          <p:spPr>
            <a:xfrm>
              <a:off x="4286959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5" name="pl10245"/>
            <p:cNvSpPr/>
            <p:nvPr/>
          </p:nvSpPr>
          <p:spPr>
            <a:xfrm>
              <a:off x="4286959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6" name="pl10246"/>
            <p:cNvSpPr/>
            <p:nvPr/>
          </p:nvSpPr>
          <p:spPr>
            <a:xfrm>
              <a:off x="4276845" y="50669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7" name="pl10247"/>
            <p:cNvSpPr/>
            <p:nvPr/>
          </p:nvSpPr>
          <p:spPr>
            <a:xfrm>
              <a:off x="4311376" y="50323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48" name="pt10248"/>
            <p:cNvSpPr/>
            <p:nvPr/>
          </p:nvSpPr>
          <p:spPr>
            <a:xfrm>
              <a:off x="4421117" y="5752423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49" name="pt10249"/>
            <p:cNvSpPr/>
            <p:nvPr/>
          </p:nvSpPr>
          <p:spPr>
            <a:xfrm>
              <a:off x="4394451" y="58979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0" name="pt10250"/>
            <p:cNvSpPr/>
            <p:nvPr/>
          </p:nvSpPr>
          <p:spPr>
            <a:xfrm>
              <a:off x="4237374" y="52680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1" name="pt10251"/>
            <p:cNvSpPr/>
            <p:nvPr/>
          </p:nvSpPr>
          <p:spPr>
            <a:xfrm>
              <a:off x="4368990" y="5764487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2" name="pt10252"/>
            <p:cNvSpPr/>
            <p:nvPr/>
          </p:nvSpPr>
          <p:spPr>
            <a:xfrm>
              <a:off x="4747435" y="55105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3" name="pt10253"/>
            <p:cNvSpPr/>
            <p:nvPr/>
          </p:nvSpPr>
          <p:spPr>
            <a:xfrm>
              <a:off x="4371081" y="5771343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4" name="pt10254"/>
            <p:cNvSpPr/>
            <p:nvPr/>
          </p:nvSpPr>
          <p:spPr>
            <a:xfrm>
              <a:off x="4625986" y="5401092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5" name="pt10255"/>
            <p:cNvSpPr/>
            <p:nvPr/>
          </p:nvSpPr>
          <p:spPr>
            <a:xfrm>
              <a:off x="4350810" y="5741667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6" name="pt10256"/>
            <p:cNvSpPr/>
            <p:nvPr/>
          </p:nvSpPr>
          <p:spPr>
            <a:xfrm>
              <a:off x="4410904" y="58382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7" name="pt10257"/>
            <p:cNvSpPr/>
            <p:nvPr/>
          </p:nvSpPr>
          <p:spPr>
            <a:xfrm>
              <a:off x="4401275" y="5772775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8" name="pt10258"/>
            <p:cNvSpPr/>
            <p:nvPr/>
          </p:nvSpPr>
          <p:spPr>
            <a:xfrm>
              <a:off x="4282335" y="5036475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59" name="pt10259"/>
            <p:cNvSpPr/>
            <p:nvPr/>
          </p:nvSpPr>
          <p:spPr>
            <a:xfrm>
              <a:off x="4713401" y="57488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0" name="pt10260"/>
            <p:cNvSpPr/>
            <p:nvPr/>
          </p:nvSpPr>
          <p:spPr>
            <a:xfrm>
              <a:off x="4368754" y="5760882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1" name="pg10261"/>
            <p:cNvSpPr/>
            <p:nvPr/>
          </p:nvSpPr>
          <p:spPr>
            <a:xfrm>
              <a:off x="4266380" y="565989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2" name="pt10262"/>
            <p:cNvSpPr/>
            <p:nvPr/>
          </p:nvSpPr>
          <p:spPr>
            <a:xfrm>
              <a:off x="4682334" y="5761927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3" name="pt10263"/>
            <p:cNvSpPr/>
            <p:nvPr/>
          </p:nvSpPr>
          <p:spPr>
            <a:xfrm>
              <a:off x="4436534" y="53384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4" name="pt10264"/>
            <p:cNvSpPr/>
            <p:nvPr/>
          </p:nvSpPr>
          <p:spPr>
            <a:xfrm>
              <a:off x="4322241" y="60407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5" name="pt10265"/>
            <p:cNvSpPr/>
            <p:nvPr/>
          </p:nvSpPr>
          <p:spPr>
            <a:xfrm>
              <a:off x="4771416" y="54122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6" name="pt10266"/>
            <p:cNvSpPr/>
            <p:nvPr/>
          </p:nvSpPr>
          <p:spPr>
            <a:xfrm>
              <a:off x="4234352" y="6488975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7" name="pt10267"/>
            <p:cNvSpPr/>
            <p:nvPr/>
          </p:nvSpPr>
          <p:spPr>
            <a:xfrm>
              <a:off x="4687247" y="49253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8" name="pg10268"/>
            <p:cNvSpPr/>
            <p:nvPr/>
          </p:nvSpPr>
          <p:spPr>
            <a:xfrm>
              <a:off x="4935271" y="613615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69" name="pt10269"/>
            <p:cNvSpPr/>
            <p:nvPr/>
          </p:nvSpPr>
          <p:spPr>
            <a:xfrm>
              <a:off x="4361147" y="578398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0" name="pt10270"/>
            <p:cNvSpPr/>
            <p:nvPr/>
          </p:nvSpPr>
          <p:spPr>
            <a:xfrm>
              <a:off x="3876383" y="63599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1" name="pg10271"/>
            <p:cNvSpPr/>
            <p:nvPr/>
          </p:nvSpPr>
          <p:spPr>
            <a:xfrm>
              <a:off x="4421457" y="535823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2" name="pt10272"/>
            <p:cNvSpPr/>
            <p:nvPr/>
          </p:nvSpPr>
          <p:spPr>
            <a:xfrm>
              <a:off x="3639161" y="5447379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3" name="pt10273"/>
            <p:cNvSpPr/>
            <p:nvPr/>
          </p:nvSpPr>
          <p:spPr>
            <a:xfrm>
              <a:off x="4426636" y="588243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4" name="pt10274"/>
            <p:cNvSpPr/>
            <p:nvPr/>
          </p:nvSpPr>
          <p:spPr>
            <a:xfrm>
              <a:off x="3949033" y="51097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5" name="pt10275"/>
            <p:cNvSpPr/>
            <p:nvPr/>
          </p:nvSpPr>
          <p:spPr>
            <a:xfrm>
              <a:off x="4740892" y="562136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6" name="pt10276"/>
            <p:cNvSpPr/>
            <p:nvPr/>
          </p:nvSpPr>
          <p:spPr>
            <a:xfrm>
              <a:off x="4472115" y="5528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7" name="pt10277"/>
            <p:cNvSpPr/>
            <p:nvPr/>
          </p:nvSpPr>
          <p:spPr>
            <a:xfrm>
              <a:off x="4384929" y="5765187"/>
              <a:ext cx="48833" cy="48833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8" name="pg10278"/>
            <p:cNvSpPr/>
            <p:nvPr/>
          </p:nvSpPr>
          <p:spPr>
            <a:xfrm>
              <a:off x="4597366" y="538736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79" name="pt10279"/>
            <p:cNvSpPr/>
            <p:nvPr/>
          </p:nvSpPr>
          <p:spPr>
            <a:xfrm>
              <a:off x="4607260" y="58126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0" name="pt10280"/>
            <p:cNvSpPr/>
            <p:nvPr/>
          </p:nvSpPr>
          <p:spPr>
            <a:xfrm>
              <a:off x="3803827" y="5107802"/>
              <a:ext cx="67219" cy="67219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1" name="pt10281"/>
            <p:cNvSpPr/>
            <p:nvPr/>
          </p:nvSpPr>
          <p:spPr>
            <a:xfrm>
              <a:off x="4430567" y="587744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2" name="pt10282"/>
            <p:cNvSpPr/>
            <p:nvPr/>
          </p:nvSpPr>
          <p:spPr>
            <a:xfrm>
              <a:off x="4714004" y="5661455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3" name="pt10283"/>
            <p:cNvSpPr/>
            <p:nvPr/>
          </p:nvSpPr>
          <p:spPr>
            <a:xfrm>
              <a:off x="4793661" y="56786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4" name="pt10284"/>
            <p:cNvSpPr/>
            <p:nvPr/>
          </p:nvSpPr>
          <p:spPr>
            <a:xfrm>
              <a:off x="4736593" y="55076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5" name="pt10285"/>
            <p:cNvSpPr/>
            <p:nvPr/>
          </p:nvSpPr>
          <p:spPr>
            <a:xfrm>
              <a:off x="4289275" y="55693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6" name="pt10286"/>
            <p:cNvSpPr/>
            <p:nvPr/>
          </p:nvSpPr>
          <p:spPr>
            <a:xfrm>
              <a:off x="4356604" y="578378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7" name="pt10287"/>
            <p:cNvSpPr/>
            <p:nvPr/>
          </p:nvSpPr>
          <p:spPr>
            <a:xfrm>
              <a:off x="4469666" y="5904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8" name="pt10288"/>
            <p:cNvSpPr/>
            <p:nvPr/>
          </p:nvSpPr>
          <p:spPr>
            <a:xfrm>
              <a:off x="4759968" y="4977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89" name="pt10289"/>
            <p:cNvSpPr/>
            <p:nvPr/>
          </p:nvSpPr>
          <p:spPr>
            <a:xfrm>
              <a:off x="3819104" y="5122426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0" name="pt10290"/>
            <p:cNvSpPr/>
            <p:nvPr/>
          </p:nvSpPr>
          <p:spPr>
            <a:xfrm>
              <a:off x="4388126" y="581487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1" name="pt10291"/>
            <p:cNvSpPr/>
            <p:nvPr/>
          </p:nvSpPr>
          <p:spPr>
            <a:xfrm>
              <a:off x="4351236" y="5770547"/>
              <a:ext cx="80678" cy="80678"/>
            </a:xfrm>
            <a:prstGeom prst="ellipse">
              <a:avLst/>
            </a:pr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2" name="pt10292"/>
            <p:cNvSpPr/>
            <p:nvPr/>
          </p:nvSpPr>
          <p:spPr>
            <a:xfrm>
              <a:off x="4354350" y="5790145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3" name="pt10293"/>
            <p:cNvSpPr/>
            <p:nvPr/>
          </p:nvSpPr>
          <p:spPr>
            <a:xfrm>
              <a:off x="4302392" y="6090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4" name="pt10294"/>
            <p:cNvSpPr/>
            <p:nvPr/>
          </p:nvSpPr>
          <p:spPr>
            <a:xfrm>
              <a:off x="3643745" y="60151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5" name="pt10295"/>
            <p:cNvSpPr/>
            <p:nvPr/>
          </p:nvSpPr>
          <p:spPr>
            <a:xfrm>
              <a:off x="4231473" y="6480434"/>
              <a:ext cx="67219" cy="67219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6" name="pt10296"/>
            <p:cNvSpPr/>
            <p:nvPr/>
          </p:nvSpPr>
          <p:spPr>
            <a:xfrm>
              <a:off x="4317544" y="490856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7" name="pt10297"/>
            <p:cNvSpPr/>
            <p:nvPr/>
          </p:nvSpPr>
          <p:spPr>
            <a:xfrm>
              <a:off x="4343710" y="5774535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298" name="pt10298"/>
            <p:cNvSpPr/>
            <p:nvPr/>
          </p:nvSpPr>
          <p:spPr>
            <a:xfrm>
              <a:off x="4445154" y="628412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99" name="pl10299"/>
            <p:cNvSpPr/>
            <p:nvPr/>
          </p:nvSpPr>
          <p:spPr>
            <a:xfrm>
              <a:off x="4445154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0" name="pl10300"/>
            <p:cNvSpPr/>
            <p:nvPr/>
          </p:nvSpPr>
          <p:spPr>
            <a:xfrm>
              <a:off x="4445154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01" name="pt10301"/>
            <p:cNvSpPr/>
            <p:nvPr/>
          </p:nvSpPr>
          <p:spPr>
            <a:xfrm>
              <a:off x="4367199" y="5781584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2" name="pt10302"/>
            <p:cNvSpPr/>
            <p:nvPr/>
          </p:nvSpPr>
          <p:spPr>
            <a:xfrm>
              <a:off x="4250596" y="5647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3" name="pg10303"/>
            <p:cNvSpPr/>
            <p:nvPr/>
          </p:nvSpPr>
          <p:spPr>
            <a:xfrm>
              <a:off x="4464735" y="5694523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4" name="pg10304"/>
            <p:cNvSpPr/>
            <p:nvPr/>
          </p:nvSpPr>
          <p:spPr>
            <a:xfrm>
              <a:off x="4469158" y="55229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5" name="pt10305"/>
            <p:cNvSpPr/>
            <p:nvPr/>
          </p:nvSpPr>
          <p:spPr>
            <a:xfrm>
              <a:off x="4356683" y="60098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6" name="pg10306"/>
            <p:cNvSpPr/>
            <p:nvPr/>
          </p:nvSpPr>
          <p:spPr>
            <a:xfrm>
              <a:off x="4339878" y="581272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7" name="pt10307"/>
            <p:cNvSpPr/>
            <p:nvPr/>
          </p:nvSpPr>
          <p:spPr>
            <a:xfrm>
              <a:off x="4416015" y="5847798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8" name="pg10308"/>
            <p:cNvSpPr/>
            <p:nvPr/>
          </p:nvSpPr>
          <p:spPr>
            <a:xfrm>
              <a:off x="4275857" y="568410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09" name="pt10309"/>
            <p:cNvSpPr/>
            <p:nvPr/>
          </p:nvSpPr>
          <p:spPr>
            <a:xfrm>
              <a:off x="4525422" y="57346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0" name="pt10310"/>
            <p:cNvSpPr/>
            <p:nvPr/>
          </p:nvSpPr>
          <p:spPr>
            <a:xfrm>
              <a:off x="4346956" y="5801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1" name="pt10311"/>
            <p:cNvSpPr/>
            <p:nvPr/>
          </p:nvSpPr>
          <p:spPr>
            <a:xfrm>
              <a:off x="4386251" y="5797933"/>
              <a:ext cx="67219" cy="67219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2" name="pt10312"/>
            <p:cNvSpPr/>
            <p:nvPr/>
          </p:nvSpPr>
          <p:spPr>
            <a:xfrm>
              <a:off x="4334368" y="606494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3" name="pt10313"/>
            <p:cNvSpPr/>
            <p:nvPr/>
          </p:nvSpPr>
          <p:spPr>
            <a:xfrm>
              <a:off x="4460674" y="5736096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4" name="pt10314"/>
            <p:cNvSpPr/>
            <p:nvPr/>
          </p:nvSpPr>
          <p:spPr>
            <a:xfrm>
              <a:off x="5233842" y="592764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5" name="pt10315"/>
            <p:cNvSpPr/>
            <p:nvPr/>
          </p:nvSpPr>
          <p:spPr>
            <a:xfrm>
              <a:off x="3746086" y="60818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6" name="pt10316"/>
            <p:cNvSpPr/>
            <p:nvPr/>
          </p:nvSpPr>
          <p:spPr>
            <a:xfrm>
              <a:off x="3890913" y="50757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7" name="pt10317"/>
            <p:cNvSpPr/>
            <p:nvPr/>
          </p:nvSpPr>
          <p:spPr>
            <a:xfrm>
              <a:off x="4324455" y="5759332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8" name="pt10318"/>
            <p:cNvSpPr/>
            <p:nvPr/>
          </p:nvSpPr>
          <p:spPr>
            <a:xfrm>
              <a:off x="4393205" y="58174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19" name="pt10319"/>
            <p:cNvSpPr/>
            <p:nvPr/>
          </p:nvSpPr>
          <p:spPr>
            <a:xfrm>
              <a:off x="4413716" y="5830241"/>
              <a:ext cx="48833" cy="48833"/>
            </a:xfrm>
            <a:prstGeom prst="ellipse">
              <a:avLst/>
            </a:prstGeom>
            <a:solidFill>
              <a:srgbClr val="E7298A">
                <a:alpha val="9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0" name="pt10320"/>
            <p:cNvSpPr/>
            <p:nvPr/>
          </p:nvSpPr>
          <p:spPr>
            <a:xfrm>
              <a:off x="4258994" y="5657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1" name="pt10321"/>
            <p:cNvSpPr/>
            <p:nvPr/>
          </p:nvSpPr>
          <p:spPr>
            <a:xfrm>
              <a:off x="4347235" y="6129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2" name="pt10322"/>
            <p:cNvSpPr/>
            <p:nvPr/>
          </p:nvSpPr>
          <p:spPr>
            <a:xfrm>
              <a:off x="4500164" y="5489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3" name="pt10323"/>
            <p:cNvSpPr/>
            <p:nvPr/>
          </p:nvSpPr>
          <p:spPr>
            <a:xfrm>
              <a:off x="4629064" y="49468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4" name="pg10324"/>
            <p:cNvSpPr/>
            <p:nvPr/>
          </p:nvSpPr>
          <p:spPr>
            <a:xfrm>
              <a:off x="3645472" y="600366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5" name="pt10325"/>
            <p:cNvSpPr/>
            <p:nvPr/>
          </p:nvSpPr>
          <p:spPr>
            <a:xfrm>
              <a:off x="4793876" y="566723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6" name="pt10326"/>
            <p:cNvSpPr/>
            <p:nvPr/>
          </p:nvSpPr>
          <p:spPr>
            <a:xfrm>
              <a:off x="3665597" y="604366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7" name="pt10327"/>
            <p:cNvSpPr/>
            <p:nvPr/>
          </p:nvSpPr>
          <p:spPr>
            <a:xfrm>
              <a:off x="4393742" y="558257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8" name="pt10328"/>
            <p:cNvSpPr/>
            <p:nvPr/>
          </p:nvSpPr>
          <p:spPr>
            <a:xfrm>
              <a:off x="5257650" y="5709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29" name="pt10329"/>
            <p:cNvSpPr/>
            <p:nvPr/>
          </p:nvSpPr>
          <p:spPr>
            <a:xfrm>
              <a:off x="4700673" y="5658045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0" name="pt10330"/>
            <p:cNvSpPr/>
            <p:nvPr/>
          </p:nvSpPr>
          <p:spPr>
            <a:xfrm>
              <a:off x="4446853" y="581652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1" name="pl10331"/>
            <p:cNvSpPr/>
            <p:nvPr/>
          </p:nvSpPr>
          <p:spPr>
            <a:xfrm>
              <a:off x="4344089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2" name="pl10332"/>
            <p:cNvSpPr/>
            <p:nvPr/>
          </p:nvSpPr>
          <p:spPr>
            <a:xfrm>
              <a:off x="4344089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3" name="pl10333"/>
            <p:cNvSpPr/>
            <p:nvPr/>
          </p:nvSpPr>
          <p:spPr>
            <a:xfrm>
              <a:off x="4311772" y="5853043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4" name="pl10334"/>
            <p:cNvSpPr/>
            <p:nvPr/>
          </p:nvSpPr>
          <p:spPr>
            <a:xfrm>
              <a:off x="4422108" y="5742707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35" name="pt10335"/>
            <p:cNvSpPr/>
            <p:nvPr/>
          </p:nvSpPr>
          <p:spPr>
            <a:xfrm>
              <a:off x="3809717" y="62807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6" name="pt10336"/>
            <p:cNvSpPr/>
            <p:nvPr/>
          </p:nvSpPr>
          <p:spPr>
            <a:xfrm>
              <a:off x="4622710" y="5395526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7" name="pt10337"/>
            <p:cNvSpPr/>
            <p:nvPr/>
          </p:nvSpPr>
          <p:spPr>
            <a:xfrm>
              <a:off x="4275910" y="587864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8" name="pt10338"/>
            <p:cNvSpPr/>
            <p:nvPr/>
          </p:nvSpPr>
          <p:spPr>
            <a:xfrm>
              <a:off x="4529398" y="581219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39" name="pt10339"/>
            <p:cNvSpPr/>
            <p:nvPr/>
          </p:nvSpPr>
          <p:spPr>
            <a:xfrm>
              <a:off x="4303842" y="58591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0" name="pl10340"/>
            <p:cNvSpPr/>
            <p:nvPr/>
          </p:nvSpPr>
          <p:spPr>
            <a:xfrm>
              <a:off x="4357088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1" name="pl10341"/>
            <p:cNvSpPr/>
            <p:nvPr/>
          </p:nvSpPr>
          <p:spPr>
            <a:xfrm>
              <a:off x="4357088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2" name="pl10342"/>
            <p:cNvSpPr/>
            <p:nvPr/>
          </p:nvSpPr>
          <p:spPr>
            <a:xfrm>
              <a:off x="4339359" y="5882998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3" name="pl10343"/>
            <p:cNvSpPr/>
            <p:nvPr/>
          </p:nvSpPr>
          <p:spPr>
            <a:xfrm>
              <a:off x="4399891" y="5822467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44" name="pg10344"/>
            <p:cNvSpPr/>
            <p:nvPr/>
          </p:nvSpPr>
          <p:spPr>
            <a:xfrm>
              <a:off x="4359269" y="593437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5" name="pt10345"/>
            <p:cNvSpPr/>
            <p:nvPr/>
          </p:nvSpPr>
          <p:spPr>
            <a:xfrm>
              <a:off x="4598879" y="5584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6" name="pg10346"/>
            <p:cNvSpPr/>
            <p:nvPr/>
          </p:nvSpPr>
          <p:spPr>
            <a:xfrm>
              <a:off x="4535730" y="57726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7" name="pg10347"/>
            <p:cNvSpPr/>
            <p:nvPr/>
          </p:nvSpPr>
          <p:spPr>
            <a:xfrm>
              <a:off x="4543064" y="57695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8" name="pt10348"/>
            <p:cNvSpPr/>
            <p:nvPr/>
          </p:nvSpPr>
          <p:spPr>
            <a:xfrm>
              <a:off x="3715321" y="5432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49" name="pt10349"/>
            <p:cNvSpPr/>
            <p:nvPr/>
          </p:nvSpPr>
          <p:spPr>
            <a:xfrm>
              <a:off x="4392097" y="5808639"/>
              <a:ext cx="80678" cy="80678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0" name="pg10350"/>
            <p:cNvSpPr/>
            <p:nvPr/>
          </p:nvSpPr>
          <p:spPr>
            <a:xfrm>
              <a:off x="4660588" y="5477955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1" name="pt10351"/>
            <p:cNvSpPr/>
            <p:nvPr/>
          </p:nvSpPr>
          <p:spPr>
            <a:xfrm>
              <a:off x="4451101" y="5751621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2" name="pt10352"/>
            <p:cNvSpPr/>
            <p:nvPr/>
          </p:nvSpPr>
          <p:spPr>
            <a:xfrm>
              <a:off x="4368670" y="5788511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3" name="pt10353"/>
            <p:cNvSpPr/>
            <p:nvPr/>
          </p:nvSpPr>
          <p:spPr>
            <a:xfrm>
              <a:off x="4387687" y="5808690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4" name="pt10354"/>
            <p:cNvSpPr/>
            <p:nvPr/>
          </p:nvSpPr>
          <p:spPr>
            <a:xfrm>
              <a:off x="4009179" y="517590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5" name="pt10355"/>
            <p:cNvSpPr/>
            <p:nvPr/>
          </p:nvSpPr>
          <p:spPr>
            <a:xfrm>
              <a:off x="4548799" y="65650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6" name="pt10356"/>
            <p:cNvSpPr/>
            <p:nvPr/>
          </p:nvSpPr>
          <p:spPr>
            <a:xfrm>
              <a:off x="5096680" y="62181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7" name="pt10357"/>
            <p:cNvSpPr/>
            <p:nvPr/>
          </p:nvSpPr>
          <p:spPr>
            <a:xfrm>
              <a:off x="4703126" y="565879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8" name="pt10358"/>
            <p:cNvSpPr/>
            <p:nvPr/>
          </p:nvSpPr>
          <p:spPr>
            <a:xfrm>
              <a:off x="4663672" y="55499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59" name="pl10359"/>
            <p:cNvSpPr/>
            <p:nvPr/>
          </p:nvSpPr>
          <p:spPr>
            <a:xfrm>
              <a:off x="4361797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0" name="pl10360"/>
            <p:cNvSpPr/>
            <p:nvPr/>
          </p:nvSpPr>
          <p:spPr>
            <a:xfrm>
              <a:off x="4361797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1" name="pl10361"/>
            <p:cNvSpPr/>
            <p:nvPr/>
          </p:nvSpPr>
          <p:spPr>
            <a:xfrm>
              <a:off x="4351683" y="58233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2" name="pl10362"/>
            <p:cNvSpPr/>
            <p:nvPr/>
          </p:nvSpPr>
          <p:spPr>
            <a:xfrm>
              <a:off x="4386214" y="578883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63" name="pt10363"/>
            <p:cNvSpPr/>
            <p:nvPr/>
          </p:nvSpPr>
          <p:spPr>
            <a:xfrm>
              <a:off x="3774392" y="625335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4" name="pt10364"/>
            <p:cNvSpPr/>
            <p:nvPr/>
          </p:nvSpPr>
          <p:spPr>
            <a:xfrm>
              <a:off x="4374708" y="58618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5" name="pt10365"/>
            <p:cNvSpPr/>
            <p:nvPr/>
          </p:nvSpPr>
          <p:spPr>
            <a:xfrm>
              <a:off x="4372275" y="5774835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6" name="pt10366"/>
            <p:cNvSpPr/>
            <p:nvPr/>
          </p:nvSpPr>
          <p:spPr>
            <a:xfrm>
              <a:off x="4416996" y="49012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7" name="pg10367"/>
            <p:cNvSpPr/>
            <p:nvPr/>
          </p:nvSpPr>
          <p:spPr>
            <a:xfrm>
              <a:off x="4463376" y="54993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8" name="pt10368"/>
            <p:cNvSpPr/>
            <p:nvPr/>
          </p:nvSpPr>
          <p:spPr>
            <a:xfrm>
              <a:off x="4593343" y="65574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69" name="pl10369"/>
            <p:cNvSpPr/>
            <p:nvPr/>
          </p:nvSpPr>
          <p:spPr>
            <a:xfrm>
              <a:off x="4471392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0" name="pl10370"/>
            <p:cNvSpPr/>
            <p:nvPr/>
          </p:nvSpPr>
          <p:spPr>
            <a:xfrm>
              <a:off x="4471392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1" name="pl10371"/>
            <p:cNvSpPr/>
            <p:nvPr/>
          </p:nvSpPr>
          <p:spPr>
            <a:xfrm>
              <a:off x="4461279" y="53977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2" name="pl10372"/>
            <p:cNvSpPr/>
            <p:nvPr/>
          </p:nvSpPr>
          <p:spPr>
            <a:xfrm>
              <a:off x="4495809" y="53631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73" name="pg10373"/>
            <p:cNvSpPr/>
            <p:nvPr/>
          </p:nvSpPr>
          <p:spPr>
            <a:xfrm>
              <a:off x="4363091" y="591983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4" name="pt10374"/>
            <p:cNvSpPr/>
            <p:nvPr/>
          </p:nvSpPr>
          <p:spPr>
            <a:xfrm>
              <a:off x="3971150" y="51727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5" name="pg10375"/>
            <p:cNvSpPr/>
            <p:nvPr/>
          </p:nvSpPr>
          <p:spPr>
            <a:xfrm>
              <a:off x="4410495" y="65683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6" name="pt10376"/>
            <p:cNvSpPr/>
            <p:nvPr/>
          </p:nvSpPr>
          <p:spPr>
            <a:xfrm>
              <a:off x="4345365" y="5845626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7" name="pt10377"/>
            <p:cNvSpPr/>
            <p:nvPr/>
          </p:nvSpPr>
          <p:spPr>
            <a:xfrm>
              <a:off x="4751073" y="5530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8" name="pt10378"/>
            <p:cNvSpPr/>
            <p:nvPr/>
          </p:nvSpPr>
          <p:spPr>
            <a:xfrm>
              <a:off x="4640550" y="54736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79" name="pt10379"/>
            <p:cNvSpPr/>
            <p:nvPr/>
          </p:nvSpPr>
          <p:spPr>
            <a:xfrm>
              <a:off x="3613677" y="56646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0" name="pl10380"/>
            <p:cNvSpPr/>
            <p:nvPr/>
          </p:nvSpPr>
          <p:spPr>
            <a:xfrm>
              <a:off x="4316804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1" name="pl10381"/>
            <p:cNvSpPr/>
            <p:nvPr/>
          </p:nvSpPr>
          <p:spPr>
            <a:xfrm>
              <a:off x="4316804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2" name="pl10382"/>
            <p:cNvSpPr/>
            <p:nvPr/>
          </p:nvSpPr>
          <p:spPr>
            <a:xfrm>
              <a:off x="4306690" y="58019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3" name="pl10383"/>
            <p:cNvSpPr/>
            <p:nvPr/>
          </p:nvSpPr>
          <p:spPr>
            <a:xfrm>
              <a:off x="4341221" y="57674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84" name="pt10384"/>
            <p:cNvSpPr/>
            <p:nvPr/>
          </p:nvSpPr>
          <p:spPr>
            <a:xfrm>
              <a:off x="4865795" y="54712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5" name="pt10385"/>
            <p:cNvSpPr/>
            <p:nvPr/>
          </p:nvSpPr>
          <p:spPr>
            <a:xfrm>
              <a:off x="4451677" y="60128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6" name="pt10386"/>
            <p:cNvSpPr/>
            <p:nvPr/>
          </p:nvSpPr>
          <p:spPr>
            <a:xfrm>
              <a:off x="4592840" y="557091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7" name="pt10387"/>
            <p:cNvSpPr/>
            <p:nvPr/>
          </p:nvSpPr>
          <p:spPr>
            <a:xfrm>
              <a:off x="4240906" y="6498785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8" name="pt10388"/>
            <p:cNvSpPr/>
            <p:nvPr/>
          </p:nvSpPr>
          <p:spPr>
            <a:xfrm>
              <a:off x="4336475" y="5847973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89" name="pt10389"/>
            <p:cNvSpPr/>
            <p:nvPr/>
          </p:nvSpPr>
          <p:spPr>
            <a:xfrm>
              <a:off x="4453362" y="5747259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0" name="pt10390"/>
            <p:cNvSpPr/>
            <p:nvPr/>
          </p:nvSpPr>
          <p:spPr>
            <a:xfrm>
              <a:off x="5229556" y="589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1" name="pt10391"/>
            <p:cNvSpPr/>
            <p:nvPr/>
          </p:nvSpPr>
          <p:spPr>
            <a:xfrm>
              <a:off x="3597103" y="56499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2" name="pt10392"/>
            <p:cNvSpPr/>
            <p:nvPr/>
          </p:nvSpPr>
          <p:spPr>
            <a:xfrm>
              <a:off x="4401301" y="5844655"/>
              <a:ext cx="85604" cy="8560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3" name="pt10393"/>
            <p:cNvSpPr/>
            <p:nvPr/>
          </p:nvSpPr>
          <p:spPr>
            <a:xfrm>
              <a:off x="4319841" y="64681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4" name="pt10394"/>
            <p:cNvSpPr/>
            <p:nvPr/>
          </p:nvSpPr>
          <p:spPr>
            <a:xfrm>
              <a:off x="4372733" y="5762397"/>
              <a:ext cx="80678" cy="80678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5" name="pt10395"/>
            <p:cNvSpPr/>
            <p:nvPr/>
          </p:nvSpPr>
          <p:spPr>
            <a:xfrm>
              <a:off x="4137434" y="56922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6" name="pt10396"/>
            <p:cNvSpPr/>
            <p:nvPr/>
          </p:nvSpPr>
          <p:spPr>
            <a:xfrm>
              <a:off x="4631085" y="5390504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7" name="pt10397"/>
            <p:cNvSpPr/>
            <p:nvPr/>
          </p:nvSpPr>
          <p:spPr>
            <a:xfrm>
              <a:off x="4492605" y="610873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8" name="pt10398"/>
            <p:cNvSpPr/>
            <p:nvPr/>
          </p:nvSpPr>
          <p:spPr>
            <a:xfrm>
              <a:off x="4444792" y="58752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399" name="pl10399"/>
            <p:cNvSpPr/>
            <p:nvPr/>
          </p:nvSpPr>
          <p:spPr>
            <a:xfrm>
              <a:off x="4429067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0" name="pl10400"/>
            <p:cNvSpPr/>
            <p:nvPr/>
          </p:nvSpPr>
          <p:spPr>
            <a:xfrm>
              <a:off x="4429067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1" name="pl10401"/>
            <p:cNvSpPr/>
            <p:nvPr/>
          </p:nvSpPr>
          <p:spPr>
            <a:xfrm>
              <a:off x="4418953" y="58515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2" name="pl10402"/>
            <p:cNvSpPr/>
            <p:nvPr/>
          </p:nvSpPr>
          <p:spPr>
            <a:xfrm>
              <a:off x="4453484" y="58169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3" name="pt10403"/>
            <p:cNvSpPr/>
            <p:nvPr/>
          </p:nvSpPr>
          <p:spPr>
            <a:xfrm>
              <a:off x="5199214" y="53840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04" name="pt10404"/>
            <p:cNvSpPr/>
            <p:nvPr/>
          </p:nvSpPr>
          <p:spPr>
            <a:xfrm>
              <a:off x="4405818" y="5783075"/>
              <a:ext cx="67219" cy="67219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05" name="pt10405"/>
            <p:cNvSpPr/>
            <p:nvPr/>
          </p:nvSpPr>
          <p:spPr>
            <a:xfrm>
              <a:off x="4919385" y="506548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6" name="pl10406"/>
            <p:cNvSpPr/>
            <p:nvPr/>
          </p:nvSpPr>
          <p:spPr>
            <a:xfrm>
              <a:off x="4919385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7" name="pl10407"/>
            <p:cNvSpPr/>
            <p:nvPr/>
          </p:nvSpPr>
          <p:spPr>
            <a:xfrm>
              <a:off x="4919385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08" name="pt10408"/>
            <p:cNvSpPr/>
            <p:nvPr/>
          </p:nvSpPr>
          <p:spPr>
            <a:xfrm>
              <a:off x="4382441" y="5790418"/>
              <a:ext cx="74834" cy="74834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09" name="pl10409"/>
            <p:cNvSpPr/>
            <p:nvPr/>
          </p:nvSpPr>
          <p:spPr>
            <a:xfrm>
              <a:off x="4542943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0" name="pl10410"/>
            <p:cNvSpPr/>
            <p:nvPr/>
          </p:nvSpPr>
          <p:spPr>
            <a:xfrm>
              <a:off x="4542943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1" name="pl10411"/>
            <p:cNvSpPr/>
            <p:nvPr/>
          </p:nvSpPr>
          <p:spPr>
            <a:xfrm>
              <a:off x="4532829" y="53446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2" name="pl10412"/>
            <p:cNvSpPr/>
            <p:nvPr/>
          </p:nvSpPr>
          <p:spPr>
            <a:xfrm>
              <a:off x="4567360" y="53101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3" name="pg10413"/>
            <p:cNvSpPr/>
            <p:nvPr/>
          </p:nvSpPr>
          <p:spPr>
            <a:xfrm>
              <a:off x="4455351" y="598405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14" name="pg10414"/>
            <p:cNvSpPr/>
            <p:nvPr/>
          </p:nvSpPr>
          <p:spPr>
            <a:xfrm>
              <a:off x="4527267" y="576062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15" name="pt10415"/>
            <p:cNvSpPr/>
            <p:nvPr/>
          </p:nvSpPr>
          <p:spPr>
            <a:xfrm>
              <a:off x="4350460" y="58694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416" name="pl10416"/>
            <p:cNvSpPr/>
            <p:nvPr/>
          </p:nvSpPr>
          <p:spPr>
            <a:xfrm>
              <a:off x="4903138" y="7893464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7" name="pl10417"/>
            <p:cNvSpPr/>
            <p:nvPr/>
          </p:nvSpPr>
          <p:spPr>
            <a:xfrm>
              <a:off x="4989772" y="7291786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8" name="pl10418"/>
            <p:cNvSpPr/>
            <p:nvPr/>
          </p:nvSpPr>
          <p:spPr>
            <a:xfrm>
              <a:off x="5009360" y="7295881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19" name="pl10419"/>
            <p:cNvSpPr/>
            <p:nvPr/>
          </p:nvSpPr>
          <p:spPr>
            <a:xfrm>
              <a:off x="4506123" y="8073109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0" name="pl10420"/>
            <p:cNvSpPr/>
            <p:nvPr/>
          </p:nvSpPr>
          <p:spPr>
            <a:xfrm>
              <a:off x="4509192" y="7999659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1" name="pl10421"/>
            <p:cNvSpPr/>
            <p:nvPr/>
          </p:nvSpPr>
          <p:spPr>
            <a:xfrm>
              <a:off x="4488576" y="7516625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2" name="pl10422"/>
            <p:cNvSpPr/>
            <p:nvPr/>
          </p:nvSpPr>
          <p:spPr>
            <a:xfrm>
              <a:off x="4880674" y="7857868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3" name="pl10423"/>
            <p:cNvSpPr/>
            <p:nvPr/>
          </p:nvSpPr>
          <p:spPr>
            <a:xfrm>
              <a:off x="4521957" y="8360990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4" name="pl10424"/>
            <p:cNvSpPr/>
            <p:nvPr/>
          </p:nvSpPr>
          <p:spPr>
            <a:xfrm>
              <a:off x="4289181" y="7609300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5" name="pl10425"/>
            <p:cNvSpPr/>
            <p:nvPr/>
          </p:nvSpPr>
          <p:spPr>
            <a:xfrm>
              <a:off x="4497592" y="8077339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6" name="pl10426"/>
            <p:cNvSpPr/>
            <p:nvPr/>
          </p:nvSpPr>
          <p:spPr>
            <a:xfrm>
              <a:off x="4480296" y="8093579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7" name="pl10427"/>
            <p:cNvSpPr/>
            <p:nvPr/>
          </p:nvSpPr>
          <p:spPr>
            <a:xfrm>
              <a:off x="4395279" y="7533025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8" name="pl10428"/>
            <p:cNvSpPr/>
            <p:nvPr/>
          </p:nvSpPr>
          <p:spPr>
            <a:xfrm>
              <a:off x="4144204" y="8443182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29" name="pl10429"/>
            <p:cNvSpPr/>
            <p:nvPr/>
          </p:nvSpPr>
          <p:spPr>
            <a:xfrm>
              <a:off x="4412174" y="7529951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0" name="pl10430"/>
            <p:cNvSpPr/>
            <p:nvPr/>
          </p:nvSpPr>
          <p:spPr>
            <a:xfrm>
              <a:off x="4439522" y="7518560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1" name="pl10431"/>
            <p:cNvSpPr/>
            <p:nvPr/>
          </p:nvSpPr>
          <p:spPr>
            <a:xfrm>
              <a:off x="4329080" y="7578265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2" name="pl10432"/>
            <p:cNvSpPr/>
            <p:nvPr/>
          </p:nvSpPr>
          <p:spPr>
            <a:xfrm>
              <a:off x="4328779" y="7557118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3" name="pl10433"/>
            <p:cNvSpPr/>
            <p:nvPr/>
          </p:nvSpPr>
          <p:spPr>
            <a:xfrm>
              <a:off x="4317909" y="7578265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4" name="pl10434"/>
            <p:cNvSpPr/>
            <p:nvPr/>
          </p:nvSpPr>
          <p:spPr>
            <a:xfrm>
              <a:off x="4329080" y="7577881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5" name="pl10435"/>
            <p:cNvSpPr/>
            <p:nvPr/>
          </p:nvSpPr>
          <p:spPr>
            <a:xfrm>
              <a:off x="4329080" y="7576916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6" name="pl10436"/>
            <p:cNvSpPr/>
            <p:nvPr/>
          </p:nvSpPr>
          <p:spPr>
            <a:xfrm>
              <a:off x="4569913" y="7745125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7" name="pl10437"/>
            <p:cNvSpPr/>
            <p:nvPr/>
          </p:nvSpPr>
          <p:spPr>
            <a:xfrm>
              <a:off x="4365110" y="7514545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8" name="pl10438"/>
            <p:cNvSpPr/>
            <p:nvPr/>
          </p:nvSpPr>
          <p:spPr>
            <a:xfrm>
              <a:off x="4319599" y="7545850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39" name="pl10439"/>
            <p:cNvSpPr/>
            <p:nvPr/>
          </p:nvSpPr>
          <p:spPr>
            <a:xfrm>
              <a:off x="4330819" y="7547531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0" name="pl10440"/>
            <p:cNvSpPr/>
            <p:nvPr/>
          </p:nvSpPr>
          <p:spPr>
            <a:xfrm>
              <a:off x="4056135" y="7076831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1" name="pl10441"/>
            <p:cNvSpPr/>
            <p:nvPr/>
          </p:nvSpPr>
          <p:spPr>
            <a:xfrm>
              <a:off x="4344355" y="7578680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2" name="pl10442"/>
            <p:cNvSpPr/>
            <p:nvPr/>
          </p:nvSpPr>
          <p:spPr>
            <a:xfrm>
              <a:off x="4343980" y="7578680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3" name="pl10443"/>
            <p:cNvSpPr/>
            <p:nvPr/>
          </p:nvSpPr>
          <p:spPr>
            <a:xfrm>
              <a:off x="4344355" y="7578680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4" name="pl10444"/>
            <p:cNvSpPr/>
            <p:nvPr/>
          </p:nvSpPr>
          <p:spPr>
            <a:xfrm>
              <a:off x="4344355" y="7578680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5" name="pl10445"/>
            <p:cNvSpPr/>
            <p:nvPr/>
          </p:nvSpPr>
          <p:spPr>
            <a:xfrm>
              <a:off x="4341777" y="7578680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6" name="pl10446"/>
            <p:cNvSpPr/>
            <p:nvPr/>
          </p:nvSpPr>
          <p:spPr>
            <a:xfrm>
              <a:off x="4344355" y="7578680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7" name="pl10447"/>
            <p:cNvSpPr/>
            <p:nvPr/>
          </p:nvSpPr>
          <p:spPr>
            <a:xfrm>
              <a:off x="4615028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8" name="pl10448"/>
            <p:cNvSpPr/>
            <p:nvPr/>
          </p:nvSpPr>
          <p:spPr>
            <a:xfrm>
              <a:off x="4615028" y="7778132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49" name="pl10449"/>
            <p:cNvSpPr/>
            <p:nvPr/>
          </p:nvSpPr>
          <p:spPr>
            <a:xfrm>
              <a:off x="3880247" y="7241892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0" name="pl10450"/>
            <p:cNvSpPr/>
            <p:nvPr/>
          </p:nvSpPr>
          <p:spPr>
            <a:xfrm>
              <a:off x="3880247" y="7221073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1" name="pl10451"/>
            <p:cNvSpPr/>
            <p:nvPr/>
          </p:nvSpPr>
          <p:spPr>
            <a:xfrm>
              <a:off x="4343053" y="7592070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2" name="pl10452"/>
            <p:cNvSpPr/>
            <p:nvPr/>
          </p:nvSpPr>
          <p:spPr>
            <a:xfrm>
              <a:off x="4760835" y="7086195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3" name="pl10453"/>
            <p:cNvSpPr/>
            <p:nvPr/>
          </p:nvSpPr>
          <p:spPr>
            <a:xfrm>
              <a:off x="4242209" y="7591840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4" name="pl10454"/>
            <p:cNvSpPr/>
            <p:nvPr/>
          </p:nvSpPr>
          <p:spPr>
            <a:xfrm>
              <a:off x="4279443" y="7549324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5" name="pl10455"/>
            <p:cNvSpPr/>
            <p:nvPr/>
          </p:nvSpPr>
          <p:spPr>
            <a:xfrm>
              <a:off x="4266450" y="7035734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6" name="pl10456"/>
            <p:cNvSpPr/>
            <p:nvPr/>
          </p:nvSpPr>
          <p:spPr>
            <a:xfrm>
              <a:off x="3753076" y="7490723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7" name="pl10457"/>
            <p:cNvSpPr/>
            <p:nvPr/>
          </p:nvSpPr>
          <p:spPr>
            <a:xfrm>
              <a:off x="3758769" y="7501657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8" name="pl10458"/>
            <p:cNvSpPr/>
            <p:nvPr/>
          </p:nvSpPr>
          <p:spPr>
            <a:xfrm>
              <a:off x="4015520" y="7855519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59" name="pl10459"/>
            <p:cNvSpPr/>
            <p:nvPr/>
          </p:nvSpPr>
          <p:spPr>
            <a:xfrm>
              <a:off x="4599363" y="8503410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0" name="pl10460"/>
            <p:cNvSpPr/>
            <p:nvPr/>
          </p:nvSpPr>
          <p:spPr>
            <a:xfrm>
              <a:off x="4274643" y="7578913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1" name="pl10461"/>
            <p:cNvSpPr/>
            <p:nvPr/>
          </p:nvSpPr>
          <p:spPr>
            <a:xfrm>
              <a:off x="4274039" y="7561044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2" name="pl10462"/>
            <p:cNvSpPr/>
            <p:nvPr/>
          </p:nvSpPr>
          <p:spPr>
            <a:xfrm>
              <a:off x="4491556" y="7947390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3" name="pl10463"/>
            <p:cNvSpPr/>
            <p:nvPr/>
          </p:nvSpPr>
          <p:spPr>
            <a:xfrm>
              <a:off x="4474509" y="7974496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4" name="pl10464"/>
            <p:cNvSpPr/>
            <p:nvPr/>
          </p:nvSpPr>
          <p:spPr>
            <a:xfrm>
              <a:off x="4306110" y="7533178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5" name="pl10465"/>
            <p:cNvSpPr/>
            <p:nvPr/>
          </p:nvSpPr>
          <p:spPr>
            <a:xfrm>
              <a:off x="4293826" y="7533178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6" name="pl10466"/>
            <p:cNvSpPr/>
            <p:nvPr/>
          </p:nvSpPr>
          <p:spPr>
            <a:xfrm>
              <a:off x="4309240" y="7533178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7" name="pl10467"/>
            <p:cNvSpPr/>
            <p:nvPr/>
          </p:nvSpPr>
          <p:spPr>
            <a:xfrm>
              <a:off x="4300747" y="7520137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8" name="pl10468"/>
            <p:cNvSpPr/>
            <p:nvPr/>
          </p:nvSpPr>
          <p:spPr>
            <a:xfrm>
              <a:off x="4309240" y="7526308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69" name="pl10469"/>
            <p:cNvSpPr/>
            <p:nvPr/>
          </p:nvSpPr>
          <p:spPr>
            <a:xfrm>
              <a:off x="4299568" y="7533178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0" name="pl10470"/>
            <p:cNvSpPr/>
            <p:nvPr/>
          </p:nvSpPr>
          <p:spPr>
            <a:xfrm>
              <a:off x="4319599" y="7510442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1" name="pl10471"/>
            <p:cNvSpPr/>
            <p:nvPr/>
          </p:nvSpPr>
          <p:spPr>
            <a:xfrm>
              <a:off x="4323754" y="7479004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2" name="pl10472"/>
            <p:cNvSpPr/>
            <p:nvPr/>
          </p:nvSpPr>
          <p:spPr>
            <a:xfrm>
              <a:off x="4613637" y="7905033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3" name="pl10473"/>
            <p:cNvSpPr/>
            <p:nvPr/>
          </p:nvSpPr>
          <p:spPr>
            <a:xfrm>
              <a:off x="4623858" y="7905033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4" name="pl10474"/>
            <p:cNvSpPr/>
            <p:nvPr/>
          </p:nvSpPr>
          <p:spPr>
            <a:xfrm>
              <a:off x="4623858" y="7905033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5" name="pl10475"/>
            <p:cNvSpPr/>
            <p:nvPr/>
          </p:nvSpPr>
          <p:spPr>
            <a:xfrm>
              <a:off x="4623858" y="7905033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6" name="pl10476"/>
            <p:cNvSpPr/>
            <p:nvPr/>
          </p:nvSpPr>
          <p:spPr>
            <a:xfrm>
              <a:off x="4623858" y="7905033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7" name="pl10477"/>
            <p:cNvSpPr/>
            <p:nvPr/>
          </p:nvSpPr>
          <p:spPr>
            <a:xfrm>
              <a:off x="4623858" y="7905033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8" name="pl10478"/>
            <p:cNvSpPr/>
            <p:nvPr/>
          </p:nvSpPr>
          <p:spPr>
            <a:xfrm>
              <a:off x="4544990" y="7905033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79" name="pl10479"/>
            <p:cNvSpPr/>
            <p:nvPr/>
          </p:nvSpPr>
          <p:spPr>
            <a:xfrm>
              <a:off x="4623858" y="7905033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0" name="pl10480"/>
            <p:cNvSpPr/>
            <p:nvPr/>
          </p:nvSpPr>
          <p:spPr>
            <a:xfrm>
              <a:off x="4623858" y="7892802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1" name="pl10481"/>
            <p:cNvSpPr/>
            <p:nvPr/>
          </p:nvSpPr>
          <p:spPr>
            <a:xfrm>
              <a:off x="4623858" y="7905033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2" name="pl10482"/>
            <p:cNvSpPr/>
            <p:nvPr/>
          </p:nvSpPr>
          <p:spPr>
            <a:xfrm>
              <a:off x="4623858" y="7905033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3" name="pl10483"/>
            <p:cNvSpPr/>
            <p:nvPr/>
          </p:nvSpPr>
          <p:spPr>
            <a:xfrm>
              <a:off x="4623858" y="7895842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4" name="pl10484"/>
            <p:cNvSpPr/>
            <p:nvPr/>
          </p:nvSpPr>
          <p:spPr>
            <a:xfrm>
              <a:off x="4619940" y="7905033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5" name="pl10485"/>
            <p:cNvSpPr/>
            <p:nvPr/>
          </p:nvSpPr>
          <p:spPr>
            <a:xfrm>
              <a:off x="4608524" y="7905033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6" name="pl10486"/>
            <p:cNvSpPr/>
            <p:nvPr/>
          </p:nvSpPr>
          <p:spPr>
            <a:xfrm>
              <a:off x="4623858" y="7905033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7" name="pl10487"/>
            <p:cNvSpPr/>
            <p:nvPr/>
          </p:nvSpPr>
          <p:spPr>
            <a:xfrm>
              <a:off x="4623858" y="7905033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8" name="pl10488"/>
            <p:cNvSpPr/>
            <p:nvPr/>
          </p:nvSpPr>
          <p:spPr>
            <a:xfrm>
              <a:off x="4623858" y="7905033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89" name="pl10489"/>
            <p:cNvSpPr/>
            <p:nvPr/>
          </p:nvSpPr>
          <p:spPr>
            <a:xfrm>
              <a:off x="4403633" y="7520217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0" name="pl10490"/>
            <p:cNvSpPr/>
            <p:nvPr/>
          </p:nvSpPr>
          <p:spPr>
            <a:xfrm>
              <a:off x="4352114" y="7475467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1" name="pl10491"/>
            <p:cNvSpPr/>
            <p:nvPr/>
          </p:nvSpPr>
          <p:spPr>
            <a:xfrm>
              <a:off x="4352114" y="7463320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2" name="pl10492"/>
            <p:cNvSpPr/>
            <p:nvPr/>
          </p:nvSpPr>
          <p:spPr>
            <a:xfrm>
              <a:off x="4342861" y="7510382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3" name="pl10493"/>
            <p:cNvSpPr/>
            <p:nvPr/>
          </p:nvSpPr>
          <p:spPr>
            <a:xfrm>
              <a:off x="4321255" y="7510382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4" name="pl10494"/>
            <p:cNvSpPr/>
            <p:nvPr/>
          </p:nvSpPr>
          <p:spPr>
            <a:xfrm>
              <a:off x="4352114" y="7494820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5" name="pl10495"/>
            <p:cNvSpPr/>
            <p:nvPr/>
          </p:nvSpPr>
          <p:spPr>
            <a:xfrm>
              <a:off x="4352114" y="7498427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6" name="pl10496"/>
            <p:cNvSpPr/>
            <p:nvPr/>
          </p:nvSpPr>
          <p:spPr>
            <a:xfrm>
              <a:off x="4352114" y="7471413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7" name="pl10497"/>
            <p:cNvSpPr/>
            <p:nvPr/>
          </p:nvSpPr>
          <p:spPr>
            <a:xfrm>
              <a:off x="4352114" y="7503921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8" name="pl10498"/>
            <p:cNvSpPr/>
            <p:nvPr/>
          </p:nvSpPr>
          <p:spPr>
            <a:xfrm>
              <a:off x="4328779" y="7510382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99" name="pl10499"/>
            <p:cNvSpPr/>
            <p:nvPr/>
          </p:nvSpPr>
          <p:spPr>
            <a:xfrm>
              <a:off x="4330529" y="7510382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0" name="pl10500"/>
            <p:cNvSpPr/>
            <p:nvPr/>
          </p:nvSpPr>
          <p:spPr>
            <a:xfrm>
              <a:off x="4352114" y="7510382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1" name="pl10501"/>
            <p:cNvSpPr/>
            <p:nvPr/>
          </p:nvSpPr>
          <p:spPr>
            <a:xfrm>
              <a:off x="4209659" y="7578660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2" name="pl10502"/>
            <p:cNvSpPr/>
            <p:nvPr/>
          </p:nvSpPr>
          <p:spPr>
            <a:xfrm>
              <a:off x="4267632" y="7590376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3" name="pl10503"/>
            <p:cNvSpPr/>
            <p:nvPr/>
          </p:nvSpPr>
          <p:spPr>
            <a:xfrm>
              <a:off x="4386714" y="7540586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4" name="pl10504"/>
            <p:cNvSpPr/>
            <p:nvPr/>
          </p:nvSpPr>
          <p:spPr>
            <a:xfrm>
              <a:off x="4083497" y="7438503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5" name="pl10505"/>
            <p:cNvSpPr/>
            <p:nvPr/>
          </p:nvSpPr>
          <p:spPr>
            <a:xfrm>
              <a:off x="4836735" y="7131556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6" name="pl10506"/>
            <p:cNvSpPr/>
            <p:nvPr/>
          </p:nvSpPr>
          <p:spPr>
            <a:xfrm>
              <a:off x="3880247" y="7241892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7" name="pl10507"/>
            <p:cNvSpPr/>
            <p:nvPr/>
          </p:nvSpPr>
          <p:spPr>
            <a:xfrm>
              <a:off x="4540801" y="7887879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8" name="pl10508"/>
            <p:cNvSpPr/>
            <p:nvPr/>
          </p:nvSpPr>
          <p:spPr>
            <a:xfrm>
              <a:off x="4561857" y="7745106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09" name="pl10509"/>
            <p:cNvSpPr/>
            <p:nvPr/>
          </p:nvSpPr>
          <p:spPr>
            <a:xfrm>
              <a:off x="4561857" y="7870362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0" name="pl10510"/>
            <p:cNvSpPr/>
            <p:nvPr/>
          </p:nvSpPr>
          <p:spPr>
            <a:xfrm>
              <a:off x="4503151" y="8343547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1" name="pl10511"/>
            <p:cNvSpPr/>
            <p:nvPr/>
          </p:nvSpPr>
          <p:spPr>
            <a:xfrm>
              <a:off x="4507693" y="8343547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2" name="pl10512"/>
            <p:cNvSpPr/>
            <p:nvPr/>
          </p:nvSpPr>
          <p:spPr>
            <a:xfrm>
              <a:off x="4507342" y="8304185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3" name="pl10513"/>
            <p:cNvSpPr/>
            <p:nvPr/>
          </p:nvSpPr>
          <p:spPr>
            <a:xfrm>
              <a:off x="4504997" y="8343547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4" name="pl10514"/>
            <p:cNvSpPr/>
            <p:nvPr/>
          </p:nvSpPr>
          <p:spPr>
            <a:xfrm>
              <a:off x="4484662" y="8343547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5" name="pl10515"/>
            <p:cNvSpPr/>
            <p:nvPr/>
          </p:nvSpPr>
          <p:spPr>
            <a:xfrm>
              <a:off x="4507693" y="8336766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6" name="pl10516"/>
            <p:cNvSpPr/>
            <p:nvPr/>
          </p:nvSpPr>
          <p:spPr>
            <a:xfrm>
              <a:off x="4365271" y="7451497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7" name="pl10517"/>
            <p:cNvSpPr/>
            <p:nvPr/>
          </p:nvSpPr>
          <p:spPr>
            <a:xfrm>
              <a:off x="3765522" y="8081157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8" name="pl10518"/>
            <p:cNvSpPr/>
            <p:nvPr/>
          </p:nvSpPr>
          <p:spPr>
            <a:xfrm>
              <a:off x="4637863" y="7693279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19" name="pl10519"/>
            <p:cNvSpPr/>
            <p:nvPr/>
          </p:nvSpPr>
          <p:spPr>
            <a:xfrm>
              <a:off x="4628151" y="7726341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0" name="pl10520"/>
            <p:cNvSpPr/>
            <p:nvPr/>
          </p:nvSpPr>
          <p:spPr>
            <a:xfrm>
              <a:off x="4623355" y="7700908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1" name="pl10521"/>
            <p:cNvSpPr/>
            <p:nvPr/>
          </p:nvSpPr>
          <p:spPr>
            <a:xfrm>
              <a:off x="4628119" y="7710686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2" name="pl10522"/>
            <p:cNvSpPr/>
            <p:nvPr/>
          </p:nvSpPr>
          <p:spPr>
            <a:xfrm>
              <a:off x="4637863" y="7726341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3" name="pl10523"/>
            <p:cNvSpPr/>
            <p:nvPr/>
          </p:nvSpPr>
          <p:spPr>
            <a:xfrm>
              <a:off x="4632765" y="7713607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4" name="pl10524"/>
            <p:cNvSpPr/>
            <p:nvPr/>
          </p:nvSpPr>
          <p:spPr>
            <a:xfrm>
              <a:off x="4637863" y="7726341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5" name="pl10525"/>
            <p:cNvSpPr/>
            <p:nvPr/>
          </p:nvSpPr>
          <p:spPr>
            <a:xfrm>
              <a:off x="4621141" y="7726341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6" name="pl10526"/>
            <p:cNvSpPr/>
            <p:nvPr/>
          </p:nvSpPr>
          <p:spPr>
            <a:xfrm>
              <a:off x="4637863" y="7726341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7" name="pl10527"/>
            <p:cNvSpPr/>
            <p:nvPr/>
          </p:nvSpPr>
          <p:spPr>
            <a:xfrm>
              <a:off x="4627144" y="7722368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8" name="pl10528"/>
            <p:cNvSpPr/>
            <p:nvPr/>
          </p:nvSpPr>
          <p:spPr>
            <a:xfrm>
              <a:off x="4622832" y="7726208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29" name="pl10529"/>
            <p:cNvSpPr/>
            <p:nvPr/>
          </p:nvSpPr>
          <p:spPr>
            <a:xfrm>
              <a:off x="4637863" y="7726341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0" name="pl10530"/>
            <p:cNvSpPr/>
            <p:nvPr/>
          </p:nvSpPr>
          <p:spPr>
            <a:xfrm>
              <a:off x="4637863" y="7726341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1" name="pl10531"/>
            <p:cNvSpPr/>
            <p:nvPr/>
          </p:nvSpPr>
          <p:spPr>
            <a:xfrm>
              <a:off x="4637863" y="7714603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2" name="pl10532"/>
            <p:cNvSpPr/>
            <p:nvPr/>
          </p:nvSpPr>
          <p:spPr>
            <a:xfrm>
              <a:off x="4637863" y="7726341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3" name="pl10533"/>
            <p:cNvSpPr/>
            <p:nvPr/>
          </p:nvSpPr>
          <p:spPr>
            <a:xfrm>
              <a:off x="4637863" y="7723297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4" name="pl10534"/>
            <p:cNvSpPr/>
            <p:nvPr/>
          </p:nvSpPr>
          <p:spPr>
            <a:xfrm>
              <a:off x="4637863" y="7717757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5" name="pl10535"/>
            <p:cNvSpPr/>
            <p:nvPr/>
          </p:nvSpPr>
          <p:spPr>
            <a:xfrm>
              <a:off x="4637863" y="7726341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6" name="pl10536"/>
            <p:cNvSpPr/>
            <p:nvPr/>
          </p:nvSpPr>
          <p:spPr>
            <a:xfrm>
              <a:off x="4637863" y="7716128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7" name="pl10537"/>
            <p:cNvSpPr/>
            <p:nvPr/>
          </p:nvSpPr>
          <p:spPr>
            <a:xfrm>
              <a:off x="4583541" y="7726341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8" name="pl10538"/>
            <p:cNvSpPr/>
            <p:nvPr/>
          </p:nvSpPr>
          <p:spPr>
            <a:xfrm>
              <a:off x="4626278" y="7726341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39" name="pl10539"/>
            <p:cNvSpPr/>
            <p:nvPr/>
          </p:nvSpPr>
          <p:spPr>
            <a:xfrm>
              <a:off x="4627936" y="7726341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0" name="pl10540"/>
            <p:cNvSpPr/>
            <p:nvPr/>
          </p:nvSpPr>
          <p:spPr>
            <a:xfrm>
              <a:off x="4637863" y="7676185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1" name="pl10541"/>
            <p:cNvSpPr/>
            <p:nvPr/>
          </p:nvSpPr>
          <p:spPr>
            <a:xfrm>
              <a:off x="4637863" y="7698454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2" name="pl10542"/>
            <p:cNvSpPr/>
            <p:nvPr/>
          </p:nvSpPr>
          <p:spPr>
            <a:xfrm>
              <a:off x="4637863" y="7707609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3" name="pl10543"/>
            <p:cNvSpPr/>
            <p:nvPr/>
          </p:nvSpPr>
          <p:spPr>
            <a:xfrm>
              <a:off x="4274769" y="7536781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4" name="pl10544"/>
            <p:cNvSpPr/>
            <p:nvPr/>
          </p:nvSpPr>
          <p:spPr>
            <a:xfrm>
              <a:off x="4609812" y="7711388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5" name="pl10545"/>
            <p:cNvSpPr/>
            <p:nvPr/>
          </p:nvSpPr>
          <p:spPr>
            <a:xfrm>
              <a:off x="4382950" y="7450812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6" name="pl10546"/>
            <p:cNvSpPr/>
            <p:nvPr/>
          </p:nvSpPr>
          <p:spPr>
            <a:xfrm>
              <a:off x="4377506" y="7450812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7" name="pl10547"/>
            <p:cNvSpPr/>
            <p:nvPr/>
          </p:nvSpPr>
          <p:spPr>
            <a:xfrm>
              <a:off x="4359993" y="7489916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8" name="pl10548"/>
            <p:cNvSpPr/>
            <p:nvPr/>
          </p:nvSpPr>
          <p:spPr>
            <a:xfrm>
              <a:off x="4359993" y="7493640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49" name="pl10549"/>
            <p:cNvSpPr/>
            <p:nvPr/>
          </p:nvSpPr>
          <p:spPr>
            <a:xfrm>
              <a:off x="4359993" y="7503224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0" name="pl10550"/>
            <p:cNvSpPr/>
            <p:nvPr/>
          </p:nvSpPr>
          <p:spPr>
            <a:xfrm>
              <a:off x="4359013" y="7494820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1" name="pl10551"/>
            <p:cNvSpPr/>
            <p:nvPr/>
          </p:nvSpPr>
          <p:spPr>
            <a:xfrm>
              <a:off x="4328159" y="7503224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2" name="pl10552"/>
            <p:cNvSpPr/>
            <p:nvPr/>
          </p:nvSpPr>
          <p:spPr>
            <a:xfrm>
              <a:off x="4356899" y="7498427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3" name="pl10553"/>
            <p:cNvSpPr/>
            <p:nvPr/>
          </p:nvSpPr>
          <p:spPr>
            <a:xfrm>
              <a:off x="4359993" y="7495428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4" name="pl10554"/>
            <p:cNvSpPr/>
            <p:nvPr/>
          </p:nvSpPr>
          <p:spPr>
            <a:xfrm>
              <a:off x="4359993" y="7468798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5" name="pl10555"/>
            <p:cNvSpPr/>
            <p:nvPr/>
          </p:nvSpPr>
          <p:spPr>
            <a:xfrm>
              <a:off x="4359993" y="7503224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6" name="pl10556"/>
            <p:cNvSpPr/>
            <p:nvPr/>
          </p:nvSpPr>
          <p:spPr>
            <a:xfrm>
              <a:off x="4359993" y="7503224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7" name="pl10557"/>
            <p:cNvSpPr/>
            <p:nvPr/>
          </p:nvSpPr>
          <p:spPr>
            <a:xfrm>
              <a:off x="4359993" y="7491006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8" name="pl10558"/>
            <p:cNvSpPr/>
            <p:nvPr/>
          </p:nvSpPr>
          <p:spPr>
            <a:xfrm>
              <a:off x="4274837" y="7591214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59" name="pl10559"/>
            <p:cNvSpPr/>
            <p:nvPr/>
          </p:nvSpPr>
          <p:spPr>
            <a:xfrm>
              <a:off x="4782090" y="7984467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0" name="pl10560"/>
            <p:cNvSpPr/>
            <p:nvPr/>
          </p:nvSpPr>
          <p:spPr>
            <a:xfrm>
              <a:off x="4130420" y="8337539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1" name="pl10561"/>
            <p:cNvSpPr/>
            <p:nvPr/>
          </p:nvSpPr>
          <p:spPr>
            <a:xfrm>
              <a:off x="4124480" y="8337537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2" name="pl10562"/>
            <p:cNvSpPr/>
            <p:nvPr/>
          </p:nvSpPr>
          <p:spPr>
            <a:xfrm>
              <a:off x="3880247" y="7208928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3" name="pl10563"/>
            <p:cNvSpPr/>
            <p:nvPr/>
          </p:nvSpPr>
          <p:spPr>
            <a:xfrm>
              <a:off x="4339797" y="7429469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4" name="pl10564"/>
            <p:cNvSpPr/>
            <p:nvPr/>
          </p:nvSpPr>
          <p:spPr>
            <a:xfrm>
              <a:off x="4306110" y="7555495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5" name="pl10565"/>
            <p:cNvSpPr/>
            <p:nvPr/>
          </p:nvSpPr>
          <p:spPr>
            <a:xfrm>
              <a:off x="4293826" y="7552260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6" name="pl10566"/>
            <p:cNvSpPr/>
            <p:nvPr/>
          </p:nvSpPr>
          <p:spPr>
            <a:xfrm>
              <a:off x="4295995" y="7573665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7" name="pl10567"/>
            <p:cNvSpPr/>
            <p:nvPr/>
          </p:nvSpPr>
          <p:spPr>
            <a:xfrm>
              <a:off x="4314533" y="7566028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8" name="pl10568"/>
            <p:cNvSpPr/>
            <p:nvPr/>
          </p:nvSpPr>
          <p:spPr>
            <a:xfrm>
              <a:off x="4302085" y="7573665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69" name="pl10569"/>
            <p:cNvSpPr/>
            <p:nvPr/>
          </p:nvSpPr>
          <p:spPr>
            <a:xfrm>
              <a:off x="4314533" y="7562444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0" name="pl10570"/>
            <p:cNvSpPr/>
            <p:nvPr/>
          </p:nvSpPr>
          <p:spPr>
            <a:xfrm>
              <a:off x="4314533" y="7573665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1" name="pl10571"/>
            <p:cNvSpPr/>
            <p:nvPr/>
          </p:nvSpPr>
          <p:spPr>
            <a:xfrm>
              <a:off x="4307897" y="7573665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2" name="pl10572"/>
            <p:cNvSpPr/>
            <p:nvPr/>
          </p:nvSpPr>
          <p:spPr>
            <a:xfrm>
              <a:off x="4310772" y="7573665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3" name="pl10573"/>
            <p:cNvSpPr/>
            <p:nvPr/>
          </p:nvSpPr>
          <p:spPr>
            <a:xfrm>
              <a:off x="4314533" y="7559173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4" name="pl10574"/>
            <p:cNvSpPr/>
            <p:nvPr/>
          </p:nvSpPr>
          <p:spPr>
            <a:xfrm>
              <a:off x="4308092" y="7573665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5" name="pl10575"/>
            <p:cNvSpPr/>
            <p:nvPr/>
          </p:nvSpPr>
          <p:spPr>
            <a:xfrm>
              <a:off x="4305942" y="7573665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6" name="pl10576"/>
            <p:cNvSpPr/>
            <p:nvPr/>
          </p:nvSpPr>
          <p:spPr>
            <a:xfrm>
              <a:off x="4297760" y="7573665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7" name="pl10577"/>
            <p:cNvSpPr/>
            <p:nvPr/>
          </p:nvSpPr>
          <p:spPr>
            <a:xfrm>
              <a:off x="4314533" y="7545850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8" name="pl10578"/>
            <p:cNvSpPr/>
            <p:nvPr/>
          </p:nvSpPr>
          <p:spPr>
            <a:xfrm>
              <a:off x="4314533" y="7551865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79" name="pl10579"/>
            <p:cNvSpPr/>
            <p:nvPr/>
          </p:nvSpPr>
          <p:spPr>
            <a:xfrm>
              <a:off x="4314533" y="7556971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0" name="pl10580"/>
            <p:cNvSpPr/>
            <p:nvPr/>
          </p:nvSpPr>
          <p:spPr>
            <a:xfrm>
              <a:off x="4314533" y="7561173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1" name="pl10581"/>
            <p:cNvSpPr/>
            <p:nvPr/>
          </p:nvSpPr>
          <p:spPr>
            <a:xfrm>
              <a:off x="4309490" y="7573665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2" name="pl10582"/>
            <p:cNvSpPr/>
            <p:nvPr/>
          </p:nvSpPr>
          <p:spPr>
            <a:xfrm>
              <a:off x="4314533" y="7566031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3" name="pl10583"/>
            <p:cNvSpPr/>
            <p:nvPr/>
          </p:nvSpPr>
          <p:spPr>
            <a:xfrm>
              <a:off x="4314533" y="7538518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4" name="pl10584"/>
            <p:cNvSpPr/>
            <p:nvPr/>
          </p:nvSpPr>
          <p:spPr>
            <a:xfrm>
              <a:off x="4314533" y="7560206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5" name="pl10585"/>
            <p:cNvSpPr/>
            <p:nvPr/>
          </p:nvSpPr>
          <p:spPr>
            <a:xfrm>
              <a:off x="4271825" y="7573665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6" name="pl10586"/>
            <p:cNvSpPr/>
            <p:nvPr/>
          </p:nvSpPr>
          <p:spPr>
            <a:xfrm>
              <a:off x="4278678" y="7573665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7" name="pl10587"/>
            <p:cNvSpPr/>
            <p:nvPr/>
          </p:nvSpPr>
          <p:spPr>
            <a:xfrm>
              <a:off x="4257407" y="7573665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8" name="pl10588"/>
            <p:cNvSpPr/>
            <p:nvPr/>
          </p:nvSpPr>
          <p:spPr>
            <a:xfrm>
              <a:off x="4298605" y="7573665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89" name="pl10589"/>
            <p:cNvSpPr/>
            <p:nvPr/>
          </p:nvSpPr>
          <p:spPr>
            <a:xfrm>
              <a:off x="4314533" y="7573665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0" name="pl10590"/>
            <p:cNvSpPr/>
            <p:nvPr/>
          </p:nvSpPr>
          <p:spPr>
            <a:xfrm>
              <a:off x="4292447" y="7562544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1" name="pl10591"/>
            <p:cNvSpPr/>
            <p:nvPr/>
          </p:nvSpPr>
          <p:spPr>
            <a:xfrm>
              <a:off x="4314533" y="7557118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2" name="pl10592"/>
            <p:cNvSpPr/>
            <p:nvPr/>
          </p:nvSpPr>
          <p:spPr>
            <a:xfrm>
              <a:off x="4314533" y="7573665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3" name="pl10593"/>
            <p:cNvSpPr/>
            <p:nvPr/>
          </p:nvSpPr>
          <p:spPr>
            <a:xfrm>
              <a:off x="4314533" y="7540072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4" name="pl10594"/>
            <p:cNvSpPr/>
            <p:nvPr/>
          </p:nvSpPr>
          <p:spPr>
            <a:xfrm>
              <a:off x="4314533" y="7571472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5" name="pl10595"/>
            <p:cNvSpPr/>
            <p:nvPr/>
          </p:nvSpPr>
          <p:spPr>
            <a:xfrm>
              <a:off x="4301218" y="7573665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6" name="pl10596"/>
            <p:cNvSpPr/>
            <p:nvPr/>
          </p:nvSpPr>
          <p:spPr>
            <a:xfrm>
              <a:off x="4314533" y="7573665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7" name="pl10597"/>
            <p:cNvSpPr/>
            <p:nvPr/>
          </p:nvSpPr>
          <p:spPr>
            <a:xfrm>
              <a:off x="4308056" y="7573665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8" name="pl10598"/>
            <p:cNvSpPr/>
            <p:nvPr/>
          </p:nvSpPr>
          <p:spPr>
            <a:xfrm>
              <a:off x="4312004" y="7573665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99" name="pl10599"/>
            <p:cNvSpPr/>
            <p:nvPr/>
          </p:nvSpPr>
          <p:spPr>
            <a:xfrm>
              <a:off x="4304251" y="7573665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0" name="pl10600"/>
            <p:cNvSpPr/>
            <p:nvPr/>
          </p:nvSpPr>
          <p:spPr>
            <a:xfrm>
              <a:off x="4293619" y="7573665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1" name="pl10601"/>
            <p:cNvSpPr/>
            <p:nvPr/>
          </p:nvSpPr>
          <p:spPr>
            <a:xfrm>
              <a:off x="4314533" y="7573665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2" name="pl10602"/>
            <p:cNvSpPr/>
            <p:nvPr/>
          </p:nvSpPr>
          <p:spPr>
            <a:xfrm>
              <a:off x="4306295" y="7573665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3" name="pl10603"/>
            <p:cNvSpPr/>
            <p:nvPr/>
          </p:nvSpPr>
          <p:spPr>
            <a:xfrm>
              <a:off x="4314533" y="7560361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4" name="pl10604"/>
            <p:cNvSpPr/>
            <p:nvPr/>
          </p:nvSpPr>
          <p:spPr>
            <a:xfrm>
              <a:off x="4314533" y="7573665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5" name="pl10605"/>
            <p:cNvSpPr/>
            <p:nvPr/>
          </p:nvSpPr>
          <p:spPr>
            <a:xfrm>
              <a:off x="4290432" y="7573665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6" name="pl10606"/>
            <p:cNvSpPr/>
            <p:nvPr/>
          </p:nvSpPr>
          <p:spPr>
            <a:xfrm>
              <a:off x="4287079" y="7573665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7" name="pl10607"/>
            <p:cNvSpPr/>
            <p:nvPr/>
          </p:nvSpPr>
          <p:spPr>
            <a:xfrm>
              <a:off x="4295949" y="7573665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8" name="pl10608"/>
            <p:cNvSpPr/>
            <p:nvPr/>
          </p:nvSpPr>
          <p:spPr>
            <a:xfrm>
              <a:off x="4299568" y="7548948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09" name="pl10609"/>
            <p:cNvSpPr/>
            <p:nvPr/>
          </p:nvSpPr>
          <p:spPr>
            <a:xfrm>
              <a:off x="4640438" y="7958313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0" name="pl10610"/>
            <p:cNvSpPr/>
            <p:nvPr/>
          </p:nvSpPr>
          <p:spPr>
            <a:xfrm>
              <a:off x="4664735" y="7951161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1" name="pl10611"/>
            <p:cNvSpPr/>
            <p:nvPr/>
          </p:nvSpPr>
          <p:spPr>
            <a:xfrm>
              <a:off x="4953947" y="8337067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2" name="pl10612"/>
            <p:cNvSpPr/>
            <p:nvPr/>
          </p:nvSpPr>
          <p:spPr>
            <a:xfrm>
              <a:off x="4312291" y="7535575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3" name="pl10613"/>
            <p:cNvSpPr/>
            <p:nvPr/>
          </p:nvSpPr>
          <p:spPr>
            <a:xfrm>
              <a:off x="4042093" y="8087962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4" name="pl10614"/>
            <p:cNvSpPr/>
            <p:nvPr/>
          </p:nvSpPr>
          <p:spPr>
            <a:xfrm>
              <a:off x="4267827" y="7565251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5" name="pl10615"/>
            <p:cNvSpPr/>
            <p:nvPr/>
          </p:nvSpPr>
          <p:spPr>
            <a:xfrm>
              <a:off x="4278235" y="7562544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6" name="pl10616"/>
            <p:cNvSpPr/>
            <p:nvPr/>
          </p:nvSpPr>
          <p:spPr>
            <a:xfrm>
              <a:off x="4481441" y="8366595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7" name="pl10617"/>
            <p:cNvSpPr/>
            <p:nvPr/>
          </p:nvSpPr>
          <p:spPr>
            <a:xfrm>
              <a:off x="4500588" y="8366595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8" name="pl10618"/>
            <p:cNvSpPr/>
            <p:nvPr/>
          </p:nvSpPr>
          <p:spPr>
            <a:xfrm>
              <a:off x="4846148" y="8289105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19" name="pl10619"/>
            <p:cNvSpPr/>
            <p:nvPr/>
          </p:nvSpPr>
          <p:spPr>
            <a:xfrm>
              <a:off x="5151537" y="7497831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0" name="pl10620"/>
            <p:cNvSpPr/>
            <p:nvPr/>
          </p:nvSpPr>
          <p:spPr>
            <a:xfrm>
              <a:off x="4492296" y="8079137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1" name="pl10621"/>
            <p:cNvSpPr/>
            <p:nvPr/>
          </p:nvSpPr>
          <p:spPr>
            <a:xfrm>
              <a:off x="4493411" y="8077339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2" name="pl10622"/>
            <p:cNvSpPr/>
            <p:nvPr/>
          </p:nvSpPr>
          <p:spPr>
            <a:xfrm>
              <a:off x="4491668" y="8079137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3" name="pl10623"/>
            <p:cNvSpPr/>
            <p:nvPr/>
          </p:nvSpPr>
          <p:spPr>
            <a:xfrm>
              <a:off x="3949150" y="8305368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4" name="pl10624"/>
            <p:cNvSpPr/>
            <p:nvPr/>
          </p:nvSpPr>
          <p:spPr>
            <a:xfrm>
              <a:off x="4437684" y="7984979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5" name="pl10625"/>
            <p:cNvSpPr/>
            <p:nvPr/>
          </p:nvSpPr>
          <p:spPr>
            <a:xfrm>
              <a:off x="4639120" y="7935282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6" name="pl10626"/>
            <p:cNvSpPr/>
            <p:nvPr/>
          </p:nvSpPr>
          <p:spPr>
            <a:xfrm>
              <a:off x="4639120" y="7935282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7" name="pl10627"/>
            <p:cNvSpPr/>
            <p:nvPr/>
          </p:nvSpPr>
          <p:spPr>
            <a:xfrm>
              <a:off x="4639120" y="7935282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8" name="pl10628"/>
            <p:cNvSpPr/>
            <p:nvPr/>
          </p:nvSpPr>
          <p:spPr>
            <a:xfrm>
              <a:off x="4501269" y="7013775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29" name="pl10629"/>
            <p:cNvSpPr/>
            <p:nvPr/>
          </p:nvSpPr>
          <p:spPr>
            <a:xfrm>
              <a:off x="4620090" y="7747782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0" name="pl10630"/>
            <p:cNvSpPr/>
            <p:nvPr/>
          </p:nvSpPr>
          <p:spPr>
            <a:xfrm>
              <a:off x="4309476" y="7501626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1" name="pl10631"/>
            <p:cNvSpPr/>
            <p:nvPr/>
          </p:nvSpPr>
          <p:spPr>
            <a:xfrm>
              <a:off x="4344355" y="7564672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2" name="pl10632"/>
            <p:cNvSpPr/>
            <p:nvPr/>
          </p:nvSpPr>
          <p:spPr>
            <a:xfrm>
              <a:off x="4309190" y="7557971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3" name="pl10633"/>
            <p:cNvSpPr/>
            <p:nvPr/>
          </p:nvSpPr>
          <p:spPr>
            <a:xfrm>
              <a:off x="4026693" y="8017132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4" name="pl10634"/>
            <p:cNvSpPr/>
            <p:nvPr/>
          </p:nvSpPr>
          <p:spPr>
            <a:xfrm>
              <a:off x="4033360" y="8016164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5" name="pl10635"/>
            <p:cNvSpPr/>
            <p:nvPr/>
          </p:nvSpPr>
          <p:spPr>
            <a:xfrm>
              <a:off x="4344355" y="7570299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6" name="pl10636"/>
            <p:cNvSpPr/>
            <p:nvPr/>
          </p:nvSpPr>
          <p:spPr>
            <a:xfrm>
              <a:off x="4683744" y="7047256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7" name="pl10637"/>
            <p:cNvSpPr/>
            <p:nvPr/>
          </p:nvSpPr>
          <p:spPr>
            <a:xfrm>
              <a:off x="4470320" y="7984979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8" name="pl10638"/>
            <p:cNvSpPr/>
            <p:nvPr/>
          </p:nvSpPr>
          <p:spPr>
            <a:xfrm>
              <a:off x="4465724" y="7985448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39" name="pl10639"/>
            <p:cNvSpPr/>
            <p:nvPr/>
          </p:nvSpPr>
          <p:spPr>
            <a:xfrm>
              <a:off x="4464095" y="7985448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0" name="pl10640"/>
            <p:cNvSpPr/>
            <p:nvPr/>
          </p:nvSpPr>
          <p:spPr>
            <a:xfrm>
              <a:off x="4385412" y="7527815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1" name="pl10641"/>
            <p:cNvSpPr/>
            <p:nvPr/>
          </p:nvSpPr>
          <p:spPr>
            <a:xfrm>
              <a:off x="4262266" y="7040798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2" name="pl10642"/>
            <p:cNvSpPr/>
            <p:nvPr/>
          </p:nvSpPr>
          <p:spPr>
            <a:xfrm>
              <a:off x="4225556" y="7610833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3" name="pl10643"/>
            <p:cNvSpPr/>
            <p:nvPr/>
          </p:nvSpPr>
          <p:spPr>
            <a:xfrm>
              <a:off x="4727701" y="7676722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4" name="pl10644"/>
            <p:cNvSpPr/>
            <p:nvPr/>
          </p:nvSpPr>
          <p:spPr>
            <a:xfrm>
              <a:off x="4538903" y="7868771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5" name="pl10645"/>
            <p:cNvSpPr/>
            <p:nvPr/>
          </p:nvSpPr>
          <p:spPr>
            <a:xfrm>
              <a:off x="4615028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6" name="pl10646"/>
            <p:cNvSpPr/>
            <p:nvPr/>
          </p:nvSpPr>
          <p:spPr>
            <a:xfrm>
              <a:off x="4623011" y="7895208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7" name="pl10647"/>
            <p:cNvSpPr/>
            <p:nvPr/>
          </p:nvSpPr>
          <p:spPr>
            <a:xfrm>
              <a:off x="4623858" y="7783748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8" name="pl10648"/>
            <p:cNvSpPr/>
            <p:nvPr/>
          </p:nvSpPr>
          <p:spPr>
            <a:xfrm>
              <a:off x="3846876" y="7254581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49" name="pl10649"/>
            <p:cNvSpPr/>
            <p:nvPr/>
          </p:nvSpPr>
          <p:spPr>
            <a:xfrm>
              <a:off x="4504597" y="8139111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0" name="pl10650"/>
            <p:cNvSpPr/>
            <p:nvPr/>
          </p:nvSpPr>
          <p:spPr>
            <a:xfrm>
              <a:off x="4500970" y="8139111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1" name="pl10651"/>
            <p:cNvSpPr/>
            <p:nvPr/>
          </p:nvSpPr>
          <p:spPr>
            <a:xfrm>
              <a:off x="4005604" y="7854622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2" name="pl10652"/>
            <p:cNvSpPr/>
            <p:nvPr/>
          </p:nvSpPr>
          <p:spPr>
            <a:xfrm>
              <a:off x="4381117" y="7559472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3" name="pl10653"/>
            <p:cNvSpPr/>
            <p:nvPr/>
          </p:nvSpPr>
          <p:spPr>
            <a:xfrm>
              <a:off x="4385412" y="7521301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4" name="pl10654"/>
            <p:cNvSpPr/>
            <p:nvPr/>
          </p:nvSpPr>
          <p:spPr>
            <a:xfrm>
              <a:off x="4313326" y="7490886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5" name="pl10655"/>
            <p:cNvSpPr/>
            <p:nvPr/>
          </p:nvSpPr>
          <p:spPr>
            <a:xfrm>
              <a:off x="4638621" y="7685612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6" name="pl10656"/>
            <p:cNvSpPr/>
            <p:nvPr/>
          </p:nvSpPr>
          <p:spPr>
            <a:xfrm>
              <a:off x="4636248" y="7719233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7" name="pl10657"/>
            <p:cNvSpPr/>
            <p:nvPr/>
          </p:nvSpPr>
          <p:spPr>
            <a:xfrm>
              <a:off x="4631723" y="7719233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8" name="pl10658"/>
            <p:cNvSpPr/>
            <p:nvPr/>
          </p:nvSpPr>
          <p:spPr>
            <a:xfrm>
              <a:off x="4637109" y="7719233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59" name="pl10659"/>
            <p:cNvSpPr/>
            <p:nvPr/>
          </p:nvSpPr>
          <p:spPr>
            <a:xfrm>
              <a:off x="5155211" y="7593425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0" name="pl10660"/>
            <p:cNvSpPr/>
            <p:nvPr/>
          </p:nvSpPr>
          <p:spPr>
            <a:xfrm>
              <a:off x="3709624" y="7768161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1" name="pl10661"/>
            <p:cNvSpPr/>
            <p:nvPr/>
          </p:nvSpPr>
          <p:spPr>
            <a:xfrm>
              <a:off x="3688970" y="7775876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2" name="pl10662"/>
            <p:cNvSpPr/>
            <p:nvPr/>
          </p:nvSpPr>
          <p:spPr>
            <a:xfrm>
              <a:off x="4880674" y="7902408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3" name="pl10663"/>
            <p:cNvSpPr/>
            <p:nvPr/>
          </p:nvSpPr>
          <p:spPr>
            <a:xfrm>
              <a:off x="4504597" y="8237825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4" name="pl10664"/>
            <p:cNvSpPr/>
            <p:nvPr/>
          </p:nvSpPr>
          <p:spPr>
            <a:xfrm>
              <a:off x="3759604" y="8013181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5" name="pl10665"/>
            <p:cNvSpPr/>
            <p:nvPr/>
          </p:nvSpPr>
          <p:spPr>
            <a:xfrm>
              <a:off x="4021682" y="8035999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6" name="pl10666"/>
            <p:cNvSpPr/>
            <p:nvPr/>
          </p:nvSpPr>
          <p:spPr>
            <a:xfrm>
              <a:off x="4033360" y="8021423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7" name="pl10667"/>
            <p:cNvSpPr/>
            <p:nvPr/>
          </p:nvSpPr>
          <p:spPr>
            <a:xfrm>
              <a:off x="4030611" y="8035999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8" name="pl10668"/>
            <p:cNvSpPr/>
            <p:nvPr/>
          </p:nvSpPr>
          <p:spPr>
            <a:xfrm>
              <a:off x="4039659" y="8035999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69" name="pl10669"/>
            <p:cNvSpPr/>
            <p:nvPr/>
          </p:nvSpPr>
          <p:spPr>
            <a:xfrm>
              <a:off x="4960398" y="7222171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0" name="pl10670"/>
            <p:cNvSpPr/>
            <p:nvPr/>
          </p:nvSpPr>
          <p:spPr>
            <a:xfrm>
              <a:off x="4344355" y="7578680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1" name="pl10671"/>
            <p:cNvSpPr/>
            <p:nvPr/>
          </p:nvSpPr>
          <p:spPr>
            <a:xfrm>
              <a:off x="4296326" y="7501885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2" name="pl10672"/>
            <p:cNvSpPr/>
            <p:nvPr/>
          </p:nvSpPr>
          <p:spPr>
            <a:xfrm>
              <a:off x="4283981" y="7489645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3" name="pl10673"/>
            <p:cNvSpPr/>
            <p:nvPr/>
          </p:nvSpPr>
          <p:spPr>
            <a:xfrm>
              <a:off x="4294270" y="7489505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4" name="pl10674"/>
            <p:cNvSpPr/>
            <p:nvPr/>
          </p:nvSpPr>
          <p:spPr>
            <a:xfrm>
              <a:off x="4290477" y="7487435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5" name="pl10675"/>
            <p:cNvSpPr/>
            <p:nvPr/>
          </p:nvSpPr>
          <p:spPr>
            <a:xfrm>
              <a:off x="4286742" y="7491496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6" name="pl10676"/>
            <p:cNvSpPr/>
            <p:nvPr/>
          </p:nvSpPr>
          <p:spPr>
            <a:xfrm>
              <a:off x="4849381" y="8289105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7" name="pl10677"/>
            <p:cNvSpPr/>
            <p:nvPr/>
          </p:nvSpPr>
          <p:spPr>
            <a:xfrm>
              <a:off x="5024161" y="7830090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8" name="pl10678"/>
            <p:cNvSpPr/>
            <p:nvPr/>
          </p:nvSpPr>
          <p:spPr>
            <a:xfrm>
              <a:off x="4615028" y="7777432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79" name="pl10679"/>
            <p:cNvSpPr/>
            <p:nvPr/>
          </p:nvSpPr>
          <p:spPr>
            <a:xfrm>
              <a:off x="5175319" y="7978934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0" name="pl10680"/>
            <p:cNvSpPr/>
            <p:nvPr/>
          </p:nvSpPr>
          <p:spPr>
            <a:xfrm>
              <a:off x="4224854" y="7533284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1" name="pl10681"/>
            <p:cNvSpPr/>
            <p:nvPr/>
          </p:nvSpPr>
          <p:spPr>
            <a:xfrm>
              <a:off x="4235608" y="7537863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2" name="pl10682"/>
            <p:cNvSpPr/>
            <p:nvPr/>
          </p:nvSpPr>
          <p:spPr>
            <a:xfrm>
              <a:off x="4470320" y="7945990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3" name="pl10683"/>
            <p:cNvSpPr/>
            <p:nvPr/>
          </p:nvSpPr>
          <p:spPr>
            <a:xfrm>
              <a:off x="4491846" y="7945990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4" name="pl10684"/>
            <p:cNvSpPr/>
            <p:nvPr/>
          </p:nvSpPr>
          <p:spPr>
            <a:xfrm>
              <a:off x="4509192" y="8073109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5" name="pl10685"/>
            <p:cNvSpPr/>
            <p:nvPr/>
          </p:nvSpPr>
          <p:spPr>
            <a:xfrm>
              <a:off x="4221262" y="8482896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6" name="pl10686"/>
            <p:cNvSpPr/>
            <p:nvPr/>
          </p:nvSpPr>
          <p:spPr>
            <a:xfrm>
              <a:off x="4664735" y="7984467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7" name="pl10687"/>
            <p:cNvSpPr/>
            <p:nvPr/>
          </p:nvSpPr>
          <p:spPr>
            <a:xfrm>
              <a:off x="4314584" y="7512019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8" name="pl10688"/>
            <p:cNvSpPr/>
            <p:nvPr/>
          </p:nvSpPr>
          <p:spPr>
            <a:xfrm>
              <a:off x="4060097" y="8406921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89" name="pl10689"/>
            <p:cNvSpPr/>
            <p:nvPr/>
          </p:nvSpPr>
          <p:spPr>
            <a:xfrm>
              <a:off x="4963566" y="8254197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0" name="pl10690"/>
            <p:cNvSpPr/>
            <p:nvPr/>
          </p:nvSpPr>
          <p:spPr>
            <a:xfrm>
              <a:off x="4681709" y="8351148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1" name="pl10691"/>
            <p:cNvSpPr/>
            <p:nvPr/>
          </p:nvSpPr>
          <p:spPr>
            <a:xfrm>
              <a:off x="4262210" y="7544811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2" name="pl10692"/>
            <p:cNvSpPr/>
            <p:nvPr/>
          </p:nvSpPr>
          <p:spPr>
            <a:xfrm>
              <a:off x="4623858" y="7905033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3" name="pl10693"/>
            <p:cNvSpPr/>
            <p:nvPr/>
          </p:nvSpPr>
          <p:spPr>
            <a:xfrm>
              <a:off x="3694812" y="7954841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4" name="pl10694"/>
            <p:cNvSpPr/>
            <p:nvPr/>
          </p:nvSpPr>
          <p:spPr>
            <a:xfrm>
              <a:off x="4880674" y="7852482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5" name="pl10695"/>
            <p:cNvSpPr/>
            <p:nvPr/>
          </p:nvSpPr>
          <p:spPr>
            <a:xfrm>
              <a:off x="4902233" y="7852482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6" name="pl10696"/>
            <p:cNvSpPr/>
            <p:nvPr/>
          </p:nvSpPr>
          <p:spPr>
            <a:xfrm>
              <a:off x="4905299" y="7847977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7" name="pl10697"/>
            <p:cNvSpPr/>
            <p:nvPr/>
          </p:nvSpPr>
          <p:spPr>
            <a:xfrm>
              <a:off x="4464095" y="7984615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8" name="pl10698"/>
            <p:cNvSpPr/>
            <p:nvPr/>
          </p:nvSpPr>
          <p:spPr>
            <a:xfrm>
              <a:off x="4470320" y="7984615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99" name="pl10699"/>
            <p:cNvSpPr/>
            <p:nvPr/>
          </p:nvSpPr>
          <p:spPr>
            <a:xfrm>
              <a:off x="4493841" y="7948234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0" name="pl10700"/>
            <p:cNvSpPr/>
            <p:nvPr/>
          </p:nvSpPr>
          <p:spPr>
            <a:xfrm>
              <a:off x="4288253" y="7542541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1" name="pl10701"/>
            <p:cNvSpPr/>
            <p:nvPr/>
          </p:nvSpPr>
          <p:spPr>
            <a:xfrm>
              <a:off x="3959030" y="8304923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2" name="pl10702"/>
            <p:cNvSpPr/>
            <p:nvPr/>
          </p:nvSpPr>
          <p:spPr>
            <a:xfrm>
              <a:off x="4621314" y="7728516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3" name="pl10703"/>
            <p:cNvSpPr/>
            <p:nvPr/>
          </p:nvSpPr>
          <p:spPr>
            <a:xfrm>
              <a:off x="4727900" y="8479223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4" name="pl10704"/>
            <p:cNvSpPr/>
            <p:nvPr/>
          </p:nvSpPr>
          <p:spPr>
            <a:xfrm>
              <a:off x="3801770" y="8158376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5" name="pl10705"/>
            <p:cNvSpPr/>
            <p:nvPr/>
          </p:nvSpPr>
          <p:spPr>
            <a:xfrm>
              <a:off x="4241992" y="7610833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6" name="pl10706"/>
            <p:cNvSpPr/>
            <p:nvPr/>
          </p:nvSpPr>
          <p:spPr>
            <a:xfrm>
              <a:off x="4303048" y="7533178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7" name="pl10707"/>
            <p:cNvSpPr/>
            <p:nvPr/>
          </p:nvSpPr>
          <p:spPr>
            <a:xfrm>
              <a:off x="4300308" y="7545253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8" name="pl10708"/>
            <p:cNvSpPr/>
            <p:nvPr/>
          </p:nvSpPr>
          <p:spPr>
            <a:xfrm>
              <a:off x="4328815" y="7539463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09" name="pl10709"/>
            <p:cNvSpPr/>
            <p:nvPr/>
          </p:nvSpPr>
          <p:spPr>
            <a:xfrm>
              <a:off x="4322931" y="7560206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0" name="pl10710"/>
            <p:cNvSpPr/>
            <p:nvPr/>
          </p:nvSpPr>
          <p:spPr>
            <a:xfrm>
              <a:off x="4025655" y="8047016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1" name="pl10711"/>
            <p:cNvSpPr/>
            <p:nvPr/>
          </p:nvSpPr>
          <p:spPr>
            <a:xfrm>
              <a:off x="4408422" y="8013507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2" name="pl10712"/>
            <p:cNvSpPr/>
            <p:nvPr/>
          </p:nvSpPr>
          <p:spPr>
            <a:xfrm>
              <a:off x="4036442" y="8087962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3" name="pl10713"/>
            <p:cNvSpPr/>
            <p:nvPr/>
          </p:nvSpPr>
          <p:spPr>
            <a:xfrm>
              <a:off x="4649177" y="8045969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4" name="pl10714"/>
            <p:cNvSpPr/>
            <p:nvPr/>
          </p:nvSpPr>
          <p:spPr>
            <a:xfrm>
              <a:off x="4649177" y="8045969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5" name="pl10715"/>
            <p:cNvSpPr/>
            <p:nvPr/>
          </p:nvSpPr>
          <p:spPr>
            <a:xfrm>
              <a:off x="4649177" y="8045969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6" name="pl10716"/>
            <p:cNvSpPr/>
            <p:nvPr/>
          </p:nvSpPr>
          <p:spPr>
            <a:xfrm>
              <a:off x="4649177" y="8045969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7" name="pl10717"/>
            <p:cNvSpPr/>
            <p:nvPr/>
          </p:nvSpPr>
          <p:spPr>
            <a:xfrm>
              <a:off x="4615028" y="7854752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8" name="pl10718"/>
            <p:cNvSpPr/>
            <p:nvPr/>
          </p:nvSpPr>
          <p:spPr>
            <a:xfrm>
              <a:off x="4649177" y="7995229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19" name="pl10719"/>
            <p:cNvSpPr/>
            <p:nvPr/>
          </p:nvSpPr>
          <p:spPr>
            <a:xfrm>
              <a:off x="4624821" y="7961980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0" name="pl10720"/>
            <p:cNvSpPr/>
            <p:nvPr/>
          </p:nvSpPr>
          <p:spPr>
            <a:xfrm>
              <a:off x="4646241" y="8045969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1" name="pl10721"/>
            <p:cNvSpPr/>
            <p:nvPr/>
          </p:nvSpPr>
          <p:spPr>
            <a:xfrm>
              <a:off x="4649177" y="8045969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2" name="pl10722"/>
            <p:cNvSpPr/>
            <p:nvPr/>
          </p:nvSpPr>
          <p:spPr>
            <a:xfrm>
              <a:off x="4635682" y="8045969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3" name="pl10723"/>
            <p:cNvSpPr/>
            <p:nvPr/>
          </p:nvSpPr>
          <p:spPr>
            <a:xfrm>
              <a:off x="4344355" y="7578680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4" name="pl10724"/>
            <p:cNvSpPr/>
            <p:nvPr/>
          </p:nvSpPr>
          <p:spPr>
            <a:xfrm>
              <a:off x="3853364" y="7241892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5" name="pl10725"/>
            <p:cNvSpPr/>
            <p:nvPr/>
          </p:nvSpPr>
          <p:spPr>
            <a:xfrm>
              <a:off x="4652242" y="7966112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6" name="pl10726"/>
            <p:cNvSpPr/>
            <p:nvPr/>
          </p:nvSpPr>
          <p:spPr>
            <a:xfrm>
              <a:off x="5198815" y="7797973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7" name="pl10727"/>
            <p:cNvSpPr/>
            <p:nvPr/>
          </p:nvSpPr>
          <p:spPr>
            <a:xfrm>
              <a:off x="4873010" y="7999803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8" name="pl10728"/>
            <p:cNvSpPr/>
            <p:nvPr/>
          </p:nvSpPr>
          <p:spPr>
            <a:xfrm>
              <a:off x="4855421" y="7982893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29" name="pl10729"/>
            <p:cNvSpPr/>
            <p:nvPr/>
          </p:nvSpPr>
          <p:spPr>
            <a:xfrm>
              <a:off x="3838072" y="7340929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0" name="pl10730"/>
            <p:cNvSpPr/>
            <p:nvPr/>
          </p:nvSpPr>
          <p:spPr>
            <a:xfrm>
              <a:off x="4681692" y="7748930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1" name="pl10731"/>
            <p:cNvSpPr/>
            <p:nvPr/>
          </p:nvSpPr>
          <p:spPr>
            <a:xfrm>
              <a:off x="4681692" y="7748930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2" name="pl10732"/>
            <p:cNvSpPr/>
            <p:nvPr/>
          </p:nvSpPr>
          <p:spPr>
            <a:xfrm>
              <a:off x="4051239" y="8087962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3" name="pl10733"/>
            <p:cNvSpPr/>
            <p:nvPr/>
          </p:nvSpPr>
          <p:spPr>
            <a:xfrm>
              <a:off x="4302709" y="7533178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4" name="pl10734"/>
            <p:cNvSpPr/>
            <p:nvPr/>
          </p:nvSpPr>
          <p:spPr>
            <a:xfrm>
              <a:off x="4302709" y="7535524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5" name="pl10735"/>
            <p:cNvSpPr/>
            <p:nvPr/>
          </p:nvSpPr>
          <p:spPr>
            <a:xfrm>
              <a:off x="4946098" y="8337067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6" name="pl10736"/>
            <p:cNvSpPr/>
            <p:nvPr/>
          </p:nvSpPr>
          <p:spPr>
            <a:xfrm>
              <a:off x="4648236" y="7930386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7" name="pl10737"/>
            <p:cNvSpPr/>
            <p:nvPr/>
          </p:nvSpPr>
          <p:spPr>
            <a:xfrm>
              <a:off x="4755388" y="7656341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8" name="pl10738"/>
            <p:cNvSpPr/>
            <p:nvPr/>
          </p:nvSpPr>
          <p:spPr>
            <a:xfrm>
              <a:off x="4755388" y="7672240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39" name="pl10739"/>
            <p:cNvSpPr/>
            <p:nvPr/>
          </p:nvSpPr>
          <p:spPr>
            <a:xfrm>
              <a:off x="4834200" y="7902408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0" name="pl10740"/>
            <p:cNvSpPr/>
            <p:nvPr/>
          </p:nvSpPr>
          <p:spPr>
            <a:xfrm>
              <a:off x="4834200" y="7963376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1" name="pl10741"/>
            <p:cNvSpPr/>
            <p:nvPr/>
          </p:nvSpPr>
          <p:spPr>
            <a:xfrm>
              <a:off x="4782090" y="7963376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2" name="pl10742"/>
            <p:cNvSpPr/>
            <p:nvPr/>
          </p:nvSpPr>
          <p:spPr>
            <a:xfrm>
              <a:off x="4834200" y="7963376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3" name="pl10743"/>
            <p:cNvSpPr/>
            <p:nvPr/>
          </p:nvSpPr>
          <p:spPr>
            <a:xfrm>
              <a:off x="3829116" y="7341327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4" name="pl10744"/>
            <p:cNvSpPr/>
            <p:nvPr/>
          </p:nvSpPr>
          <p:spPr>
            <a:xfrm>
              <a:off x="4335302" y="7578680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5" name="pl10745"/>
            <p:cNvSpPr/>
            <p:nvPr/>
          </p:nvSpPr>
          <p:spPr>
            <a:xfrm>
              <a:off x="4497592" y="8073109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6" name="pl10746"/>
            <p:cNvSpPr/>
            <p:nvPr/>
          </p:nvSpPr>
          <p:spPr>
            <a:xfrm>
              <a:off x="4493360" y="8077339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7" name="pl10747"/>
            <p:cNvSpPr/>
            <p:nvPr/>
          </p:nvSpPr>
          <p:spPr>
            <a:xfrm>
              <a:off x="4497592" y="8031933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8" name="pl10748"/>
            <p:cNvSpPr/>
            <p:nvPr/>
          </p:nvSpPr>
          <p:spPr>
            <a:xfrm>
              <a:off x="4292447" y="7555000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49" name="pl10749"/>
            <p:cNvSpPr/>
            <p:nvPr/>
          </p:nvSpPr>
          <p:spPr>
            <a:xfrm>
              <a:off x="4585954" y="7745125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0" name="pl10750"/>
            <p:cNvSpPr/>
            <p:nvPr/>
          </p:nvSpPr>
          <p:spPr>
            <a:xfrm>
              <a:off x="4603475" y="7726341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1" name="pl10751"/>
            <p:cNvSpPr/>
            <p:nvPr/>
          </p:nvSpPr>
          <p:spPr>
            <a:xfrm>
              <a:off x="4595121" y="7745125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2" name="pl10752"/>
            <p:cNvSpPr/>
            <p:nvPr/>
          </p:nvSpPr>
          <p:spPr>
            <a:xfrm>
              <a:off x="4291878" y="7548179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3" name="pl10753"/>
            <p:cNvSpPr/>
            <p:nvPr/>
          </p:nvSpPr>
          <p:spPr>
            <a:xfrm>
              <a:off x="4237754" y="8412851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4" name="pl10754"/>
            <p:cNvSpPr/>
            <p:nvPr/>
          </p:nvSpPr>
          <p:spPr>
            <a:xfrm>
              <a:off x="4637863" y="7714646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5" name="pl10755"/>
            <p:cNvSpPr/>
            <p:nvPr/>
          </p:nvSpPr>
          <p:spPr>
            <a:xfrm>
              <a:off x="4639158" y="7699511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6" name="pl10756"/>
            <p:cNvSpPr/>
            <p:nvPr/>
          </p:nvSpPr>
          <p:spPr>
            <a:xfrm>
              <a:off x="4638621" y="7714646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7" name="pl10757"/>
            <p:cNvSpPr/>
            <p:nvPr/>
          </p:nvSpPr>
          <p:spPr>
            <a:xfrm>
              <a:off x="4638814" y="7709385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8" name="pl10758"/>
            <p:cNvSpPr/>
            <p:nvPr/>
          </p:nvSpPr>
          <p:spPr>
            <a:xfrm>
              <a:off x="4639158" y="7714324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59" name="pl10759"/>
            <p:cNvSpPr/>
            <p:nvPr/>
          </p:nvSpPr>
          <p:spPr>
            <a:xfrm>
              <a:off x="4560831" y="6965277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0" name="pl10760"/>
            <p:cNvSpPr/>
            <p:nvPr/>
          </p:nvSpPr>
          <p:spPr>
            <a:xfrm>
              <a:off x="4060097" y="8415680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1" name="pl10761"/>
            <p:cNvSpPr/>
            <p:nvPr/>
          </p:nvSpPr>
          <p:spPr>
            <a:xfrm>
              <a:off x="4274360" y="7031769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2" name="pl10762"/>
            <p:cNvSpPr/>
            <p:nvPr/>
          </p:nvSpPr>
          <p:spPr>
            <a:xfrm>
              <a:off x="4698823" y="7728783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3" name="pl10763"/>
            <p:cNvSpPr/>
            <p:nvPr/>
          </p:nvSpPr>
          <p:spPr>
            <a:xfrm>
              <a:off x="3669752" y="7807128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4" name="pl10764"/>
            <p:cNvSpPr/>
            <p:nvPr/>
          </p:nvSpPr>
          <p:spPr>
            <a:xfrm>
              <a:off x="3658671" y="7807128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5" name="pl10765"/>
            <p:cNvSpPr/>
            <p:nvPr/>
          </p:nvSpPr>
          <p:spPr>
            <a:xfrm>
              <a:off x="3669752" y="7792164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6" name="pl10766"/>
            <p:cNvSpPr/>
            <p:nvPr/>
          </p:nvSpPr>
          <p:spPr>
            <a:xfrm>
              <a:off x="3828872" y="7254581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7" name="pl10767"/>
            <p:cNvSpPr/>
            <p:nvPr/>
          </p:nvSpPr>
          <p:spPr>
            <a:xfrm>
              <a:off x="3697237" y="7602280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8" name="pl10768"/>
            <p:cNvSpPr/>
            <p:nvPr/>
          </p:nvSpPr>
          <p:spPr>
            <a:xfrm>
              <a:off x="3889435" y="7906087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69" name="pl10769"/>
            <p:cNvSpPr/>
            <p:nvPr/>
          </p:nvSpPr>
          <p:spPr>
            <a:xfrm>
              <a:off x="3892525" y="7908889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0" name="pl10770"/>
            <p:cNvSpPr/>
            <p:nvPr/>
          </p:nvSpPr>
          <p:spPr>
            <a:xfrm>
              <a:off x="3688970" y="7792164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1" name="pl10771"/>
            <p:cNvSpPr/>
            <p:nvPr/>
          </p:nvSpPr>
          <p:spPr>
            <a:xfrm>
              <a:off x="4067688" y="8060036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2" name="pl10772"/>
            <p:cNvSpPr/>
            <p:nvPr/>
          </p:nvSpPr>
          <p:spPr>
            <a:xfrm>
              <a:off x="4067688" y="8055300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3" name="pl10773"/>
            <p:cNvSpPr/>
            <p:nvPr/>
          </p:nvSpPr>
          <p:spPr>
            <a:xfrm>
              <a:off x="4050055" y="8055130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4" name="pl10774"/>
            <p:cNvSpPr/>
            <p:nvPr/>
          </p:nvSpPr>
          <p:spPr>
            <a:xfrm>
              <a:off x="4650903" y="8089505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5" name="pl10775"/>
            <p:cNvSpPr/>
            <p:nvPr/>
          </p:nvSpPr>
          <p:spPr>
            <a:xfrm>
              <a:off x="4489376" y="8093579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6" name="pl10776"/>
            <p:cNvSpPr/>
            <p:nvPr/>
          </p:nvSpPr>
          <p:spPr>
            <a:xfrm>
              <a:off x="5125710" y="8015694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7" name="pl10777"/>
            <p:cNvSpPr/>
            <p:nvPr/>
          </p:nvSpPr>
          <p:spPr>
            <a:xfrm>
              <a:off x="4344355" y="7564337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8" name="pl10778"/>
            <p:cNvSpPr/>
            <p:nvPr/>
          </p:nvSpPr>
          <p:spPr>
            <a:xfrm>
              <a:off x="4348925" y="7574669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79" name="pl10779"/>
            <p:cNvSpPr/>
            <p:nvPr/>
          </p:nvSpPr>
          <p:spPr>
            <a:xfrm>
              <a:off x="4050055" y="8055130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0" name="pl10780"/>
            <p:cNvSpPr/>
            <p:nvPr/>
          </p:nvSpPr>
          <p:spPr>
            <a:xfrm>
              <a:off x="4590591" y="7854752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1" name="pl10781"/>
            <p:cNvSpPr/>
            <p:nvPr/>
          </p:nvSpPr>
          <p:spPr>
            <a:xfrm>
              <a:off x="4322144" y="8505207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2" name="pl10782"/>
            <p:cNvSpPr/>
            <p:nvPr/>
          </p:nvSpPr>
          <p:spPr>
            <a:xfrm>
              <a:off x="4675794" y="7951161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3" name="pl10783"/>
            <p:cNvSpPr/>
            <p:nvPr/>
          </p:nvSpPr>
          <p:spPr>
            <a:xfrm>
              <a:off x="4344355" y="7569813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4" name="pl10784"/>
            <p:cNvSpPr/>
            <p:nvPr/>
          </p:nvSpPr>
          <p:spPr>
            <a:xfrm>
              <a:off x="3864065" y="8195542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5" name="pl10785"/>
            <p:cNvSpPr/>
            <p:nvPr/>
          </p:nvSpPr>
          <p:spPr>
            <a:xfrm>
              <a:off x="5051821" y="7460324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6" name="pl10786"/>
            <p:cNvSpPr/>
            <p:nvPr/>
          </p:nvSpPr>
          <p:spPr>
            <a:xfrm>
              <a:off x="5043746" y="7452155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7" name="pl10787"/>
            <p:cNvSpPr/>
            <p:nvPr/>
          </p:nvSpPr>
          <p:spPr>
            <a:xfrm>
              <a:off x="5051821" y="7438930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8" name="pl10788"/>
            <p:cNvSpPr/>
            <p:nvPr/>
          </p:nvSpPr>
          <p:spPr>
            <a:xfrm>
              <a:off x="4681709" y="8359994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89" name="pl10789"/>
            <p:cNvSpPr/>
            <p:nvPr/>
          </p:nvSpPr>
          <p:spPr>
            <a:xfrm>
              <a:off x="4361329" y="7458688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0" name="pl10790"/>
            <p:cNvSpPr/>
            <p:nvPr/>
          </p:nvSpPr>
          <p:spPr>
            <a:xfrm>
              <a:off x="5024161" y="7837151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1" name="pl10791"/>
            <p:cNvSpPr/>
            <p:nvPr/>
          </p:nvSpPr>
          <p:spPr>
            <a:xfrm>
              <a:off x="4322883" y="7568434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2" name="pl10792"/>
            <p:cNvSpPr/>
            <p:nvPr/>
          </p:nvSpPr>
          <p:spPr>
            <a:xfrm>
              <a:off x="4300308" y="7555000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3" name="pl10793"/>
            <p:cNvSpPr/>
            <p:nvPr/>
          </p:nvSpPr>
          <p:spPr>
            <a:xfrm>
              <a:off x="4309190" y="7557971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4" name="pl10794"/>
            <p:cNvSpPr/>
            <p:nvPr/>
          </p:nvSpPr>
          <p:spPr>
            <a:xfrm>
              <a:off x="4394356" y="7555618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5" name="pl10795"/>
            <p:cNvSpPr/>
            <p:nvPr/>
          </p:nvSpPr>
          <p:spPr>
            <a:xfrm>
              <a:off x="3686171" y="7778889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6" name="pl10796"/>
            <p:cNvSpPr/>
            <p:nvPr/>
          </p:nvSpPr>
          <p:spPr>
            <a:xfrm>
              <a:off x="4900852" y="7186183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7" name="pl10797"/>
            <p:cNvSpPr/>
            <p:nvPr/>
          </p:nvSpPr>
          <p:spPr>
            <a:xfrm>
              <a:off x="4359533" y="7552063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8" name="pl10798"/>
            <p:cNvSpPr/>
            <p:nvPr/>
          </p:nvSpPr>
          <p:spPr>
            <a:xfrm>
              <a:off x="4332947" y="7552063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99" name="pl10799"/>
            <p:cNvSpPr/>
            <p:nvPr/>
          </p:nvSpPr>
          <p:spPr>
            <a:xfrm>
              <a:off x="4336718" y="7552063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0" name="pl10800"/>
            <p:cNvSpPr/>
            <p:nvPr/>
          </p:nvSpPr>
          <p:spPr>
            <a:xfrm>
              <a:off x="4359533" y="7537281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1" name="pl10801"/>
            <p:cNvSpPr/>
            <p:nvPr/>
          </p:nvSpPr>
          <p:spPr>
            <a:xfrm>
              <a:off x="4359533" y="7538627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2" name="pl10802"/>
            <p:cNvSpPr/>
            <p:nvPr/>
          </p:nvSpPr>
          <p:spPr>
            <a:xfrm>
              <a:off x="4328677" y="7552063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3" name="pl10803"/>
            <p:cNvSpPr/>
            <p:nvPr/>
          </p:nvSpPr>
          <p:spPr>
            <a:xfrm>
              <a:off x="4342861" y="7534912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4" name="pl10804"/>
            <p:cNvSpPr/>
            <p:nvPr/>
          </p:nvSpPr>
          <p:spPr>
            <a:xfrm>
              <a:off x="4347073" y="7552063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5" name="pl10805"/>
            <p:cNvSpPr/>
            <p:nvPr/>
          </p:nvSpPr>
          <p:spPr>
            <a:xfrm>
              <a:off x="4352228" y="7552063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6" name="pl10806"/>
            <p:cNvSpPr/>
            <p:nvPr/>
          </p:nvSpPr>
          <p:spPr>
            <a:xfrm>
              <a:off x="4334938" y="7552063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7" name="pl10807"/>
            <p:cNvSpPr/>
            <p:nvPr/>
          </p:nvSpPr>
          <p:spPr>
            <a:xfrm>
              <a:off x="4347547" y="7552063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8" name="pl10808"/>
            <p:cNvSpPr/>
            <p:nvPr/>
          </p:nvSpPr>
          <p:spPr>
            <a:xfrm>
              <a:off x="4359533" y="7517159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09" name="pl10809"/>
            <p:cNvSpPr/>
            <p:nvPr/>
          </p:nvSpPr>
          <p:spPr>
            <a:xfrm>
              <a:off x="4359533" y="7552063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0" name="pl10810"/>
            <p:cNvSpPr/>
            <p:nvPr/>
          </p:nvSpPr>
          <p:spPr>
            <a:xfrm>
              <a:off x="4338642" y="7552063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1" name="pl10811"/>
            <p:cNvSpPr/>
            <p:nvPr/>
          </p:nvSpPr>
          <p:spPr>
            <a:xfrm>
              <a:off x="4359533" y="7547444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2" name="pl10812"/>
            <p:cNvSpPr/>
            <p:nvPr/>
          </p:nvSpPr>
          <p:spPr>
            <a:xfrm>
              <a:off x="4341486" y="7552063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3" name="pl10813"/>
            <p:cNvSpPr/>
            <p:nvPr/>
          </p:nvSpPr>
          <p:spPr>
            <a:xfrm>
              <a:off x="4324081" y="7526308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4" name="pl10814"/>
            <p:cNvSpPr/>
            <p:nvPr/>
          </p:nvSpPr>
          <p:spPr>
            <a:xfrm>
              <a:off x="4359533" y="7552063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5" name="pl10815"/>
            <p:cNvSpPr/>
            <p:nvPr/>
          </p:nvSpPr>
          <p:spPr>
            <a:xfrm>
              <a:off x="4328815" y="7552063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6" name="pl10816"/>
            <p:cNvSpPr/>
            <p:nvPr/>
          </p:nvSpPr>
          <p:spPr>
            <a:xfrm>
              <a:off x="4359533" y="7545063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7" name="pl10817"/>
            <p:cNvSpPr/>
            <p:nvPr/>
          </p:nvSpPr>
          <p:spPr>
            <a:xfrm>
              <a:off x="4359533" y="7541992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8" name="pl10818"/>
            <p:cNvSpPr/>
            <p:nvPr/>
          </p:nvSpPr>
          <p:spPr>
            <a:xfrm>
              <a:off x="4359533" y="7516318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19" name="pl10819"/>
            <p:cNvSpPr/>
            <p:nvPr/>
          </p:nvSpPr>
          <p:spPr>
            <a:xfrm>
              <a:off x="4359533" y="7531304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0" name="pl10820"/>
            <p:cNvSpPr/>
            <p:nvPr/>
          </p:nvSpPr>
          <p:spPr>
            <a:xfrm>
              <a:off x="4359533" y="7548454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1" name="pl10821"/>
            <p:cNvSpPr/>
            <p:nvPr/>
          </p:nvSpPr>
          <p:spPr>
            <a:xfrm>
              <a:off x="4359533" y="7552063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2" name="pl10822"/>
            <p:cNvSpPr/>
            <p:nvPr/>
          </p:nvSpPr>
          <p:spPr>
            <a:xfrm>
              <a:off x="4359533" y="7549145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3" name="pl10823"/>
            <p:cNvSpPr/>
            <p:nvPr/>
          </p:nvSpPr>
          <p:spPr>
            <a:xfrm>
              <a:off x="4325886" y="7552063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4" name="pl10824"/>
            <p:cNvSpPr/>
            <p:nvPr/>
          </p:nvSpPr>
          <p:spPr>
            <a:xfrm>
              <a:off x="4359533" y="7552063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5" name="pl10825"/>
            <p:cNvSpPr/>
            <p:nvPr/>
          </p:nvSpPr>
          <p:spPr>
            <a:xfrm>
              <a:off x="4359533" y="7527588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6" name="pl10826"/>
            <p:cNvSpPr/>
            <p:nvPr/>
          </p:nvSpPr>
          <p:spPr>
            <a:xfrm>
              <a:off x="4358603" y="7552063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7" name="pl10827"/>
            <p:cNvSpPr/>
            <p:nvPr/>
          </p:nvSpPr>
          <p:spPr>
            <a:xfrm>
              <a:off x="4348925" y="7552063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8" name="pl10828"/>
            <p:cNvSpPr/>
            <p:nvPr/>
          </p:nvSpPr>
          <p:spPr>
            <a:xfrm>
              <a:off x="4359533" y="7514400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29" name="pl10829"/>
            <p:cNvSpPr/>
            <p:nvPr/>
          </p:nvSpPr>
          <p:spPr>
            <a:xfrm>
              <a:off x="4359533" y="7534625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0" name="pl10830"/>
            <p:cNvSpPr/>
            <p:nvPr/>
          </p:nvSpPr>
          <p:spPr>
            <a:xfrm>
              <a:off x="4349978" y="7552063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1" name="pl10831"/>
            <p:cNvSpPr/>
            <p:nvPr/>
          </p:nvSpPr>
          <p:spPr>
            <a:xfrm>
              <a:off x="4341871" y="7552063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2" name="pl10832"/>
            <p:cNvSpPr/>
            <p:nvPr/>
          </p:nvSpPr>
          <p:spPr>
            <a:xfrm>
              <a:off x="4359533" y="7544303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3" name="pl10833"/>
            <p:cNvSpPr/>
            <p:nvPr/>
          </p:nvSpPr>
          <p:spPr>
            <a:xfrm>
              <a:off x="4378639" y="7547973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4" name="pl10834"/>
            <p:cNvSpPr/>
            <p:nvPr/>
          </p:nvSpPr>
          <p:spPr>
            <a:xfrm>
              <a:off x="4681709" y="8359994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5" name="pl10835"/>
            <p:cNvSpPr/>
            <p:nvPr/>
          </p:nvSpPr>
          <p:spPr>
            <a:xfrm>
              <a:off x="4263597" y="7591840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6" name="pl10836"/>
            <p:cNvSpPr/>
            <p:nvPr/>
          </p:nvSpPr>
          <p:spPr>
            <a:xfrm>
              <a:off x="4721395" y="8487094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7" name="pl10837"/>
            <p:cNvSpPr/>
            <p:nvPr/>
          </p:nvSpPr>
          <p:spPr>
            <a:xfrm>
              <a:off x="4670566" y="7687203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8" name="pl10838"/>
            <p:cNvSpPr/>
            <p:nvPr/>
          </p:nvSpPr>
          <p:spPr>
            <a:xfrm>
              <a:off x="4635617" y="7695470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39" name="pl10839"/>
            <p:cNvSpPr/>
            <p:nvPr/>
          </p:nvSpPr>
          <p:spPr>
            <a:xfrm>
              <a:off x="4870538" y="7981360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0" name="pl10840"/>
            <p:cNvSpPr/>
            <p:nvPr/>
          </p:nvSpPr>
          <p:spPr>
            <a:xfrm>
              <a:off x="3938395" y="7150540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1" name="pl10841"/>
            <p:cNvSpPr/>
            <p:nvPr/>
          </p:nvSpPr>
          <p:spPr>
            <a:xfrm>
              <a:off x="4334204" y="7577881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2" name="pl10842"/>
            <p:cNvSpPr/>
            <p:nvPr/>
          </p:nvSpPr>
          <p:spPr>
            <a:xfrm>
              <a:off x="5080875" y="8152406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3" name="pl10843"/>
            <p:cNvSpPr/>
            <p:nvPr/>
          </p:nvSpPr>
          <p:spPr>
            <a:xfrm>
              <a:off x="5070935" y="8169142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4" name="pl10844"/>
            <p:cNvSpPr/>
            <p:nvPr/>
          </p:nvSpPr>
          <p:spPr>
            <a:xfrm>
              <a:off x="4592808" y="8516571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5" name="pl10845"/>
            <p:cNvSpPr/>
            <p:nvPr/>
          </p:nvSpPr>
          <p:spPr>
            <a:xfrm>
              <a:off x="4553007" y="7814031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6" name="pl10846"/>
            <p:cNvSpPr/>
            <p:nvPr/>
          </p:nvSpPr>
          <p:spPr>
            <a:xfrm>
              <a:off x="5099708" y="7370069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7" name="pl10847"/>
            <p:cNvSpPr/>
            <p:nvPr/>
          </p:nvSpPr>
          <p:spPr>
            <a:xfrm>
              <a:off x="4623858" y="7765142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8" name="pl10848"/>
            <p:cNvSpPr/>
            <p:nvPr/>
          </p:nvSpPr>
          <p:spPr>
            <a:xfrm>
              <a:off x="4687830" y="7934830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49" name="pl10849"/>
            <p:cNvSpPr/>
            <p:nvPr/>
          </p:nvSpPr>
          <p:spPr>
            <a:xfrm>
              <a:off x="4632354" y="7726341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0" name="pl10850"/>
            <p:cNvSpPr/>
            <p:nvPr/>
          </p:nvSpPr>
          <p:spPr>
            <a:xfrm>
              <a:off x="4666082" y="7692042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1" name="pl10851"/>
            <p:cNvSpPr/>
            <p:nvPr/>
          </p:nvSpPr>
          <p:spPr>
            <a:xfrm>
              <a:off x="4666082" y="7673691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2" name="pl10852"/>
            <p:cNvSpPr/>
            <p:nvPr/>
          </p:nvSpPr>
          <p:spPr>
            <a:xfrm>
              <a:off x="5186990" y="7689910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3" name="pl10853"/>
            <p:cNvSpPr/>
            <p:nvPr/>
          </p:nvSpPr>
          <p:spPr>
            <a:xfrm>
              <a:off x="3874108" y="8267303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4" name="pl10854"/>
            <p:cNvSpPr/>
            <p:nvPr/>
          </p:nvSpPr>
          <p:spPr>
            <a:xfrm>
              <a:off x="4344355" y="7578680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5" name="pl10855"/>
            <p:cNvSpPr/>
            <p:nvPr/>
          </p:nvSpPr>
          <p:spPr>
            <a:xfrm>
              <a:off x="4336164" y="7576916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6" name="pl10856"/>
            <p:cNvSpPr/>
            <p:nvPr/>
          </p:nvSpPr>
          <p:spPr>
            <a:xfrm>
              <a:off x="4051197" y="8087962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7" name="pl10857"/>
            <p:cNvSpPr/>
            <p:nvPr/>
          </p:nvSpPr>
          <p:spPr>
            <a:xfrm>
              <a:off x="4274418" y="7578946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8" name="pl10858"/>
            <p:cNvSpPr/>
            <p:nvPr/>
          </p:nvSpPr>
          <p:spPr>
            <a:xfrm>
              <a:off x="4348925" y="7574669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59" name="pl10859"/>
            <p:cNvSpPr/>
            <p:nvPr/>
          </p:nvSpPr>
          <p:spPr>
            <a:xfrm>
              <a:off x="4620601" y="7780353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0" name="pl10860"/>
            <p:cNvSpPr/>
            <p:nvPr/>
          </p:nvSpPr>
          <p:spPr>
            <a:xfrm>
              <a:off x="4616821" y="7797459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1" name="pl10861"/>
            <p:cNvSpPr/>
            <p:nvPr/>
          </p:nvSpPr>
          <p:spPr>
            <a:xfrm>
              <a:off x="4533102" y="7921568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2" name="pl10862"/>
            <p:cNvSpPr/>
            <p:nvPr/>
          </p:nvSpPr>
          <p:spPr>
            <a:xfrm>
              <a:off x="4533102" y="7868771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3" name="pl10863"/>
            <p:cNvSpPr/>
            <p:nvPr/>
          </p:nvSpPr>
          <p:spPr>
            <a:xfrm>
              <a:off x="4507816" y="7940080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4" name="pl10864"/>
            <p:cNvSpPr/>
            <p:nvPr/>
          </p:nvSpPr>
          <p:spPr>
            <a:xfrm>
              <a:off x="4521315" y="7940080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5" name="pl10865"/>
            <p:cNvSpPr/>
            <p:nvPr/>
          </p:nvSpPr>
          <p:spPr>
            <a:xfrm>
              <a:off x="4528756" y="7940080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6" name="pl10866"/>
            <p:cNvSpPr/>
            <p:nvPr/>
          </p:nvSpPr>
          <p:spPr>
            <a:xfrm>
              <a:off x="4339468" y="7480534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7" name="pl10867"/>
            <p:cNvSpPr/>
            <p:nvPr/>
          </p:nvSpPr>
          <p:spPr>
            <a:xfrm>
              <a:off x="4331244" y="7496722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8" name="pl10868"/>
            <p:cNvSpPr/>
            <p:nvPr/>
          </p:nvSpPr>
          <p:spPr>
            <a:xfrm>
              <a:off x="4342465" y="7496722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69" name="pl10869"/>
            <p:cNvSpPr/>
            <p:nvPr/>
          </p:nvSpPr>
          <p:spPr>
            <a:xfrm>
              <a:off x="4341761" y="7463078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0" name="pt10870"/>
            <p:cNvSpPr/>
            <p:nvPr/>
          </p:nvSpPr>
          <p:spPr>
            <a:xfrm>
              <a:off x="4486582" y="69893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1" name="pt10871"/>
            <p:cNvSpPr/>
            <p:nvPr/>
          </p:nvSpPr>
          <p:spPr>
            <a:xfrm>
              <a:off x="4272500" y="7521885"/>
              <a:ext cx="67219" cy="67219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2" name="pt10872"/>
            <p:cNvSpPr/>
            <p:nvPr/>
          </p:nvSpPr>
          <p:spPr>
            <a:xfrm>
              <a:off x="4878721" y="7873019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3" name="pt10873"/>
            <p:cNvSpPr/>
            <p:nvPr/>
          </p:nvSpPr>
          <p:spPr>
            <a:xfrm>
              <a:off x="4352276" y="75294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4" name="pt10874"/>
            <p:cNvSpPr/>
            <p:nvPr/>
          </p:nvSpPr>
          <p:spPr>
            <a:xfrm>
              <a:off x="4975750" y="726227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5" name="pg10875"/>
            <p:cNvSpPr/>
            <p:nvPr/>
          </p:nvSpPr>
          <p:spPr>
            <a:xfrm>
              <a:off x="4468853" y="8032770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6" name="pt10876"/>
            <p:cNvSpPr/>
            <p:nvPr/>
          </p:nvSpPr>
          <p:spPr>
            <a:xfrm>
              <a:off x="4330109" y="7567020"/>
              <a:ext cx="48833" cy="48833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77" name="pl10877"/>
            <p:cNvSpPr/>
            <p:nvPr/>
          </p:nvSpPr>
          <p:spPr>
            <a:xfrm>
              <a:off x="4475000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8" name="pl10878"/>
            <p:cNvSpPr/>
            <p:nvPr/>
          </p:nvSpPr>
          <p:spPr>
            <a:xfrm>
              <a:off x="4475000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79" name="pl10879"/>
            <p:cNvSpPr/>
            <p:nvPr/>
          </p:nvSpPr>
          <p:spPr>
            <a:xfrm>
              <a:off x="4464886" y="751662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0" name="pl10880"/>
            <p:cNvSpPr/>
            <p:nvPr/>
          </p:nvSpPr>
          <p:spPr>
            <a:xfrm>
              <a:off x="4499417" y="748209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81" name="pt10881"/>
            <p:cNvSpPr/>
            <p:nvPr/>
          </p:nvSpPr>
          <p:spPr>
            <a:xfrm>
              <a:off x="4308509" y="7515047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2" name="pg10882"/>
            <p:cNvSpPr/>
            <p:nvPr/>
          </p:nvSpPr>
          <p:spPr>
            <a:xfrm>
              <a:off x="4050613" y="74005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3" name="pt10883"/>
            <p:cNvSpPr/>
            <p:nvPr/>
          </p:nvSpPr>
          <p:spPr>
            <a:xfrm>
              <a:off x="4840335" y="7862069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4" name="pt10884"/>
            <p:cNvSpPr/>
            <p:nvPr/>
          </p:nvSpPr>
          <p:spPr>
            <a:xfrm>
              <a:off x="4256409" y="7514843"/>
              <a:ext cx="74834" cy="74834"/>
            </a:xfrm>
            <a:prstGeom prst="ellipse">
              <a:avLst/>
            </a:prstGeom>
            <a:solidFill>
              <a:srgbClr val="7570B3">
                <a:alpha val="6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5" name="pt10885"/>
            <p:cNvSpPr/>
            <p:nvPr/>
          </p:nvSpPr>
          <p:spPr>
            <a:xfrm>
              <a:off x="4868624" y="78242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6" name="pt10886"/>
            <p:cNvSpPr/>
            <p:nvPr/>
          </p:nvSpPr>
          <p:spPr>
            <a:xfrm>
              <a:off x="4509046" y="83588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7" name="pt10887"/>
            <p:cNvSpPr/>
            <p:nvPr/>
          </p:nvSpPr>
          <p:spPr>
            <a:xfrm>
              <a:off x="4589220" y="79067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8" name="pg10888"/>
            <p:cNvSpPr/>
            <p:nvPr/>
          </p:nvSpPr>
          <p:spPr>
            <a:xfrm>
              <a:off x="4507191" y="78879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89" name="pt10889"/>
            <p:cNvSpPr/>
            <p:nvPr/>
          </p:nvSpPr>
          <p:spPr>
            <a:xfrm>
              <a:off x="4694092" y="765966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0" name="pt10890"/>
            <p:cNvSpPr/>
            <p:nvPr/>
          </p:nvSpPr>
          <p:spPr>
            <a:xfrm>
              <a:off x="4965355" y="72673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1" name="pg10891"/>
            <p:cNvSpPr/>
            <p:nvPr/>
          </p:nvSpPr>
          <p:spPr>
            <a:xfrm>
              <a:off x="4582886" y="769283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2" name="pt10892"/>
            <p:cNvSpPr/>
            <p:nvPr/>
          </p:nvSpPr>
          <p:spPr>
            <a:xfrm>
              <a:off x="4741393" y="7061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3" name="pt10893"/>
            <p:cNvSpPr/>
            <p:nvPr/>
          </p:nvSpPr>
          <p:spPr>
            <a:xfrm>
              <a:off x="4264765" y="7600194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4" name="pt10894"/>
            <p:cNvSpPr/>
            <p:nvPr/>
          </p:nvSpPr>
          <p:spPr>
            <a:xfrm>
              <a:off x="4271578" y="755278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5" name="pg10895"/>
            <p:cNvSpPr/>
            <p:nvPr/>
          </p:nvSpPr>
          <p:spPr>
            <a:xfrm>
              <a:off x="4474464" y="80556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6" name="pt10896"/>
            <p:cNvSpPr/>
            <p:nvPr/>
          </p:nvSpPr>
          <p:spPr>
            <a:xfrm>
              <a:off x="4598938" y="76764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7" name="pt10897"/>
            <p:cNvSpPr/>
            <p:nvPr/>
          </p:nvSpPr>
          <p:spPr>
            <a:xfrm>
              <a:off x="4026488" y="838309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8" name="pt10898"/>
            <p:cNvSpPr/>
            <p:nvPr/>
          </p:nvSpPr>
          <p:spPr>
            <a:xfrm>
              <a:off x="4641584" y="80756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899" name="pt10899"/>
            <p:cNvSpPr/>
            <p:nvPr/>
          </p:nvSpPr>
          <p:spPr>
            <a:xfrm>
              <a:off x="4455879" y="8097625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0" name="pt10900"/>
            <p:cNvSpPr/>
            <p:nvPr/>
          </p:nvSpPr>
          <p:spPr>
            <a:xfrm>
              <a:off x="4384053" y="75086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1" name="pl10901"/>
            <p:cNvSpPr/>
            <p:nvPr/>
          </p:nvSpPr>
          <p:spPr>
            <a:xfrm>
              <a:off x="4123989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2" name="pl10902"/>
            <p:cNvSpPr/>
            <p:nvPr/>
          </p:nvSpPr>
          <p:spPr>
            <a:xfrm>
              <a:off x="4123989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3" name="pl10903"/>
            <p:cNvSpPr/>
            <p:nvPr/>
          </p:nvSpPr>
          <p:spPr>
            <a:xfrm>
              <a:off x="4113875" y="84431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4" name="pl10904"/>
            <p:cNvSpPr/>
            <p:nvPr/>
          </p:nvSpPr>
          <p:spPr>
            <a:xfrm>
              <a:off x="4148406" y="84086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5" name="pg10905"/>
            <p:cNvSpPr/>
            <p:nvPr/>
          </p:nvSpPr>
          <p:spPr>
            <a:xfrm>
              <a:off x="4405912" y="74963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6" name="pt10906"/>
            <p:cNvSpPr/>
            <p:nvPr/>
          </p:nvSpPr>
          <p:spPr>
            <a:xfrm>
              <a:off x="4626903" y="80900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7" name="pt10907"/>
            <p:cNvSpPr/>
            <p:nvPr/>
          </p:nvSpPr>
          <p:spPr>
            <a:xfrm>
              <a:off x="4650708" y="80666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08" name="pl10908"/>
            <p:cNvSpPr/>
            <p:nvPr/>
          </p:nvSpPr>
          <p:spPr>
            <a:xfrm>
              <a:off x="4286278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09" name="pl10909"/>
            <p:cNvSpPr/>
            <p:nvPr/>
          </p:nvSpPr>
          <p:spPr>
            <a:xfrm>
              <a:off x="4286278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0" name="pl10910"/>
            <p:cNvSpPr/>
            <p:nvPr/>
          </p:nvSpPr>
          <p:spPr>
            <a:xfrm>
              <a:off x="4268549" y="757826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1" name="pl10911"/>
            <p:cNvSpPr/>
            <p:nvPr/>
          </p:nvSpPr>
          <p:spPr>
            <a:xfrm>
              <a:off x="4329080" y="751773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2" name="pt10912"/>
            <p:cNvSpPr/>
            <p:nvPr/>
          </p:nvSpPr>
          <p:spPr>
            <a:xfrm>
              <a:off x="4545497" y="7729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13" name="pt10913"/>
            <p:cNvSpPr/>
            <p:nvPr/>
          </p:nvSpPr>
          <p:spPr>
            <a:xfrm>
              <a:off x="4561537" y="77318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14" name="pl10914"/>
            <p:cNvSpPr/>
            <p:nvPr/>
          </p:nvSpPr>
          <p:spPr>
            <a:xfrm>
              <a:off x="4626079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5" name="pl10915"/>
            <p:cNvSpPr/>
            <p:nvPr/>
          </p:nvSpPr>
          <p:spPr>
            <a:xfrm>
              <a:off x="4626079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6" name="pl10916"/>
            <p:cNvSpPr/>
            <p:nvPr/>
          </p:nvSpPr>
          <p:spPr>
            <a:xfrm>
              <a:off x="4615965" y="81035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7" name="pl10917"/>
            <p:cNvSpPr/>
            <p:nvPr/>
          </p:nvSpPr>
          <p:spPr>
            <a:xfrm>
              <a:off x="4650496" y="80689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8" name="pl10918"/>
            <p:cNvSpPr/>
            <p:nvPr/>
          </p:nvSpPr>
          <p:spPr>
            <a:xfrm>
              <a:off x="4363078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19" name="pl10919"/>
            <p:cNvSpPr/>
            <p:nvPr/>
          </p:nvSpPr>
          <p:spPr>
            <a:xfrm>
              <a:off x="4363078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0" name="pl10920"/>
            <p:cNvSpPr/>
            <p:nvPr/>
          </p:nvSpPr>
          <p:spPr>
            <a:xfrm>
              <a:off x="4352965" y="751454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1" name="pl10921"/>
            <p:cNvSpPr/>
            <p:nvPr/>
          </p:nvSpPr>
          <p:spPr>
            <a:xfrm>
              <a:off x="4387495" y="748001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2" name="pt10922"/>
            <p:cNvSpPr/>
            <p:nvPr/>
          </p:nvSpPr>
          <p:spPr>
            <a:xfrm>
              <a:off x="4469424" y="7923817"/>
              <a:ext cx="48833" cy="48833"/>
            </a:xfrm>
            <a:prstGeom prst="ellipse">
              <a:avLst/>
            </a:prstGeom>
            <a:solidFill>
              <a:srgbClr val="A6761D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23" name="pt10923"/>
            <p:cNvSpPr/>
            <p:nvPr/>
          </p:nvSpPr>
          <p:spPr>
            <a:xfrm>
              <a:off x="4297209" y="75139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24" name="pl10924"/>
            <p:cNvSpPr/>
            <p:nvPr/>
          </p:nvSpPr>
          <p:spPr>
            <a:xfrm>
              <a:off x="4035592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5" name="pl10925"/>
            <p:cNvSpPr/>
            <p:nvPr/>
          </p:nvSpPr>
          <p:spPr>
            <a:xfrm>
              <a:off x="4035592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6" name="pl10926"/>
            <p:cNvSpPr/>
            <p:nvPr/>
          </p:nvSpPr>
          <p:spPr>
            <a:xfrm>
              <a:off x="4025478" y="707683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7" name="pl10927"/>
            <p:cNvSpPr/>
            <p:nvPr/>
          </p:nvSpPr>
          <p:spPr>
            <a:xfrm>
              <a:off x="4060008" y="70423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8" name="pl10928"/>
            <p:cNvSpPr/>
            <p:nvPr/>
          </p:nvSpPr>
          <p:spPr>
            <a:xfrm>
              <a:off x="4283167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29" name="pl10929"/>
            <p:cNvSpPr/>
            <p:nvPr/>
          </p:nvSpPr>
          <p:spPr>
            <a:xfrm>
              <a:off x="4283167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0" name="pl10930"/>
            <p:cNvSpPr/>
            <p:nvPr/>
          </p:nvSpPr>
          <p:spPr>
            <a:xfrm>
              <a:off x="4257822" y="7578680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1" name="pl10931"/>
            <p:cNvSpPr/>
            <p:nvPr/>
          </p:nvSpPr>
          <p:spPr>
            <a:xfrm>
              <a:off x="4344355" y="7492147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2" name="pl10932"/>
            <p:cNvSpPr/>
            <p:nvPr/>
          </p:nvSpPr>
          <p:spPr>
            <a:xfrm>
              <a:off x="4570056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3" name="pl10933"/>
            <p:cNvSpPr/>
            <p:nvPr/>
          </p:nvSpPr>
          <p:spPr>
            <a:xfrm>
              <a:off x="4570056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4" name="pl10934"/>
            <p:cNvSpPr/>
            <p:nvPr/>
          </p:nvSpPr>
          <p:spPr>
            <a:xfrm>
              <a:off x="4551428" y="78547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5" name="pl10935"/>
            <p:cNvSpPr/>
            <p:nvPr/>
          </p:nvSpPr>
          <p:spPr>
            <a:xfrm>
              <a:off x="4615028" y="779115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6" name="pt10936"/>
            <p:cNvSpPr/>
            <p:nvPr/>
          </p:nvSpPr>
          <p:spPr>
            <a:xfrm>
              <a:off x="3862441" y="72611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37" name="pl10937"/>
            <p:cNvSpPr/>
            <p:nvPr/>
          </p:nvSpPr>
          <p:spPr>
            <a:xfrm>
              <a:off x="3860110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8" name="pl10938"/>
            <p:cNvSpPr/>
            <p:nvPr/>
          </p:nvSpPr>
          <p:spPr>
            <a:xfrm>
              <a:off x="3860110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39" name="pl10939"/>
            <p:cNvSpPr/>
            <p:nvPr/>
          </p:nvSpPr>
          <p:spPr>
            <a:xfrm>
              <a:off x="3849996" y="7221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0" name="pl10940"/>
            <p:cNvSpPr/>
            <p:nvPr/>
          </p:nvSpPr>
          <p:spPr>
            <a:xfrm>
              <a:off x="3884526" y="71865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1" name="pt10941"/>
            <p:cNvSpPr/>
            <p:nvPr/>
          </p:nvSpPr>
          <p:spPr>
            <a:xfrm>
              <a:off x="4310370" y="7558461"/>
              <a:ext cx="67219" cy="67219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42" name="pl10942"/>
            <p:cNvSpPr/>
            <p:nvPr/>
          </p:nvSpPr>
          <p:spPr>
            <a:xfrm>
              <a:off x="4002277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3" name="pl10943"/>
            <p:cNvSpPr/>
            <p:nvPr/>
          </p:nvSpPr>
          <p:spPr>
            <a:xfrm>
              <a:off x="4002277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4" name="pl10944"/>
            <p:cNvSpPr/>
            <p:nvPr/>
          </p:nvSpPr>
          <p:spPr>
            <a:xfrm>
              <a:off x="3992163" y="80171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5" name="pl10945"/>
            <p:cNvSpPr/>
            <p:nvPr/>
          </p:nvSpPr>
          <p:spPr>
            <a:xfrm>
              <a:off x="4026693" y="798260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6" name="pl10946"/>
            <p:cNvSpPr/>
            <p:nvPr/>
          </p:nvSpPr>
          <p:spPr>
            <a:xfrm>
              <a:off x="4736418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7" name="pl10947"/>
            <p:cNvSpPr/>
            <p:nvPr/>
          </p:nvSpPr>
          <p:spPr>
            <a:xfrm>
              <a:off x="4736418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8" name="pl10948"/>
            <p:cNvSpPr/>
            <p:nvPr/>
          </p:nvSpPr>
          <p:spPr>
            <a:xfrm>
              <a:off x="4726304" y="70950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49" name="pl10949"/>
            <p:cNvSpPr/>
            <p:nvPr/>
          </p:nvSpPr>
          <p:spPr>
            <a:xfrm>
              <a:off x="4760835" y="70605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0" name="pt10950"/>
            <p:cNvSpPr/>
            <p:nvPr/>
          </p:nvSpPr>
          <p:spPr>
            <a:xfrm>
              <a:off x="4217792" y="7577715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1" name="pt10951"/>
            <p:cNvSpPr/>
            <p:nvPr/>
          </p:nvSpPr>
          <p:spPr>
            <a:xfrm>
              <a:off x="4255026" y="7524907"/>
              <a:ext cx="48833" cy="48833"/>
            </a:xfrm>
            <a:prstGeom prst="ellipse">
              <a:avLst/>
            </a:prstGeom>
            <a:solidFill>
              <a:srgbClr val="A6761D">
                <a:alpha val="9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2" name="pt10952"/>
            <p:cNvSpPr/>
            <p:nvPr/>
          </p:nvSpPr>
          <p:spPr>
            <a:xfrm>
              <a:off x="4242034" y="70113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3" name="pt10953"/>
            <p:cNvSpPr/>
            <p:nvPr/>
          </p:nvSpPr>
          <p:spPr>
            <a:xfrm>
              <a:off x="4470987" y="82042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4" name="pt10954"/>
            <p:cNvSpPr/>
            <p:nvPr/>
          </p:nvSpPr>
          <p:spPr>
            <a:xfrm>
              <a:off x="4315051" y="74561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5" name="pt10955"/>
            <p:cNvSpPr/>
            <p:nvPr/>
          </p:nvSpPr>
          <p:spPr>
            <a:xfrm>
              <a:off x="3725159" y="7468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6" name="pt10956"/>
            <p:cNvSpPr/>
            <p:nvPr/>
          </p:nvSpPr>
          <p:spPr>
            <a:xfrm>
              <a:off x="3996926" y="7833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57" name="pl10957"/>
            <p:cNvSpPr/>
            <p:nvPr/>
          </p:nvSpPr>
          <p:spPr>
            <a:xfrm>
              <a:off x="4575692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8" name="pl10958"/>
            <p:cNvSpPr/>
            <p:nvPr/>
          </p:nvSpPr>
          <p:spPr>
            <a:xfrm>
              <a:off x="4575692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59" name="pl10959"/>
            <p:cNvSpPr/>
            <p:nvPr/>
          </p:nvSpPr>
          <p:spPr>
            <a:xfrm>
              <a:off x="4565578" y="8503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0" name="pl10960"/>
            <p:cNvSpPr/>
            <p:nvPr/>
          </p:nvSpPr>
          <p:spPr>
            <a:xfrm>
              <a:off x="4600109" y="84688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1" name="pg10961"/>
            <p:cNvSpPr/>
            <p:nvPr/>
          </p:nvSpPr>
          <p:spPr>
            <a:xfrm>
              <a:off x="4241759" y="754094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62" name="pl10962"/>
            <p:cNvSpPr/>
            <p:nvPr/>
          </p:nvSpPr>
          <p:spPr>
            <a:xfrm>
              <a:off x="4249622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3" name="pl10963"/>
            <p:cNvSpPr/>
            <p:nvPr/>
          </p:nvSpPr>
          <p:spPr>
            <a:xfrm>
              <a:off x="4249622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4" name="pl10964"/>
            <p:cNvSpPr/>
            <p:nvPr/>
          </p:nvSpPr>
          <p:spPr>
            <a:xfrm>
              <a:off x="4239509" y="756104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5" name="pl10965"/>
            <p:cNvSpPr/>
            <p:nvPr/>
          </p:nvSpPr>
          <p:spPr>
            <a:xfrm>
              <a:off x="4274039" y="752651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6" name="pg10966"/>
            <p:cNvSpPr/>
            <p:nvPr/>
          </p:nvSpPr>
          <p:spPr>
            <a:xfrm>
              <a:off x="4457946" y="794088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67" name="pt10967"/>
            <p:cNvSpPr/>
            <p:nvPr/>
          </p:nvSpPr>
          <p:spPr>
            <a:xfrm>
              <a:off x="3648626" y="77927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68" name="pl10968"/>
            <p:cNvSpPr/>
            <p:nvPr/>
          </p:nvSpPr>
          <p:spPr>
            <a:xfrm>
              <a:off x="4258822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69" name="pl10969"/>
            <p:cNvSpPr/>
            <p:nvPr/>
          </p:nvSpPr>
          <p:spPr>
            <a:xfrm>
              <a:off x="4258822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0" name="pl10970"/>
            <p:cNvSpPr/>
            <p:nvPr/>
          </p:nvSpPr>
          <p:spPr>
            <a:xfrm>
              <a:off x="4237938" y="7533178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1" name="pl10971"/>
            <p:cNvSpPr/>
            <p:nvPr/>
          </p:nvSpPr>
          <p:spPr>
            <a:xfrm>
              <a:off x="4309240" y="7461876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2" name="pl10972"/>
            <p:cNvSpPr/>
            <p:nvPr/>
          </p:nvSpPr>
          <p:spPr>
            <a:xfrm>
              <a:off x="4293826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3" name="pl10973"/>
            <p:cNvSpPr/>
            <p:nvPr/>
          </p:nvSpPr>
          <p:spPr>
            <a:xfrm>
              <a:off x="4293826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4" name="pl10974"/>
            <p:cNvSpPr/>
            <p:nvPr/>
          </p:nvSpPr>
          <p:spPr>
            <a:xfrm>
              <a:off x="4278327" y="751044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5" name="pl10975"/>
            <p:cNvSpPr/>
            <p:nvPr/>
          </p:nvSpPr>
          <p:spPr>
            <a:xfrm>
              <a:off x="4331244" y="745752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6" name="pl10976"/>
            <p:cNvSpPr/>
            <p:nvPr/>
          </p:nvSpPr>
          <p:spPr>
            <a:xfrm>
              <a:off x="4705775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7" name="pl10977"/>
            <p:cNvSpPr/>
            <p:nvPr/>
          </p:nvSpPr>
          <p:spPr>
            <a:xfrm>
              <a:off x="4705775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8" name="pl10978"/>
            <p:cNvSpPr/>
            <p:nvPr/>
          </p:nvSpPr>
          <p:spPr>
            <a:xfrm>
              <a:off x="4695662" y="80259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79" name="pl10979"/>
            <p:cNvSpPr/>
            <p:nvPr/>
          </p:nvSpPr>
          <p:spPr>
            <a:xfrm>
              <a:off x="4730192" y="79913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0" name="pl10980"/>
            <p:cNvSpPr/>
            <p:nvPr/>
          </p:nvSpPr>
          <p:spPr>
            <a:xfrm>
              <a:off x="4559370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1" name="pl10981"/>
            <p:cNvSpPr/>
            <p:nvPr/>
          </p:nvSpPr>
          <p:spPr>
            <a:xfrm>
              <a:off x="4559370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2" name="pl10982"/>
            <p:cNvSpPr/>
            <p:nvPr/>
          </p:nvSpPr>
          <p:spPr>
            <a:xfrm>
              <a:off x="4532659" y="7905033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3" name="pl10983"/>
            <p:cNvSpPr/>
            <p:nvPr/>
          </p:nvSpPr>
          <p:spPr>
            <a:xfrm>
              <a:off x="4623858" y="7813834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4" name="pt10984"/>
            <p:cNvSpPr/>
            <p:nvPr/>
          </p:nvSpPr>
          <p:spPr>
            <a:xfrm>
              <a:off x="4391825" y="7495800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85" name="pl10985"/>
            <p:cNvSpPr/>
            <p:nvPr/>
          </p:nvSpPr>
          <p:spPr>
            <a:xfrm>
              <a:off x="4297209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6" name="pl10986"/>
            <p:cNvSpPr/>
            <p:nvPr/>
          </p:nvSpPr>
          <p:spPr>
            <a:xfrm>
              <a:off x="4297209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7" name="pl10987"/>
            <p:cNvSpPr/>
            <p:nvPr/>
          </p:nvSpPr>
          <p:spPr>
            <a:xfrm>
              <a:off x="4274466" y="7510382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8" name="pl10988"/>
            <p:cNvSpPr/>
            <p:nvPr/>
          </p:nvSpPr>
          <p:spPr>
            <a:xfrm>
              <a:off x="4352114" y="7432733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89" name="pl10989"/>
            <p:cNvSpPr/>
            <p:nvPr/>
          </p:nvSpPr>
          <p:spPr>
            <a:xfrm>
              <a:off x="4185242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0" name="pl10990"/>
            <p:cNvSpPr/>
            <p:nvPr/>
          </p:nvSpPr>
          <p:spPr>
            <a:xfrm>
              <a:off x="4185242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1" name="pl10991"/>
            <p:cNvSpPr/>
            <p:nvPr/>
          </p:nvSpPr>
          <p:spPr>
            <a:xfrm>
              <a:off x="4175129" y="75786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2" name="pl10992"/>
            <p:cNvSpPr/>
            <p:nvPr/>
          </p:nvSpPr>
          <p:spPr>
            <a:xfrm>
              <a:off x="4209659" y="75441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3" name="pt10993"/>
            <p:cNvSpPr/>
            <p:nvPr/>
          </p:nvSpPr>
          <p:spPr>
            <a:xfrm>
              <a:off x="4243215" y="760830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94" name="pt10994"/>
            <p:cNvSpPr/>
            <p:nvPr/>
          </p:nvSpPr>
          <p:spPr>
            <a:xfrm>
              <a:off x="4398771" y="75161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995" name="pl10995"/>
            <p:cNvSpPr/>
            <p:nvPr/>
          </p:nvSpPr>
          <p:spPr>
            <a:xfrm>
              <a:off x="4255336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6" name="pl10996"/>
            <p:cNvSpPr/>
            <p:nvPr/>
          </p:nvSpPr>
          <p:spPr>
            <a:xfrm>
              <a:off x="4255336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7" name="pl10997"/>
            <p:cNvSpPr/>
            <p:nvPr/>
          </p:nvSpPr>
          <p:spPr>
            <a:xfrm>
              <a:off x="4236707" y="7555000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8" name="pl10998"/>
            <p:cNvSpPr/>
            <p:nvPr/>
          </p:nvSpPr>
          <p:spPr>
            <a:xfrm>
              <a:off x="4300308" y="7491399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99" name="pt10999"/>
            <p:cNvSpPr/>
            <p:nvPr/>
          </p:nvSpPr>
          <p:spPr>
            <a:xfrm>
              <a:off x="4812318" y="7113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00" name="pt11000"/>
            <p:cNvSpPr/>
            <p:nvPr/>
          </p:nvSpPr>
          <p:spPr>
            <a:xfrm>
              <a:off x="3889894" y="72260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01" name="pt11001"/>
            <p:cNvSpPr/>
            <p:nvPr/>
          </p:nvSpPr>
          <p:spPr>
            <a:xfrm>
              <a:off x="3865018" y="7881670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02" name="pl11002"/>
            <p:cNvSpPr/>
            <p:nvPr/>
          </p:nvSpPr>
          <p:spPr>
            <a:xfrm>
              <a:off x="4524439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3" name="pl11003"/>
            <p:cNvSpPr/>
            <p:nvPr/>
          </p:nvSpPr>
          <p:spPr>
            <a:xfrm>
              <a:off x="4524439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4" name="pl11004"/>
            <p:cNvSpPr/>
            <p:nvPr/>
          </p:nvSpPr>
          <p:spPr>
            <a:xfrm>
              <a:off x="4508941" y="7887879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5" name="pl11005"/>
            <p:cNvSpPr/>
            <p:nvPr/>
          </p:nvSpPr>
          <p:spPr>
            <a:xfrm>
              <a:off x="4561857" y="7834963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6" name="pl11006"/>
            <p:cNvSpPr/>
            <p:nvPr/>
          </p:nvSpPr>
          <p:spPr>
            <a:xfrm>
              <a:off x="4462720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7" name="pl11007"/>
            <p:cNvSpPr/>
            <p:nvPr/>
          </p:nvSpPr>
          <p:spPr>
            <a:xfrm>
              <a:off x="4462720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8" name="pl11008"/>
            <p:cNvSpPr/>
            <p:nvPr/>
          </p:nvSpPr>
          <p:spPr>
            <a:xfrm>
              <a:off x="4444092" y="83435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09" name="pl11009"/>
            <p:cNvSpPr/>
            <p:nvPr/>
          </p:nvSpPr>
          <p:spPr>
            <a:xfrm>
              <a:off x="4507693" y="8279947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0" name="pl11010"/>
            <p:cNvSpPr/>
            <p:nvPr/>
          </p:nvSpPr>
          <p:spPr>
            <a:xfrm>
              <a:off x="4342275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1" name="pl11011"/>
            <p:cNvSpPr/>
            <p:nvPr/>
          </p:nvSpPr>
          <p:spPr>
            <a:xfrm>
              <a:off x="4342275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2" name="pl11012"/>
            <p:cNvSpPr/>
            <p:nvPr/>
          </p:nvSpPr>
          <p:spPr>
            <a:xfrm>
              <a:off x="4332161" y="74514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3" name="pl11013"/>
            <p:cNvSpPr/>
            <p:nvPr/>
          </p:nvSpPr>
          <p:spPr>
            <a:xfrm>
              <a:off x="4366692" y="74169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4" name="pl11014"/>
            <p:cNvSpPr/>
            <p:nvPr/>
          </p:nvSpPr>
          <p:spPr>
            <a:xfrm>
              <a:off x="3741105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5" name="pl11015"/>
            <p:cNvSpPr/>
            <p:nvPr/>
          </p:nvSpPr>
          <p:spPr>
            <a:xfrm>
              <a:off x="3741105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6" name="pl11016"/>
            <p:cNvSpPr/>
            <p:nvPr/>
          </p:nvSpPr>
          <p:spPr>
            <a:xfrm>
              <a:off x="3730992" y="80811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7" name="pl11017"/>
            <p:cNvSpPr/>
            <p:nvPr/>
          </p:nvSpPr>
          <p:spPr>
            <a:xfrm>
              <a:off x="3765522" y="80466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8" name="pl11018"/>
            <p:cNvSpPr/>
            <p:nvPr/>
          </p:nvSpPr>
          <p:spPr>
            <a:xfrm>
              <a:off x="4564803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19" name="pl11019"/>
            <p:cNvSpPr/>
            <p:nvPr/>
          </p:nvSpPr>
          <p:spPr>
            <a:xfrm>
              <a:off x="4564803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0" name="pl11020"/>
            <p:cNvSpPr/>
            <p:nvPr/>
          </p:nvSpPr>
          <p:spPr>
            <a:xfrm>
              <a:off x="4534540" y="7726341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1" name="pl11021"/>
            <p:cNvSpPr/>
            <p:nvPr/>
          </p:nvSpPr>
          <p:spPr>
            <a:xfrm>
              <a:off x="4637863" y="7623018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2" name="pt11022"/>
            <p:cNvSpPr/>
            <p:nvPr/>
          </p:nvSpPr>
          <p:spPr>
            <a:xfrm>
              <a:off x="4299337" y="7532418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3" name="pt11023"/>
            <p:cNvSpPr/>
            <p:nvPr/>
          </p:nvSpPr>
          <p:spPr>
            <a:xfrm>
              <a:off x="4266388" y="7515169"/>
              <a:ext cx="85604" cy="85604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4" name="pt11024"/>
            <p:cNvSpPr/>
            <p:nvPr/>
          </p:nvSpPr>
          <p:spPr>
            <a:xfrm>
              <a:off x="3869586" y="7884472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5" name="pt11025"/>
            <p:cNvSpPr/>
            <p:nvPr/>
          </p:nvSpPr>
          <p:spPr>
            <a:xfrm>
              <a:off x="3634254" y="77863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26" name="pl11026"/>
            <p:cNvSpPr/>
            <p:nvPr/>
          </p:nvSpPr>
          <p:spPr>
            <a:xfrm>
              <a:off x="4585395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7" name="pl11027"/>
            <p:cNvSpPr/>
            <p:nvPr/>
          </p:nvSpPr>
          <p:spPr>
            <a:xfrm>
              <a:off x="4585395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8" name="pl11028"/>
            <p:cNvSpPr/>
            <p:nvPr/>
          </p:nvSpPr>
          <p:spPr>
            <a:xfrm>
              <a:off x="4575281" y="77113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29" name="pl11029"/>
            <p:cNvSpPr/>
            <p:nvPr/>
          </p:nvSpPr>
          <p:spPr>
            <a:xfrm>
              <a:off x="4609812" y="76768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0" name="pt11030"/>
            <p:cNvSpPr/>
            <p:nvPr/>
          </p:nvSpPr>
          <p:spPr>
            <a:xfrm>
              <a:off x="4357908" y="7417202"/>
              <a:ext cx="67219" cy="67219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1" name="pt11031"/>
            <p:cNvSpPr/>
            <p:nvPr/>
          </p:nvSpPr>
          <p:spPr>
            <a:xfrm>
              <a:off x="4306506" y="7449737"/>
              <a:ext cx="106973" cy="10697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2" name="pt11032"/>
            <p:cNvSpPr/>
            <p:nvPr/>
          </p:nvSpPr>
          <p:spPr>
            <a:xfrm>
              <a:off x="4250420" y="75840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3" name="pt11033"/>
            <p:cNvSpPr/>
            <p:nvPr/>
          </p:nvSpPr>
          <p:spPr>
            <a:xfrm>
              <a:off x="4770664" y="79786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34" name="pl11034"/>
            <p:cNvSpPr/>
            <p:nvPr/>
          </p:nvSpPr>
          <p:spPr>
            <a:xfrm>
              <a:off x="4113597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5" name="pl11035"/>
            <p:cNvSpPr/>
            <p:nvPr/>
          </p:nvSpPr>
          <p:spPr>
            <a:xfrm>
              <a:off x="4113597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6" name="pl11036"/>
            <p:cNvSpPr/>
            <p:nvPr/>
          </p:nvSpPr>
          <p:spPr>
            <a:xfrm>
              <a:off x="4103483" y="8340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7" name="pl11037"/>
            <p:cNvSpPr/>
            <p:nvPr/>
          </p:nvSpPr>
          <p:spPr>
            <a:xfrm>
              <a:off x="4138014" y="8305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8" name="pl11038"/>
            <p:cNvSpPr/>
            <p:nvPr/>
          </p:nvSpPr>
          <p:spPr>
            <a:xfrm>
              <a:off x="4100063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39" name="pl11039"/>
            <p:cNvSpPr/>
            <p:nvPr/>
          </p:nvSpPr>
          <p:spPr>
            <a:xfrm>
              <a:off x="4100063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0" name="pl11040"/>
            <p:cNvSpPr/>
            <p:nvPr/>
          </p:nvSpPr>
          <p:spPr>
            <a:xfrm>
              <a:off x="4089949" y="8337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1" name="pl11041"/>
            <p:cNvSpPr/>
            <p:nvPr/>
          </p:nvSpPr>
          <p:spPr>
            <a:xfrm>
              <a:off x="4124480" y="8303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2" name="pt11042"/>
            <p:cNvSpPr/>
            <p:nvPr/>
          </p:nvSpPr>
          <p:spPr>
            <a:xfrm>
              <a:off x="4671644" y="79838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43" name="pt11043"/>
            <p:cNvSpPr/>
            <p:nvPr/>
          </p:nvSpPr>
          <p:spPr>
            <a:xfrm>
              <a:off x="3906299" y="71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44" name="pl11044"/>
            <p:cNvSpPr/>
            <p:nvPr/>
          </p:nvSpPr>
          <p:spPr>
            <a:xfrm>
              <a:off x="4308152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5" name="pl11045"/>
            <p:cNvSpPr/>
            <p:nvPr/>
          </p:nvSpPr>
          <p:spPr>
            <a:xfrm>
              <a:off x="4308152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6" name="pl11046"/>
            <p:cNvSpPr/>
            <p:nvPr/>
          </p:nvSpPr>
          <p:spPr>
            <a:xfrm>
              <a:off x="4294230" y="746307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7" name="pl11047"/>
            <p:cNvSpPr/>
            <p:nvPr/>
          </p:nvSpPr>
          <p:spPr>
            <a:xfrm>
              <a:off x="4341761" y="741554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48" name="pt11048"/>
            <p:cNvSpPr/>
            <p:nvPr/>
          </p:nvSpPr>
          <p:spPr>
            <a:xfrm>
              <a:off x="4229139" y="7488270"/>
              <a:ext cx="170789" cy="170789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49" name="pg11049"/>
            <p:cNvSpPr/>
            <p:nvPr/>
          </p:nvSpPr>
          <p:spPr>
            <a:xfrm>
              <a:off x="4619763" y="7950257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0" name="pt11050"/>
            <p:cNvSpPr/>
            <p:nvPr/>
          </p:nvSpPr>
          <p:spPr>
            <a:xfrm>
              <a:off x="4920338" y="830345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1" name="pg11051"/>
            <p:cNvSpPr/>
            <p:nvPr/>
          </p:nvSpPr>
          <p:spPr>
            <a:xfrm>
              <a:off x="4316065" y="74232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2" name="pg11052"/>
            <p:cNvSpPr/>
            <p:nvPr/>
          </p:nvSpPr>
          <p:spPr>
            <a:xfrm>
              <a:off x="4269201" y="755700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3" name="pt11053"/>
            <p:cNvSpPr/>
            <p:nvPr/>
          </p:nvSpPr>
          <p:spPr>
            <a:xfrm>
              <a:off x="4324620" y="7568002"/>
              <a:ext cx="48833" cy="48833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4" name="pt11054"/>
            <p:cNvSpPr/>
            <p:nvPr/>
          </p:nvSpPr>
          <p:spPr>
            <a:xfrm>
              <a:off x="4603702" y="7686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5" name="pt11055"/>
            <p:cNvSpPr/>
            <p:nvPr/>
          </p:nvSpPr>
          <p:spPr>
            <a:xfrm>
              <a:off x="4287874" y="75111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6" name="pt11056"/>
            <p:cNvSpPr/>
            <p:nvPr/>
          </p:nvSpPr>
          <p:spPr>
            <a:xfrm>
              <a:off x="4196846" y="845847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7" name="pt11057"/>
            <p:cNvSpPr/>
            <p:nvPr/>
          </p:nvSpPr>
          <p:spPr>
            <a:xfrm>
              <a:off x="3680162" y="75778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8" name="pt11058"/>
            <p:cNvSpPr/>
            <p:nvPr/>
          </p:nvSpPr>
          <p:spPr>
            <a:xfrm>
              <a:off x="4691478" y="77392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59" name="pt11059"/>
            <p:cNvSpPr/>
            <p:nvPr/>
          </p:nvSpPr>
          <p:spPr>
            <a:xfrm>
              <a:off x="4017676" y="80777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0" name="pt11060"/>
            <p:cNvSpPr/>
            <p:nvPr/>
          </p:nvSpPr>
          <p:spPr>
            <a:xfrm>
              <a:off x="4009705" y="79917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1" name="pl11061"/>
            <p:cNvSpPr/>
            <p:nvPr/>
          </p:nvSpPr>
          <p:spPr>
            <a:xfrm>
              <a:off x="4244626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2" name="pl11062"/>
            <p:cNvSpPr/>
            <p:nvPr/>
          </p:nvSpPr>
          <p:spPr>
            <a:xfrm>
              <a:off x="4244626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3" name="pl11063"/>
            <p:cNvSpPr/>
            <p:nvPr/>
          </p:nvSpPr>
          <p:spPr>
            <a:xfrm>
              <a:off x="4230704" y="756525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4" name="pl11064"/>
            <p:cNvSpPr/>
            <p:nvPr/>
          </p:nvSpPr>
          <p:spPr>
            <a:xfrm>
              <a:off x="4278235" y="751772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65" name="pt11065"/>
            <p:cNvSpPr/>
            <p:nvPr/>
          </p:nvSpPr>
          <p:spPr>
            <a:xfrm>
              <a:off x="4342662" y="7465499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6" name="pt11066"/>
            <p:cNvSpPr/>
            <p:nvPr/>
          </p:nvSpPr>
          <p:spPr>
            <a:xfrm>
              <a:off x="4303108" y="7528834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7" name="pt11067"/>
            <p:cNvSpPr/>
            <p:nvPr/>
          </p:nvSpPr>
          <p:spPr>
            <a:xfrm>
              <a:off x="4787466" y="763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8" name="pt11068"/>
            <p:cNvSpPr/>
            <p:nvPr/>
          </p:nvSpPr>
          <p:spPr>
            <a:xfrm>
              <a:off x="4465734" y="832917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69" name="pt11069"/>
            <p:cNvSpPr/>
            <p:nvPr/>
          </p:nvSpPr>
          <p:spPr>
            <a:xfrm>
              <a:off x="5075291" y="734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0" name="pt11070"/>
            <p:cNvSpPr/>
            <p:nvPr/>
          </p:nvSpPr>
          <p:spPr>
            <a:xfrm>
              <a:off x="4237849" y="70244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1" name="pt11071"/>
            <p:cNvSpPr/>
            <p:nvPr/>
          </p:nvSpPr>
          <p:spPr>
            <a:xfrm>
              <a:off x="4467879" y="8058128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2" name="pl11072"/>
            <p:cNvSpPr/>
            <p:nvPr/>
          </p:nvSpPr>
          <p:spPr>
            <a:xfrm>
              <a:off x="4467879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3" name="pl11073"/>
            <p:cNvSpPr/>
            <p:nvPr/>
          </p:nvSpPr>
          <p:spPr>
            <a:xfrm>
              <a:off x="4467879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74" name="pg11074"/>
            <p:cNvSpPr/>
            <p:nvPr/>
          </p:nvSpPr>
          <p:spPr>
            <a:xfrm>
              <a:off x="4821731" y="82698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5" name="pt11075"/>
            <p:cNvSpPr/>
            <p:nvPr/>
          </p:nvSpPr>
          <p:spPr>
            <a:xfrm>
              <a:off x="4604155" y="7891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6" name="pt11076"/>
            <p:cNvSpPr/>
            <p:nvPr/>
          </p:nvSpPr>
          <p:spPr>
            <a:xfrm>
              <a:off x="4047189" y="80460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7" name="pt11077"/>
            <p:cNvSpPr/>
            <p:nvPr/>
          </p:nvSpPr>
          <p:spPr>
            <a:xfrm>
              <a:off x="5127120" y="7473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8" name="pt11078"/>
            <p:cNvSpPr/>
            <p:nvPr/>
          </p:nvSpPr>
          <p:spPr>
            <a:xfrm>
              <a:off x="3843519" y="81711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79" name="pt11079"/>
            <p:cNvSpPr/>
            <p:nvPr/>
          </p:nvSpPr>
          <p:spPr>
            <a:xfrm>
              <a:off x="4031718" y="7058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0" name="pt11080"/>
            <p:cNvSpPr/>
            <p:nvPr/>
          </p:nvSpPr>
          <p:spPr>
            <a:xfrm>
              <a:off x="4349340" y="7429710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1" name="pt11081"/>
            <p:cNvSpPr/>
            <p:nvPr/>
          </p:nvSpPr>
          <p:spPr>
            <a:xfrm>
              <a:off x="4632682" y="76611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2" name="pg11082"/>
            <p:cNvSpPr/>
            <p:nvPr/>
          </p:nvSpPr>
          <p:spPr>
            <a:xfrm>
              <a:off x="4455994" y="804171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3" name="pt11083"/>
            <p:cNvSpPr/>
            <p:nvPr/>
          </p:nvSpPr>
          <p:spPr>
            <a:xfrm>
              <a:off x="4663338" y="76676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4" name="pt11084"/>
            <p:cNvSpPr/>
            <p:nvPr/>
          </p:nvSpPr>
          <p:spPr>
            <a:xfrm>
              <a:off x="4694290" y="84534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5" name="pg11085"/>
            <p:cNvSpPr/>
            <p:nvPr/>
          </p:nvSpPr>
          <p:spPr>
            <a:xfrm>
              <a:off x="4809552" y="709358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6" name="pt11086"/>
            <p:cNvSpPr/>
            <p:nvPr/>
          </p:nvSpPr>
          <p:spPr>
            <a:xfrm>
              <a:off x="4881491" y="71623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7" name="pt11087"/>
            <p:cNvSpPr/>
            <p:nvPr/>
          </p:nvSpPr>
          <p:spPr>
            <a:xfrm>
              <a:off x="3925421" y="8271758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8" name="pt11088"/>
            <p:cNvSpPr/>
            <p:nvPr/>
          </p:nvSpPr>
          <p:spPr>
            <a:xfrm>
              <a:off x="4404075" y="79798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89" name="pl11089"/>
            <p:cNvSpPr/>
            <p:nvPr/>
          </p:nvSpPr>
          <p:spPr>
            <a:xfrm>
              <a:off x="4437182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0" name="pl11090"/>
            <p:cNvSpPr/>
            <p:nvPr/>
          </p:nvSpPr>
          <p:spPr>
            <a:xfrm>
              <a:off x="4437182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91" name="pt11091"/>
            <p:cNvSpPr/>
            <p:nvPr/>
          </p:nvSpPr>
          <p:spPr>
            <a:xfrm>
              <a:off x="4441307" y="7970378"/>
              <a:ext cx="48833" cy="48833"/>
            </a:xfrm>
            <a:prstGeom prst="ellipse">
              <a:avLst/>
            </a:pr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2" name="pt11092"/>
            <p:cNvSpPr/>
            <p:nvPr/>
          </p:nvSpPr>
          <p:spPr>
            <a:xfrm>
              <a:off x="4638411" y="77066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3" name="pt11093"/>
            <p:cNvSpPr/>
            <p:nvPr/>
          </p:nvSpPr>
          <p:spPr>
            <a:xfrm>
              <a:off x="4001238" y="80268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4" name="pt11094"/>
            <p:cNvSpPr/>
            <p:nvPr/>
          </p:nvSpPr>
          <p:spPr>
            <a:xfrm>
              <a:off x="4537467" y="694595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5" name="pt11095"/>
            <p:cNvSpPr/>
            <p:nvPr/>
          </p:nvSpPr>
          <p:spPr>
            <a:xfrm>
              <a:off x="4378565" y="75036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6" name="pt11096"/>
            <p:cNvSpPr/>
            <p:nvPr/>
          </p:nvSpPr>
          <p:spPr>
            <a:xfrm>
              <a:off x="4598781" y="78949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7" name="pt11097"/>
            <p:cNvSpPr/>
            <p:nvPr/>
          </p:nvSpPr>
          <p:spPr>
            <a:xfrm>
              <a:off x="4591212" y="79283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8" name="pt11098"/>
            <p:cNvSpPr/>
            <p:nvPr/>
          </p:nvSpPr>
          <p:spPr>
            <a:xfrm>
              <a:off x="4476852" y="69975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099" name="pt11099"/>
            <p:cNvSpPr/>
            <p:nvPr/>
          </p:nvSpPr>
          <p:spPr>
            <a:xfrm>
              <a:off x="4361670" y="750501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0" name="pt11100"/>
            <p:cNvSpPr/>
            <p:nvPr/>
          </p:nvSpPr>
          <p:spPr>
            <a:xfrm>
              <a:off x="4295068" y="7540387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1" name="pt11101"/>
            <p:cNvSpPr/>
            <p:nvPr/>
          </p:nvSpPr>
          <p:spPr>
            <a:xfrm>
              <a:off x="4836928" y="7947751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2" name="pl11102"/>
            <p:cNvSpPr/>
            <p:nvPr/>
          </p:nvSpPr>
          <p:spPr>
            <a:xfrm>
              <a:off x="4595674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3" name="pl11103"/>
            <p:cNvSpPr/>
            <p:nvPr/>
          </p:nvSpPr>
          <p:spPr>
            <a:xfrm>
              <a:off x="4595674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4" name="pl11104"/>
            <p:cNvSpPr/>
            <p:nvPr/>
          </p:nvSpPr>
          <p:spPr>
            <a:xfrm>
              <a:off x="4585560" y="77575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5" name="pl11105"/>
            <p:cNvSpPr/>
            <p:nvPr/>
          </p:nvSpPr>
          <p:spPr>
            <a:xfrm>
              <a:off x="4620090" y="77230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06" name="pt11106"/>
            <p:cNvSpPr/>
            <p:nvPr/>
          </p:nvSpPr>
          <p:spPr>
            <a:xfrm>
              <a:off x="4243410" y="7541155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7" name="pt11107"/>
            <p:cNvSpPr/>
            <p:nvPr/>
          </p:nvSpPr>
          <p:spPr>
            <a:xfrm>
              <a:off x="4305444" y="7497495"/>
              <a:ext cx="74834" cy="74834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8" name="pg11108"/>
            <p:cNvSpPr/>
            <p:nvPr/>
          </p:nvSpPr>
          <p:spPr>
            <a:xfrm>
              <a:off x="4623316" y="76750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09" name="pt11109"/>
            <p:cNvSpPr/>
            <p:nvPr/>
          </p:nvSpPr>
          <p:spPr>
            <a:xfrm>
              <a:off x="4213765" y="838843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0" name="pt11110"/>
            <p:cNvSpPr/>
            <p:nvPr/>
          </p:nvSpPr>
          <p:spPr>
            <a:xfrm>
              <a:off x="4283480" y="755683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1" name="pt11111"/>
            <p:cNvSpPr/>
            <p:nvPr/>
          </p:nvSpPr>
          <p:spPr>
            <a:xfrm>
              <a:off x="4488348" y="832738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2" name="pg11112"/>
            <p:cNvSpPr/>
            <p:nvPr/>
          </p:nvSpPr>
          <p:spPr>
            <a:xfrm>
              <a:off x="3988798" y="800004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3" name="pt11113"/>
            <p:cNvSpPr/>
            <p:nvPr/>
          </p:nvSpPr>
          <p:spPr>
            <a:xfrm>
              <a:off x="4285059" y="74772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4" name="pt11114"/>
            <p:cNvSpPr/>
            <p:nvPr/>
          </p:nvSpPr>
          <p:spPr>
            <a:xfrm>
              <a:off x="4309656" y="7527254"/>
              <a:ext cx="74834" cy="74834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5" name="pt11115"/>
            <p:cNvSpPr/>
            <p:nvPr/>
          </p:nvSpPr>
          <p:spPr>
            <a:xfrm>
              <a:off x="4048852" y="80308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6" name="pt11116"/>
            <p:cNvSpPr/>
            <p:nvPr/>
          </p:nvSpPr>
          <p:spPr>
            <a:xfrm>
              <a:off x="3995943" y="79840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7" name="pt11117"/>
            <p:cNvSpPr/>
            <p:nvPr/>
          </p:nvSpPr>
          <p:spPr>
            <a:xfrm>
              <a:off x="4318618" y="7536690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8" name="pt11118"/>
            <p:cNvSpPr/>
            <p:nvPr/>
          </p:nvSpPr>
          <p:spPr>
            <a:xfrm>
              <a:off x="3924734" y="8294281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19" name="pt11119"/>
            <p:cNvSpPr/>
            <p:nvPr/>
          </p:nvSpPr>
          <p:spPr>
            <a:xfrm>
              <a:off x="4609063" y="7900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0" name="pt11120"/>
            <p:cNvSpPr/>
            <p:nvPr/>
          </p:nvSpPr>
          <p:spPr>
            <a:xfrm>
              <a:off x="4659327" y="7036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1" name="pt11121"/>
            <p:cNvSpPr/>
            <p:nvPr/>
          </p:nvSpPr>
          <p:spPr>
            <a:xfrm>
              <a:off x="3981910" y="782191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2" name="pt11122"/>
            <p:cNvSpPr/>
            <p:nvPr/>
          </p:nvSpPr>
          <p:spPr>
            <a:xfrm>
              <a:off x="4476554" y="81376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3" name="pt11123"/>
            <p:cNvSpPr/>
            <p:nvPr/>
          </p:nvSpPr>
          <p:spPr>
            <a:xfrm>
              <a:off x="4430486" y="7953979"/>
              <a:ext cx="67219" cy="67219"/>
            </a:xfrm>
            <a:prstGeom prst="ellipse">
              <a:avLst/>
            </a:prstGeom>
            <a:solidFill>
              <a:srgbClr val="1B9E77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4" name="pt11124"/>
            <p:cNvSpPr/>
            <p:nvPr/>
          </p:nvSpPr>
          <p:spPr>
            <a:xfrm>
              <a:off x="4342348" y="7469223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25" name="pl11125"/>
            <p:cNvSpPr/>
            <p:nvPr/>
          </p:nvSpPr>
          <p:spPr>
            <a:xfrm>
              <a:off x="3913979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6" name="pl11126"/>
            <p:cNvSpPr/>
            <p:nvPr/>
          </p:nvSpPr>
          <p:spPr>
            <a:xfrm>
              <a:off x="3913979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7" name="pl11127"/>
            <p:cNvSpPr/>
            <p:nvPr/>
          </p:nvSpPr>
          <p:spPr>
            <a:xfrm>
              <a:off x="3903865" y="71513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8" name="pl11128"/>
            <p:cNvSpPr/>
            <p:nvPr/>
          </p:nvSpPr>
          <p:spPr>
            <a:xfrm>
              <a:off x="3938395" y="711683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29" name="pt11129"/>
            <p:cNvSpPr/>
            <p:nvPr/>
          </p:nvSpPr>
          <p:spPr>
            <a:xfrm>
              <a:off x="4280975" y="7478410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0" name="pt11130"/>
            <p:cNvSpPr/>
            <p:nvPr/>
          </p:nvSpPr>
          <p:spPr>
            <a:xfrm>
              <a:off x="4644292" y="8322576"/>
              <a:ext cx="74834" cy="74834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1" name="pg11131"/>
            <p:cNvSpPr/>
            <p:nvPr/>
          </p:nvSpPr>
          <p:spPr>
            <a:xfrm>
              <a:off x="4427517" y="794264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2" name="pt11132"/>
            <p:cNvSpPr/>
            <p:nvPr/>
          </p:nvSpPr>
          <p:spPr>
            <a:xfrm>
              <a:off x="4367248" y="750339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3" name="pt11133"/>
            <p:cNvSpPr/>
            <p:nvPr/>
          </p:nvSpPr>
          <p:spPr>
            <a:xfrm>
              <a:off x="4286355" y="7558238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4" name="pt11134"/>
            <p:cNvSpPr/>
            <p:nvPr/>
          </p:nvSpPr>
          <p:spPr>
            <a:xfrm>
              <a:off x="4608349" y="76891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5" name="pt11135"/>
            <p:cNvSpPr/>
            <p:nvPr/>
          </p:nvSpPr>
          <p:spPr>
            <a:xfrm>
              <a:off x="4455943" y="8056162"/>
              <a:ext cx="74834" cy="74834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6" name="pg11136"/>
            <p:cNvSpPr/>
            <p:nvPr/>
          </p:nvSpPr>
          <p:spPr>
            <a:xfrm>
              <a:off x="4223967" y="698260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7" name="pt11137"/>
            <p:cNvSpPr/>
            <p:nvPr/>
          </p:nvSpPr>
          <p:spPr>
            <a:xfrm>
              <a:off x="4621824" y="80407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8" name="pt11138"/>
            <p:cNvSpPr/>
            <p:nvPr/>
          </p:nvSpPr>
          <p:spPr>
            <a:xfrm>
              <a:off x="4301329" y="7525563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39" name="pt11139"/>
            <p:cNvSpPr/>
            <p:nvPr/>
          </p:nvSpPr>
          <p:spPr>
            <a:xfrm>
              <a:off x="4201140" y="7604322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0" name="pt11140"/>
            <p:cNvSpPr/>
            <p:nvPr/>
          </p:nvSpPr>
          <p:spPr>
            <a:xfrm>
              <a:off x="3695888" y="7743744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1" name="pt11141"/>
            <p:cNvSpPr/>
            <p:nvPr/>
          </p:nvSpPr>
          <p:spPr>
            <a:xfrm>
              <a:off x="4283675" y="7573592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2" name="pt11142"/>
            <p:cNvSpPr/>
            <p:nvPr/>
          </p:nvSpPr>
          <p:spPr>
            <a:xfrm>
              <a:off x="4743757" y="76523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3" name="pt11143"/>
            <p:cNvSpPr/>
            <p:nvPr/>
          </p:nvSpPr>
          <p:spPr>
            <a:xfrm>
              <a:off x="4515590" y="783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4" name="pt11144"/>
            <p:cNvSpPr/>
            <p:nvPr/>
          </p:nvSpPr>
          <p:spPr>
            <a:xfrm>
              <a:off x="3661754" y="7754472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5" name="pt11145"/>
            <p:cNvSpPr/>
            <p:nvPr/>
          </p:nvSpPr>
          <p:spPr>
            <a:xfrm>
              <a:off x="4585594" y="78577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6" name="pt11146"/>
            <p:cNvSpPr/>
            <p:nvPr/>
          </p:nvSpPr>
          <p:spPr>
            <a:xfrm>
              <a:off x="3728660" y="7466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7" name="pg11147"/>
            <p:cNvSpPr/>
            <p:nvPr/>
          </p:nvSpPr>
          <p:spPr>
            <a:xfrm>
              <a:off x="4590984" y="773148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8" name="pt11148"/>
            <p:cNvSpPr/>
            <p:nvPr/>
          </p:nvSpPr>
          <p:spPr>
            <a:xfrm>
              <a:off x="4815771" y="825549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49" name="pg11149"/>
            <p:cNvSpPr/>
            <p:nvPr/>
          </p:nvSpPr>
          <p:spPr>
            <a:xfrm>
              <a:off x="4273058" y="75420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0" name="pt11150"/>
            <p:cNvSpPr/>
            <p:nvPr/>
          </p:nvSpPr>
          <p:spPr>
            <a:xfrm>
              <a:off x="4276330" y="7495720"/>
              <a:ext cx="48833" cy="48833"/>
            </a:xfrm>
            <a:prstGeom prst="ellipse">
              <a:avLst/>
            </a:prstGeom>
            <a:solidFill>
              <a:srgbClr val="7570B3">
                <a:alpha val="4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1" name="pt11151"/>
            <p:cNvSpPr/>
            <p:nvPr/>
          </p:nvSpPr>
          <p:spPr>
            <a:xfrm>
              <a:off x="3815947" y="721716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2" name="pt11152"/>
            <p:cNvSpPr/>
            <p:nvPr/>
          </p:nvSpPr>
          <p:spPr>
            <a:xfrm>
              <a:off x="5031077" y="74462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3" name="pt11153"/>
            <p:cNvSpPr/>
            <p:nvPr/>
          </p:nvSpPr>
          <p:spPr>
            <a:xfrm>
              <a:off x="4675725" y="77161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4" name="pt11154"/>
            <p:cNvSpPr/>
            <p:nvPr/>
          </p:nvSpPr>
          <p:spPr>
            <a:xfrm>
              <a:off x="4468705" y="810169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5" name="pt11155"/>
            <p:cNvSpPr/>
            <p:nvPr/>
          </p:nvSpPr>
          <p:spPr>
            <a:xfrm>
              <a:off x="3981187" y="7830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6" name="pt11156"/>
            <p:cNvSpPr/>
            <p:nvPr/>
          </p:nvSpPr>
          <p:spPr>
            <a:xfrm>
              <a:off x="4389530" y="754594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57" name="pl11157"/>
            <p:cNvSpPr/>
            <p:nvPr/>
          </p:nvSpPr>
          <p:spPr>
            <a:xfrm>
              <a:off x="4365780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8" name="pl11158"/>
            <p:cNvSpPr/>
            <p:nvPr/>
          </p:nvSpPr>
          <p:spPr>
            <a:xfrm>
              <a:off x="4365780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59" name="pl11159"/>
            <p:cNvSpPr/>
            <p:nvPr/>
          </p:nvSpPr>
          <p:spPr>
            <a:xfrm>
              <a:off x="4355667" y="75213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0" name="pl11160"/>
            <p:cNvSpPr/>
            <p:nvPr/>
          </p:nvSpPr>
          <p:spPr>
            <a:xfrm>
              <a:off x="4390197" y="74867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1" name="pl11161"/>
            <p:cNvSpPr/>
            <p:nvPr/>
          </p:nvSpPr>
          <p:spPr>
            <a:xfrm>
              <a:off x="4288909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2" name="pl11162"/>
            <p:cNvSpPr/>
            <p:nvPr/>
          </p:nvSpPr>
          <p:spPr>
            <a:xfrm>
              <a:off x="4288909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3" name="pl11163"/>
            <p:cNvSpPr/>
            <p:nvPr/>
          </p:nvSpPr>
          <p:spPr>
            <a:xfrm>
              <a:off x="4278795" y="74908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4" name="pl11164"/>
            <p:cNvSpPr/>
            <p:nvPr/>
          </p:nvSpPr>
          <p:spPr>
            <a:xfrm>
              <a:off x="4313326" y="745635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5" name="pl11165"/>
            <p:cNvSpPr/>
            <p:nvPr/>
          </p:nvSpPr>
          <p:spPr>
            <a:xfrm>
              <a:off x="4595819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6" name="pl11166"/>
            <p:cNvSpPr/>
            <p:nvPr/>
          </p:nvSpPr>
          <p:spPr>
            <a:xfrm>
              <a:off x="4595819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7" name="pt11167"/>
            <p:cNvSpPr/>
            <p:nvPr/>
          </p:nvSpPr>
          <p:spPr>
            <a:xfrm>
              <a:off x="4614397" y="768496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8" name="pl11168"/>
            <p:cNvSpPr/>
            <p:nvPr/>
          </p:nvSpPr>
          <p:spPr>
            <a:xfrm>
              <a:off x="4614397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69" name="pl11169"/>
            <p:cNvSpPr/>
            <p:nvPr/>
          </p:nvSpPr>
          <p:spPr>
            <a:xfrm>
              <a:off x="4614397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70" name="pt11170"/>
            <p:cNvSpPr/>
            <p:nvPr/>
          </p:nvSpPr>
          <p:spPr>
            <a:xfrm>
              <a:off x="5068031" y="8127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1" name="pt11171"/>
            <p:cNvSpPr/>
            <p:nvPr/>
          </p:nvSpPr>
          <p:spPr>
            <a:xfrm>
              <a:off x="5130794" y="756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2" name="pt11172"/>
            <p:cNvSpPr/>
            <p:nvPr/>
          </p:nvSpPr>
          <p:spPr>
            <a:xfrm>
              <a:off x="4273343" y="7566921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3" name="pt11173"/>
            <p:cNvSpPr/>
            <p:nvPr/>
          </p:nvSpPr>
          <p:spPr>
            <a:xfrm>
              <a:off x="4570704" y="77270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4" name="pt11174"/>
            <p:cNvSpPr/>
            <p:nvPr/>
          </p:nvSpPr>
          <p:spPr>
            <a:xfrm>
              <a:off x="4606828" y="79247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5" name="pg11175"/>
            <p:cNvSpPr/>
            <p:nvPr/>
          </p:nvSpPr>
          <p:spPr>
            <a:xfrm>
              <a:off x="4265271" y="748311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6" name="pt11176"/>
            <p:cNvSpPr/>
            <p:nvPr/>
          </p:nvSpPr>
          <p:spPr>
            <a:xfrm>
              <a:off x="3676015" y="77422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7" name="pt11177"/>
            <p:cNvSpPr/>
            <p:nvPr/>
          </p:nvSpPr>
          <p:spPr>
            <a:xfrm>
              <a:off x="4900422" y="78924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8" name="pt11178"/>
            <p:cNvSpPr/>
            <p:nvPr/>
          </p:nvSpPr>
          <p:spPr>
            <a:xfrm>
              <a:off x="4683244" y="77353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79" name="pt11179"/>
            <p:cNvSpPr/>
            <p:nvPr/>
          </p:nvSpPr>
          <p:spPr>
            <a:xfrm>
              <a:off x="4473732" y="8270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0" name="pt11180"/>
            <p:cNvSpPr/>
            <p:nvPr/>
          </p:nvSpPr>
          <p:spPr>
            <a:xfrm>
              <a:off x="4474206" y="799832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1" name="pt11181"/>
            <p:cNvSpPr/>
            <p:nvPr/>
          </p:nvSpPr>
          <p:spPr>
            <a:xfrm>
              <a:off x="4287646" y="7518255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2" name="pt11182"/>
            <p:cNvSpPr/>
            <p:nvPr/>
          </p:nvSpPr>
          <p:spPr>
            <a:xfrm>
              <a:off x="3735188" y="7988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3" name="pt11183"/>
            <p:cNvSpPr/>
            <p:nvPr/>
          </p:nvSpPr>
          <p:spPr>
            <a:xfrm>
              <a:off x="3999320" y="7995660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4" name="pt11184"/>
            <p:cNvSpPr/>
            <p:nvPr/>
          </p:nvSpPr>
          <p:spPr>
            <a:xfrm>
              <a:off x="4941576" y="7199617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5" name="pt11185"/>
            <p:cNvSpPr/>
            <p:nvPr/>
          </p:nvSpPr>
          <p:spPr>
            <a:xfrm>
              <a:off x="4313938" y="7523362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6" name="pt11186"/>
            <p:cNvSpPr/>
            <p:nvPr/>
          </p:nvSpPr>
          <p:spPr>
            <a:xfrm>
              <a:off x="4315380" y="7405052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7" name="pt11187"/>
            <p:cNvSpPr/>
            <p:nvPr/>
          </p:nvSpPr>
          <p:spPr>
            <a:xfrm>
              <a:off x="4331941" y="7483549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8" name="pt11188"/>
            <p:cNvSpPr/>
            <p:nvPr/>
          </p:nvSpPr>
          <p:spPr>
            <a:xfrm>
              <a:off x="4322186" y="7558683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89" name="pt11189"/>
            <p:cNvSpPr/>
            <p:nvPr/>
          </p:nvSpPr>
          <p:spPr>
            <a:xfrm>
              <a:off x="4349459" y="753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0" name="pt11190"/>
            <p:cNvSpPr/>
            <p:nvPr/>
          </p:nvSpPr>
          <p:spPr>
            <a:xfrm>
              <a:off x="4480580" y="83259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1" name="pt11191"/>
            <p:cNvSpPr/>
            <p:nvPr/>
          </p:nvSpPr>
          <p:spPr>
            <a:xfrm>
              <a:off x="4325404" y="746121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2" name="pt11192"/>
            <p:cNvSpPr/>
            <p:nvPr/>
          </p:nvSpPr>
          <p:spPr>
            <a:xfrm>
              <a:off x="4460245" y="83314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3" name="pt11193"/>
            <p:cNvSpPr/>
            <p:nvPr/>
          </p:nvSpPr>
          <p:spPr>
            <a:xfrm>
              <a:off x="4305032" y="7527564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4" name="pt11194"/>
            <p:cNvSpPr/>
            <p:nvPr/>
          </p:nvSpPr>
          <p:spPr>
            <a:xfrm>
              <a:off x="4253524" y="7459083"/>
              <a:ext cx="85604" cy="85604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5" name="pt11195"/>
            <p:cNvSpPr/>
            <p:nvPr/>
          </p:nvSpPr>
          <p:spPr>
            <a:xfrm>
              <a:off x="4285073" y="7564049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6" name="pt11196"/>
            <p:cNvSpPr/>
            <p:nvPr/>
          </p:nvSpPr>
          <p:spPr>
            <a:xfrm>
              <a:off x="4834469" y="8270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7" name="pt11197"/>
            <p:cNvSpPr/>
            <p:nvPr/>
          </p:nvSpPr>
          <p:spPr>
            <a:xfrm>
              <a:off x="5000498" y="7805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8" name="pt11198"/>
            <p:cNvSpPr/>
            <p:nvPr/>
          </p:nvSpPr>
          <p:spPr>
            <a:xfrm>
              <a:off x="4598113" y="77438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199" name="pg11199"/>
            <p:cNvSpPr/>
            <p:nvPr/>
          </p:nvSpPr>
          <p:spPr>
            <a:xfrm>
              <a:off x="4290870" y="744103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0" name="pt11200"/>
            <p:cNvSpPr/>
            <p:nvPr/>
          </p:nvSpPr>
          <p:spPr>
            <a:xfrm>
              <a:off x="5150902" y="79545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1" name="pt11201"/>
            <p:cNvSpPr/>
            <p:nvPr/>
          </p:nvSpPr>
          <p:spPr>
            <a:xfrm>
              <a:off x="4587531" y="77467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2" name="pt11202"/>
            <p:cNvSpPr/>
            <p:nvPr/>
          </p:nvSpPr>
          <p:spPr>
            <a:xfrm>
              <a:off x="4487705" y="79660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3" name="pt11203"/>
            <p:cNvSpPr/>
            <p:nvPr/>
          </p:nvSpPr>
          <p:spPr>
            <a:xfrm>
              <a:off x="4200437" y="7508867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4" name="pt11204"/>
            <p:cNvSpPr/>
            <p:nvPr/>
          </p:nvSpPr>
          <p:spPr>
            <a:xfrm>
              <a:off x="4211191" y="7513446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5" name="pt11205"/>
            <p:cNvSpPr/>
            <p:nvPr/>
          </p:nvSpPr>
          <p:spPr>
            <a:xfrm>
              <a:off x="4353105" y="751383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6" name="pl11206"/>
            <p:cNvSpPr/>
            <p:nvPr/>
          </p:nvSpPr>
          <p:spPr>
            <a:xfrm>
              <a:off x="4458236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7" name="pl11207"/>
            <p:cNvSpPr/>
            <p:nvPr/>
          </p:nvSpPr>
          <p:spPr>
            <a:xfrm>
              <a:off x="4458236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08" name="pt11208"/>
            <p:cNvSpPr/>
            <p:nvPr/>
          </p:nvSpPr>
          <p:spPr>
            <a:xfrm>
              <a:off x="4990552" y="780354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09" name="pt11209"/>
            <p:cNvSpPr/>
            <p:nvPr/>
          </p:nvSpPr>
          <p:spPr>
            <a:xfrm>
              <a:off x="4490959" y="8072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0" name="pt11210"/>
            <p:cNvSpPr/>
            <p:nvPr/>
          </p:nvSpPr>
          <p:spPr>
            <a:xfrm>
              <a:off x="4199551" y="84684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1" name="pt11211"/>
            <p:cNvSpPr/>
            <p:nvPr/>
          </p:nvSpPr>
          <p:spPr>
            <a:xfrm>
              <a:off x="4307877" y="7532422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2" name="pt11212"/>
            <p:cNvSpPr/>
            <p:nvPr/>
          </p:nvSpPr>
          <p:spPr>
            <a:xfrm>
              <a:off x="5127355" y="7492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3" name="pt11213"/>
            <p:cNvSpPr/>
            <p:nvPr/>
          </p:nvSpPr>
          <p:spPr>
            <a:xfrm>
              <a:off x="4744673" y="79470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4" name="pt11214"/>
            <p:cNvSpPr/>
            <p:nvPr/>
          </p:nvSpPr>
          <p:spPr>
            <a:xfrm>
              <a:off x="4290742" y="7501100"/>
              <a:ext cx="74834" cy="74834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5" name="pt11215"/>
            <p:cNvSpPr/>
            <p:nvPr/>
          </p:nvSpPr>
          <p:spPr>
            <a:xfrm>
              <a:off x="4037514" y="83825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6" name="pl11216"/>
            <p:cNvSpPr/>
            <p:nvPr/>
          </p:nvSpPr>
          <p:spPr>
            <a:xfrm>
              <a:off x="4939149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7" name="pl11217"/>
            <p:cNvSpPr/>
            <p:nvPr/>
          </p:nvSpPr>
          <p:spPr>
            <a:xfrm>
              <a:off x="4939149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18" name="pt11218"/>
            <p:cNvSpPr/>
            <p:nvPr/>
          </p:nvSpPr>
          <p:spPr>
            <a:xfrm>
              <a:off x="4286663" y="7488891"/>
              <a:ext cx="74834" cy="74834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19" name="pt11219"/>
            <p:cNvSpPr/>
            <p:nvPr/>
          </p:nvSpPr>
          <p:spPr>
            <a:xfrm>
              <a:off x="5103335" y="79912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0" name="pt11220"/>
            <p:cNvSpPr/>
            <p:nvPr/>
          </p:nvSpPr>
          <p:spPr>
            <a:xfrm>
              <a:off x="4259564" y="7465228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1" name="pt11221"/>
            <p:cNvSpPr/>
            <p:nvPr/>
          </p:nvSpPr>
          <p:spPr>
            <a:xfrm>
              <a:off x="4935981" y="7197754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2" name="pt11222"/>
            <p:cNvSpPr/>
            <p:nvPr/>
          </p:nvSpPr>
          <p:spPr>
            <a:xfrm>
              <a:off x="4511380" y="7913781"/>
              <a:ext cx="67219" cy="67219"/>
            </a:xfrm>
            <a:prstGeom prst="ellipse">
              <a:avLst/>
            </a:prstGeom>
            <a:solidFill>
              <a:srgbClr val="1B9E77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3" name="pt11223"/>
            <p:cNvSpPr/>
            <p:nvPr/>
          </p:nvSpPr>
          <p:spPr>
            <a:xfrm>
              <a:off x="4661944" y="8326731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4" name="pt11224"/>
            <p:cNvSpPr/>
            <p:nvPr/>
          </p:nvSpPr>
          <p:spPr>
            <a:xfrm>
              <a:off x="4323290" y="7464817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5" name="pt11225"/>
            <p:cNvSpPr/>
            <p:nvPr/>
          </p:nvSpPr>
          <p:spPr>
            <a:xfrm>
              <a:off x="4224793" y="7507393"/>
              <a:ext cx="74834" cy="74834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6" name="pt11226"/>
            <p:cNvSpPr/>
            <p:nvPr/>
          </p:nvSpPr>
          <p:spPr>
            <a:xfrm>
              <a:off x="4504339" y="795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7" name="pt11227"/>
            <p:cNvSpPr/>
            <p:nvPr/>
          </p:nvSpPr>
          <p:spPr>
            <a:xfrm>
              <a:off x="4616603" y="788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8" name="pt11228"/>
            <p:cNvSpPr/>
            <p:nvPr/>
          </p:nvSpPr>
          <p:spPr>
            <a:xfrm>
              <a:off x="3670395" y="7930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29" name="pg11229"/>
            <p:cNvSpPr/>
            <p:nvPr/>
          </p:nvSpPr>
          <p:spPr>
            <a:xfrm>
              <a:off x="4337905" y="74574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0" name="pt11230"/>
            <p:cNvSpPr/>
            <p:nvPr/>
          </p:nvSpPr>
          <p:spPr>
            <a:xfrm>
              <a:off x="4639444" y="77163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1" name="pt11231"/>
            <p:cNvSpPr/>
            <p:nvPr/>
          </p:nvSpPr>
          <p:spPr>
            <a:xfrm>
              <a:off x="4298514" y="7536306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2" name="pt11232"/>
            <p:cNvSpPr/>
            <p:nvPr/>
          </p:nvSpPr>
          <p:spPr>
            <a:xfrm>
              <a:off x="4939490" y="83148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3" name="pg11233"/>
            <p:cNvSpPr/>
            <p:nvPr/>
          </p:nvSpPr>
          <p:spPr>
            <a:xfrm>
              <a:off x="4867882" y="781506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4" name="pt11234"/>
            <p:cNvSpPr/>
            <p:nvPr/>
          </p:nvSpPr>
          <p:spPr>
            <a:xfrm>
              <a:off x="4602727" y="76979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5" name="pg11235"/>
            <p:cNvSpPr/>
            <p:nvPr/>
          </p:nvSpPr>
          <p:spPr>
            <a:xfrm>
              <a:off x="4437092" y="7947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6" name="pg11236"/>
            <p:cNvSpPr/>
            <p:nvPr/>
          </p:nvSpPr>
          <p:spPr>
            <a:xfrm>
              <a:off x="4460540" y="79149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7" name="pt11237"/>
            <p:cNvSpPr/>
            <p:nvPr/>
          </p:nvSpPr>
          <p:spPr>
            <a:xfrm>
              <a:off x="4263836" y="7518124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8" name="pt11238"/>
            <p:cNvSpPr/>
            <p:nvPr/>
          </p:nvSpPr>
          <p:spPr>
            <a:xfrm>
              <a:off x="4360746" y="7522008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39" name="pt11239"/>
            <p:cNvSpPr/>
            <p:nvPr/>
          </p:nvSpPr>
          <p:spPr>
            <a:xfrm>
              <a:off x="3945423" y="8280506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40" name="pt11240"/>
            <p:cNvSpPr/>
            <p:nvPr/>
          </p:nvSpPr>
          <p:spPr>
            <a:xfrm>
              <a:off x="4596897" y="77092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41" name="pt11241"/>
            <p:cNvSpPr/>
            <p:nvPr/>
          </p:nvSpPr>
          <p:spPr>
            <a:xfrm>
              <a:off x="4709559" y="84548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42" name="pl11242"/>
            <p:cNvSpPr/>
            <p:nvPr/>
          </p:nvSpPr>
          <p:spPr>
            <a:xfrm>
              <a:off x="3777353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3" name="pl11243"/>
            <p:cNvSpPr/>
            <p:nvPr/>
          </p:nvSpPr>
          <p:spPr>
            <a:xfrm>
              <a:off x="3777353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4" name="pl11244"/>
            <p:cNvSpPr/>
            <p:nvPr/>
          </p:nvSpPr>
          <p:spPr>
            <a:xfrm>
              <a:off x="3767239" y="81619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5" name="pl11245"/>
            <p:cNvSpPr/>
            <p:nvPr/>
          </p:nvSpPr>
          <p:spPr>
            <a:xfrm>
              <a:off x="3801770" y="812738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9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6" name="pl11246"/>
            <p:cNvSpPr/>
            <p:nvPr/>
          </p:nvSpPr>
          <p:spPr>
            <a:xfrm>
              <a:off x="4217575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7" name="pl11247"/>
            <p:cNvSpPr/>
            <p:nvPr/>
          </p:nvSpPr>
          <p:spPr>
            <a:xfrm>
              <a:off x="4217575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8" name="pl11248"/>
            <p:cNvSpPr/>
            <p:nvPr/>
          </p:nvSpPr>
          <p:spPr>
            <a:xfrm>
              <a:off x="4207461" y="7621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49" name="pl11249"/>
            <p:cNvSpPr/>
            <p:nvPr/>
          </p:nvSpPr>
          <p:spPr>
            <a:xfrm>
              <a:off x="4241992" y="7586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50" name="pt11250"/>
            <p:cNvSpPr/>
            <p:nvPr/>
          </p:nvSpPr>
          <p:spPr>
            <a:xfrm>
              <a:off x="4269438" y="7511644"/>
              <a:ext cx="67219" cy="67219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1" name="pt11251"/>
            <p:cNvSpPr/>
            <p:nvPr/>
          </p:nvSpPr>
          <p:spPr>
            <a:xfrm>
              <a:off x="4288475" y="7519867"/>
              <a:ext cx="80678" cy="80678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2" name="pt11252"/>
            <p:cNvSpPr/>
            <p:nvPr/>
          </p:nvSpPr>
          <p:spPr>
            <a:xfrm>
              <a:off x="3997001" y="80134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3" name="pt11253"/>
            <p:cNvSpPr/>
            <p:nvPr/>
          </p:nvSpPr>
          <p:spPr>
            <a:xfrm>
              <a:off x="4343896" y="7437803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4" name="pt11254"/>
            <p:cNvSpPr/>
            <p:nvPr/>
          </p:nvSpPr>
          <p:spPr>
            <a:xfrm>
              <a:off x="4384005" y="80122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5" name="pt11255"/>
            <p:cNvSpPr/>
            <p:nvPr/>
          </p:nvSpPr>
          <p:spPr>
            <a:xfrm>
              <a:off x="4012025" y="80718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6" name="pt11256"/>
            <p:cNvSpPr/>
            <p:nvPr/>
          </p:nvSpPr>
          <p:spPr>
            <a:xfrm>
              <a:off x="5046518" y="81610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7" name="pt11257"/>
            <p:cNvSpPr/>
            <p:nvPr/>
          </p:nvSpPr>
          <p:spPr>
            <a:xfrm>
              <a:off x="4597182" y="7993974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8" name="pt11258"/>
            <p:cNvSpPr/>
            <p:nvPr/>
          </p:nvSpPr>
          <p:spPr>
            <a:xfrm>
              <a:off x="4866830" y="7995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59" name="pt11259"/>
            <p:cNvSpPr/>
            <p:nvPr/>
          </p:nvSpPr>
          <p:spPr>
            <a:xfrm>
              <a:off x="4250001" y="7559908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0" name="pt11260"/>
            <p:cNvSpPr/>
            <p:nvPr/>
          </p:nvSpPr>
          <p:spPr>
            <a:xfrm>
              <a:off x="3822459" y="72460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1" name="pt11261"/>
            <p:cNvSpPr/>
            <p:nvPr/>
          </p:nvSpPr>
          <p:spPr>
            <a:xfrm>
              <a:off x="4331661" y="7435188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2" name="pt11262"/>
            <p:cNvSpPr/>
            <p:nvPr/>
          </p:nvSpPr>
          <p:spPr>
            <a:xfrm>
              <a:off x="4119787" y="84250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3" name="pt11263"/>
            <p:cNvSpPr/>
            <p:nvPr/>
          </p:nvSpPr>
          <p:spPr>
            <a:xfrm>
              <a:off x="4325616" y="7564563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4" name="pt11264"/>
            <p:cNvSpPr/>
            <p:nvPr/>
          </p:nvSpPr>
          <p:spPr>
            <a:xfrm>
              <a:off x="4342567" y="75206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5" name="pt11265"/>
            <p:cNvSpPr/>
            <p:nvPr/>
          </p:nvSpPr>
          <p:spPr>
            <a:xfrm>
              <a:off x="3753747" y="80710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6" name="pt11266"/>
            <p:cNvSpPr/>
            <p:nvPr/>
          </p:nvSpPr>
          <p:spPr>
            <a:xfrm>
              <a:off x="4345217" y="7517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7" name="pt11267"/>
            <p:cNvSpPr/>
            <p:nvPr/>
          </p:nvSpPr>
          <p:spPr>
            <a:xfrm>
              <a:off x="3837444" y="719908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8" name="pt11268"/>
            <p:cNvSpPr/>
            <p:nvPr/>
          </p:nvSpPr>
          <p:spPr>
            <a:xfrm>
              <a:off x="4598416" y="77017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69" name="pt11269"/>
            <p:cNvSpPr/>
            <p:nvPr/>
          </p:nvSpPr>
          <p:spPr>
            <a:xfrm>
              <a:off x="4247408" y="7564608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0" name="pt11270"/>
            <p:cNvSpPr/>
            <p:nvPr/>
          </p:nvSpPr>
          <p:spPr>
            <a:xfrm>
              <a:off x="4327408" y="7482708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1" name="pt11271"/>
            <p:cNvSpPr/>
            <p:nvPr/>
          </p:nvSpPr>
          <p:spPr>
            <a:xfrm>
              <a:off x="4241260" y="7554423"/>
              <a:ext cx="74834" cy="74834"/>
            </a:xfrm>
            <a:prstGeom prst="ellipse">
              <a:avLst/>
            </a:prstGeom>
            <a:solidFill>
              <a:srgbClr val="7570B3">
                <a:alpha val="5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2" name="pt11272"/>
            <p:cNvSpPr/>
            <p:nvPr/>
          </p:nvSpPr>
          <p:spPr>
            <a:xfrm>
              <a:off x="4644975" y="7971359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3" name="pg11273"/>
            <p:cNvSpPr/>
            <p:nvPr/>
          </p:nvSpPr>
          <p:spPr>
            <a:xfrm>
              <a:off x="5168689" y="77600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4" name="pt11274"/>
            <p:cNvSpPr/>
            <p:nvPr/>
          </p:nvSpPr>
          <p:spPr>
            <a:xfrm>
              <a:off x="4839401" y="79661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5" name="pt11275"/>
            <p:cNvSpPr/>
            <p:nvPr/>
          </p:nvSpPr>
          <p:spPr>
            <a:xfrm>
              <a:off x="4665214" y="76951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6" name="pt11276"/>
            <p:cNvSpPr/>
            <p:nvPr/>
          </p:nvSpPr>
          <p:spPr>
            <a:xfrm>
              <a:off x="4332845" y="7561773"/>
              <a:ext cx="48833" cy="48833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7" name="pt11277"/>
            <p:cNvSpPr/>
            <p:nvPr/>
          </p:nvSpPr>
          <p:spPr>
            <a:xfrm>
              <a:off x="3819794" y="7316513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8" name="pt11278"/>
            <p:cNvSpPr/>
            <p:nvPr/>
          </p:nvSpPr>
          <p:spPr>
            <a:xfrm>
              <a:off x="4269853" y="7465088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79" name="pt11279"/>
            <p:cNvSpPr/>
            <p:nvPr/>
          </p:nvSpPr>
          <p:spPr>
            <a:xfrm>
              <a:off x="4317360" y="7568148"/>
              <a:ext cx="48833" cy="48833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0" name="pt11280"/>
            <p:cNvSpPr/>
            <p:nvPr/>
          </p:nvSpPr>
          <p:spPr>
            <a:xfrm>
              <a:off x="4644274" y="77115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1" name="pt11281"/>
            <p:cNvSpPr/>
            <p:nvPr/>
          </p:nvSpPr>
          <p:spPr>
            <a:xfrm>
              <a:off x="4036022" y="807395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2" name="pt11282"/>
            <p:cNvSpPr/>
            <p:nvPr/>
          </p:nvSpPr>
          <p:spPr>
            <a:xfrm>
              <a:off x="4347994" y="7493886"/>
              <a:ext cx="74834" cy="74834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3" name="pg11283"/>
            <p:cNvSpPr/>
            <p:nvPr/>
          </p:nvSpPr>
          <p:spPr>
            <a:xfrm>
              <a:off x="4207015" y="75526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4" name="pt11284"/>
            <p:cNvSpPr/>
            <p:nvPr/>
          </p:nvSpPr>
          <p:spPr>
            <a:xfrm>
              <a:off x="4630690" y="76901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5" name="pt11285"/>
            <p:cNvSpPr/>
            <p:nvPr/>
          </p:nvSpPr>
          <p:spPr>
            <a:xfrm>
              <a:off x="4626773" y="7707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6" name="pt11286"/>
            <p:cNvSpPr/>
            <p:nvPr/>
          </p:nvSpPr>
          <p:spPr>
            <a:xfrm>
              <a:off x="4329503" y="7479505"/>
              <a:ext cx="48833" cy="48833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7" name="pt11287"/>
            <p:cNvSpPr/>
            <p:nvPr/>
          </p:nvSpPr>
          <p:spPr>
            <a:xfrm>
              <a:off x="4304439" y="8480790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8" name="pt11288"/>
            <p:cNvSpPr/>
            <p:nvPr/>
          </p:nvSpPr>
          <p:spPr>
            <a:xfrm>
              <a:off x="4631391" y="7698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89" name="pt11289"/>
            <p:cNvSpPr/>
            <p:nvPr/>
          </p:nvSpPr>
          <p:spPr>
            <a:xfrm>
              <a:off x="4269099" y="7501914"/>
              <a:ext cx="67219" cy="67219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0" name="pt11290"/>
            <p:cNvSpPr/>
            <p:nvPr/>
          </p:nvSpPr>
          <p:spPr>
            <a:xfrm>
              <a:off x="4921682" y="83188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1" name="pt11291"/>
            <p:cNvSpPr/>
            <p:nvPr/>
          </p:nvSpPr>
          <p:spPr>
            <a:xfrm>
              <a:off x="4794750" y="76478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2" name="pt11292"/>
            <p:cNvSpPr/>
            <p:nvPr/>
          </p:nvSpPr>
          <p:spPr>
            <a:xfrm>
              <a:off x="4614627" y="78967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3" name="pt11293"/>
            <p:cNvSpPr/>
            <p:nvPr/>
          </p:nvSpPr>
          <p:spPr>
            <a:xfrm>
              <a:off x="4346168" y="75240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4" name="pt11294"/>
            <p:cNvSpPr/>
            <p:nvPr/>
          </p:nvSpPr>
          <p:spPr>
            <a:xfrm>
              <a:off x="4717970" y="76497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5" name="pt11295"/>
            <p:cNvSpPr/>
            <p:nvPr/>
          </p:nvSpPr>
          <p:spPr>
            <a:xfrm>
              <a:off x="4347508" y="7525862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6" name="pt11296"/>
            <p:cNvSpPr/>
            <p:nvPr/>
          </p:nvSpPr>
          <p:spPr>
            <a:xfrm>
              <a:off x="4274188" y="7556869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7" name="pt11297"/>
            <p:cNvSpPr/>
            <p:nvPr/>
          </p:nvSpPr>
          <p:spPr>
            <a:xfrm>
              <a:off x="4879554" y="7869047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8" name="pt11298"/>
            <p:cNvSpPr/>
            <p:nvPr/>
          </p:nvSpPr>
          <p:spPr>
            <a:xfrm>
              <a:off x="4690541" y="7955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299" name="pt11299"/>
            <p:cNvSpPr/>
            <p:nvPr/>
          </p:nvSpPr>
          <p:spPr>
            <a:xfrm>
              <a:off x="4678305" y="76933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0" name="pt11300"/>
            <p:cNvSpPr/>
            <p:nvPr/>
          </p:nvSpPr>
          <p:spPr>
            <a:xfrm>
              <a:off x="4793861" y="7923037"/>
              <a:ext cx="80678" cy="80678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1" name="pt11301"/>
            <p:cNvSpPr/>
            <p:nvPr/>
          </p:nvSpPr>
          <p:spPr>
            <a:xfrm>
              <a:off x="3804699" y="7317249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2" name="pt11302"/>
            <p:cNvSpPr/>
            <p:nvPr/>
          </p:nvSpPr>
          <p:spPr>
            <a:xfrm>
              <a:off x="4297885" y="7545402"/>
              <a:ext cx="74834" cy="74834"/>
            </a:xfrm>
            <a:prstGeom prst="ellipse">
              <a:avLst/>
            </a:prstGeom>
            <a:solidFill>
              <a:srgbClr val="D95F02">
                <a:alpha val="4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3" name="pl11303"/>
            <p:cNvSpPr/>
            <p:nvPr/>
          </p:nvSpPr>
          <p:spPr>
            <a:xfrm>
              <a:off x="4454789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4" name="pl11304"/>
            <p:cNvSpPr/>
            <p:nvPr/>
          </p:nvSpPr>
          <p:spPr>
            <a:xfrm>
              <a:off x="4454789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5" name="pl11305"/>
            <p:cNvSpPr/>
            <p:nvPr/>
          </p:nvSpPr>
          <p:spPr>
            <a:xfrm>
              <a:off x="4616936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6" name="pl11306"/>
            <p:cNvSpPr/>
            <p:nvPr/>
          </p:nvSpPr>
          <p:spPr>
            <a:xfrm>
              <a:off x="4616936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07" name="pg11307"/>
            <p:cNvSpPr/>
            <p:nvPr/>
          </p:nvSpPr>
          <p:spPr>
            <a:xfrm>
              <a:off x="4238119" y="749981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8" name="pg11308"/>
            <p:cNvSpPr/>
            <p:nvPr/>
          </p:nvSpPr>
          <p:spPr>
            <a:xfrm>
              <a:off x="4549148" y="768239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09" name="pt11309"/>
            <p:cNvSpPr/>
            <p:nvPr/>
          </p:nvSpPr>
          <p:spPr>
            <a:xfrm>
              <a:off x="4008437" y="804516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0" name="pt11310"/>
            <p:cNvSpPr/>
            <p:nvPr/>
          </p:nvSpPr>
          <p:spPr>
            <a:xfrm>
              <a:off x="4267461" y="75237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1" name="pt11311"/>
            <p:cNvSpPr/>
            <p:nvPr/>
          </p:nvSpPr>
          <p:spPr>
            <a:xfrm>
              <a:off x="4291361" y="7519701"/>
              <a:ext cx="74834" cy="74834"/>
            </a:xfrm>
            <a:prstGeom prst="ellipse">
              <a:avLst/>
            </a:prstGeom>
            <a:solidFill>
              <a:srgbClr val="D95F02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2" name="pt11312"/>
            <p:cNvSpPr/>
            <p:nvPr/>
          </p:nvSpPr>
          <p:spPr>
            <a:xfrm>
              <a:off x="4284300" y="7552804"/>
              <a:ext cx="67219" cy="67219"/>
            </a:xfrm>
            <a:prstGeom prst="ellipse">
              <a:avLst/>
            </a:prstGeom>
            <a:solidFill>
              <a:srgbClr val="D95F02">
                <a:alpha val="3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3" name="pt11313"/>
            <p:cNvSpPr/>
            <p:nvPr/>
          </p:nvSpPr>
          <p:spPr>
            <a:xfrm>
              <a:off x="4821812" y="794928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4" name="pt11314"/>
            <p:cNvSpPr/>
            <p:nvPr/>
          </p:nvSpPr>
          <p:spPr>
            <a:xfrm>
              <a:off x="4213337" y="8401503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5" name="pt11315"/>
            <p:cNvSpPr/>
            <p:nvPr/>
          </p:nvSpPr>
          <p:spPr>
            <a:xfrm>
              <a:off x="4296920" y="7506463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6" name="pt11316"/>
            <p:cNvSpPr/>
            <p:nvPr/>
          </p:nvSpPr>
          <p:spPr>
            <a:xfrm>
              <a:off x="4345030" y="751553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7" name="pt11317"/>
            <p:cNvSpPr/>
            <p:nvPr/>
          </p:nvSpPr>
          <p:spPr>
            <a:xfrm>
              <a:off x="4266060" y="7463018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8" name="pt11318"/>
            <p:cNvSpPr/>
            <p:nvPr/>
          </p:nvSpPr>
          <p:spPr>
            <a:xfrm>
              <a:off x="5172419" y="7667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19" name="pg11319"/>
            <p:cNvSpPr/>
            <p:nvPr/>
          </p:nvSpPr>
          <p:spPr>
            <a:xfrm>
              <a:off x="4596356" y="767184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0" name="pl11320"/>
            <p:cNvSpPr/>
            <p:nvPr/>
          </p:nvSpPr>
          <p:spPr>
            <a:xfrm>
              <a:off x="4536414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1" name="pl11321"/>
            <p:cNvSpPr/>
            <p:nvPr/>
          </p:nvSpPr>
          <p:spPr>
            <a:xfrm>
              <a:off x="4536414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2" name="pl11322"/>
            <p:cNvSpPr/>
            <p:nvPr/>
          </p:nvSpPr>
          <p:spPr>
            <a:xfrm>
              <a:off x="4526300" y="69652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3" name="pl11323"/>
            <p:cNvSpPr/>
            <p:nvPr/>
          </p:nvSpPr>
          <p:spPr>
            <a:xfrm>
              <a:off x="4560831" y="69307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901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24" name="pt11324"/>
            <p:cNvSpPr/>
            <p:nvPr/>
          </p:nvSpPr>
          <p:spPr>
            <a:xfrm>
              <a:off x="4043309" y="83912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5" name="pt11325"/>
            <p:cNvSpPr/>
            <p:nvPr/>
          </p:nvSpPr>
          <p:spPr>
            <a:xfrm>
              <a:off x="4263935" y="70073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6" name="pt11326"/>
            <p:cNvSpPr/>
            <p:nvPr/>
          </p:nvSpPr>
          <p:spPr>
            <a:xfrm>
              <a:off x="4645066" y="79527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7" name="pt11327"/>
            <p:cNvSpPr/>
            <p:nvPr/>
          </p:nvSpPr>
          <p:spPr>
            <a:xfrm>
              <a:off x="4592404" y="7790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8" name="pt11328"/>
            <p:cNvSpPr/>
            <p:nvPr/>
          </p:nvSpPr>
          <p:spPr>
            <a:xfrm>
              <a:off x="4732939" y="770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29" name="pg11329"/>
            <p:cNvSpPr/>
            <p:nvPr/>
          </p:nvSpPr>
          <p:spPr>
            <a:xfrm>
              <a:off x="3619359" y="774893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0" name="pt11330"/>
            <p:cNvSpPr/>
            <p:nvPr/>
          </p:nvSpPr>
          <p:spPr>
            <a:xfrm>
              <a:off x="4292276" y="7537863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1" name="pt11331"/>
            <p:cNvSpPr/>
            <p:nvPr/>
          </p:nvSpPr>
          <p:spPr>
            <a:xfrm>
              <a:off x="3681012" y="79339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2" name="pt11332"/>
            <p:cNvSpPr/>
            <p:nvPr/>
          </p:nvSpPr>
          <p:spPr>
            <a:xfrm>
              <a:off x="5019330" y="742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3" name="pt11333"/>
            <p:cNvSpPr/>
            <p:nvPr/>
          </p:nvSpPr>
          <p:spPr>
            <a:xfrm>
              <a:off x="4486105" y="83123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4" name="pt11334"/>
            <p:cNvSpPr/>
            <p:nvPr/>
          </p:nvSpPr>
          <p:spPr>
            <a:xfrm>
              <a:off x="4614987" y="77127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5" name="pt11335"/>
            <p:cNvSpPr/>
            <p:nvPr/>
          </p:nvSpPr>
          <p:spPr>
            <a:xfrm>
              <a:off x="3804456" y="7231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6" name="pt11336"/>
            <p:cNvSpPr/>
            <p:nvPr/>
          </p:nvSpPr>
          <p:spPr>
            <a:xfrm>
              <a:off x="3672820" y="7583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7" name="pt11337"/>
            <p:cNvSpPr/>
            <p:nvPr/>
          </p:nvSpPr>
          <p:spPr>
            <a:xfrm>
              <a:off x="4457024" y="83731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8" name="pg11338"/>
            <p:cNvSpPr/>
            <p:nvPr/>
          </p:nvSpPr>
          <p:spPr>
            <a:xfrm>
              <a:off x="3858916" y="78788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39" name="pt11339"/>
            <p:cNvSpPr/>
            <p:nvPr/>
          </p:nvSpPr>
          <p:spPr>
            <a:xfrm>
              <a:off x="5002331" y="7275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0" name="pt11340"/>
            <p:cNvSpPr/>
            <p:nvPr/>
          </p:nvSpPr>
          <p:spPr>
            <a:xfrm>
              <a:off x="3671511" y="77749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1" name="pt11341"/>
            <p:cNvSpPr/>
            <p:nvPr/>
          </p:nvSpPr>
          <p:spPr>
            <a:xfrm>
              <a:off x="4342979" y="7541893"/>
              <a:ext cx="67219" cy="67219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2" name="pt11342"/>
            <p:cNvSpPr/>
            <p:nvPr/>
          </p:nvSpPr>
          <p:spPr>
            <a:xfrm>
              <a:off x="4030271" y="802261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3" name="pt11343"/>
            <p:cNvSpPr/>
            <p:nvPr/>
          </p:nvSpPr>
          <p:spPr>
            <a:xfrm>
              <a:off x="4617294" y="805589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4" name="pt11344"/>
            <p:cNvSpPr/>
            <p:nvPr/>
          </p:nvSpPr>
          <p:spPr>
            <a:xfrm>
              <a:off x="4464959" y="8080571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5" name="pt11345"/>
            <p:cNvSpPr/>
            <p:nvPr/>
          </p:nvSpPr>
          <p:spPr>
            <a:xfrm>
              <a:off x="5101293" y="79949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6" name="pt11346"/>
            <p:cNvSpPr/>
            <p:nvPr/>
          </p:nvSpPr>
          <p:spPr>
            <a:xfrm>
              <a:off x="4267609" y="7556766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7" name="pt11347"/>
            <p:cNvSpPr/>
            <p:nvPr/>
          </p:nvSpPr>
          <p:spPr>
            <a:xfrm>
              <a:off x="4370024" y="7493978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8" name="pt11348"/>
            <p:cNvSpPr/>
            <p:nvPr/>
          </p:nvSpPr>
          <p:spPr>
            <a:xfrm>
              <a:off x="4324993" y="753072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49" name="pt11349"/>
            <p:cNvSpPr/>
            <p:nvPr/>
          </p:nvSpPr>
          <p:spPr>
            <a:xfrm>
              <a:off x="4308585" y="7534330"/>
              <a:ext cx="80678" cy="80678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0" name="pt11350"/>
            <p:cNvSpPr/>
            <p:nvPr/>
          </p:nvSpPr>
          <p:spPr>
            <a:xfrm>
              <a:off x="5154423" y="79554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1" name="pt11351"/>
            <p:cNvSpPr/>
            <p:nvPr/>
          </p:nvSpPr>
          <p:spPr>
            <a:xfrm>
              <a:off x="3740040" y="7487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2" name="pt11352"/>
            <p:cNvSpPr/>
            <p:nvPr/>
          </p:nvSpPr>
          <p:spPr>
            <a:xfrm>
              <a:off x="4096811" y="8303929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3" name="pt11353"/>
            <p:cNvSpPr/>
            <p:nvPr/>
          </p:nvSpPr>
          <p:spPr>
            <a:xfrm>
              <a:off x="4012638" y="801771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4" name="pt11354"/>
            <p:cNvSpPr/>
            <p:nvPr/>
          </p:nvSpPr>
          <p:spPr>
            <a:xfrm>
              <a:off x="4331289" y="7480790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5" name="pt11355"/>
            <p:cNvSpPr/>
            <p:nvPr/>
          </p:nvSpPr>
          <p:spPr>
            <a:xfrm>
              <a:off x="4283640" y="7554241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6" name="pt11356"/>
            <p:cNvSpPr/>
            <p:nvPr/>
          </p:nvSpPr>
          <p:spPr>
            <a:xfrm>
              <a:off x="4604343" y="78683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7" name="pg11357"/>
            <p:cNvSpPr/>
            <p:nvPr/>
          </p:nvSpPr>
          <p:spPr>
            <a:xfrm>
              <a:off x="3768902" y="812040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7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8" name="pg11358"/>
            <p:cNvSpPr/>
            <p:nvPr/>
          </p:nvSpPr>
          <p:spPr>
            <a:xfrm>
              <a:off x="4506019" y="783531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59" name="pg11359"/>
            <p:cNvSpPr/>
            <p:nvPr/>
          </p:nvSpPr>
          <p:spPr>
            <a:xfrm>
              <a:off x="4314717" y="7476436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0" name="pt11360"/>
            <p:cNvSpPr/>
            <p:nvPr/>
          </p:nvSpPr>
          <p:spPr>
            <a:xfrm>
              <a:off x="4287588" y="7569534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1" name="pg11361"/>
            <p:cNvSpPr/>
            <p:nvPr/>
          </p:nvSpPr>
          <p:spPr>
            <a:xfrm>
              <a:off x="4545327" y="78180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2" name="pt11362"/>
            <p:cNvSpPr/>
            <p:nvPr/>
          </p:nvSpPr>
          <p:spPr>
            <a:xfrm>
              <a:off x="4297727" y="8482038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3" name="pt11363"/>
            <p:cNvSpPr/>
            <p:nvPr/>
          </p:nvSpPr>
          <p:spPr>
            <a:xfrm>
              <a:off x="4624321" y="78871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4" name="pt11364"/>
            <p:cNvSpPr/>
            <p:nvPr/>
          </p:nvSpPr>
          <p:spPr>
            <a:xfrm>
              <a:off x="4329244" y="7560629"/>
              <a:ext cx="48833" cy="48833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5" name="pt11365"/>
            <p:cNvSpPr/>
            <p:nvPr/>
          </p:nvSpPr>
          <p:spPr>
            <a:xfrm>
              <a:off x="4638376" y="791374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6" name="pt11366"/>
            <p:cNvSpPr/>
            <p:nvPr/>
          </p:nvSpPr>
          <p:spPr>
            <a:xfrm>
              <a:off x="4312561" y="7532396"/>
              <a:ext cx="74834" cy="74834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7" name="pt11367"/>
            <p:cNvSpPr/>
            <p:nvPr/>
          </p:nvSpPr>
          <p:spPr>
            <a:xfrm>
              <a:off x="3839648" y="81801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8" name="pg11368"/>
            <p:cNvSpPr/>
            <p:nvPr/>
          </p:nvSpPr>
          <p:spPr>
            <a:xfrm>
              <a:off x="5165931" y="77702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69" name="pt11369"/>
            <p:cNvSpPr/>
            <p:nvPr/>
          </p:nvSpPr>
          <p:spPr>
            <a:xfrm>
              <a:off x="5014404" y="742290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0" name="pt11370"/>
            <p:cNvSpPr/>
            <p:nvPr/>
          </p:nvSpPr>
          <p:spPr>
            <a:xfrm>
              <a:off x="4620562" y="78714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1" name="pt11371"/>
            <p:cNvSpPr/>
            <p:nvPr/>
          </p:nvSpPr>
          <p:spPr>
            <a:xfrm>
              <a:off x="4279834" y="7579800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2" name="pt11372"/>
            <p:cNvSpPr/>
            <p:nvPr/>
          </p:nvSpPr>
          <p:spPr>
            <a:xfrm>
              <a:off x="4659194" y="8346461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3" name="pl11373"/>
            <p:cNvSpPr/>
            <p:nvPr/>
          </p:nvSpPr>
          <p:spPr>
            <a:xfrm>
              <a:off x="4342990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4" name="pl11374"/>
            <p:cNvSpPr/>
            <p:nvPr/>
          </p:nvSpPr>
          <p:spPr>
            <a:xfrm>
              <a:off x="4342990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5" name="pl11375"/>
            <p:cNvSpPr/>
            <p:nvPr/>
          </p:nvSpPr>
          <p:spPr>
            <a:xfrm>
              <a:off x="4332877" y="74586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6" name="pl11376"/>
            <p:cNvSpPr/>
            <p:nvPr/>
          </p:nvSpPr>
          <p:spPr>
            <a:xfrm>
              <a:off x="4367407" y="7424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77" name="pt11377"/>
            <p:cNvSpPr/>
            <p:nvPr/>
          </p:nvSpPr>
          <p:spPr>
            <a:xfrm>
              <a:off x="5004381" y="78170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8" name="pt11378"/>
            <p:cNvSpPr/>
            <p:nvPr/>
          </p:nvSpPr>
          <p:spPr>
            <a:xfrm>
              <a:off x="4260010" y="7557605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79" name="pt11379"/>
            <p:cNvSpPr/>
            <p:nvPr/>
          </p:nvSpPr>
          <p:spPr>
            <a:xfrm>
              <a:off x="4285465" y="7531016"/>
              <a:ext cx="74834" cy="74834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80" name="pl11380"/>
            <p:cNvSpPr/>
            <p:nvPr/>
          </p:nvSpPr>
          <p:spPr>
            <a:xfrm>
              <a:off x="4385970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1" name="pl11381"/>
            <p:cNvSpPr/>
            <p:nvPr/>
          </p:nvSpPr>
          <p:spPr>
            <a:xfrm>
              <a:off x="4385970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2" name="pl11382"/>
            <p:cNvSpPr/>
            <p:nvPr/>
          </p:nvSpPr>
          <p:spPr>
            <a:xfrm>
              <a:off x="4375856" y="75572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3" name="pl11383"/>
            <p:cNvSpPr/>
            <p:nvPr/>
          </p:nvSpPr>
          <p:spPr>
            <a:xfrm>
              <a:off x="4410387" y="7522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4" name="pl11384"/>
            <p:cNvSpPr/>
            <p:nvPr/>
          </p:nvSpPr>
          <p:spPr>
            <a:xfrm>
              <a:off x="4611265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5" name="pl11385"/>
            <p:cNvSpPr/>
            <p:nvPr/>
          </p:nvSpPr>
          <p:spPr>
            <a:xfrm>
              <a:off x="4611265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6" name="pl11386"/>
            <p:cNvSpPr/>
            <p:nvPr/>
          </p:nvSpPr>
          <p:spPr>
            <a:xfrm>
              <a:off x="4601151" y="80995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7" name="pl11387"/>
            <p:cNvSpPr/>
            <p:nvPr/>
          </p:nvSpPr>
          <p:spPr>
            <a:xfrm>
              <a:off x="4635682" y="8064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88" name="pt11388"/>
            <p:cNvSpPr/>
            <p:nvPr/>
          </p:nvSpPr>
          <p:spPr>
            <a:xfrm>
              <a:off x="4595523" y="79006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89" name="pg11389"/>
            <p:cNvSpPr/>
            <p:nvPr/>
          </p:nvSpPr>
          <p:spPr>
            <a:xfrm>
              <a:off x="3634642" y="772943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0" name="pt11390"/>
            <p:cNvSpPr/>
            <p:nvPr/>
          </p:nvSpPr>
          <p:spPr>
            <a:xfrm>
              <a:off x="4476172" y="8370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1" name="pt11391"/>
            <p:cNvSpPr/>
            <p:nvPr/>
          </p:nvSpPr>
          <p:spPr>
            <a:xfrm>
              <a:off x="4584107" y="78936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2" name="pt11392"/>
            <p:cNvSpPr/>
            <p:nvPr/>
          </p:nvSpPr>
          <p:spPr>
            <a:xfrm>
              <a:off x="4467251" y="80551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3" name="pl11393"/>
            <p:cNvSpPr/>
            <p:nvPr/>
          </p:nvSpPr>
          <p:spPr>
            <a:xfrm>
              <a:off x="4467251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4" name="pl11394"/>
            <p:cNvSpPr/>
            <p:nvPr/>
          </p:nvSpPr>
          <p:spPr>
            <a:xfrm>
              <a:off x="4467251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5" name="pt11395"/>
            <p:cNvSpPr/>
            <p:nvPr/>
          </p:nvSpPr>
          <p:spPr>
            <a:xfrm>
              <a:off x="4338076" y="7466589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6" name="pt11396"/>
            <p:cNvSpPr/>
            <p:nvPr/>
          </p:nvSpPr>
          <p:spPr>
            <a:xfrm>
              <a:off x="4876435" y="71617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7" name="pt11397"/>
            <p:cNvSpPr/>
            <p:nvPr/>
          </p:nvSpPr>
          <p:spPr>
            <a:xfrm>
              <a:off x="4654221" y="7901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398" name="pl11398"/>
            <p:cNvSpPr/>
            <p:nvPr/>
          </p:nvSpPr>
          <p:spPr>
            <a:xfrm>
              <a:off x="4280731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399" name="pl11399"/>
            <p:cNvSpPr/>
            <p:nvPr/>
          </p:nvSpPr>
          <p:spPr>
            <a:xfrm>
              <a:off x="4280731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0" name="pl11400"/>
            <p:cNvSpPr/>
            <p:nvPr/>
          </p:nvSpPr>
          <p:spPr>
            <a:xfrm>
              <a:off x="4248090" y="7552063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1" name="pl11401"/>
            <p:cNvSpPr/>
            <p:nvPr/>
          </p:nvSpPr>
          <p:spPr>
            <a:xfrm>
              <a:off x="4359533" y="7440620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2" name="pl11402"/>
            <p:cNvSpPr/>
            <p:nvPr/>
          </p:nvSpPr>
          <p:spPr>
            <a:xfrm>
              <a:off x="4379382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3" name="pl11403"/>
            <p:cNvSpPr/>
            <p:nvPr/>
          </p:nvSpPr>
          <p:spPr>
            <a:xfrm>
              <a:off x="4379382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4" name="pl11404"/>
            <p:cNvSpPr/>
            <p:nvPr/>
          </p:nvSpPr>
          <p:spPr>
            <a:xfrm>
              <a:off x="4369268" y="75479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5" name="pl11405"/>
            <p:cNvSpPr/>
            <p:nvPr/>
          </p:nvSpPr>
          <p:spPr>
            <a:xfrm>
              <a:off x="4403799" y="7513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06" name="pt11406"/>
            <p:cNvSpPr/>
            <p:nvPr/>
          </p:nvSpPr>
          <p:spPr>
            <a:xfrm>
              <a:off x="4662314" y="8338885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07" name="pt11407"/>
            <p:cNvSpPr/>
            <p:nvPr/>
          </p:nvSpPr>
          <p:spPr>
            <a:xfrm>
              <a:off x="4239180" y="7576971"/>
              <a:ext cx="48833" cy="48833"/>
            </a:xfrm>
            <a:prstGeom prst="ellipse">
              <a:avLst/>
            </a:prstGeom>
            <a:solidFill>
              <a:srgbClr val="E7298A">
                <a:alpha val="9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08" name="pt11408"/>
            <p:cNvSpPr/>
            <p:nvPr/>
          </p:nvSpPr>
          <p:spPr>
            <a:xfrm>
              <a:off x="3849691" y="8242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09" name="pt11409"/>
            <p:cNvSpPr/>
            <p:nvPr/>
          </p:nvSpPr>
          <p:spPr>
            <a:xfrm>
              <a:off x="4696979" y="8466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0" name="pl11410"/>
            <p:cNvSpPr/>
            <p:nvPr/>
          </p:nvSpPr>
          <p:spPr>
            <a:xfrm>
              <a:off x="5151072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1" name="pl11411"/>
            <p:cNvSpPr/>
            <p:nvPr/>
          </p:nvSpPr>
          <p:spPr>
            <a:xfrm>
              <a:off x="5151072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2" name="pl11412"/>
            <p:cNvSpPr/>
            <p:nvPr/>
          </p:nvSpPr>
          <p:spPr>
            <a:xfrm>
              <a:off x="5140958" y="759679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3" name="pl11413"/>
            <p:cNvSpPr/>
            <p:nvPr/>
          </p:nvSpPr>
          <p:spPr>
            <a:xfrm>
              <a:off x="5175488" y="756225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14" name="pt11414"/>
            <p:cNvSpPr/>
            <p:nvPr/>
          </p:nvSpPr>
          <p:spPr>
            <a:xfrm>
              <a:off x="4636956" y="76825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5" name="pg11415"/>
            <p:cNvSpPr/>
            <p:nvPr/>
          </p:nvSpPr>
          <p:spPr>
            <a:xfrm>
              <a:off x="4602733" y="765749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6" name="pt11416"/>
            <p:cNvSpPr/>
            <p:nvPr/>
          </p:nvSpPr>
          <p:spPr>
            <a:xfrm>
              <a:off x="4897243" y="79874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7" name="pt11417"/>
            <p:cNvSpPr/>
            <p:nvPr/>
          </p:nvSpPr>
          <p:spPr>
            <a:xfrm>
              <a:off x="4318637" y="7579126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8" name="pt11418"/>
            <p:cNvSpPr/>
            <p:nvPr/>
          </p:nvSpPr>
          <p:spPr>
            <a:xfrm>
              <a:off x="3915135" y="7126123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19" name="pt11419"/>
            <p:cNvSpPr/>
            <p:nvPr/>
          </p:nvSpPr>
          <p:spPr>
            <a:xfrm>
              <a:off x="4296786" y="7540464"/>
              <a:ext cx="74834" cy="74834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0" name="pt11420"/>
            <p:cNvSpPr/>
            <p:nvPr/>
          </p:nvSpPr>
          <p:spPr>
            <a:xfrm>
              <a:off x="5047265" y="813553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1" name="pt11421"/>
            <p:cNvSpPr/>
            <p:nvPr/>
          </p:nvSpPr>
          <p:spPr>
            <a:xfrm>
              <a:off x="4649711" y="78926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2" name="pt11422"/>
            <p:cNvSpPr/>
            <p:nvPr/>
          </p:nvSpPr>
          <p:spPr>
            <a:xfrm>
              <a:off x="4618633" y="79325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3" name="pt11423"/>
            <p:cNvSpPr/>
            <p:nvPr/>
          </p:nvSpPr>
          <p:spPr>
            <a:xfrm>
              <a:off x="4881958" y="78235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4" name="pt11424"/>
            <p:cNvSpPr/>
            <p:nvPr/>
          </p:nvSpPr>
          <p:spPr>
            <a:xfrm>
              <a:off x="4693611" y="7649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5" name="pt11425"/>
            <p:cNvSpPr/>
            <p:nvPr/>
          </p:nvSpPr>
          <p:spPr>
            <a:xfrm>
              <a:off x="4568391" y="8502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6" name="pt11426"/>
            <p:cNvSpPr/>
            <p:nvPr/>
          </p:nvSpPr>
          <p:spPr>
            <a:xfrm>
              <a:off x="4549932" y="77804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7" name="pt11427"/>
            <p:cNvSpPr/>
            <p:nvPr/>
          </p:nvSpPr>
          <p:spPr>
            <a:xfrm>
              <a:off x="5086000" y="73581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8" name="pt11428"/>
            <p:cNvSpPr/>
            <p:nvPr/>
          </p:nvSpPr>
          <p:spPr>
            <a:xfrm>
              <a:off x="4250352" y="7512364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29" name="pt11429"/>
            <p:cNvSpPr/>
            <p:nvPr/>
          </p:nvSpPr>
          <p:spPr>
            <a:xfrm>
              <a:off x="4281878" y="7567049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0" name="pg11430"/>
            <p:cNvSpPr/>
            <p:nvPr/>
          </p:nvSpPr>
          <p:spPr>
            <a:xfrm>
              <a:off x="4591844" y="77128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1" name="pt11431"/>
            <p:cNvSpPr/>
            <p:nvPr/>
          </p:nvSpPr>
          <p:spPr>
            <a:xfrm>
              <a:off x="4723914" y="79394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2" name="pt11432"/>
            <p:cNvSpPr/>
            <p:nvPr/>
          </p:nvSpPr>
          <p:spPr>
            <a:xfrm>
              <a:off x="4666403" y="70228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3" name="pg11433"/>
            <p:cNvSpPr/>
            <p:nvPr/>
          </p:nvSpPr>
          <p:spPr>
            <a:xfrm>
              <a:off x="4594936" y="769109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4" name="pg11434"/>
            <p:cNvSpPr/>
            <p:nvPr/>
          </p:nvSpPr>
          <p:spPr>
            <a:xfrm>
              <a:off x="4592668" y="771417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5" name="pt11435"/>
            <p:cNvSpPr/>
            <p:nvPr/>
          </p:nvSpPr>
          <p:spPr>
            <a:xfrm>
              <a:off x="4308262" y="7526751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6" name="pt11436"/>
            <p:cNvSpPr/>
            <p:nvPr/>
          </p:nvSpPr>
          <p:spPr>
            <a:xfrm>
              <a:off x="4594326" y="77445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7" name="pt11437"/>
            <p:cNvSpPr/>
            <p:nvPr/>
          </p:nvSpPr>
          <p:spPr>
            <a:xfrm>
              <a:off x="4656483" y="7651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8" name="pt11438"/>
            <p:cNvSpPr/>
            <p:nvPr/>
          </p:nvSpPr>
          <p:spPr>
            <a:xfrm>
              <a:off x="4674483" y="76740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39" name="pt11439"/>
            <p:cNvSpPr/>
            <p:nvPr/>
          </p:nvSpPr>
          <p:spPr>
            <a:xfrm>
              <a:off x="3746554" y="79890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0" name="pt11440"/>
            <p:cNvSpPr/>
            <p:nvPr/>
          </p:nvSpPr>
          <p:spPr>
            <a:xfrm>
              <a:off x="4565754" y="848296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1" name="pt11441"/>
            <p:cNvSpPr/>
            <p:nvPr/>
          </p:nvSpPr>
          <p:spPr>
            <a:xfrm>
              <a:off x="4628664" y="767019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2" name="pt11442"/>
            <p:cNvSpPr/>
            <p:nvPr/>
          </p:nvSpPr>
          <p:spPr>
            <a:xfrm>
              <a:off x="5162574" y="76654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3" name="pt11443"/>
            <p:cNvSpPr/>
            <p:nvPr/>
          </p:nvSpPr>
          <p:spPr>
            <a:xfrm>
              <a:off x="4350510" y="75198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4" name="pt11444"/>
            <p:cNvSpPr/>
            <p:nvPr/>
          </p:nvSpPr>
          <p:spPr>
            <a:xfrm>
              <a:off x="3804462" y="7307718"/>
              <a:ext cx="67219" cy="67219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45" name="pl11445"/>
            <p:cNvSpPr/>
            <p:nvPr/>
          </p:nvSpPr>
          <p:spPr>
            <a:xfrm>
              <a:off x="4262325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6" name="pl11446"/>
            <p:cNvSpPr/>
            <p:nvPr/>
          </p:nvSpPr>
          <p:spPr>
            <a:xfrm>
              <a:off x="4262325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7" name="pl11447"/>
            <p:cNvSpPr/>
            <p:nvPr/>
          </p:nvSpPr>
          <p:spPr>
            <a:xfrm>
              <a:off x="4252211" y="74914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8" name="pl11448"/>
            <p:cNvSpPr/>
            <p:nvPr/>
          </p:nvSpPr>
          <p:spPr>
            <a:xfrm>
              <a:off x="4286742" y="74569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49" name="pt11449"/>
            <p:cNvSpPr/>
            <p:nvPr/>
          </p:nvSpPr>
          <p:spPr>
            <a:xfrm>
              <a:off x="5038663" y="7414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0" name="pt11450"/>
            <p:cNvSpPr/>
            <p:nvPr/>
          </p:nvSpPr>
          <p:spPr>
            <a:xfrm>
              <a:off x="3868914" y="82572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1" name="pt11451"/>
            <p:cNvSpPr/>
            <p:nvPr/>
          </p:nvSpPr>
          <p:spPr>
            <a:xfrm>
              <a:off x="4454966" y="748495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2" name="pt11452"/>
            <p:cNvSpPr/>
            <p:nvPr/>
          </p:nvSpPr>
          <p:spPr>
            <a:xfrm>
              <a:off x="4332416" y="75822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3" name="pt11453"/>
            <p:cNvSpPr/>
            <p:nvPr/>
          </p:nvSpPr>
          <p:spPr>
            <a:xfrm>
              <a:off x="4298746" y="7539499"/>
              <a:ext cx="74834" cy="74834"/>
            </a:xfrm>
            <a:prstGeom prst="ellipse">
              <a:avLst/>
            </a:prstGeom>
            <a:solidFill>
              <a:srgbClr val="7570B3">
                <a:alpha val="5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4" name="pt11454"/>
            <p:cNvSpPr/>
            <p:nvPr/>
          </p:nvSpPr>
          <p:spPr>
            <a:xfrm>
              <a:off x="4026780" y="808360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5" name="pt11455"/>
            <p:cNvSpPr/>
            <p:nvPr/>
          </p:nvSpPr>
          <p:spPr>
            <a:xfrm>
              <a:off x="4250092" y="7538607"/>
              <a:ext cx="80678" cy="80678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6" name="pt11456"/>
            <p:cNvSpPr/>
            <p:nvPr/>
          </p:nvSpPr>
          <p:spPr>
            <a:xfrm>
              <a:off x="4353389" y="75764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7" name="pt11457"/>
            <p:cNvSpPr/>
            <p:nvPr/>
          </p:nvSpPr>
          <p:spPr>
            <a:xfrm>
              <a:off x="4262662" y="7566116"/>
              <a:ext cx="48833" cy="48833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8" name="pt11458"/>
            <p:cNvSpPr/>
            <p:nvPr/>
          </p:nvSpPr>
          <p:spPr>
            <a:xfrm>
              <a:off x="4262340" y="7575690"/>
              <a:ext cx="67219" cy="67219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59" name="pl11459"/>
            <p:cNvSpPr/>
            <p:nvPr/>
          </p:nvSpPr>
          <p:spPr>
            <a:xfrm>
              <a:off x="4586992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0" name="pl11460"/>
            <p:cNvSpPr/>
            <p:nvPr/>
          </p:nvSpPr>
          <p:spPr>
            <a:xfrm>
              <a:off x="4586992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1" name="pt11461"/>
            <p:cNvSpPr/>
            <p:nvPr/>
          </p:nvSpPr>
          <p:spPr>
            <a:xfrm>
              <a:off x="4265958" y="7515338"/>
              <a:ext cx="67219" cy="67219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2" name="pg11462"/>
            <p:cNvSpPr/>
            <p:nvPr/>
          </p:nvSpPr>
          <p:spPr>
            <a:xfrm>
              <a:off x="4932003" y="821622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3" name="pg11463"/>
            <p:cNvSpPr/>
            <p:nvPr/>
          </p:nvSpPr>
          <p:spPr>
            <a:xfrm>
              <a:off x="4490299" y="789727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4" name="pg11464"/>
            <p:cNvSpPr/>
            <p:nvPr/>
          </p:nvSpPr>
          <p:spPr>
            <a:xfrm>
              <a:off x="4302126" y="745638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1465" name="pl11465"/>
            <p:cNvSpPr/>
            <p:nvPr/>
          </p:nvSpPr>
          <p:spPr>
            <a:xfrm>
              <a:off x="4321452" y="956211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6" name="pl11466"/>
            <p:cNvSpPr/>
            <p:nvPr/>
          </p:nvSpPr>
          <p:spPr>
            <a:xfrm>
              <a:off x="4396711" y="952082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7" name="pl11467"/>
            <p:cNvSpPr/>
            <p:nvPr/>
          </p:nvSpPr>
          <p:spPr>
            <a:xfrm>
              <a:off x="4381694" y="9506361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8" name="pl11468"/>
            <p:cNvSpPr/>
            <p:nvPr/>
          </p:nvSpPr>
          <p:spPr>
            <a:xfrm>
              <a:off x="4396711" y="951157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69" name="pl11469"/>
            <p:cNvSpPr/>
            <p:nvPr/>
          </p:nvSpPr>
          <p:spPr>
            <a:xfrm>
              <a:off x="4366519" y="958290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0" name="pl11470"/>
            <p:cNvSpPr/>
            <p:nvPr/>
          </p:nvSpPr>
          <p:spPr>
            <a:xfrm>
              <a:off x="4438977" y="989029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1" name="pl11471"/>
            <p:cNvSpPr/>
            <p:nvPr/>
          </p:nvSpPr>
          <p:spPr>
            <a:xfrm>
              <a:off x="4438977" y="989029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2" name="pl11472"/>
            <p:cNvSpPr/>
            <p:nvPr/>
          </p:nvSpPr>
          <p:spPr>
            <a:xfrm>
              <a:off x="4400792" y="984283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3" name="pl11473"/>
            <p:cNvSpPr/>
            <p:nvPr/>
          </p:nvSpPr>
          <p:spPr>
            <a:xfrm>
              <a:off x="4438977" y="989029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4" name="pl11474"/>
            <p:cNvSpPr/>
            <p:nvPr/>
          </p:nvSpPr>
          <p:spPr>
            <a:xfrm>
              <a:off x="4438977" y="989029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5" name="pl11475"/>
            <p:cNvSpPr/>
            <p:nvPr/>
          </p:nvSpPr>
          <p:spPr>
            <a:xfrm>
              <a:off x="4392533" y="965849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6" name="pl11476"/>
            <p:cNvSpPr/>
            <p:nvPr/>
          </p:nvSpPr>
          <p:spPr>
            <a:xfrm>
              <a:off x="4724862" y="953999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7" name="pl11477"/>
            <p:cNvSpPr/>
            <p:nvPr/>
          </p:nvSpPr>
          <p:spPr>
            <a:xfrm>
              <a:off x="4304088" y="958972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8" name="pl11478"/>
            <p:cNvSpPr/>
            <p:nvPr/>
          </p:nvSpPr>
          <p:spPr>
            <a:xfrm>
              <a:off x="5268648" y="9511379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79" name="pl11479"/>
            <p:cNvSpPr/>
            <p:nvPr/>
          </p:nvSpPr>
          <p:spPr>
            <a:xfrm>
              <a:off x="5012029" y="9611869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0" name="pl11480"/>
            <p:cNvSpPr/>
            <p:nvPr/>
          </p:nvSpPr>
          <p:spPr>
            <a:xfrm>
              <a:off x="4678171" y="9647172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1" name="pl11481"/>
            <p:cNvSpPr/>
            <p:nvPr/>
          </p:nvSpPr>
          <p:spPr>
            <a:xfrm>
              <a:off x="4722905" y="965832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2" name="pl11482"/>
            <p:cNvSpPr/>
            <p:nvPr/>
          </p:nvSpPr>
          <p:spPr>
            <a:xfrm>
              <a:off x="4722905" y="965832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3" name="pl11483"/>
            <p:cNvSpPr/>
            <p:nvPr/>
          </p:nvSpPr>
          <p:spPr>
            <a:xfrm>
              <a:off x="4398304" y="984283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4" name="pl11484"/>
            <p:cNvSpPr/>
            <p:nvPr/>
          </p:nvSpPr>
          <p:spPr>
            <a:xfrm>
              <a:off x="4724862" y="953116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5" name="pl11485"/>
            <p:cNvSpPr/>
            <p:nvPr/>
          </p:nvSpPr>
          <p:spPr>
            <a:xfrm>
              <a:off x="4823299" y="952181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6" name="pl11486"/>
            <p:cNvSpPr/>
            <p:nvPr/>
          </p:nvSpPr>
          <p:spPr>
            <a:xfrm>
              <a:off x="4823299" y="9520792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7" name="pl11487"/>
            <p:cNvSpPr/>
            <p:nvPr/>
          </p:nvSpPr>
          <p:spPr>
            <a:xfrm>
              <a:off x="4469298" y="966715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8" name="pl11488"/>
            <p:cNvSpPr/>
            <p:nvPr/>
          </p:nvSpPr>
          <p:spPr>
            <a:xfrm>
              <a:off x="4222909" y="884132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89" name="pl11489"/>
            <p:cNvSpPr/>
            <p:nvPr/>
          </p:nvSpPr>
          <p:spPr>
            <a:xfrm>
              <a:off x="4365358" y="983541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0" name="pl11490"/>
            <p:cNvSpPr/>
            <p:nvPr/>
          </p:nvSpPr>
          <p:spPr>
            <a:xfrm>
              <a:off x="4380977" y="978495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1" name="pl11491"/>
            <p:cNvSpPr/>
            <p:nvPr/>
          </p:nvSpPr>
          <p:spPr>
            <a:xfrm>
              <a:off x="4689942" y="967664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2" name="pl11492"/>
            <p:cNvSpPr/>
            <p:nvPr/>
          </p:nvSpPr>
          <p:spPr>
            <a:xfrm>
              <a:off x="4393753" y="970751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3" name="pl11493"/>
            <p:cNvSpPr/>
            <p:nvPr/>
          </p:nvSpPr>
          <p:spPr>
            <a:xfrm>
              <a:off x="4402209" y="9715665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4" name="pl11494"/>
            <p:cNvSpPr/>
            <p:nvPr/>
          </p:nvSpPr>
          <p:spPr>
            <a:xfrm>
              <a:off x="4391575" y="9700381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5" name="pl11495"/>
            <p:cNvSpPr/>
            <p:nvPr/>
          </p:nvSpPr>
          <p:spPr>
            <a:xfrm>
              <a:off x="4390058" y="966787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6" name="pl11496"/>
            <p:cNvSpPr/>
            <p:nvPr/>
          </p:nvSpPr>
          <p:spPr>
            <a:xfrm>
              <a:off x="4390058" y="966787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7" name="pl11497"/>
            <p:cNvSpPr/>
            <p:nvPr/>
          </p:nvSpPr>
          <p:spPr>
            <a:xfrm>
              <a:off x="4382316" y="965464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8" name="pl11498"/>
            <p:cNvSpPr/>
            <p:nvPr/>
          </p:nvSpPr>
          <p:spPr>
            <a:xfrm>
              <a:off x="4365385" y="962579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499" name="pl11499"/>
            <p:cNvSpPr/>
            <p:nvPr/>
          </p:nvSpPr>
          <p:spPr>
            <a:xfrm>
              <a:off x="4390058" y="966787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0" name="pl11500"/>
            <p:cNvSpPr/>
            <p:nvPr/>
          </p:nvSpPr>
          <p:spPr>
            <a:xfrm>
              <a:off x="4326470" y="955526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1" name="pl11501"/>
            <p:cNvSpPr/>
            <p:nvPr/>
          </p:nvSpPr>
          <p:spPr>
            <a:xfrm>
              <a:off x="4326470" y="955526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2" name="pl11502"/>
            <p:cNvSpPr/>
            <p:nvPr/>
          </p:nvSpPr>
          <p:spPr>
            <a:xfrm>
              <a:off x="4444104" y="977695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3" name="pl11503"/>
            <p:cNvSpPr/>
            <p:nvPr/>
          </p:nvSpPr>
          <p:spPr>
            <a:xfrm>
              <a:off x="4421168" y="972453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4" name="pl11504"/>
            <p:cNvSpPr/>
            <p:nvPr/>
          </p:nvSpPr>
          <p:spPr>
            <a:xfrm>
              <a:off x="4421168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5" name="pl11505"/>
            <p:cNvSpPr/>
            <p:nvPr/>
          </p:nvSpPr>
          <p:spPr>
            <a:xfrm>
              <a:off x="4421168" y="9726076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6" name="pl11506"/>
            <p:cNvSpPr/>
            <p:nvPr/>
          </p:nvSpPr>
          <p:spPr>
            <a:xfrm>
              <a:off x="4650760" y="953132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7" name="pl11507"/>
            <p:cNvSpPr/>
            <p:nvPr/>
          </p:nvSpPr>
          <p:spPr>
            <a:xfrm>
              <a:off x="4702785" y="953310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8" name="pl11508"/>
            <p:cNvSpPr/>
            <p:nvPr/>
          </p:nvSpPr>
          <p:spPr>
            <a:xfrm>
              <a:off x="4158870" y="9604615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09" name="pl11509"/>
            <p:cNvSpPr/>
            <p:nvPr/>
          </p:nvSpPr>
          <p:spPr>
            <a:xfrm>
              <a:off x="4460505" y="991803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0" name="pl11510"/>
            <p:cNvSpPr/>
            <p:nvPr/>
          </p:nvSpPr>
          <p:spPr>
            <a:xfrm>
              <a:off x="4348833" y="9760691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1" name="pl11511"/>
            <p:cNvSpPr/>
            <p:nvPr/>
          </p:nvSpPr>
          <p:spPr>
            <a:xfrm>
              <a:off x="4563325" y="9513265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2" name="pl11512"/>
            <p:cNvSpPr/>
            <p:nvPr/>
          </p:nvSpPr>
          <p:spPr>
            <a:xfrm>
              <a:off x="4678171" y="9647172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3" name="pl11513"/>
            <p:cNvSpPr/>
            <p:nvPr/>
          </p:nvSpPr>
          <p:spPr>
            <a:xfrm>
              <a:off x="4502058" y="966253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4" name="pl11514"/>
            <p:cNvSpPr/>
            <p:nvPr/>
          </p:nvSpPr>
          <p:spPr>
            <a:xfrm>
              <a:off x="4434884" y="968835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5" name="pl11515"/>
            <p:cNvSpPr/>
            <p:nvPr/>
          </p:nvSpPr>
          <p:spPr>
            <a:xfrm>
              <a:off x="4407363" y="969535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6" name="pl11516"/>
            <p:cNvSpPr/>
            <p:nvPr/>
          </p:nvSpPr>
          <p:spPr>
            <a:xfrm>
              <a:off x="4405938" y="968924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7" name="pl11517"/>
            <p:cNvSpPr/>
            <p:nvPr/>
          </p:nvSpPr>
          <p:spPr>
            <a:xfrm>
              <a:off x="4393753" y="969535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8" name="pl11518"/>
            <p:cNvSpPr/>
            <p:nvPr/>
          </p:nvSpPr>
          <p:spPr>
            <a:xfrm>
              <a:off x="4407363" y="969535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19" name="pl11519"/>
            <p:cNvSpPr/>
            <p:nvPr/>
          </p:nvSpPr>
          <p:spPr>
            <a:xfrm>
              <a:off x="4392533" y="965849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0" name="pl11520"/>
            <p:cNvSpPr/>
            <p:nvPr/>
          </p:nvSpPr>
          <p:spPr>
            <a:xfrm>
              <a:off x="4407363" y="969535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1" name="pl11521"/>
            <p:cNvSpPr/>
            <p:nvPr/>
          </p:nvSpPr>
          <p:spPr>
            <a:xfrm>
              <a:off x="4381417" y="969535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2" name="pl11522"/>
            <p:cNvSpPr/>
            <p:nvPr/>
          </p:nvSpPr>
          <p:spPr>
            <a:xfrm>
              <a:off x="4407363" y="969535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3" name="pl11523"/>
            <p:cNvSpPr/>
            <p:nvPr/>
          </p:nvSpPr>
          <p:spPr>
            <a:xfrm>
              <a:off x="4404402" y="9678252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4" name="pl11524"/>
            <p:cNvSpPr/>
            <p:nvPr/>
          </p:nvSpPr>
          <p:spPr>
            <a:xfrm>
              <a:off x="4407363" y="9679098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5" name="pl11525"/>
            <p:cNvSpPr/>
            <p:nvPr/>
          </p:nvSpPr>
          <p:spPr>
            <a:xfrm>
              <a:off x="4407363" y="969535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6" name="pl11526"/>
            <p:cNvSpPr/>
            <p:nvPr/>
          </p:nvSpPr>
          <p:spPr>
            <a:xfrm>
              <a:off x="4407363" y="9692231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7" name="pl11527"/>
            <p:cNvSpPr/>
            <p:nvPr/>
          </p:nvSpPr>
          <p:spPr>
            <a:xfrm>
              <a:off x="4407363" y="969535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8" name="pl11528"/>
            <p:cNvSpPr/>
            <p:nvPr/>
          </p:nvSpPr>
          <p:spPr>
            <a:xfrm>
              <a:off x="4449889" y="965958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29" name="pl11529"/>
            <p:cNvSpPr/>
            <p:nvPr/>
          </p:nvSpPr>
          <p:spPr>
            <a:xfrm>
              <a:off x="5222342" y="992831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0" name="pl11530"/>
            <p:cNvSpPr/>
            <p:nvPr/>
          </p:nvSpPr>
          <p:spPr>
            <a:xfrm>
              <a:off x="3920862" y="8963504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1" name="pl11531"/>
            <p:cNvSpPr/>
            <p:nvPr/>
          </p:nvSpPr>
          <p:spPr>
            <a:xfrm>
              <a:off x="4496741" y="9429700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2" name="pl11532"/>
            <p:cNvSpPr/>
            <p:nvPr/>
          </p:nvSpPr>
          <p:spPr>
            <a:xfrm>
              <a:off x="4392002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3" name="pl11533"/>
            <p:cNvSpPr/>
            <p:nvPr/>
          </p:nvSpPr>
          <p:spPr>
            <a:xfrm>
              <a:off x="4334263" y="10379686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4" name="pl11534"/>
            <p:cNvSpPr/>
            <p:nvPr/>
          </p:nvSpPr>
          <p:spPr>
            <a:xfrm>
              <a:off x="4329397" y="1037625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5" name="pl11535"/>
            <p:cNvSpPr/>
            <p:nvPr/>
          </p:nvSpPr>
          <p:spPr>
            <a:xfrm>
              <a:off x="4334263" y="10379686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6" name="pl11536"/>
            <p:cNvSpPr/>
            <p:nvPr/>
          </p:nvSpPr>
          <p:spPr>
            <a:xfrm>
              <a:off x="4373244" y="9626431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7" name="pl11537"/>
            <p:cNvSpPr/>
            <p:nvPr/>
          </p:nvSpPr>
          <p:spPr>
            <a:xfrm>
              <a:off x="4350677" y="960925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8" name="pl11538"/>
            <p:cNvSpPr/>
            <p:nvPr/>
          </p:nvSpPr>
          <p:spPr>
            <a:xfrm>
              <a:off x="4373244" y="9626431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39" name="pl11539"/>
            <p:cNvSpPr/>
            <p:nvPr/>
          </p:nvSpPr>
          <p:spPr>
            <a:xfrm>
              <a:off x="4373244" y="9626431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0" name="pl11540"/>
            <p:cNvSpPr/>
            <p:nvPr/>
          </p:nvSpPr>
          <p:spPr>
            <a:xfrm>
              <a:off x="4373244" y="9626431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1" name="pl11541"/>
            <p:cNvSpPr/>
            <p:nvPr/>
          </p:nvSpPr>
          <p:spPr>
            <a:xfrm>
              <a:off x="4373244" y="9626431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2" name="pl11542"/>
            <p:cNvSpPr/>
            <p:nvPr/>
          </p:nvSpPr>
          <p:spPr>
            <a:xfrm>
              <a:off x="4373244" y="9626431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3" name="pl11543"/>
            <p:cNvSpPr/>
            <p:nvPr/>
          </p:nvSpPr>
          <p:spPr>
            <a:xfrm>
              <a:off x="4373244" y="9626431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4" name="pl11544"/>
            <p:cNvSpPr/>
            <p:nvPr/>
          </p:nvSpPr>
          <p:spPr>
            <a:xfrm>
              <a:off x="4373244" y="9626431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5" name="pl11545"/>
            <p:cNvSpPr/>
            <p:nvPr/>
          </p:nvSpPr>
          <p:spPr>
            <a:xfrm>
              <a:off x="5263166" y="979182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6" name="pl11546"/>
            <p:cNvSpPr/>
            <p:nvPr/>
          </p:nvSpPr>
          <p:spPr>
            <a:xfrm>
              <a:off x="4580528" y="922278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7" name="pl11547"/>
            <p:cNvSpPr/>
            <p:nvPr/>
          </p:nvSpPr>
          <p:spPr>
            <a:xfrm>
              <a:off x="4597137" y="918578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8" name="pl11548"/>
            <p:cNvSpPr/>
            <p:nvPr/>
          </p:nvSpPr>
          <p:spPr>
            <a:xfrm>
              <a:off x="4913739" y="1033164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49" name="pl11549"/>
            <p:cNvSpPr/>
            <p:nvPr/>
          </p:nvSpPr>
          <p:spPr>
            <a:xfrm>
              <a:off x="4573216" y="1047850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0" name="pl11550"/>
            <p:cNvSpPr/>
            <p:nvPr/>
          </p:nvSpPr>
          <p:spPr>
            <a:xfrm>
              <a:off x="4367198" y="9618620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1" name="pl11551"/>
            <p:cNvSpPr/>
            <p:nvPr/>
          </p:nvSpPr>
          <p:spPr>
            <a:xfrm>
              <a:off x="4419855" y="971368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2" name="pl11552"/>
            <p:cNvSpPr/>
            <p:nvPr/>
          </p:nvSpPr>
          <p:spPr>
            <a:xfrm>
              <a:off x="3671412" y="990088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3" name="pl11553"/>
            <p:cNvSpPr/>
            <p:nvPr/>
          </p:nvSpPr>
          <p:spPr>
            <a:xfrm>
              <a:off x="4351146" y="984283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4" name="pl11554"/>
            <p:cNvSpPr/>
            <p:nvPr/>
          </p:nvSpPr>
          <p:spPr>
            <a:xfrm>
              <a:off x="4341793" y="9702925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5" name="pl11555"/>
            <p:cNvSpPr/>
            <p:nvPr/>
          </p:nvSpPr>
          <p:spPr>
            <a:xfrm>
              <a:off x="4400792" y="984283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6" name="pl11556"/>
            <p:cNvSpPr/>
            <p:nvPr/>
          </p:nvSpPr>
          <p:spPr>
            <a:xfrm>
              <a:off x="4366519" y="9721307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7" name="pl11557"/>
            <p:cNvSpPr/>
            <p:nvPr/>
          </p:nvSpPr>
          <p:spPr>
            <a:xfrm>
              <a:off x="4377170" y="984283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8" name="pl11558"/>
            <p:cNvSpPr/>
            <p:nvPr/>
          </p:nvSpPr>
          <p:spPr>
            <a:xfrm>
              <a:off x="4464671" y="967012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59" name="pl11559"/>
            <p:cNvSpPr/>
            <p:nvPr/>
          </p:nvSpPr>
          <p:spPr>
            <a:xfrm>
              <a:off x="4469298" y="965000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0" name="pl11560"/>
            <p:cNvSpPr/>
            <p:nvPr/>
          </p:nvSpPr>
          <p:spPr>
            <a:xfrm>
              <a:off x="4567314" y="974012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1" name="pl11561"/>
            <p:cNvSpPr/>
            <p:nvPr/>
          </p:nvSpPr>
          <p:spPr>
            <a:xfrm>
              <a:off x="4356799" y="9750532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2" name="pl11562"/>
            <p:cNvSpPr/>
            <p:nvPr/>
          </p:nvSpPr>
          <p:spPr>
            <a:xfrm>
              <a:off x="4378285" y="9750532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3" name="pl11563"/>
            <p:cNvSpPr/>
            <p:nvPr/>
          </p:nvSpPr>
          <p:spPr>
            <a:xfrm>
              <a:off x="4367113" y="9750532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4" name="pl11564"/>
            <p:cNvSpPr/>
            <p:nvPr/>
          </p:nvSpPr>
          <p:spPr>
            <a:xfrm>
              <a:off x="4371615" y="9750532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5" name="pl11565"/>
            <p:cNvSpPr/>
            <p:nvPr/>
          </p:nvSpPr>
          <p:spPr>
            <a:xfrm>
              <a:off x="4377883" y="9750532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6" name="pl11566"/>
            <p:cNvSpPr/>
            <p:nvPr/>
          </p:nvSpPr>
          <p:spPr>
            <a:xfrm>
              <a:off x="4378285" y="9749754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7" name="pl11567"/>
            <p:cNvSpPr/>
            <p:nvPr/>
          </p:nvSpPr>
          <p:spPr>
            <a:xfrm>
              <a:off x="4377315" y="968103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8" name="pl11568"/>
            <p:cNvSpPr/>
            <p:nvPr/>
          </p:nvSpPr>
          <p:spPr>
            <a:xfrm>
              <a:off x="4337201" y="9750532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69" name="pl11569"/>
            <p:cNvSpPr/>
            <p:nvPr/>
          </p:nvSpPr>
          <p:spPr>
            <a:xfrm>
              <a:off x="4378285" y="9750532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0" name="pl11570"/>
            <p:cNvSpPr/>
            <p:nvPr/>
          </p:nvSpPr>
          <p:spPr>
            <a:xfrm>
              <a:off x="4369782" y="9750532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1" name="pl11571"/>
            <p:cNvSpPr/>
            <p:nvPr/>
          </p:nvSpPr>
          <p:spPr>
            <a:xfrm>
              <a:off x="4360892" y="9750532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2" name="pl11572"/>
            <p:cNvSpPr/>
            <p:nvPr/>
          </p:nvSpPr>
          <p:spPr>
            <a:xfrm>
              <a:off x="4289587" y="10494632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3" name="pl11573"/>
            <p:cNvSpPr/>
            <p:nvPr/>
          </p:nvSpPr>
          <p:spPr>
            <a:xfrm>
              <a:off x="4380007" y="964998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4" name="pl11574"/>
            <p:cNvSpPr/>
            <p:nvPr/>
          </p:nvSpPr>
          <p:spPr>
            <a:xfrm>
              <a:off x="4394770" y="969857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5" name="pl11575"/>
            <p:cNvSpPr/>
            <p:nvPr/>
          </p:nvSpPr>
          <p:spPr>
            <a:xfrm>
              <a:off x="4394770" y="969857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6" name="pl11576"/>
            <p:cNvSpPr/>
            <p:nvPr/>
          </p:nvSpPr>
          <p:spPr>
            <a:xfrm>
              <a:off x="4387101" y="969857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7" name="pl11577"/>
            <p:cNvSpPr/>
            <p:nvPr/>
          </p:nvSpPr>
          <p:spPr>
            <a:xfrm>
              <a:off x="4394770" y="968924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8" name="pl11578"/>
            <p:cNvSpPr/>
            <p:nvPr/>
          </p:nvSpPr>
          <p:spPr>
            <a:xfrm>
              <a:off x="4374118" y="964333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79" name="pl11579"/>
            <p:cNvSpPr/>
            <p:nvPr/>
          </p:nvSpPr>
          <p:spPr>
            <a:xfrm>
              <a:off x="4393753" y="969857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0" name="pl11580"/>
            <p:cNvSpPr/>
            <p:nvPr/>
          </p:nvSpPr>
          <p:spPr>
            <a:xfrm>
              <a:off x="4377454" y="969032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1" name="pl11581"/>
            <p:cNvSpPr/>
            <p:nvPr/>
          </p:nvSpPr>
          <p:spPr>
            <a:xfrm>
              <a:off x="4388371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2" name="pl11582"/>
            <p:cNvSpPr/>
            <p:nvPr/>
          </p:nvSpPr>
          <p:spPr>
            <a:xfrm>
              <a:off x="4394770" y="969857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3" name="pl11583"/>
            <p:cNvSpPr/>
            <p:nvPr/>
          </p:nvSpPr>
          <p:spPr>
            <a:xfrm>
              <a:off x="4394770" y="969857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4" name="pl11584"/>
            <p:cNvSpPr/>
            <p:nvPr/>
          </p:nvSpPr>
          <p:spPr>
            <a:xfrm>
              <a:off x="4374625" y="969857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5" name="pl11585"/>
            <p:cNvSpPr/>
            <p:nvPr/>
          </p:nvSpPr>
          <p:spPr>
            <a:xfrm>
              <a:off x="4381099" y="9667996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6" name="pl11586"/>
            <p:cNvSpPr/>
            <p:nvPr/>
          </p:nvSpPr>
          <p:spPr>
            <a:xfrm>
              <a:off x="4390656" y="968724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7" name="pl11587"/>
            <p:cNvSpPr/>
            <p:nvPr/>
          </p:nvSpPr>
          <p:spPr>
            <a:xfrm>
              <a:off x="4394770" y="969857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8" name="pl11588"/>
            <p:cNvSpPr/>
            <p:nvPr/>
          </p:nvSpPr>
          <p:spPr>
            <a:xfrm>
              <a:off x="4375355" y="969432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89" name="pl11589"/>
            <p:cNvSpPr/>
            <p:nvPr/>
          </p:nvSpPr>
          <p:spPr>
            <a:xfrm>
              <a:off x="4394770" y="969857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0" name="pl11590"/>
            <p:cNvSpPr/>
            <p:nvPr/>
          </p:nvSpPr>
          <p:spPr>
            <a:xfrm>
              <a:off x="4394770" y="969857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1" name="pl11591"/>
            <p:cNvSpPr/>
            <p:nvPr/>
          </p:nvSpPr>
          <p:spPr>
            <a:xfrm>
              <a:off x="4377315" y="968103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2" name="pl11592"/>
            <p:cNvSpPr/>
            <p:nvPr/>
          </p:nvSpPr>
          <p:spPr>
            <a:xfrm>
              <a:off x="4381417" y="969857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3" name="pl11593"/>
            <p:cNvSpPr/>
            <p:nvPr/>
          </p:nvSpPr>
          <p:spPr>
            <a:xfrm>
              <a:off x="4383408" y="969857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4" name="pl11594"/>
            <p:cNvSpPr/>
            <p:nvPr/>
          </p:nvSpPr>
          <p:spPr>
            <a:xfrm>
              <a:off x="4384636" y="969127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5" name="pl11595"/>
            <p:cNvSpPr/>
            <p:nvPr/>
          </p:nvSpPr>
          <p:spPr>
            <a:xfrm>
              <a:off x="4365016" y="969656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6" name="pl11596"/>
            <p:cNvSpPr/>
            <p:nvPr/>
          </p:nvSpPr>
          <p:spPr>
            <a:xfrm>
              <a:off x="4394770" y="969857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7" name="pl11597"/>
            <p:cNvSpPr/>
            <p:nvPr/>
          </p:nvSpPr>
          <p:spPr>
            <a:xfrm>
              <a:off x="4384420" y="9664771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8" name="pl11598"/>
            <p:cNvSpPr/>
            <p:nvPr/>
          </p:nvSpPr>
          <p:spPr>
            <a:xfrm>
              <a:off x="4394770" y="969588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599" name="pl11599"/>
            <p:cNvSpPr/>
            <p:nvPr/>
          </p:nvSpPr>
          <p:spPr>
            <a:xfrm>
              <a:off x="4385564" y="9697899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0" name="pl11600"/>
            <p:cNvSpPr/>
            <p:nvPr/>
          </p:nvSpPr>
          <p:spPr>
            <a:xfrm>
              <a:off x="4381021" y="9697695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1" name="pl11601"/>
            <p:cNvSpPr/>
            <p:nvPr/>
          </p:nvSpPr>
          <p:spPr>
            <a:xfrm>
              <a:off x="4391575" y="969857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2" name="pl11602"/>
            <p:cNvSpPr/>
            <p:nvPr/>
          </p:nvSpPr>
          <p:spPr>
            <a:xfrm>
              <a:off x="4378767" y="969857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3" name="pl11603"/>
            <p:cNvSpPr/>
            <p:nvPr/>
          </p:nvSpPr>
          <p:spPr>
            <a:xfrm>
              <a:off x="4377320" y="969764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4" name="pl11604"/>
            <p:cNvSpPr/>
            <p:nvPr/>
          </p:nvSpPr>
          <p:spPr>
            <a:xfrm>
              <a:off x="4391616" y="969549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5" name="pl11605"/>
            <p:cNvSpPr/>
            <p:nvPr/>
          </p:nvSpPr>
          <p:spPr>
            <a:xfrm>
              <a:off x="4394770" y="9688746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6" name="pl11606"/>
            <p:cNvSpPr/>
            <p:nvPr/>
          </p:nvSpPr>
          <p:spPr>
            <a:xfrm>
              <a:off x="4394770" y="9692231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7" name="pl11607"/>
            <p:cNvSpPr/>
            <p:nvPr/>
          </p:nvSpPr>
          <p:spPr>
            <a:xfrm>
              <a:off x="4566609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8" name="pl11608"/>
            <p:cNvSpPr/>
            <p:nvPr/>
          </p:nvSpPr>
          <p:spPr>
            <a:xfrm>
              <a:off x="4413446" y="9717493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09" name="pl11609"/>
            <p:cNvSpPr/>
            <p:nvPr/>
          </p:nvSpPr>
          <p:spPr>
            <a:xfrm>
              <a:off x="4398024" y="9717493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0" name="pl11610"/>
            <p:cNvSpPr/>
            <p:nvPr/>
          </p:nvSpPr>
          <p:spPr>
            <a:xfrm>
              <a:off x="4407140" y="9717845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1" name="pl11611"/>
            <p:cNvSpPr/>
            <p:nvPr/>
          </p:nvSpPr>
          <p:spPr>
            <a:xfrm>
              <a:off x="4558635" y="9262943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2" name="pl11612"/>
            <p:cNvSpPr/>
            <p:nvPr/>
          </p:nvSpPr>
          <p:spPr>
            <a:xfrm>
              <a:off x="4374590" y="9460676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3" name="pl11613"/>
            <p:cNvSpPr/>
            <p:nvPr/>
          </p:nvSpPr>
          <p:spPr>
            <a:xfrm>
              <a:off x="4553539" y="974012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4" name="pl11614"/>
            <p:cNvSpPr/>
            <p:nvPr/>
          </p:nvSpPr>
          <p:spPr>
            <a:xfrm>
              <a:off x="4567314" y="974012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5" name="pl11615"/>
            <p:cNvSpPr/>
            <p:nvPr/>
          </p:nvSpPr>
          <p:spPr>
            <a:xfrm>
              <a:off x="4177298" y="969662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6" name="pl11616"/>
            <p:cNvSpPr/>
            <p:nvPr/>
          </p:nvSpPr>
          <p:spPr>
            <a:xfrm>
              <a:off x="4432436" y="973847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7" name="pl11617"/>
            <p:cNvSpPr/>
            <p:nvPr/>
          </p:nvSpPr>
          <p:spPr>
            <a:xfrm>
              <a:off x="4726081" y="1043842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8" name="pl11618"/>
            <p:cNvSpPr/>
            <p:nvPr/>
          </p:nvSpPr>
          <p:spPr>
            <a:xfrm>
              <a:off x="4326271" y="971886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19" name="pl11619"/>
            <p:cNvSpPr/>
            <p:nvPr/>
          </p:nvSpPr>
          <p:spPr>
            <a:xfrm>
              <a:off x="4327974" y="971886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0" name="pl11620"/>
            <p:cNvSpPr/>
            <p:nvPr/>
          </p:nvSpPr>
          <p:spPr>
            <a:xfrm>
              <a:off x="4278938" y="9208838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1" name="pl11621"/>
            <p:cNvSpPr/>
            <p:nvPr/>
          </p:nvSpPr>
          <p:spPr>
            <a:xfrm>
              <a:off x="4496434" y="9388928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2" name="pl11622"/>
            <p:cNvSpPr/>
            <p:nvPr/>
          </p:nvSpPr>
          <p:spPr>
            <a:xfrm>
              <a:off x="4442845" y="934083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3" name="pl11623"/>
            <p:cNvSpPr/>
            <p:nvPr/>
          </p:nvSpPr>
          <p:spPr>
            <a:xfrm>
              <a:off x="4487625" y="935127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4" name="pl11624"/>
            <p:cNvSpPr/>
            <p:nvPr/>
          </p:nvSpPr>
          <p:spPr>
            <a:xfrm>
              <a:off x="4494533" y="934192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5" name="pl11625"/>
            <p:cNvSpPr/>
            <p:nvPr/>
          </p:nvSpPr>
          <p:spPr>
            <a:xfrm>
              <a:off x="4475785" y="9310459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6" name="pl11626"/>
            <p:cNvSpPr/>
            <p:nvPr/>
          </p:nvSpPr>
          <p:spPr>
            <a:xfrm>
              <a:off x="4397054" y="9754840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7" name="pl11627"/>
            <p:cNvSpPr/>
            <p:nvPr/>
          </p:nvSpPr>
          <p:spPr>
            <a:xfrm>
              <a:off x="3996871" y="899632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8" name="pl11628"/>
            <p:cNvSpPr/>
            <p:nvPr/>
          </p:nvSpPr>
          <p:spPr>
            <a:xfrm>
              <a:off x="3973449" y="902363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29" name="pl11629"/>
            <p:cNvSpPr/>
            <p:nvPr/>
          </p:nvSpPr>
          <p:spPr>
            <a:xfrm>
              <a:off x="4479158" y="939630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0" name="pl11630"/>
            <p:cNvSpPr/>
            <p:nvPr/>
          </p:nvSpPr>
          <p:spPr>
            <a:xfrm>
              <a:off x="4317668" y="956211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1" name="pl11631"/>
            <p:cNvSpPr/>
            <p:nvPr/>
          </p:nvSpPr>
          <p:spPr>
            <a:xfrm>
              <a:off x="4315374" y="957162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2" name="pl11632"/>
            <p:cNvSpPr/>
            <p:nvPr/>
          </p:nvSpPr>
          <p:spPr>
            <a:xfrm>
              <a:off x="3668873" y="9918078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3" name="pl11633"/>
            <p:cNvSpPr/>
            <p:nvPr/>
          </p:nvSpPr>
          <p:spPr>
            <a:xfrm>
              <a:off x="4496012" y="9375726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4" name="pl11634"/>
            <p:cNvSpPr/>
            <p:nvPr/>
          </p:nvSpPr>
          <p:spPr>
            <a:xfrm>
              <a:off x="4495657" y="927175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5" name="pl11635"/>
            <p:cNvSpPr/>
            <p:nvPr/>
          </p:nvSpPr>
          <p:spPr>
            <a:xfrm>
              <a:off x="4495809" y="928719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6" name="pl11636"/>
            <p:cNvSpPr/>
            <p:nvPr/>
          </p:nvSpPr>
          <p:spPr>
            <a:xfrm>
              <a:off x="4543277" y="8814325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7" name="pl11637"/>
            <p:cNvSpPr/>
            <p:nvPr/>
          </p:nvSpPr>
          <p:spPr>
            <a:xfrm>
              <a:off x="3753014" y="9318000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8" name="pl11638"/>
            <p:cNvSpPr/>
            <p:nvPr/>
          </p:nvSpPr>
          <p:spPr>
            <a:xfrm>
              <a:off x="3739245" y="932085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39" name="pl11639"/>
            <p:cNvSpPr/>
            <p:nvPr/>
          </p:nvSpPr>
          <p:spPr>
            <a:xfrm>
              <a:off x="3739738" y="933204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0" name="pl11640"/>
            <p:cNvSpPr/>
            <p:nvPr/>
          </p:nvSpPr>
          <p:spPr>
            <a:xfrm>
              <a:off x="4496741" y="9460676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1" name="pl11641"/>
            <p:cNvSpPr/>
            <p:nvPr/>
          </p:nvSpPr>
          <p:spPr>
            <a:xfrm>
              <a:off x="4563325" y="9513265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2" name="pl11642"/>
            <p:cNvSpPr/>
            <p:nvPr/>
          </p:nvSpPr>
          <p:spPr>
            <a:xfrm>
              <a:off x="4563325" y="947888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3" name="pl11643"/>
            <p:cNvSpPr/>
            <p:nvPr/>
          </p:nvSpPr>
          <p:spPr>
            <a:xfrm>
              <a:off x="4563325" y="9493828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4" name="pl11644"/>
            <p:cNvSpPr/>
            <p:nvPr/>
          </p:nvSpPr>
          <p:spPr>
            <a:xfrm>
              <a:off x="4610177" y="9119680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5" name="pl11645"/>
            <p:cNvSpPr/>
            <p:nvPr/>
          </p:nvSpPr>
          <p:spPr>
            <a:xfrm>
              <a:off x="4366534" y="999724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6" name="pl11646"/>
            <p:cNvSpPr/>
            <p:nvPr/>
          </p:nvSpPr>
          <p:spPr>
            <a:xfrm>
              <a:off x="4484027" y="974605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7" name="pl11647"/>
            <p:cNvSpPr/>
            <p:nvPr/>
          </p:nvSpPr>
          <p:spPr>
            <a:xfrm>
              <a:off x="4482676" y="9748089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8" name="pl11648"/>
            <p:cNvSpPr/>
            <p:nvPr/>
          </p:nvSpPr>
          <p:spPr>
            <a:xfrm>
              <a:off x="4310805" y="994198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49" name="pl11649"/>
            <p:cNvSpPr/>
            <p:nvPr/>
          </p:nvSpPr>
          <p:spPr>
            <a:xfrm>
              <a:off x="4334120" y="994198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0" name="pl11650"/>
            <p:cNvSpPr/>
            <p:nvPr/>
          </p:nvSpPr>
          <p:spPr>
            <a:xfrm>
              <a:off x="4302266" y="994198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1" name="pl11651"/>
            <p:cNvSpPr/>
            <p:nvPr/>
          </p:nvSpPr>
          <p:spPr>
            <a:xfrm>
              <a:off x="4346658" y="994198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2" name="pl11652"/>
            <p:cNvSpPr/>
            <p:nvPr/>
          </p:nvSpPr>
          <p:spPr>
            <a:xfrm>
              <a:off x="4326809" y="994198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3" name="pl11653"/>
            <p:cNvSpPr/>
            <p:nvPr/>
          </p:nvSpPr>
          <p:spPr>
            <a:xfrm>
              <a:off x="4421168" y="9726076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4" name="pl11654"/>
            <p:cNvSpPr/>
            <p:nvPr/>
          </p:nvSpPr>
          <p:spPr>
            <a:xfrm>
              <a:off x="4442491" y="973547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5" name="pl11655"/>
            <p:cNvSpPr/>
            <p:nvPr/>
          </p:nvSpPr>
          <p:spPr>
            <a:xfrm>
              <a:off x="4428844" y="9814498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6" name="pl11656"/>
            <p:cNvSpPr/>
            <p:nvPr/>
          </p:nvSpPr>
          <p:spPr>
            <a:xfrm>
              <a:off x="4251689" y="916245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7" name="pl11657"/>
            <p:cNvSpPr/>
            <p:nvPr/>
          </p:nvSpPr>
          <p:spPr>
            <a:xfrm>
              <a:off x="4261791" y="9181985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8" name="pl11658"/>
            <p:cNvSpPr/>
            <p:nvPr/>
          </p:nvSpPr>
          <p:spPr>
            <a:xfrm>
              <a:off x="4781931" y="9704363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59" name="pl11659"/>
            <p:cNvSpPr/>
            <p:nvPr/>
          </p:nvSpPr>
          <p:spPr>
            <a:xfrm>
              <a:off x="4781931" y="9704363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0" name="pl11660"/>
            <p:cNvSpPr/>
            <p:nvPr/>
          </p:nvSpPr>
          <p:spPr>
            <a:xfrm>
              <a:off x="4781931" y="9704363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1" name="pl11661"/>
            <p:cNvSpPr/>
            <p:nvPr/>
          </p:nvSpPr>
          <p:spPr>
            <a:xfrm>
              <a:off x="4472279" y="952082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2" name="pl11662"/>
            <p:cNvSpPr/>
            <p:nvPr/>
          </p:nvSpPr>
          <p:spPr>
            <a:xfrm>
              <a:off x="4464671" y="9682283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3" name="pl11663"/>
            <p:cNvSpPr/>
            <p:nvPr/>
          </p:nvSpPr>
          <p:spPr>
            <a:xfrm>
              <a:off x="4415238" y="982217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4" name="pl11664"/>
            <p:cNvSpPr/>
            <p:nvPr/>
          </p:nvSpPr>
          <p:spPr>
            <a:xfrm>
              <a:off x="4414220" y="982217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5" name="pl11665"/>
            <p:cNvSpPr/>
            <p:nvPr/>
          </p:nvSpPr>
          <p:spPr>
            <a:xfrm>
              <a:off x="4469298" y="9666378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6" name="pl11666"/>
            <p:cNvSpPr/>
            <p:nvPr/>
          </p:nvSpPr>
          <p:spPr>
            <a:xfrm>
              <a:off x="4421168" y="971104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7" name="pl11667"/>
            <p:cNvSpPr/>
            <p:nvPr/>
          </p:nvSpPr>
          <p:spPr>
            <a:xfrm>
              <a:off x="4435916" y="967012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8" name="pl11668"/>
            <p:cNvSpPr/>
            <p:nvPr/>
          </p:nvSpPr>
          <p:spPr>
            <a:xfrm>
              <a:off x="4711664" y="8839180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69" name="pl11669"/>
            <p:cNvSpPr/>
            <p:nvPr/>
          </p:nvSpPr>
          <p:spPr>
            <a:xfrm>
              <a:off x="4361102" y="952082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0" name="pl11670"/>
            <p:cNvSpPr/>
            <p:nvPr/>
          </p:nvSpPr>
          <p:spPr>
            <a:xfrm>
              <a:off x="4336215" y="949254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1" name="pl11671"/>
            <p:cNvSpPr/>
            <p:nvPr/>
          </p:nvSpPr>
          <p:spPr>
            <a:xfrm>
              <a:off x="4407475" y="9702769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2" name="pl11672"/>
            <p:cNvSpPr/>
            <p:nvPr/>
          </p:nvSpPr>
          <p:spPr>
            <a:xfrm>
              <a:off x="3623460" y="972450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3" name="pl11673"/>
            <p:cNvSpPr/>
            <p:nvPr/>
          </p:nvSpPr>
          <p:spPr>
            <a:xfrm>
              <a:off x="3623488" y="9735657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4" name="pl11674"/>
            <p:cNvSpPr/>
            <p:nvPr/>
          </p:nvSpPr>
          <p:spPr>
            <a:xfrm>
              <a:off x="4421168" y="9726076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5" name="pl11675"/>
            <p:cNvSpPr/>
            <p:nvPr/>
          </p:nvSpPr>
          <p:spPr>
            <a:xfrm>
              <a:off x="4428581" y="973458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6" name="pl11676"/>
            <p:cNvSpPr/>
            <p:nvPr/>
          </p:nvSpPr>
          <p:spPr>
            <a:xfrm>
              <a:off x="4496741" y="939634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7" name="pl11677"/>
            <p:cNvSpPr/>
            <p:nvPr/>
          </p:nvSpPr>
          <p:spPr>
            <a:xfrm>
              <a:off x="4366798" y="969662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8" name="pl11678"/>
            <p:cNvSpPr/>
            <p:nvPr/>
          </p:nvSpPr>
          <p:spPr>
            <a:xfrm>
              <a:off x="4470329" y="940345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79" name="pl11679"/>
            <p:cNvSpPr/>
            <p:nvPr/>
          </p:nvSpPr>
          <p:spPr>
            <a:xfrm>
              <a:off x="4658038" y="9647172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0" name="pl11680"/>
            <p:cNvSpPr/>
            <p:nvPr/>
          </p:nvSpPr>
          <p:spPr>
            <a:xfrm>
              <a:off x="4622020" y="973142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1" name="pl11681"/>
            <p:cNvSpPr/>
            <p:nvPr/>
          </p:nvSpPr>
          <p:spPr>
            <a:xfrm>
              <a:off x="4477196" y="987284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2" name="pl11682"/>
            <p:cNvSpPr/>
            <p:nvPr/>
          </p:nvSpPr>
          <p:spPr>
            <a:xfrm>
              <a:off x="4570054" y="981112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3" name="pl11683"/>
            <p:cNvSpPr/>
            <p:nvPr/>
          </p:nvSpPr>
          <p:spPr>
            <a:xfrm>
              <a:off x="4417306" y="9726076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4" name="pl11684"/>
            <p:cNvSpPr/>
            <p:nvPr/>
          </p:nvSpPr>
          <p:spPr>
            <a:xfrm>
              <a:off x="3753014" y="933204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5" name="pl11685"/>
            <p:cNvSpPr/>
            <p:nvPr/>
          </p:nvSpPr>
          <p:spPr>
            <a:xfrm>
              <a:off x="4321452" y="9553704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6" name="pl11686"/>
            <p:cNvSpPr/>
            <p:nvPr/>
          </p:nvSpPr>
          <p:spPr>
            <a:xfrm>
              <a:off x="4323160" y="9553704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7" name="pl11687"/>
            <p:cNvSpPr/>
            <p:nvPr/>
          </p:nvSpPr>
          <p:spPr>
            <a:xfrm>
              <a:off x="4323160" y="950841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8" name="pl11688"/>
            <p:cNvSpPr/>
            <p:nvPr/>
          </p:nvSpPr>
          <p:spPr>
            <a:xfrm>
              <a:off x="4323160" y="955119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89" name="pl11689"/>
            <p:cNvSpPr/>
            <p:nvPr/>
          </p:nvSpPr>
          <p:spPr>
            <a:xfrm>
              <a:off x="4323160" y="9537800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0" name="pl11690"/>
            <p:cNvSpPr/>
            <p:nvPr/>
          </p:nvSpPr>
          <p:spPr>
            <a:xfrm>
              <a:off x="4323160" y="954995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1" name="pl11691"/>
            <p:cNvSpPr/>
            <p:nvPr/>
          </p:nvSpPr>
          <p:spPr>
            <a:xfrm>
              <a:off x="4373354" y="970683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2" name="pl11692"/>
            <p:cNvSpPr/>
            <p:nvPr/>
          </p:nvSpPr>
          <p:spPr>
            <a:xfrm>
              <a:off x="4388371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3" name="pl11693"/>
            <p:cNvSpPr/>
            <p:nvPr/>
          </p:nvSpPr>
          <p:spPr>
            <a:xfrm>
              <a:off x="4366688" y="970683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4" name="pl11694"/>
            <p:cNvSpPr/>
            <p:nvPr/>
          </p:nvSpPr>
          <p:spPr>
            <a:xfrm>
              <a:off x="4386214" y="970683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5" name="pl11695"/>
            <p:cNvSpPr/>
            <p:nvPr/>
          </p:nvSpPr>
          <p:spPr>
            <a:xfrm>
              <a:off x="4408403" y="970394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6" name="pl11696"/>
            <p:cNvSpPr/>
            <p:nvPr/>
          </p:nvSpPr>
          <p:spPr>
            <a:xfrm>
              <a:off x="4467421" y="989620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7" name="pl11697"/>
            <p:cNvSpPr/>
            <p:nvPr/>
          </p:nvSpPr>
          <p:spPr>
            <a:xfrm>
              <a:off x="4566609" y="952082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8" name="pl11698"/>
            <p:cNvSpPr/>
            <p:nvPr/>
          </p:nvSpPr>
          <p:spPr>
            <a:xfrm>
              <a:off x="3642885" y="9475234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699" name="pl11699"/>
            <p:cNvSpPr/>
            <p:nvPr/>
          </p:nvSpPr>
          <p:spPr>
            <a:xfrm>
              <a:off x="4531410" y="930932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0" name="pl11700"/>
            <p:cNvSpPr/>
            <p:nvPr/>
          </p:nvSpPr>
          <p:spPr>
            <a:xfrm>
              <a:off x="4496741" y="936149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1" name="pl11701"/>
            <p:cNvSpPr/>
            <p:nvPr/>
          </p:nvSpPr>
          <p:spPr>
            <a:xfrm>
              <a:off x="4531410" y="931076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2" name="pl11702"/>
            <p:cNvSpPr/>
            <p:nvPr/>
          </p:nvSpPr>
          <p:spPr>
            <a:xfrm>
              <a:off x="4531410" y="930737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3" name="pl11703"/>
            <p:cNvSpPr/>
            <p:nvPr/>
          </p:nvSpPr>
          <p:spPr>
            <a:xfrm>
              <a:off x="4416089" y="9678330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4" name="pl11704"/>
            <p:cNvSpPr/>
            <p:nvPr/>
          </p:nvSpPr>
          <p:spPr>
            <a:xfrm>
              <a:off x="4421454" y="975170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5" name="pl11705"/>
            <p:cNvSpPr/>
            <p:nvPr/>
          </p:nvSpPr>
          <p:spPr>
            <a:xfrm>
              <a:off x="4421168" y="9726076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6" name="pl11706"/>
            <p:cNvSpPr/>
            <p:nvPr/>
          </p:nvSpPr>
          <p:spPr>
            <a:xfrm>
              <a:off x="4419668" y="975170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7" name="pl11707"/>
            <p:cNvSpPr/>
            <p:nvPr/>
          </p:nvSpPr>
          <p:spPr>
            <a:xfrm>
              <a:off x="5054753" y="9055080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8" name="pl11708"/>
            <p:cNvSpPr/>
            <p:nvPr/>
          </p:nvSpPr>
          <p:spPr>
            <a:xfrm>
              <a:off x="4567314" y="973747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09" name="pl11709"/>
            <p:cNvSpPr/>
            <p:nvPr/>
          </p:nvSpPr>
          <p:spPr>
            <a:xfrm>
              <a:off x="5146505" y="916136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0" name="pl11710"/>
            <p:cNvSpPr/>
            <p:nvPr/>
          </p:nvSpPr>
          <p:spPr>
            <a:xfrm>
              <a:off x="4496035" y="975019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1" name="pl11711"/>
            <p:cNvSpPr/>
            <p:nvPr/>
          </p:nvSpPr>
          <p:spPr>
            <a:xfrm>
              <a:off x="4484027" y="974605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2" name="pl11712"/>
            <p:cNvSpPr/>
            <p:nvPr/>
          </p:nvSpPr>
          <p:spPr>
            <a:xfrm>
              <a:off x="4482676" y="9748089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3" name="pl11713"/>
            <p:cNvSpPr/>
            <p:nvPr/>
          </p:nvSpPr>
          <p:spPr>
            <a:xfrm>
              <a:off x="4782380" y="889062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4" name="pl11714"/>
            <p:cNvSpPr/>
            <p:nvPr/>
          </p:nvSpPr>
          <p:spPr>
            <a:xfrm>
              <a:off x="4315374" y="958203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5" name="pl11715"/>
            <p:cNvSpPr/>
            <p:nvPr/>
          </p:nvSpPr>
          <p:spPr>
            <a:xfrm>
              <a:off x="4315374" y="954087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6" name="pl11716"/>
            <p:cNvSpPr/>
            <p:nvPr/>
          </p:nvSpPr>
          <p:spPr>
            <a:xfrm>
              <a:off x="4315374" y="9538266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7" name="pl11717"/>
            <p:cNvSpPr/>
            <p:nvPr/>
          </p:nvSpPr>
          <p:spPr>
            <a:xfrm>
              <a:off x="4315374" y="954687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8" name="pl11718"/>
            <p:cNvSpPr/>
            <p:nvPr/>
          </p:nvSpPr>
          <p:spPr>
            <a:xfrm>
              <a:off x="4315374" y="950848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19" name="pl11719"/>
            <p:cNvSpPr/>
            <p:nvPr/>
          </p:nvSpPr>
          <p:spPr>
            <a:xfrm>
              <a:off x="4275013" y="956163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0" name="pl11720"/>
            <p:cNvSpPr/>
            <p:nvPr/>
          </p:nvSpPr>
          <p:spPr>
            <a:xfrm>
              <a:off x="4283411" y="957146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1" name="pl11721"/>
            <p:cNvSpPr/>
            <p:nvPr/>
          </p:nvSpPr>
          <p:spPr>
            <a:xfrm>
              <a:off x="4315374" y="9509491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2" name="pl11722"/>
            <p:cNvSpPr/>
            <p:nvPr/>
          </p:nvSpPr>
          <p:spPr>
            <a:xfrm>
              <a:off x="4176473" y="9157053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3" name="pl11723"/>
            <p:cNvSpPr/>
            <p:nvPr/>
          </p:nvSpPr>
          <p:spPr>
            <a:xfrm>
              <a:off x="3965785" y="908166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4" name="pl11724"/>
            <p:cNvSpPr/>
            <p:nvPr/>
          </p:nvSpPr>
          <p:spPr>
            <a:xfrm>
              <a:off x="3976960" y="908811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5" name="pl11725"/>
            <p:cNvSpPr/>
            <p:nvPr/>
          </p:nvSpPr>
          <p:spPr>
            <a:xfrm>
              <a:off x="3996871" y="903783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6" name="pl11726"/>
            <p:cNvSpPr/>
            <p:nvPr/>
          </p:nvSpPr>
          <p:spPr>
            <a:xfrm>
              <a:off x="4010962" y="908811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7" name="pl11727"/>
            <p:cNvSpPr/>
            <p:nvPr/>
          </p:nvSpPr>
          <p:spPr>
            <a:xfrm>
              <a:off x="3995567" y="9086662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8" name="pl11728"/>
            <p:cNvSpPr/>
            <p:nvPr/>
          </p:nvSpPr>
          <p:spPr>
            <a:xfrm>
              <a:off x="4421168" y="9726076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29" name="pl11729"/>
            <p:cNvSpPr/>
            <p:nvPr/>
          </p:nvSpPr>
          <p:spPr>
            <a:xfrm>
              <a:off x="4407363" y="967262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0" name="pl11730"/>
            <p:cNvSpPr/>
            <p:nvPr/>
          </p:nvSpPr>
          <p:spPr>
            <a:xfrm>
              <a:off x="4449889" y="967012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1" name="pl11731"/>
            <p:cNvSpPr/>
            <p:nvPr/>
          </p:nvSpPr>
          <p:spPr>
            <a:xfrm>
              <a:off x="4496741" y="9411993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2" name="pl11732"/>
            <p:cNvSpPr/>
            <p:nvPr/>
          </p:nvSpPr>
          <p:spPr>
            <a:xfrm>
              <a:off x="3719101" y="998170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3" name="pl11733"/>
            <p:cNvSpPr/>
            <p:nvPr/>
          </p:nvSpPr>
          <p:spPr>
            <a:xfrm>
              <a:off x="4566609" y="946353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4" name="pl11734"/>
            <p:cNvSpPr/>
            <p:nvPr/>
          </p:nvSpPr>
          <p:spPr>
            <a:xfrm>
              <a:off x="4074730" y="1040078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5" name="pl11735"/>
            <p:cNvSpPr/>
            <p:nvPr/>
          </p:nvSpPr>
          <p:spPr>
            <a:xfrm>
              <a:off x="4400486" y="1052238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6" name="pl11736"/>
            <p:cNvSpPr/>
            <p:nvPr/>
          </p:nvSpPr>
          <p:spPr>
            <a:xfrm>
              <a:off x="5187489" y="10035873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7" name="pl11737"/>
            <p:cNvSpPr/>
            <p:nvPr/>
          </p:nvSpPr>
          <p:spPr>
            <a:xfrm>
              <a:off x="4337452" y="977103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8" name="pl11738"/>
            <p:cNvSpPr/>
            <p:nvPr/>
          </p:nvSpPr>
          <p:spPr>
            <a:xfrm>
              <a:off x="4416089" y="968233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39" name="pl11739"/>
            <p:cNvSpPr/>
            <p:nvPr/>
          </p:nvSpPr>
          <p:spPr>
            <a:xfrm>
              <a:off x="4418755" y="9676686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0" name="pl11740"/>
            <p:cNvSpPr/>
            <p:nvPr/>
          </p:nvSpPr>
          <p:spPr>
            <a:xfrm>
              <a:off x="4415464" y="967999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1" name="pl11741"/>
            <p:cNvSpPr/>
            <p:nvPr/>
          </p:nvSpPr>
          <p:spPr>
            <a:xfrm>
              <a:off x="4418226" y="9770518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2" name="pl11742"/>
            <p:cNvSpPr/>
            <p:nvPr/>
          </p:nvSpPr>
          <p:spPr>
            <a:xfrm>
              <a:off x="5003919" y="1025781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3" name="pl11743"/>
            <p:cNvSpPr/>
            <p:nvPr/>
          </p:nvSpPr>
          <p:spPr>
            <a:xfrm>
              <a:off x="5019647" y="1025627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4" name="pl11744"/>
            <p:cNvSpPr/>
            <p:nvPr/>
          </p:nvSpPr>
          <p:spPr>
            <a:xfrm>
              <a:off x="4469547" y="1019763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5" name="pl11745"/>
            <p:cNvSpPr/>
            <p:nvPr/>
          </p:nvSpPr>
          <p:spPr>
            <a:xfrm>
              <a:off x="4469547" y="1019763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6" name="pl11746"/>
            <p:cNvSpPr/>
            <p:nvPr/>
          </p:nvSpPr>
          <p:spPr>
            <a:xfrm>
              <a:off x="4484270" y="9743434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7" name="pl11747"/>
            <p:cNvSpPr/>
            <p:nvPr/>
          </p:nvSpPr>
          <p:spPr>
            <a:xfrm>
              <a:off x="4381351" y="967240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8" name="pl11748"/>
            <p:cNvSpPr/>
            <p:nvPr/>
          </p:nvSpPr>
          <p:spPr>
            <a:xfrm>
              <a:off x="4397238" y="968408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49" name="pl11749"/>
            <p:cNvSpPr/>
            <p:nvPr/>
          </p:nvSpPr>
          <p:spPr>
            <a:xfrm>
              <a:off x="4397238" y="9682706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0" name="pl11750"/>
            <p:cNvSpPr/>
            <p:nvPr/>
          </p:nvSpPr>
          <p:spPr>
            <a:xfrm>
              <a:off x="4394770" y="968408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1" name="pl11751"/>
            <p:cNvSpPr/>
            <p:nvPr/>
          </p:nvSpPr>
          <p:spPr>
            <a:xfrm>
              <a:off x="4393407" y="9678398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2" name="pl11752"/>
            <p:cNvSpPr/>
            <p:nvPr/>
          </p:nvSpPr>
          <p:spPr>
            <a:xfrm>
              <a:off x="4393171" y="967479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3" name="pl11753"/>
            <p:cNvSpPr/>
            <p:nvPr/>
          </p:nvSpPr>
          <p:spPr>
            <a:xfrm>
              <a:off x="4012749" y="8982657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4" name="pl11754"/>
            <p:cNvSpPr/>
            <p:nvPr/>
          </p:nvSpPr>
          <p:spPr>
            <a:xfrm>
              <a:off x="4120091" y="8877846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5" name="pl11755"/>
            <p:cNvSpPr/>
            <p:nvPr/>
          </p:nvSpPr>
          <p:spPr>
            <a:xfrm>
              <a:off x="4395124" y="984283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6" name="pl11756"/>
            <p:cNvSpPr/>
            <p:nvPr/>
          </p:nvSpPr>
          <p:spPr>
            <a:xfrm>
              <a:off x="4326921" y="956569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7" name="pl11757"/>
            <p:cNvSpPr/>
            <p:nvPr/>
          </p:nvSpPr>
          <p:spPr>
            <a:xfrm>
              <a:off x="4354044" y="959092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8" name="pl11758"/>
            <p:cNvSpPr/>
            <p:nvPr/>
          </p:nvSpPr>
          <p:spPr>
            <a:xfrm>
              <a:off x="4323160" y="9553704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59" name="pl11759"/>
            <p:cNvSpPr/>
            <p:nvPr/>
          </p:nvSpPr>
          <p:spPr>
            <a:xfrm>
              <a:off x="4354044" y="959092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0" name="pl11760"/>
            <p:cNvSpPr/>
            <p:nvPr/>
          </p:nvSpPr>
          <p:spPr>
            <a:xfrm>
              <a:off x="4354044" y="932183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1" name="pl11761"/>
            <p:cNvSpPr/>
            <p:nvPr/>
          </p:nvSpPr>
          <p:spPr>
            <a:xfrm>
              <a:off x="4469298" y="9663385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2" name="pl11762"/>
            <p:cNvSpPr/>
            <p:nvPr/>
          </p:nvSpPr>
          <p:spPr>
            <a:xfrm>
              <a:off x="4723096" y="1043195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3" name="pl11763"/>
            <p:cNvSpPr/>
            <p:nvPr/>
          </p:nvSpPr>
          <p:spPr>
            <a:xfrm>
              <a:off x="4566609" y="9498423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4" name="pl11764"/>
            <p:cNvSpPr/>
            <p:nvPr/>
          </p:nvSpPr>
          <p:spPr>
            <a:xfrm>
              <a:off x="4414623" y="972494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5" name="pl11765"/>
            <p:cNvSpPr/>
            <p:nvPr/>
          </p:nvSpPr>
          <p:spPr>
            <a:xfrm>
              <a:off x="4396903" y="972494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6" name="pl11766"/>
            <p:cNvSpPr/>
            <p:nvPr/>
          </p:nvSpPr>
          <p:spPr>
            <a:xfrm>
              <a:off x="4484027" y="974284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7" name="pl11767"/>
            <p:cNvSpPr/>
            <p:nvPr/>
          </p:nvSpPr>
          <p:spPr>
            <a:xfrm>
              <a:off x="4460432" y="970580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8" name="pl11768"/>
            <p:cNvSpPr/>
            <p:nvPr/>
          </p:nvSpPr>
          <p:spPr>
            <a:xfrm>
              <a:off x="4482676" y="9748089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69" name="pl11769"/>
            <p:cNvSpPr/>
            <p:nvPr/>
          </p:nvSpPr>
          <p:spPr>
            <a:xfrm>
              <a:off x="4449980" y="9748089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0" name="pl11770"/>
            <p:cNvSpPr/>
            <p:nvPr/>
          </p:nvSpPr>
          <p:spPr>
            <a:xfrm>
              <a:off x="4482676" y="974605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1" name="pl11771"/>
            <p:cNvSpPr/>
            <p:nvPr/>
          </p:nvSpPr>
          <p:spPr>
            <a:xfrm>
              <a:off x="4394327" y="952082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2" name="pl11772"/>
            <p:cNvSpPr/>
            <p:nvPr/>
          </p:nvSpPr>
          <p:spPr>
            <a:xfrm>
              <a:off x="4390344" y="949712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3" name="pl11773"/>
            <p:cNvSpPr/>
            <p:nvPr/>
          </p:nvSpPr>
          <p:spPr>
            <a:xfrm>
              <a:off x="4494919" y="945258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4" name="pl11774"/>
            <p:cNvSpPr/>
            <p:nvPr/>
          </p:nvSpPr>
          <p:spPr>
            <a:xfrm>
              <a:off x="4986173" y="935119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5" name="pl11775"/>
            <p:cNvSpPr/>
            <p:nvPr/>
          </p:nvSpPr>
          <p:spPr>
            <a:xfrm>
              <a:off x="4899405" y="936698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6" name="pl11776"/>
            <p:cNvSpPr/>
            <p:nvPr/>
          </p:nvSpPr>
          <p:spPr>
            <a:xfrm>
              <a:off x="4566609" y="952082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7" name="pl11777"/>
            <p:cNvSpPr/>
            <p:nvPr/>
          </p:nvSpPr>
          <p:spPr>
            <a:xfrm>
              <a:off x="4713912" y="956753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8" name="pl11778"/>
            <p:cNvSpPr/>
            <p:nvPr/>
          </p:nvSpPr>
          <p:spPr>
            <a:xfrm>
              <a:off x="4566609" y="952082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79" name="pl11779"/>
            <p:cNvSpPr/>
            <p:nvPr/>
          </p:nvSpPr>
          <p:spPr>
            <a:xfrm>
              <a:off x="4713912" y="9567595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0" name="pl11780"/>
            <p:cNvSpPr/>
            <p:nvPr/>
          </p:nvSpPr>
          <p:spPr>
            <a:xfrm>
              <a:off x="4713912" y="9567595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1" name="pl11781"/>
            <p:cNvSpPr/>
            <p:nvPr/>
          </p:nvSpPr>
          <p:spPr>
            <a:xfrm>
              <a:off x="4254554" y="9793122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2" name="pl11782"/>
            <p:cNvSpPr/>
            <p:nvPr/>
          </p:nvSpPr>
          <p:spPr>
            <a:xfrm>
              <a:off x="4323156" y="955085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3" name="pl11783"/>
            <p:cNvSpPr/>
            <p:nvPr/>
          </p:nvSpPr>
          <p:spPr>
            <a:xfrm>
              <a:off x="4360144" y="9599635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4" name="pl11784"/>
            <p:cNvSpPr/>
            <p:nvPr/>
          </p:nvSpPr>
          <p:spPr>
            <a:xfrm>
              <a:off x="4363386" y="9601944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5" name="pl11785"/>
            <p:cNvSpPr/>
            <p:nvPr/>
          </p:nvSpPr>
          <p:spPr>
            <a:xfrm>
              <a:off x="4363386" y="9598075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6" name="pl11786"/>
            <p:cNvSpPr/>
            <p:nvPr/>
          </p:nvSpPr>
          <p:spPr>
            <a:xfrm>
              <a:off x="4363386" y="960436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7" name="pl11787"/>
            <p:cNvSpPr/>
            <p:nvPr/>
          </p:nvSpPr>
          <p:spPr>
            <a:xfrm>
              <a:off x="4363386" y="960436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8" name="pl11788"/>
            <p:cNvSpPr/>
            <p:nvPr/>
          </p:nvSpPr>
          <p:spPr>
            <a:xfrm>
              <a:off x="4361154" y="9600706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89" name="pl11789"/>
            <p:cNvSpPr/>
            <p:nvPr/>
          </p:nvSpPr>
          <p:spPr>
            <a:xfrm>
              <a:off x="4363386" y="959556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0" name="pl11790"/>
            <p:cNvSpPr/>
            <p:nvPr/>
          </p:nvSpPr>
          <p:spPr>
            <a:xfrm>
              <a:off x="4417509" y="9711653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1" name="pl11791"/>
            <p:cNvSpPr/>
            <p:nvPr/>
          </p:nvSpPr>
          <p:spPr>
            <a:xfrm>
              <a:off x="4407363" y="969535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2" name="pl11792"/>
            <p:cNvSpPr/>
            <p:nvPr/>
          </p:nvSpPr>
          <p:spPr>
            <a:xfrm>
              <a:off x="4343270" y="9608726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3" name="pl11793"/>
            <p:cNvSpPr/>
            <p:nvPr/>
          </p:nvSpPr>
          <p:spPr>
            <a:xfrm>
              <a:off x="4553970" y="882419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4" name="pl11794"/>
            <p:cNvSpPr/>
            <p:nvPr/>
          </p:nvSpPr>
          <p:spPr>
            <a:xfrm>
              <a:off x="3768834" y="998621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5" name="pl11795"/>
            <p:cNvSpPr/>
            <p:nvPr/>
          </p:nvSpPr>
          <p:spPr>
            <a:xfrm>
              <a:off x="4416089" y="967328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6" name="pl11796"/>
            <p:cNvSpPr/>
            <p:nvPr/>
          </p:nvSpPr>
          <p:spPr>
            <a:xfrm>
              <a:off x="4438129" y="967012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7" name="pl11797"/>
            <p:cNvSpPr/>
            <p:nvPr/>
          </p:nvSpPr>
          <p:spPr>
            <a:xfrm>
              <a:off x="4438129" y="966765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8" name="pl11798"/>
            <p:cNvSpPr/>
            <p:nvPr/>
          </p:nvSpPr>
          <p:spPr>
            <a:xfrm>
              <a:off x="4438129" y="966633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799" name="pl11799"/>
            <p:cNvSpPr/>
            <p:nvPr/>
          </p:nvSpPr>
          <p:spPr>
            <a:xfrm>
              <a:off x="4410790" y="9726076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0" name="pl11800"/>
            <p:cNvSpPr/>
            <p:nvPr/>
          </p:nvSpPr>
          <p:spPr>
            <a:xfrm>
              <a:off x="4397673" y="9726272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1" name="pl11801"/>
            <p:cNvSpPr/>
            <p:nvPr/>
          </p:nvSpPr>
          <p:spPr>
            <a:xfrm>
              <a:off x="3900800" y="10273859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2" name="pl11802"/>
            <p:cNvSpPr/>
            <p:nvPr/>
          </p:nvSpPr>
          <p:spPr>
            <a:xfrm>
              <a:off x="4357145" y="999724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3" name="pl11803"/>
            <p:cNvSpPr/>
            <p:nvPr/>
          </p:nvSpPr>
          <p:spPr>
            <a:xfrm>
              <a:off x="4591528" y="951170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4" name="pl11804"/>
            <p:cNvSpPr/>
            <p:nvPr/>
          </p:nvSpPr>
          <p:spPr>
            <a:xfrm>
              <a:off x="4591528" y="9472534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5" name="pl11805"/>
            <p:cNvSpPr/>
            <p:nvPr/>
          </p:nvSpPr>
          <p:spPr>
            <a:xfrm>
              <a:off x="4566609" y="951223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6" name="pl11806"/>
            <p:cNvSpPr/>
            <p:nvPr/>
          </p:nvSpPr>
          <p:spPr>
            <a:xfrm>
              <a:off x="4591528" y="9490431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7" name="pl11807"/>
            <p:cNvSpPr/>
            <p:nvPr/>
          </p:nvSpPr>
          <p:spPr>
            <a:xfrm>
              <a:off x="4591528" y="949655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8" name="pl11808"/>
            <p:cNvSpPr/>
            <p:nvPr/>
          </p:nvSpPr>
          <p:spPr>
            <a:xfrm>
              <a:off x="4591528" y="9503144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09" name="pl11809"/>
            <p:cNvSpPr/>
            <p:nvPr/>
          </p:nvSpPr>
          <p:spPr>
            <a:xfrm>
              <a:off x="4591528" y="949859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0" name="pl11810"/>
            <p:cNvSpPr/>
            <p:nvPr/>
          </p:nvSpPr>
          <p:spPr>
            <a:xfrm>
              <a:off x="4359100" y="9672943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1" name="pl11811"/>
            <p:cNvSpPr/>
            <p:nvPr/>
          </p:nvSpPr>
          <p:spPr>
            <a:xfrm>
              <a:off x="4358563" y="966831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2" name="pl11812"/>
            <p:cNvSpPr/>
            <p:nvPr/>
          </p:nvSpPr>
          <p:spPr>
            <a:xfrm>
              <a:off x="4348872" y="9673243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3" name="pl11813"/>
            <p:cNvSpPr/>
            <p:nvPr/>
          </p:nvSpPr>
          <p:spPr>
            <a:xfrm>
              <a:off x="4566609" y="947965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4" name="pl11814"/>
            <p:cNvSpPr/>
            <p:nvPr/>
          </p:nvSpPr>
          <p:spPr>
            <a:xfrm>
              <a:off x="4628554" y="9433130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5" name="pl11815"/>
            <p:cNvSpPr/>
            <p:nvPr/>
          </p:nvSpPr>
          <p:spPr>
            <a:xfrm>
              <a:off x="4496254" y="940342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6" name="pl11816"/>
            <p:cNvSpPr/>
            <p:nvPr/>
          </p:nvSpPr>
          <p:spPr>
            <a:xfrm>
              <a:off x="4324616" y="9766113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7" name="pl11817"/>
            <p:cNvSpPr/>
            <p:nvPr/>
          </p:nvSpPr>
          <p:spPr>
            <a:xfrm>
              <a:off x="4374877" y="9766113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8" name="pl11818"/>
            <p:cNvSpPr/>
            <p:nvPr/>
          </p:nvSpPr>
          <p:spPr>
            <a:xfrm>
              <a:off x="4723105" y="1043842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19" name="pl11819"/>
            <p:cNvSpPr/>
            <p:nvPr/>
          </p:nvSpPr>
          <p:spPr>
            <a:xfrm>
              <a:off x="4369198" y="971414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0" name="pl11820"/>
            <p:cNvSpPr/>
            <p:nvPr/>
          </p:nvSpPr>
          <p:spPr>
            <a:xfrm>
              <a:off x="4362406" y="971414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1" name="pl11821"/>
            <p:cNvSpPr/>
            <p:nvPr/>
          </p:nvSpPr>
          <p:spPr>
            <a:xfrm>
              <a:off x="4556337" y="9429700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2" name="pl11822"/>
            <p:cNvSpPr/>
            <p:nvPr/>
          </p:nvSpPr>
          <p:spPr>
            <a:xfrm>
              <a:off x="4556337" y="9399483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3" name="pl11823"/>
            <p:cNvSpPr/>
            <p:nvPr/>
          </p:nvSpPr>
          <p:spPr>
            <a:xfrm>
              <a:off x="3671412" y="986189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4" name="pl11824"/>
            <p:cNvSpPr/>
            <p:nvPr/>
          </p:nvSpPr>
          <p:spPr>
            <a:xfrm>
              <a:off x="3643429" y="986347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5" name="pl11825"/>
            <p:cNvSpPr/>
            <p:nvPr/>
          </p:nvSpPr>
          <p:spPr>
            <a:xfrm>
              <a:off x="4267153" y="978186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6" name="pl11826"/>
            <p:cNvSpPr/>
            <p:nvPr/>
          </p:nvSpPr>
          <p:spPr>
            <a:xfrm>
              <a:off x="4230218" y="9793122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7" name="pl11827"/>
            <p:cNvSpPr/>
            <p:nvPr/>
          </p:nvSpPr>
          <p:spPr>
            <a:xfrm>
              <a:off x="4421168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8" name="pl11828"/>
            <p:cNvSpPr/>
            <p:nvPr/>
          </p:nvSpPr>
          <p:spPr>
            <a:xfrm>
              <a:off x="4424099" y="972250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29" name="pl11829"/>
            <p:cNvSpPr/>
            <p:nvPr/>
          </p:nvSpPr>
          <p:spPr>
            <a:xfrm>
              <a:off x="4362397" y="952082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0" name="pl11830"/>
            <p:cNvSpPr/>
            <p:nvPr/>
          </p:nvSpPr>
          <p:spPr>
            <a:xfrm>
              <a:off x="4313692" y="948321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1" name="pl11831"/>
            <p:cNvSpPr/>
            <p:nvPr/>
          </p:nvSpPr>
          <p:spPr>
            <a:xfrm>
              <a:off x="4416089" y="968088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2" name="pl11832"/>
            <p:cNvSpPr/>
            <p:nvPr/>
          </p:nvSpPr>
          <p:spPr>
            <a:xfrm>
              <a:off x="4638844" y="966253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3" name="pl11833"/>
            <p:cNvSpPr/>
            <p:nvPr/>
          </p:nvSpPr>
          <p:spPr>
            <a:xfrm>
              <a:off x="4566609" y="952082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4" name="pl11834"/>
            <p:cNvSpPr/>
            <p:nvPr/>
          </p:nvSpPr>
          <p:spPr>
            <a:xfrm>
              <a:off x="4638844" y="9631801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5" name="pl11835"/>
            <p:cNvSpPr/>
            <p:nvPr/>
          </p:nvSpPr>
          <p:spPr>
            <a:xfrm>
              <a:off x="4638844" y="966253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6" name="pl11836"/>
            <p:cNvSpPr/>
            <p:nvPr/>
          </p:nvSpPr>
          <p:spPr>
            <a:xfrm>
              <a:off x="4428844" y="9814498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7" name="pl11837"/>
            <p:cNvSpPr/>
            <p:nvPr/>
          </p:nvSpPr>
          <p:spPr>
            <a:xfrm>
              <a:off x="4428844" y="9814498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8" name="pl11838"/>
            <p:cNvSpPr/>
            <p:nvPr/>
          </p:nvSpPr>
          <p:spPr>
            <a:xfrm>
              <a:off x="4378285" y="973245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39" name="pl11839"/>
            <p:cNvSpPr/>
            <p:nvPr/>
          </p:nvSpPr>
          <p:spPr>
            <a:xfrm>
              <a:off x="4286807" y="9721307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0" name="pl11840"/>
            <p:cNvSpPr/>
            <p:nvPr/>
          </p:nvSpPr>
          <p:spPr>
            <a:xfrm>
              <a:off x="4566609" y="9413748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1" name="pl11841"/>
            <p:cNvSpPr/>
            <p:nvPr/>
          </p:nvSpPr>
          <p:spPr>
            <a:xfrm>
              <a:off x="4223074" y="969662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2" name="pl11842"/>
            <p:cNvSpPr/>
            <p:nvPr/>
          </p:nvSpPr>
          <p:spPr>
            <a:xfrm>
              <a:off x="4537679" y="9250908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3" name="pl11843"/>
            <p:cNvSpPr/>
            <p:nvPr/>
          </p:nvSpPr>
          <p:spPr>
            <a:xfrm>
              <a:off x="4557392" y="919379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4" name="pl11844"/>
            <p:cNvSpPr/>
            <p:nvPr/>
          </p:nvSpPr>
          <p:spPr>
            <a:xfrm>
              <a:off x="4556915" y="923380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5" name="pl11845"/>
            <p:cNvSpPr/>
            <p:nvPr/>
          </p:nvSpPr>
          <p:spPr>
            <a:xfrm>
              <a:off x="4546247" y="9250908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6" name="pl11846"/>
            <p:cNvSpPr/>
            <p:nvPr/>
          </p:nvSpPr>
          <p:spPr>
            <a:xfrm>
              <a:off x="4324616" y="9771855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7" name="pl11847"/>
            <p:cNvSpPr/>
            <p:nvPr/>
          </p:nvSpPr>
          <p:spPr>
            <a:xfrm>
              <a:off x="4295731" y="9771855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8" name="pl11848"/>
            <p:cNvSpPr/>
            <p:nvPr/>
          </p:nvSpPr>
          <p:spPr>
            <a:xfrm>
              <a:off x="4300327" y="9771855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49" name="pl11849"/>
            <p:cNvSpPr/>
            <p:nvPr/>
          </p:nvSpPr>
          <p:spPr>
            <a:xfrm>
              <a:off x="4392002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0" name="pl11850"/>
            <p:cNvSpPr/>
            <p:nvPr/>
          </p:nvSpPr>
          <p:spPr>
            <a:xfrm>
              <a:off x="4370822" y="945887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1" name="pl11851"/>
            <p:cNvSpPr/>
            <p:nvPr/>
          </p:nvSpPr>
          <p:spPr>
            <a:xfrm>
              <a:off x="4725450" y="956753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2" name="pl11852"/>
            <p:cNvSpPr/>
            <p:nvPr/>
          </p:nvSpPr>
          <p:spPr>
            <a:xfrm>
              <a:off x="4756806" y="958228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3" name="pl11853"/>
            <p:cNvSpPr/>
            <p:nvPr/>
          </p:nvSpPr>
          <p:spPr>
            <a:xfrm>
              <a:off x="4432603" y="973322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4" name="pl11854"/>
            <p:cNvSpPr/>
            <p:nvPr/>
          </p:nvSpPr>
          <p:spPr>
            <a:xfrm>
              <a:off x="4404402" y="9678252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5" name="pl11855"/>
            <p:cNvSpPr/>
            <p:nvPr/>
          </p:nvSpPr>
          <p:spPr>
            <a:xfrm>
              <a:off x="4477196" y="991814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6" name="pl11856"/>
            <p:cNvSpPr/>
            <p:nvPr/>
          </p:nvSpPr>
          <p:spPr>
            <a:xfrm>
              <a:off x="4494720" y="9975340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7" name="pl11857"/>
            <p:cNvSpPr/>
            <p:nvPr/>
          </p:nvSpPr>
          <p:spPr>
            <a:xfrm>
              <a:off x="4494720" y="9975340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8" name="pl11858"/>
            <p:cNvSpPr/>
            <p:nvPr/>
          </p:nvSpPr>
          <p:spPr>
            <a:xfrm>
              <a:off x="4363386" y="960110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59" name="pl11859"/>
            <p:cNvSpPr/>
            <p:nvPr/>
          </p:nvSpPr>
          <p:spPr>
            <a:xfrm>
              <a:off x="4421168" y="9726076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0" name="pl11860"/>
            <p:cNvSpPr/>
            <p:nvPr/>
          </p:nvSpPr>
          <p:spPr>
            <a:xfrm>
              <a:off x="4413449" y="972280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1" name="pl11861"/>
            <p:cNvSpPr/>
            <p:nvPr/>
          </p:nvSpPr>
          <p:spPr>
            <a:xfrm>
              <a:off x="4395289" y="972280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2" name="pl11862"/>
            <p:cNvSpPr/>
            <p:nvPr/>
          </p:nvSpPr>
          <p:spPr>
            <a:xfrm>
              <a:off x="4413449" y="972280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3" name="pl11863"/>
            <p:cNvSpPr/>
            <p:nvPr/>
          </p:nvSpPr>
          <p:spPr>
            <a:xfrm>
              <a:off x="4746133" y="9315521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4" name="pl11864"/>
            <p:cNvSpPr/>
            <p:nvPr/>
          </p:nvSpPr>
          <p:spPr>
            <a:xfrm>
              <a:off x="4694158" y="936961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5" name="pl11865"/>
            <p:cNvSpPr/>
            <p:nvPr/>
          </p:nvSpPr>
          <p:spPr>
            <a:xfrm>
              <a:off x="4746133" y="932618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6" name="pl11866"/>
            <p:cNvSpPr/>
            <p:nvPr/>
          </p:nvSpPr>
          <p:spPr>
            <a:xfrm>
              <a:off x="4311376" y="895639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7" name="pl11867"/>
            <p:cNvSpPr/>
            <p:nvPr/>
          </p:nvSpPr>
          <p:spPr>
            <a:xfrm>
              <a:off x="4315945" y="895706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8" name="pl11868"/>
            <p:cNvSpPr/>
            <p:nvPr/>
          </p:nvSpPr>
          <p:spPr>
            <a:xfrm>
              <a:off x="4747011" y="967199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69" name="pl11869"/>
            <p:cNvSpPr/>
            <p:nvPr/>
          </p:nvSpPr>
          <p:spPr>
            <a:xfrm>
              <a:off x="4306719" y="958203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0" name="pl11870"/>
            <p:cNvSpPr/>
            <p:nvPr/>
          </p:nvSpPr>
          <p:spPr>
            <a:xfrm>
              <a:off x="4302564" y="9588655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1" name="pl11871"/>
            <p:cNvSpPr/>
            <p:nvPr/>
          </p:nvSpPr>
          <p:spPr>
            <a:xfrm>
              <a:off x="4299191" y="958972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2" name="pl11872"/>
            <p:cNvSpPr/>
            <p:nvPr/>
          </p:nvSpPr>
          <p:spPr>
            <a:xfrm>
              <a:off x="4982407" y="1007707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3" name="pl11873"/>
            <p:cNvSpPr/>
            <p:nvPr/>
          </p:nvSpPr>
          <p:spPr>
            <a:xfrm>
              <a:off x="4985664" y="10083841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4" name="pl11874"/>
            <p:cNvSpPr/>
            <p:nvPr/>
          </p:nvSpPr>
          <p:spPr>
            <a:xfrm>
              <a:off x="4985664" y="1008249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5" name="pl11875"/>
            <p:cNvSpPr/>
            <p:nvPr/>
          </p:nvSpPr>
          <p:spPr>
            <a:xfrm>
              <a:off x="4463378" y="9270877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6" name="pl11876"/>
            <p:cNvSpPr/>
            <p:nvPr/>
          </p:nvSpPr>
          <p:spPr>
            <a:xfrm>
              <a:off x="4469885" y="9292037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7" name="pl11877"/>
            <p:cNvSpPr/>
            <p:nvPr/>
          </p:nvSpPr>
          <p:spPr>
            <a:xfrm>
              <a:off x="4460951" y="925238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8" name="pl11878"/>
            <p:cNvSpPr/>
            <p:nvPr/>
          </p:nvSpPr>
          <p:spPr>
            <a:xfrm>
              <a:off x="3662615" y="9361290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79" name="pl11879"/>
            <p:cNvSpPr/>
            <p:nvPr/>
          </p:nvSpPr>
          <p:spPr>
            <a:xfrm>
              <a:off x="4724862" y="9535275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0" name="pl11880"/>
            <p:cNvSpPr/>
            <p:nvPr/>
          </p:nvSpPr>
          <p:spPr>
            <a:xfrm>
              <a:off x="4496531" y="9442463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1" name="pl11881"/>
            <p:cNvSpPr/>
            <p:nvPr/>
          </p:nvSpPr>
          <p:spPr>
            <a:xfrm>
              <a:off x="4642338" y="9317706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2" name="pl11882"/>
            <p:cNvSpPr/>
            <p:nvPr/>
          </p:nvSpPr>
          <p:spPr>
            <a:xfrm>
              <a:off x="4642338" y="931142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3" name="pl11883"/>
            <p:cNvSpPr/>
            <p:nvPr/>
          </p:nvSpPr>
          <p:spPr>
            <a:xfrm>
              <a:off x="4642338" y="931500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4" name="pl11884"/>
            <p:cNvSpPr/>
            <p:nvPr/>
          </p:nvSpPr>
          <p:spPr>
            <a:xfrm>
              <a:off x="4642338" y="930943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5" name="pl11885"/>
            <p:cNvSpPr/>
            <p:nvPr/>
          </p:nvSpPr>
          <p:spPr>
            <a:xfrm>
              <a:off x="4642338" y="930441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6" name="pl11886"/>
            <p:cNvSpPr/>
            <p:nvPr/>
          </p:nvSpPr>
          <p:spPr>
            <a:xfrm>
              <a:off x="4609863" y="972657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7" name="pl11887"/>
            <p:cNvSpPr/>
            <p:nvPr/>
          </p:nvSpPr>
          <p:spPr>
            <a:xfrm>
              <a:off x="3830181" y="9028781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8" name="pl11888"/>
            <p:cNvSpPr/>
            <p:nvPr/>
          </p:nvSpPr>
          <p:spPr>
            <a:xfrm>
              <a:off x="3837437" y="9030906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89" name="pl11889"/>
            <p:cNvSpPr/>
            <p:nvPr/>
          </p:nvSpPr>
          <p:spPr>
            <a:xfrm>
              <a:off x="4566609" y="952082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0" name="pl11890"/>
            <p:cNvSpPr/>
            <p:nvPr/>
          </p:nvSpPr>
          <p:spPr>
            <a:xfrm>
              <a:off x="4705546" y="9593752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1" name="pl11891"/>
            <p:cNvSpPr/>
            <p:nvPr/>
          </p:nvSpPr>
          <p:spPr>
            <a:xfrm>
              <a:off x="4756806" y="959256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2" name="pl11892"/>
            <p:cNvSpPr/>
            <p:nvPr/>
          </p:nvSpPr>
          <p:spPr>
            <a:xfrm>
              <a:off x="4421168" y="9726076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3" name="pl11893"/>
            <p:cNvSpPr/>
            <p:nvPr/>
          </p:nvSpPr>
          <p:spPr>
            <a:xfrm>
              <a:off x="4388369" y="9694747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4" name="pl11894"/>
            <p:cNvSpPr/>
            <p:nvPr/>
          </p:nvSpPr>
          <p:spPr>
            <a:xfrm>
              <a:off x="4375776" y="9686313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5" name="pl11895"/>
            <p:cNvSpPr/>
            <p:nvPr/>
          </p:nvSpPr>
          <p:spPr>
            <a:xfrm>
              <a:off x="3668162" y="992153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6" name="pl11896"/>
            <p:cNvSpPr/>
            <p:nvPr/>
          </p:nvSpPr>
          <p:spPr>
            <a:xfrm>
              <a:off x="4258768" y="1040288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7" name="pl11897"/>
            <p:cNvSpPr/>
            <p:nvPr/>
          </p:nvSpPr>
          <p:spPr>
            <a:xfrm>
              <a:off x="4265083" y="1040353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8" name="pl11898"/>
            <p:cNvSpPr/>
            <p:nvPr/>
          </p:nvSpPr>
          <p:spPr>
            <a:xfrm>
              <a:off x="4341961" y="882247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899" name="pl11899"/>
            <p:cNvSpPr/>
            <p:nvPr/>
          </p:nvSpPr>
          <p:spPr>
            <a:xfrm>
              <a:off x="4345161" y="969728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0" name="pl11900"/>
            <p:cNvSpPr/>
            <p:nvPr/>
          </p:nvSpPr>
          <p:spPr>
            <a:xfrm>
              <a:off x="4469298" y="965700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1" name="pl11901"/>
            <p:cNvSpPr/>
            <p:nvPr/>
          </p:nvSpPr>
          <p:spPr>
            <a:xfrm>
              <a:off x="4527945" y="9654169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2" name="pl11902"/>
            <p:cNvSpPr/>
            <p:nvPr/>
          </p:nvSpPr>
          <p:spPr>
            <a:xfrm>
              <a:off x="4527945" y="964812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3" name="pl11903"/>
            <p:cNvSpPr/>
            <p:nvPr/>
          </p:nvSpPr>
          <p:spPr>
            <a:xfrm>
              <a:off x="4527945" y="964201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4" name="pl11904"/>
            <p:cNvSpPr/>
            <p:nvPr/>
          </p:nvSpPr>
          <p:spPr>
            <a:xfrm>
              <a:off x="4527945" y="9649994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5" name="pl11905"/>
            <p:cNvSpPr/>
            <p:nvPr/>
          </p:nvSpPr>
          <p:spPr>
            <a:xfrm>
              <a:off x="4527945" y="965700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6" name="pl11906"/>
            <p:cNvSpPr/>
            <p:nvPr/>
          </p:nvSpPr>
          <p:spPr>
            <a:xfrm>
              <a:off x="4527945" y="964856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7" name="pl11907"/>
            <p:cNvSpPr/>
            <p:nvPr/>
          </p:nvSpPr>
          <p:spPr>
            <a:xfrm>
              <a:off x="4496741" y="9450403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8" name="pl11908"/>
            <p:cNvSpPr/>
            <p:nvPr/>
          </p:nvSpPr>
          <p:spPr>
            <a:xfrm>
              <a:off x="4453432" y="977471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09" name="pl11909"/>
            <p:cNvSpPr/>
            <p:nvPr/>
          </p:nvSpPr>
          <p:spPr>
            <a:xfrm>
              <a:off x="4453432" y="977471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0" name="pl11910"/>
            <p:cNvSpPr/>
            <p:nvPr/>
          </p:nvSpPr>
          <p:spPr>
            <a:xfrm>
              <a:off x="4321122" y="962586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1" name="pl11911"/>
            <p:cNvSpPr/>
            <p:nvPr/>
          </p:nvSpPr>
          <p:spPr>
            <a:xfrm>
              <a:off x="4315374" y="958203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2" name="pl11912"/>
            <p:cNvSpPr/>
            <p:nvPr/>
          </p:nvSpPr>
          <p:spPr>
            <a:xfrm>
              <a:off x="4371373" y="970683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3" name="pl11913"/>
            <p:cNvSpPr/>
            <p:nvPr/>
          </p:nvSpPr>
          <p:spPr>
            <a:xfrm>
              <a:off x="4419860" y="972103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4" name="pl11914"/>
            <p:cNvSpPr/>
            <p:nvPr/>
          </p:nvSpPr>
          <p:spPr>
            <a:xfrm>
              <a:off x="4372521" y="999724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5" name="pl11915"/>
            <p:cNvSpPr/>
            <p:nvPr/>
          </p:nvSpPr>
          <p:spPr>
            <a:xfrm>
              <a:off x="4371652" y="999724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6" name="pl11916"/>
            <p:cNvSpPr/>
            <p:nvPr/>
          </p:nvSpPr>
          <p:spPr>
            <a:xfrm>
              <a:off x="3915330" y="896644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7" name="pl11917"/>
            <p:cNvSpPr/>
            <p:nvPr/>
          </p:nvSpPr>
          <p:spPr>
            <a:xfrm>
              <a:off x="4421168" y="9726076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8" name="pl11918"/>
            <p:cNvSpPr/>
            <p:nvPr/>
          </p:nvSpPr>
          <p:spPr>
            <a:xfrm>
              <a:off x="4426814" y="974059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19" name="pl11919"/>
            <p:cNvSpPr/>
            <p:nvPr/>
          </p:nvSpPr>
          <p:spPr>
            <a:xfrm>
              <a:off x="4428581" y="973458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0" name="pl11920"/>
            <p:cNvSpPr/>
            <p:nvPr/>
          </p:nvSpPr>
          <p:spPr>
            <a:xfrm>
              <a:off x="4496741" y="940297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1" name="pl11921"/>
            <p:cNvSpPr/>
            <p:nvPr/>
          </p:nvSpPr>
          <p:spPr>
            <a:xfrm>
              <a:off x="4653476" y="884842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2" name="pl11922"/>
            <p:cNvSpPr/>
            <p:nvPr/>
          </p:nvSpPr>
          <p:spPr>
            <a:xfrm>
              <a:off x="3673842" y="992153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3" name="pl11923"/>
            <p:cNvSpPr/>
            <p:nvPr/>
          </p:nvSpPr>
          <p:spPr>
            <a:xfrm>
              <a:off x="3695865" y="9951351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4" name="pl11924"/>
            <p:cNvSpPr/>
            <p:nvPr/>
          </p:nvSpPr>
          <p:spPr>
            <a:xfrm>
              <a:off x="3690014" y="9951351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5" name="pl11925"/>
            <p:cNvSpPr/>
            <p:nvPr/>
          </p:nvSpPr>
          <p:spPr>
            <a:xfrm>
              <a:off x="4756806" y="9581142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6" name="pl11926"/>
            <p:cNvSpPr/>
            <p:nvPr/>
          </p:nvSpPr>
          <p:spPr>
            <a:xfrm>
              <a:off x="4431159" y="9460676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7" name="pl11927"/>
            <p:cNvSpPr/>
            <p:nvPr/>
          </p:nvSpPr>
          <p:spPr>
            <a:xfrm>
              <a:off x="4431159" y="9509491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8" name="pl11928"/>
            <p:cNvSpPr/>
            <p:nvPr/>
          </p:nvSpPr>
          <p:spPr>
            <a:xfrm>
              <a:off x="5290394" y="961378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29" name="pl11929"/>
            <p:cNvSpPr/>
            <p:nvPr/>
          </p:nvSpPr>
          <p:spPr>
            <a:xfrm>
              <a:off x="5289239" y="9632680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0" name="pl11930"/>
            <p:cNvSpPr/>
            <p:nvPr/>
          </p:nvSpPr>
          <p:spPr>
            <a:xfrm>
              <a:off x="4422108" y="9742538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1" name="pl11931"/>
            <p:cNvSpPr/>
            <p:nvPr/>
          </p:nvSpPr>
          <p:spPr>
            <a:xfrm>
              <a:off x="4422108" y="9742538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2" name="pl11932"/>
            <p:cNvSpPr/>
            <p:nvPr/>
          </p:nvSpPr>
          <p:spPr>
            <a:xfrm>
              <a:off x="4419855" y="9714539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3" name="pl11933"/>
            <p:cNvSpPr/>
            <p:nvPr/>
          </p:nvSpPr>
          <p:spPr>
            <a:xfrm>
              <a:off x="4407140" y="9717845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4" name="pl11934"/>
            <p:cNvSpPr/>
            <p:nvPr/>
          </p:nvSpPr>
          <p:spPr>
            <a:xfrm>
              <a:off x="4387101" y="971886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5" name="pl11935"/>
            <p:cNvSpPr/>
            <p:nvPr/>
          </p:nvSpPr>
          <p:spPr>
            <a:xfrm>
              <a:off x="4401343" y="9742538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6" name="pl11936"/>
            <p:cNvSpPr/>
            <p:nvPr/>
          </p:nvSpPr>
          <p:spPr>
            <a:xfrm>
              <a:off x="4422108" y="9742538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7" name="pl11937"/>
            <p:cNvSpPr/>
            <p:nvPr/>
          </p:nvSpPr>
          <p:spPr>
            <a:xfrm>
              <a:off x="4422108" y="9693210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8" name="pl11938"/>
            <p:cNvSpPr/>
            <p:nvPr/>
          </p:nvSpPr>
          <p:spPr>
            <a:xfrm>
              <a:off x="4415238" y="9742538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39" name="pl11939"/>
            <p:cNvSpPr/>
            <p:nvPr/>
          </p:nvSpPr>
          <p:spPr>
            <a:xfrm>
              <a:off x="4415908" y="9742538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0" name="pl11940"/>
            <p:cNvSpPr/>
            <p:nvPr/>
          </p:nvSpPr>
          <p:spPr>
            <a:xfrm>
              <a:off x="4422108" y="9732423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1" name="pl11941"/>
            <p:cNvSpPr/>
            <p:nvPr/>
          </p:nvSpPr>
          <p:spPr>
            <a:xfrm>
              <a:off x="4402258" y="969615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2" name="pl11942"/>
            <p:cNvSpPr/>
            <p:nvPr/>
          </p:nvSpPr>
          <p:spPr>
            <a:xfrm>
              <a:off x="4421454" y="9742538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3" name="pl11943"/>
            <p:cNvSpPr/>
            <p:nvPr/>
          </p:nvSpPr>
          <p:spPr>
            <a:xfrm>
              <a:off x="4376890" y="9742538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4" name="pl11944"/>
            <p:cNvSpPr/>
            <p:nvPr/>
          </p:nvSpPr>
          <p:spPr>
            <a:xfrm>
              <a:off x="4422108" y="9742538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5" name="pl11945"/>
            <p:cNvSpPr/>
            <p:nvPr/>
          </p:nvSpPr>
          <p:spPr>
            <a:xfrm>
              <a:off x="4418226" y="9742538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6" name="pl11946"/>
            <p:cNvSpPr/>
            <p:nvPr/>
          </p:nvSpPr>
          <p:spPr>
            <a:xfrm>
              <a:off x="4422108" y="9742538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7" name="pl11947"/>
            <p:cNvSpPr/>
            <p:nvPr/>
          </p:nvSpPr>
          <p:spPr>
            <a:xfrm>
              <a:off x="4422108" y="9742538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8" name="pl11948"/>
            <p:cNvSpPr/>
            <p:nvPr/>
          </p:nvSpPr>
          <p:spPr>
            <a:xfrm>
              <a:off x="4422108" y="9742538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49" name="pl11949"/>
            <p:cNvSpPr/>
            <p:nvPr/>
          </p:nvSpPr>
          <p:spPr>
            <a:xfrm>
              <a:off x="4354632" y="961312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0" name="pl11950"/>
            <p:cNvSpPr/>
            <p:nvPr/>
          </p:nvSpPr>
          <p:spPr>
            <a:xfrm>
              <a:off x="4410790" y="9726272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1" name="pl11951"/>
            <p:cNvSpPr/>
            <p:nvPr/>
          </p:nvSpPr>
          <p:spPr>
            <a:xfrm>
              <a:off x="4410941" y="9742538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2" name="pl11952"/>
            <p:cNvSpPr/>
            <p:nvPr/>
          </p:nvSpPr>
          <p:spPr>
            <a:xfrm>
              <a:off x="4422108" y="9742538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3" name="pl11953"/>
            <p:cNvSpPr/>
            <p:nvPr/>
          </p:nvSpPr>
          <p:spPr>
            <a:xfrm>
              <a:off x="4388187" y="9742538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4" name="pl11954"/>
            <p:cNvSpPr/>
            <p:nvPr/>
          </p:nvSpPr>
          <p:spPr>
            <a:xfrm>
              <a:off x="4422108" y="9742538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5" name="pl11955"/>
            <p:cNvSpPr/>
            <p:nvPr/>
          </p:nvSpPr>
          <p:spPr>
            <a:xfrm>
              <a:off x="4421524" y="9733768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6" name="pl11956"/>
            <p:cNvSpPr/>
            <p:nvPr/>
          </p:nvSpPr>
          <p:spPr>
            <a:xfrm>
              <a:off x="4404691" y="969444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7" name="pl11957"/>
            <p:cNvSpPr/>
            <p:nvPr/>
          </p:nvSpPr>
          <p:spPr>
            <a:xfrm>
              <a:off x="4421736" y="973798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8" name="pl11958"/>
            <p:cNvSpPr/>
            <p:nvPr/>
          </p:nvSpPr>
          <p:spPr>
            <a:xfrm>
              <a:off x="4385142" y="9742538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59" name="pl11959"/>
            <p:cNvSpPr/>
            <p:nvPr/>
          </p:nvSpPr>
          <p:spPr>
            <a:xfrm>
              <a:off x="4422108" y="9742538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0" name="pl11960"/>
            <p:cNvSpPr/>
            <p:nvPr/>
          </p:nvSpPr>
          <p:spPr>
            <a:xfrm>
              <a:off x="4422108" y="9742538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1" name="pl11961"/>
            <p:cNvSpPr/>
            <p:nvPr/>
          </p:nvSpPr>
          <p:spPr>
            <a:xfrm>
              <a:off x="4421296" y="973179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2" name="pl11962"/>
            <p:cNvSpPr/>
            <p:nvPr/>
          </p:nvSpPr>
          <p:spPr>
            <a:xfrm>
              <a:off x="4408318" y="9742538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3" name="pl11963"/>
            <p:cNvSpPr/>
            <p:nvPr/>
          </p:nvSpPr>
          <p:spPr>
            <a:xfrm>
              <a:off x="4422108" y="9742538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4" name="pl11964"/>
            <p:cNvSpPr/>
            <p:nvPr/>
          </p:nvSpPr>
          <p:spPr>
            <a:xfrm>
              <a:off x="4413072" y="9692231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5" name="pl11965"/>
            <p:cNvSpPr/>
            <p:nvPr/>
          </p:nvSpPr>
          <p:spPr>
            <a:xfrm>
              <a:off x="4563008" y="9729390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6" name="pl11966"/>
            <p:cNvSpPr/>
            <p:nvPr/>
          </p:nvSpPr>
          <p:spPr>
            <a:xfrm>
              <a:off x="4484270" y="973530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7" name="pl11967"/>
            <p:cNvSpPr/>
            <p:nvPr/>
          </p:nvSpPr>
          <p:spPr>
            <a:xfrm>
              <a:off x="4324616" y="978186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8" name="pl11968"/>
            <p:cNvSpPr/>
            <p:nvPr/>
          </p:nvSpPr>
          <p:spPr>
            <a:xfrm>
              <a:off x="4399891" y="975971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69" name="pl11969"/>
            <p:cNvSpPr/>
            <p:nvPr/>
          </p:nvSpPr>
          <p:spPr>
            <a:xfrm>
              <a:off x="4399891" y="9770518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0" name="pl11970"/>
            <p:cNvSpPr/>
            <p:nvPr/>
          </p:nvSpPr>
          <p:spPr>
            <a:xfrm>
              <a:off x="4377883" y="976453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1" name="pl11971"/>
            <p:cNvSpPr/>
            <p:nvPr/>
          </p:nvSpPr>
          <p:spPr>
            <a:xfrm>
              <a:off x="4399891" y="975367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2" name="pl11972"/>
            <p:cNvSpPr/>
            <p:nvPr/>
          </p:nvSpPr>
          <p:spPr>
            <a:xfrm>
              <a:off x="4388187" y="9766113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3" name="pl11973"/>
            <p:cNvSpPr/>
            <p:nvPr/>
          </p:nvSpPr>
          <p:spPr>
            <a:xfrm>
              <a:off x="4392153" y="984283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4" name="pl11974"/>
            <p:cNvSpPr/>
            <p:nvPr/>
          </p:nvSpPr>
          <p:spPr>
            <a:xfrm>
              <a:off x="4421168" y="9726076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5" name="pl11975"/>
            <p:cNvSpPr/>
            <p:nvPr/>
          </p:nvSpPr>
          <p:spPr>
            <a:xfrm>
              <a:off x="4432436" y="973847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6" name="pl11976"/>
            <p:cNvSpPr/>
            <p:nvPr/>
          </p:nvSpPr>
          <p:spPr>
            <a:xfrm>
              <a:off x="4566609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7" name="pl11977"/>
            <p:cNvSpPr/>
            <p:nvPr/>
          </p:nvSpPr>
          <p:spPr>
            <a:xfrm>
              <a:off x="4732623" y="943435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8" name="pl11978"/>
            <p:cNvSpPr/>
            <p:nvPr/>
          </p:nvSpPr>
          <p:spPr>
            <a:xfrm>
              <a:off x="4732623" y="9386736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79" name="pl11979"/>
            <p:cNvSpPr/>
            <p:nvPr/>
          </p:nvSpPr>
          <p:spPr>
            <a:xfrm>
              <a:off x="4732623" y="9405721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0" name="pl11980"/>
            <p:cNvSpPr/>
            <p:nvPr/>
          </p:nvSpPr>
          <p:spPr>
            <a:xfrm>
              <a:off x="4732623" y="9435824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1" name="pl11981"/>
            <p:cNvSpPr/>
            <p:nvPr/>
          </p:nvSpPr>
          <p:spPr>
            <a:xfrm>
              <a:off x="4628554" y="945062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2" name="pl11982"/>
            <p:cNvSpPr/>
            <p:nvPr/>
          </p:nvSpPr>
          <p:spPr>
            <a:xfrm>
              <a:off x="4732623" y="942444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3" name="pl11983"/>
            <p:cNvSpPr/>
            <p:nvPr/>
          </p:nvSpPr>
          <p:spPr>
            <a:xfrm>
              <a:off x="4732623" y="942152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4" name="pl11984"/>
            <p:cNvSpPr/>
            <p:nvPr/>
          </p:nvSpPr>
          <p:spPr>
            <a:xfrm>
              <a:off x="4732623" y="944469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5" name="pl11985"/>
            <p:cNvSpPr/>
            <p:nvPr/>
          </p:nvSpPr>
          <p:spPr>
            <a:xfrm>
              <a:off x="4732623" y="939439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6" name="pl11986"/>
            <p:cNvSpPr/>
            <p:nvPr/>
          </p:nvSpPr>
          <p:spPr>
            <a:xfrm>
              <a:off x="4469298" y="9665532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7" name="pl11987"/>
            <p:cNvSpPr/>
            <p:nvPr/>
          </p:nvSpPr>
          <p:spPr>
            <a:xfrm>
              <a:off x="4393087" y="969857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8" name="pl11988"/>
            <p:cNvSpPr/>
            <p:nvPr/>
          </p:nvSpPr>
          <p:spPr>
            <a:xfrm>
              <a:off x="4421168" y="9726076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89" name="pl11989"/>
            <p:cNvSpPr/>
            <p:nvPr/>
          </p:nvSpPr>
          <p:spPr>
            <a:xfrm>
              <a:off x="4046596" y="9102817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0" name="pl11990"/>
            <p:cNvSpPr/>
            <p:nvPr/>
          </p:nvSpPr>
          <p:spPr>
            <a:xfrm>
              <a:off x="4037749" y="9078394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1" name="pl11991"/>
            <p:cNvSpPr/>
            <p:nvPr/>
          </p:nvSpPr>
          <p:spPr>
            <a:xfrm>
              <a:off x="5130289" y="1011285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2" name="pl11992"/>
            <p:cNvSpPr/>
            <p:nvPr/>
          </p:nvSpPr>
          <p:spPr>
            <a:xfrm>
              <a:off x="5114760" y="1014126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3" name="pl11993"/>
            <p:cNvSpPr/>
            <p:nvPr/>
          </p:nvSpPr>
          <p:spPr>
            <a:xfrm>
              <a:off x="3792255" y="10180267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4" name="pl11994"/>
            <p:cNvSpPr/>
            <p:nvPr/>
          </p:nvSpPr>
          <p:spPr>
            <a:xfrm>
              <a:off x="3796977" y="1014795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5" name="pl11995"/>
            <p:cNvSpPr/>
            <p:nvPr/>
          </p:nvSpPr>
          <p:spPr>
            <a:xfrm>
              <a:off x="3811810" y="10180267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6" name="pl11996"/>
            <p:cNvSpPr/>
            <p:nvPr/>
          </p:nvSpPr>
          <p:spPr>
            <a:xfrm>
              <a:off x="4441413" y="8812451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7" name="pl11997"/>
            <p:cNvSpPr/>
            <p:nvPr/>
          </p:nvSpPr>
          <p:spPr>
            <a:xfrm>
              <a:off x="4496260" y="942682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8" name="pl11998"/>
            <p:cNvSpPr/>
            <p:nvPr/>
          </p:nvSpPr>
          <p:spPr>
            <a:xfrm>
              <a:off x="4595760" y="10471407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999" name="pl11999"/>
            <p:cNvSpPr/>
            <p:nvPr/>
          </p:nvSpPr>
          <p:spPr>
            <a:xfrm>
              <a:off x="4400509" y="984283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0" name="pl12000"/>
            <p:cNvSpPr/>
            <p:nvPr/>
          </p:nvSpPr>
          <p:spPr>
            <a:xfrm>
              <a:off x="4388376" y="984675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1" name="pl12001"/>
            <p:cNvSpPr/>
            <p:nvPr/>
          </p:nvSpPr>
          <p:spPr>
            <a:xfrm>
              <a:off x="4381100" y="984675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2" name="pl12002"/>
            <p:cNvSpPr/>
            <p:nvPr/>
          </p:nvSpPr>
          <p:spPr>
            <a:xfrm>
              <a:off x="4434911" y="1048222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3" name="pl12003"/>
            <p:cNvSpPr/>
            <p:nvPr/>
          </p:nvSpPr>
          <p:spPr>
            <a:xfrm>
              <a:off x="4674159" y="9285861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4" name="pl12004"/>
            <p:cNvSpPr/>
            <p:nvPr/>
          </p:nvSpPr>
          <p:spPr>
            <a:xfrm>
              <a:off x="4566609" y="939674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5" name="pl12005"/>
            <p:cNvSpPr/>
            <p:nvPr/>
          </p:nvSpPr>
          <p:spPr>
            <a:xfrm>
              <a:off x="4341221" y="969145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6" name="pl12006"/>
            <p:cNvSpPr/>
            <p:nvPr/>
          </p:nvSpPr>
          <p:spPr>
            <a:xfrm>
              <a:off x="4485287" y="991389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7" name="pl12007"/>
            <p:cNvSpPr/>
            <p:nvPr/>
          </p:nvSpPr>
          <p:spPr>
            <a:xfrm>
              <a:off x="4566609" y="950075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8" name="pl12008"/>
            <p:cNvSpPr/>
            <p:nvPr/>
          </p:nvSpPr>
          <p:spPr>
            <a:xfrm>
              <a:off x="4633179" y="948142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09" name="pl12009"/>
            <p:cNvSpPr/>
            <p:nvPr/>
          </p:nvSpPr>
          <p:spPr>
            <a:xfrm>
              <a:off x="4633179" y="949668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0" name="pl12010"/>
            <p:cNvSpPr/>
            <p:nvPr/>
          </p:nvSpPr>
          <p:spPr>
            <a:xfrm>
              <a:off x="4633179" y="946390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1" name="pl12011"/>
            <p:cNvSpPr/>
            <p:nvPr/>
          </p:nvSpPr>
          <p:spPr>
            <a:xfrm>
              <a:off x="4469298" y="966117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2" name="pl12012"/>
            <p:cNvSpPr/>
            <p:nvPr/>
          </p:nvSpPr>
          <p:spPr>
            <a:xfrm>
              <a:off x="5258259" y="981932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3" name="pl12013"/>
            <p:cNvSpPr/>
            <p:nvPr/>
          </p:nvSpPr>
          <p:spPr>
            <a:xfrm>
              <a:off x="3621520" y="956387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4" name="pl12014"/>
            <p:cNvSpPr/>
            <p:nvPr/>
          </p:nvSpPr>
          <p:spPr>
            <a:xfrm>
              <a:off x="4444104" y="977695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5" name="pl12015"/>
            <p:cNvSpPr/>
            <p:nvPr/>
          </p:nvSpPr>
          <p:spPr>
            <a:xfrm>
              <a:off x="4444104" y="977695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6" name="pl12016"/>
            <p:cNvSpPr/>
            <p:nvPr/>
          </p:nvSpPr>
          <p:spPr>
            <a:xfrm>
              <a:off x="4444104" y="977695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7" name="pl12017"/>
            <p:cNvSpPr/>
            <p:nvPr/>
          </p:nvSpPr>
          <p:spPr>
            <a:xfrm>
              <a:off x="4413072" y="9682706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8" name="pl12018"/>
            <p:cNvSpPr/>
            <p:nvPr/>
          </p:nvSpPr>
          <p:spPr>
            <a:xfrm>
              <a:off x="4161850" y="9604615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19" name="pl12019"/>
            <p:cNvSpPr/>
            <p:nvPr/>
          </p:nvSpPr>
          <p:spPr>
            <a:xfrm>
              <a:off x="4477196" y="991814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0" name="pl12020"/>
            <p:cNvSpPr/>
            <p:nvPr/>
          </p:nvSpPr>
          <p:spPr>
            <a:xfrm>
              <a:off x="4442491" y="973547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1" name="pl12021"/>
            <p:cNvSpPr/>
            <p:nvPr/>
          </p:nvSpPr>
          <p:spPr>
            <a:xfrm>
              <a:off x="5223631" y="9295100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2" name="pl12022"/>
            <p:cNvSpPr/>
            <p:nvPr/>
          </p:nvSpPr>
          <p:spPr>
            <a:xfrm>
              <a:off x="4421168" y="970618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3" name="pl12023"/>
            <p:cNvSpPr/>
            <p:nvPr/>
          </p:nvSpPr>
          <p:spPr>
            <a:xfrm>
              <a:off x="4439428" y="967012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4" name="pl12024"/>
            <p:cNvSpPr/>
            <p:nvPr/>
          </p:nvSpPr>
          <p:spPr>
            <a:xfrm>
              <a:off x="4943802" y="897135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5" name="pl12025"/>
            <p:cNvSpPr/>
            <p:nvPr/>
          </p:nvSpPr>
          <p:spPr>
            <a:xfrm>
              <a:off x="4419858" y="9717330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6" name="pl12026"/>
            <p:cNvSpPr/>
            <p:nvPr/>
          </p:nvSpPr>
          <p:spPr>
            <a:xfrm>
              <a:off x="4419858" y="9714436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7" name="pl12027"/>
            <p:cNvSpPr/>
            <p:nvPr/>
          </p:nvSpPr>
          <p:spPr>
            <a:xfrm>
              <a:off x="4557392" y="923416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8" name="pl12028"/>
            <p:cNvSpPr/>
            <p:nvPr/>
          </p:nvSpPr>
          <p:spPr>
            <a:xfrm>
              <a:off x="4495690" y="991389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29" name="pl12029"/>
            <p:cNvSpPr/>
            <p:nvPr/>
          </p:nvSpPr>
          <p:spPr>
            <a:xfrm>
              <a:off x="4495690" y="991389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0" name="pl12030"/>
            <p:cNvSpPr/>
            <p:nvPr/>
          </p:nvSpPr>
          <p:spPr>
            <a:xfrm>
              <a:off x="4560147" y="968372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1" name="pl12031"/>
            <p:cNvSpPr/>
            <p:nvPr/>
          </p:nvSpPr>
          <p:spPr>
            <a:xfrm>
              <a:off x="4560877" y="9683428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32" name="pg12032"/>
            <p:cNvSpPr/>
            <p:nvPr/>
          </p:nvSpPr>
          <p:spPr>
            <a:xfrm>
              <a:off x="4293312" y="953208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3" name="pt12033"/>
            <p:cNvSpPr/>
            <p:nvPr/>
          </p:nvSpPr>
          <p:spPr>
            <a:xfrm>
              <a:off x="4589065" y="94872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4" name="pt12034"/>
            <p:cNvSpPr/>
            <p:nvPr/>
          </p:nvSpPr>
          <p:spPr>
            <a:xfrm>
              <a:off x="4599631" y="94481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5" name="pt12035"/>
            <p:cNvSpPr/>
            <p:nvPr/>
          </p:nvSpPr>
          <p:spPr>
            <a:xfrm>
              <a:off x="4402832" y="97310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6" name="pt12036"/>
            <p:cNvSpPr/>
            <p:nvPr/>
          </p:nvSpPr>
          <p:spPr>
            <a:xfrm>
              <a:off x="4409803" y="97399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7" name="pt12037"/>
            <p:cNvSpPr/>
            <p:nvPr/>
          </p:nvSpPr>
          <p:spPr>
            <a:xfrm>
              <a:off x="4356934" y="9647984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8" name="pt12038"/>
            <p:cNvSpPr/>
            <p:nvPr/>
          </p:nvSpPr>
          <p:spPr>
            <a:xfrm>
              <a:off x="4353908" y="9540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39" name="pt12039"/>
            <p:cNvSpPr/>
            <p:nvPr/>
          </p:nvSpPr>
          <p:spPr>
            <a:xfrm>
              <a:off x="4610645" y="90952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0" name="pg12040"/>
            <p:cNvSpPr/>
            <p:nvPr/>
          </p:nvSpPr>
          <p:spPr>
            <a:xfrm>
              <a:off x="4396175" y="984748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1" name="pg12041"/>
            <p:cNvSpPr/>
            <p:nvPr/>
          </p:nvSpPr>
          <p:spPr>
            <a:xfrm>
              <a:off x="4397531" y="97431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2" name="pt12042"/>
            <p:cNvSpPr/>
            <p:nvPr/>
          </p:nvSpPr>
          <p:spPr>
            <a:xfrm>
              <a:off x="4688664" y="10401011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3" name="pt12043"/>
            <p:cNvSpPr/>
            <p:nvPr/>
          </p:nvSpPr>
          <p:spPr>
            <a:xfrm>
              <a:off x="4426822" y="967219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4" name="pt12044"/>
            <p:cNvSpPr/>
            <p:nvPr/>
          </p:nvSpPr>
          <p:spPr>
            <a:xfrm>
              <a:off x="4344781" y="9696958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5" name="pt12045"/>
            <p:cNvSpPr/>
            <p:nvPr/>
          </p:nvSpPr>
          <p:spPr>
            <a:xfrm>
              <a:off x="4790147" y="9661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6" name="pt12046"/>
            <p:cNvSpPr/>
            <p:nvPr/>
          </p:nvSpPr>
          <p:spPr>
            <a:xfrm>
              <a:off x="4688032" y="95301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7" name="pg12047"/>
            <p:cNvSpPr/>
            <p:nvPr/>
          </p:nvSpPr>
          <p:spPr>
            <a:xfrm>
              <a:off x="4279671" y="95669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8" name="pt12048"/>
            <p:cNvSpPr/>
            <p:nvPr/>
          </p:nvSpPr>
          <p:spPr>
            <a:xfrm>
              <a:off x="5245315" y="9492511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49" name="pg12049"/>
            <p:cNvSpPr/>
            <p:nvPr/>
          </p:nvSpPr>
          <p:spPr>
            <a:xfrm>
              <a:off x="4987612" y="95874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0" name="pg12050"/>
            <p:cNvSpPr/>
            <p:nvPr/>
          </p:nvSpPr>
          <p:spPr>
            <a:xfrm>
              <a:off x="4672513" y="960013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1" name="pt12051"/>
            <p:cNvSpPr/>
            <p:nvPr/>
          </p:nvSpPr>
          <p:spPr>
            <a:xfrm>
              <a:off x="4373887" y="98351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2" name="pt12052"/>
            <p:cNvSpPr/>
            <p:nvPr/>
          </p:nvSpPr>
          <p:spPr>
            <a:xfrm>
              <a:off x="4311554" y="1036265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3" name="pt12053"/>
            <p:cNvSpPr/>
            <p:nvPr/>
          </p:nvSpPr>
          <p:spPr>
            <a:xfrm>
              <a:off x="4346397" y="9616380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4" name="pt12054"/>
            <p:cNvSpPr/>
            <p:nvPr/>
          </p:nvSpPr>
          <p:spPr>
            <a:xfrm>
              <a:off x="4744974" y="92614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5" name="pt12055"/>
            <p:cNvSpPr/>
            <p:nvPr/>
          </p:nvSpPr>
          <p:spPr>
            <a:xfrm>
              <a:off x="4785882" y="9493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6" name="pl12056"/>
            <p:cNvSpPr/>
            <p:nvPr/>
          </p:nvSpPr>
          <p:spPr>
            <a:xfrm>
              <a:off x="4325613" y="959963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7" name="pl12057"/>
            <p:cNvSpPr/>
            <p:nvPr/>
          </p:nvSpPr>
          <p:spPr>
            <a:xfrm>
              <a:off x="4360144" y="956510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58" name="pt12058"/>
            <p:cNvSpPr/>
            <p:nvPr/>
          </p:nvSpPr>
          <p:spPr>
            <a:xfrm>
              <a:off x="4448419" y="964273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59" name="pl12059"/>
            <p:cNvSpPr/>
            <p:nvPr/>
          </p:nvSpPr>
          <p:spPr>
            <a:xfrm>
              <a:off x="4284034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0" name="pl12060"/>
            <p:cNvSpPr/>
            <p:nvPr/>
          </p:nvSpPr>
          <p:spPr>
            <a:xfrm>
              <a:off x="4284034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1" name="pl12061"/>
            <p:cNvSpPr/>
            <p:nvPr/>
          </p:nvSpPr>
          <p:spPr>
            <a:xfrm>
              <a:off x="4198492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2" name="pl12062"/>
            <p:cNvSpPr/>
            <p:nvPr/>
          </p:nvSpPr>
          <p:spPr>
            <a:xfrm>
              <a:off x="4198492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3" name="pl12063"/>
            <p:cNvSpPr/>
            <p:nvPr/>
          </p:nvSpPr>
          <p:spPr>
            <a:xfrm>
              <a:off x="4188378" y="88502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4" name="pl12064"/>
            <p:cNvSpPr/>
            <p:nvPr/>
          </p:nvSpPr>
          <p:spPr>
            <a:xfrm>
              <a:off x="4222909" y="88157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5" name="pg12065"/>
            <p:cNvSpPr/>
            <p:nvPr/>
          </p:nvSpPr>
          <p:spPr>
            <a:xfrm>
              <a:off x="4347367" y="980180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66" name="pt12066"/>
            <p:cNvSpPr/>
            <p:nvPr/>
          </p:nvSpPr>
          <p:spPr>
            <a:xfrm>
              <a:off x="3979139" y="8962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67" name="pt12067"/>
            <p:cNvSpPr/>
            <p:nvPr/>
          </p:nvSpPr>
          <p:spPr>
            <a:xfrm>
              <a:off x="4656333" y="96430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68" name="pl12068"/>
            <p:cNvSpPr/>
            <p:nvPr/>
          </p:nvSpPr>
          <p:spPr>
            <a:xfrm>
              <a:off x="4364792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4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69" name="pl12069"/>
            <p:cNvSpPr/>
            <p:nvPr/>
          </p:nvSpPr>
          <p:spPr>
            <a:xfrm>
              <a:off x="4364792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4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0" name="pl12070"/>
            <p:cNvSpPr/>
            <p:nvPr/>
          </p:nvSpPr>
          <p:spPr>
            <a:xfrm>
              <a:off x="4349293" y="9715665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4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1" name="pl12071"/>
            <p:cNvSpPr/>
            <p:nvPr/>
          </p:nvSpPr>
          <p:spPr>
            <a:xfrm>
              <a:off x="4402209" y="966274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2" name="pl12072"/>
            <p:cNvSpPr/>
            <p:nvPr/>
          </p:nvSpPr>
          <p:spPr>
            <a:xfrm>
              <a:off x="4347255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3" name="pl12073"/>
            <p:cNvSpPr/>
            <p:nvPr/>
          </p:nvSpPr>
          <p:spPr>
            <a:xfrm>
              <a:off x="4347255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4" name="pl12074"/>
            <p:cNvSpPr/>
            <p:nvPr/>
          </p:nvSpPr>
          <p:spPr>
            <a:xfrm>
              <a:off x="4329526" y="966787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5" name="pl12075"/>
            <p:cNvSpPr/>
            <p:nvPr/>
          </p:nvSpPr>
          <p:spPr>
            <a:xfrm>
              <a:off x="4390058" y="960734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6" name="pt12076"/>
            <p:cNvSpPr/>
            <p:nvPr/>
          </p:nvSpPr>
          <p:spPr>
            <a:xfrm>
              <a:off x="4348937" y="968579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77" name="pt12077"/>
            <p:cNvSpPr/>
            <p:nvPr/>
          </p:nvSpPr>
          <p:spPr>
            <a:xfrm>
              <a:off x="4284277" y="974152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78" name="pl12078"/>
            <p:cNvSpPr/>
            <p:nvPr/>
          </p:nvSpPr>
          <p:spPr>
            <a:xfrm>
              <a:off x="4289052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79" name="pl12079"/>
            <p:cNvSpPr/>
            <p:nvPr/>
          </p:nvSpPr>
          <p:spPr>
            <a:xfrm>
              <a:off x="4289052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0" name="pl12080"/>
            <p:cNvSpPr/>
            <p:nvPr/>
          </p:nvSpPr>
          <p:spPr>
            <a:xfrm>
              <a:off x="4273554" y="955526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1" name="pl12081"/>
            <p:cNvSpPr/>
            <p:nvPr/>
          </p:nvSpPr>
          <p:spPr>
            <a:xfrm>
              <a:off x="4326470" y="950234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2" name="pt12082"/>
            <p:cNvSpPr/>
            <p:nvPr/>
          </p:nvSpPr>
          <p:spPr>
            <a:xfrm>
              <a:off x="4339398" y="9577527"/>
              <a:ext cx="48833" cy="48833"/>
            </a:xfrm>
            <a:prstGeom prst="ellipse">
              <a:avLst/>
            </a:prstGeom>
            <a:solidFill>
              <a:srgbClr val="A6761D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083" name="pl12083"/>
            <p:cNvSpPr/>
            <p:nvPr/>
          </p:nvSpPr>
          <p:spPr>
            <a:xfrm>
              <a:off x="4435033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4" name="pl12084"/>
            <p:cNvSpPr/>
            <p:nvPr/>
          </p:nvSpPr>
          <p:spPr>
            <a:xfrm>
              <a:off x="4435033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5" name="pl12085"/>
            <p:cNvSpPr/>
            <p:nvPr/>
          </p:nvSpPr>
          <p:spPr>
            <a:xfrm>
              <a:off x="4424919" y="97962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6" name="pl12086"/>
            <p:cNvSpPr/>
            <p:nvPr/>
          </p:nvSpPr>
          <p:spPr>
            <a:xfrm>
              <a:off x="4459450" y="9761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7" name="pl12087"/>
            <p:cNvSpPr/>
            <p:nvPr/>
          </p:nvSpPr>
          <p:spPr>
            <a:xfrm>
              <a:off x="4350788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8" name="pl12088"/>
            <p:cNvSpPr/>
            <p:nvPr/>
          </p:nvSpPr>
          <p:spPr>
            <a:xfrm>
              <a:off x="4350788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89" name="pl12089"/>
            <p:cNvSpPr/>
            <p:nvPr/>
          </p:nvSpPr>
          <p:spPr>
            <a:xfrm>
              <a:off x="4321635" y="9726076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0" name="pl12090"/>
            <p:cNvSpPr/>
            <p:nvPr/>
          </p:nvSpPr>
          <p:spPr>
            <a:xfrm>
              <a:off x="4421168" y="9626543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1" name="pl12091"/>
            <p:cNvSpPr/>
            <p:nvPr/>
          </p:nvSpPr>
          <p:spPr>
            <a:xfrm>
              <a:off x="4682060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2" name="pl12092"/>
            <p:cNvSpPr/>
            <p:nvPr/>
          </p:nvSpPr>
          <p:spPr>
            <a:xfrm>
              <a:off x="4682060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3" name="pl12093"/>
            <p:cNvSpPr/>
            <p:nvPr/>
          </p:nvSpPr>
          <p:spPr>
            <a:xfrm>
              <a:off x="4664330" y="953999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4" name="pl12094"/>
            <p:cNvSpPr/>
            <p:nvPr/>
          </p:nvSpPr>
          <p:spPr>
            <a:xfrm>
              <a:off x="4724862" y="947946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5" name="pl12095"/>
            <p:cNvSpPr/>
            <p:nvPr/>
          </p:nvSpPr>
          <p:spPr>
            <a:xfrm>
              <a:off x="3599043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6" name="pl12096"/>
            <p:cNvSpPr/>
            <p:nvPr/>
          </p:nvSpPr>
          <p:spPr>
            <a:xfrm>
              <a:off x="3599043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7" name="pl12097"/>
            <p:cNvSpPr/>
            <p:nvPr/>
          </p:nvSpPr>
          <p:spPr>
            <a:xfrm>
              <a:off x="3588930" y="97245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8" name="pl12098"/>
            <p:cNvSpPr/>
            <p:nvPr/>
          </p:nvSpPr>
          <p:spPr>
            <a:xfrm>
              <a:off x="3623460" y="96899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099" name="pt12099"/>
            <p:cNvSpPr/>
            <p:nvPr/>
          </p:nvSpPr>
          <p:spPr>
            <a:xfrm>
              <a:off x="4525026" y="927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00" name="pl12100"/>
            <p:cNvSpPr/>
            <p:nvPr/>
          </p:nvSpPr>
          <p:spPr>
            <a:xfrm>
              <a:off x="4130583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1" name="pl12101"/>
            <p:cNvSpPr/>
            <p:nvPr/>
          </p:nvSpPr>
          <p:spPr>
            <a:xfrm>
              <a:off x="4130583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2" name="pl12102"/>
            <p:cNvSpPr/>
            <p:nvPr/>
          </p:nvSpPr>
          <p:spPr>
            <a:xfrm>
              <a:off x="4116662" y="960461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3" name="pl12103"/>
            <p:cNvSpPr/>
            <p:nvPr/>
          </p:nvSpPr>
          <p:spPr>
            <a:xfrm>
              <a:off x="4164193" y="955708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4" name="pl12104"/>
            <p:cNvSpPr/>
            <p:nvPr/>
          </p:nvSpPr>
          <p:spPr>
            <a:xfrm>
              <a:off x="4426895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5" name="pl12105"/>
            <p:cNvSpPr/>
            <p:nvPr/>
          </p:nvSpPr>
          <p:spPr>
            <a:xfrm>
              <a:off x="4426895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6" name="pl12106"/>
            <p:cNvSpPr/>
            <p:nvPr/>
          </p:nvSpPr>
          <p:spPr>
            <a:xfrm>
              <a:off x="4412974" y="99180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7" name="pl12107"/>
            <p:cNvSpPr/>
            <p:nvPr/>
          </p:nvSpPr>
          <p:spPr>
            <a:xfrm>
              <a:off x="4460505" y="987050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08" name="pt12108"/>
            <p:cNvSpPr/>
            <p:nvPr/>
          </p:nvSpPr>
          <p:spPr>
            <a:xfrm>
              <a:off x="4323189" y="9727082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09" name="pl12109"/>
            <p:cNvSpPr/>
            <p:nvPr/>
          </p:nvSpPr>
          <p:spPr>
            <a:xfrm>
              <a:off x="4339054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0" name="pl12110"/>
            <p:cNvSpPr/>
            <p:nvPr/>
          </p:nvSpPr>
          <p:spPr>
            <a:xfrm>
              <a:off x="4339054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1" name="pl12111"/>
            <p:cNvSpPr/>
            <p:nvPr/>
          </p:nvSpPr>
          <p:spPr>
            <a:xfrm>
              <a:off x="4328940" y="95980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2" name="pl12112"/>
            <p:cNvSpPr/>
            <p:nvPr/>
          </p:nvSpPr>
          <p:spPr>
            <a:xfrm>
              <a:off x="4363471" y="956354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3" name="pt12113"/>
            <p:cNvSpPr/>
            <p:nvPr/>
          </p:nvSpPr>
          <p:spPr>
            <a:xfrm>
              <a:off x="4436857" y="9877801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14" name="pt12114"/>
            <p:cNvSpPr/>
            <p:nvPr/>
          </p:nvSpPr>
          <p:spPr>
            <a:xfrm>
              <a:off x="4637831" y="960683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15" name="pt12115"/>
            <p:cNvSpPr/>
            <p:nvPr/>
          </p:nvSpPr>
          <p:spPr>
            <a:xfrm>
              <a:off x="4519930" y="9709231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16" name="pl12116"/>
            <p:cNvSpPr/>
            <p:nvPr/>
          </p:nvSpPr>
          <p:spPr>
            <a:xfrm>
              <a:off x="4468448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7" name="pl12117"/>
            <p:cNvSpPr/>
            <p:nvPr/>
          </p:nvSpPr>
          <p:spPr>
            <a:xfrm>
              <a:off x="4468448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8" name="pl12118"/>
            <p:cNvSpPr/>
            <p:nvPr/>
          </p:nvSpPr>
          <p:spPr>
            <a:xfrm>
              <a:off x="4454527" y="968835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19" name="pl12119"/>
            <p:cNvSpPr/>
            <p:nvPr/>
          </p:nvSpPr>
          <p:spPr>
            <a:xfrm>
              <a:off x="4502058" y="964082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0" name="pl12120"/>
            <p:cNvSpPr/>
            <p:nvPr/>
          </p:nvSpPr>
          <p:spPr>
            <a:xfrm>
              <a:off x="4347342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1" name="pl12121"/>
            <p:cNvSpPr/>
            <p:nvPr/>
          </p:nvSpPr>
          <p:spPr>
            <a:xfrm>
              <a:off x="4347342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2" name="pl12122"/>
            <p:cNvSpPr/>
            <p:nvPr/>
          </p:nvSpPr>
          <p:spPr>
            <a:xfrm>
              <a:off x="4322481" y="969535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3" name="pl12123"/>
            <p:cNvSpPr/>
            <p:nvPr/>
          </p:nvSpPr>
          <p:spPr>
            <a:xfrm>
              <a:off x="4407363" y="9610474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4" name="pl12124"/>
            <p:cNvSpPr/>
            <p:nvPr/>
          </p:nvSpPr>
          <p:spPr>
            <a:xfrm>
              <a:off x="4435343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5" name="pl12125"/>
            <p:cNvSpPr/>
            <p:nvPr/>
          </p:nvSpPr>
          <p:spPr>
            <a:xfrm>
              <a:off x="4435343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6" name="pl12126"/>
            <p:cNvSpPr/>
            <p:nvPr/>
          </p:nvSpPr>
          <p:spPr>
            <a:xfrm>
              <a:off x="4425230" y="9659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7" name="pl12127"/>
            <p:cNvSpPr/>
            <p:nvPr/>
          </p:nvSpPr>
          <p:spPr>
            <a:xfrm>
              <a:off x="4459760" y="9625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28" name="pg12128"/>
            <p:cNvSpPr/>
            <p:nvPr/>
          </p:nvSpPr>
          <p:spPr>
            <a:xfrm>
              <a:off x="5209018" y="99038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29" name="pl12129"/>
            <p:cNvSpPr/>
            <p:nvPr/>
          </p:nvSpPr>
          <p:spPr>
            <a:xfrm>
              <a:off x="3896445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0" name="pl12130"/>
            <p:cNvSpPr/>
            <p:nvPr/>
          </p:nvSpPr>
          <p:spPr>
            <a:xfrm>
              <a:off x="3896445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1" name="pl12131"/>
            <p:cNvSpPr/>
            <p:nvPr/>
          </p:nvSpPr>
          <p:spPr>
            <a:xfrm>
              <a:off x="3886331" y="896350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2" name="pl12132"/>
            <p:cNvSpPr/>
            <p:nvPr/>
          </p:nvSpPr>
          <p:spPr>
            <a:xfrm>
              <a:off x="3920862" y="89289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3" name="pl12133"/>
            <p:cNvSpPr/>
            <p:nvPr/>
          </p:nvSpPr>
          <p:spPr>
            <a:xfrm>
              <a:off x="4434422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4" name="pl12134"/>
            <p:cNvSpPr/>
            <p:nvPr/>
          </p:nvSpPr>
          <p:spPr>
            <a:xfrm>
              <a:off x="4434422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5" name="pl12135"/>
            <p:cNvSpPr/>
            <p:nvPr/>
          </p:nvSpPr>
          <p:spPr>
            <a:xfrm>
              <a:off x="4408608" y="9460676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6" name="pl12136"/>
            <p:cNvSpPr/>
            <p:nvPr/>
          </p:nvSpPr>
          <p:spPr>
            <a:xfrm>
              <a:off x="4496741" y="9372543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7" name="pg12137"/>
            <p:cNvSpPr/>
            <p:nvPr/>
          </p:nvSpPr>
          <p:spPr>
            <a:xfrm>
              <a:off x="4283870" y="1032149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38" name="pl12138"/>
            <p:cNvSpPr/>
            <p:nvPr/>
          </p:nvSpPr>
          <p:spPr>
            <a:xfrm>
              <a:off x="4321249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39" name="pl12139"/>
            <p:cNvSpPr/>
            <p:nvPr/>
          </p:nvSpPr>
          <p:spPr>
            <a:xfrm>
              <a:off x="4321249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0" name="pl12140"/>
            <p:cNvSpPr/>
            <p:nvPr/>
          </p:nvSpPr>
          <p:spPr>
            <a:xfrm>
              <a:off x="4299712" y="9626431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1" name="pl12141"/>
            <p:cNvSpPr/>
            <p:nvPr/>
          </p:nvSpPr>
          <p:spPr>
            <a:xfrm>
              <a:off x="4373244" y="9552899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2" name="pt12142"/>
            <p:cNvSpPr/>
            <p:nvPr/>
          </p:nvSpPr>
          <p:spPr>
            <a:xfrm>
              <a:off x="4404815" y="9703878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43" name="pl12143"/>
            <p:cNvSpPr/>
            <p:nvPr/>
          </p:nvSpPr>
          <p:spPr>
            <a:xfrm>
              <a:off x="4367350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4" name="pl12144"/>
            <p:cNvSpPr/>
            <p:nvPr/>
          </p:nvSpPr>
          <p:spPr>
            <a:xfrm>
              <a:off x="4367350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5" name="pl12145"/>
            <p:cNvSpPr/>
            <p:nvPr/>
          </p:nvSpPr>
          <p:spPr>
            <a:xfrm>
              <a:off x="4347162" y="9682706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6" name="pl12146"/>
            <p:cNvSpPr/>
            <p:nvPr/>
          </p:nvSpPr>
          <p:spPr>
            <a:xfrm>
              <a:off x="4416089" y="961378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47" name="pt12147"/>
            <p:cNvSpPr/>
            <p:nvPr/>
          </p:nvSpPr>
          <p:spPr>
            <a:xfrm>
              <a:off x="4588410" y="977751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48" name="pt12148"/>
            <p:cNvSpPr/>
            <p:nvPr/>
          </p:nvSpPr>
          <p:spPr>
            <a:xfrm>
              <a:off x="5248596" y="9767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49" name="pt12149"/>
            <p:cNvSpPr/>
            <p:nvPr/>
          </p:nvSpPr>
          <p:spPr>
            <a:xfrm>
              <a:off x="4623102" y="929328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50" name="pl12150"/>
            <p:cNvSpPr/>
            <p:nvPr/>
          </p:nvSpPr>
          <p:spPr>
            <a:xfrm>
              <a:off x="4563528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1" name="pl12151"/>
            <p:cNvSpPr/>
            <p:nvPr/>
          </p:nvSpPr>
          <p:spPr>
            <a:xfrm>
              <a:off x="4563528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2" name="pl12152"/>
            <p:cNvSpPr/>
            <p:nvPr/>
          </p:nvSpPr>
          <p:spPr>
            <a:xfrm>
              <a:off x="4549606" y="92227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3" name="pl12153"/>
            <p:cNvSpPr/>
            <p:nvPr/>
          </p:nvSpPr>
          <p:spPr>
            <a:xfrm>
              <a:off x="4597137" y="91752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4" name="pt12154"/>
            <p:cNvSpPr/>
            <p:nvPr/>
          </p:nvSpPr>
          <p:spPr>
            <a:xfrm>
              <a:off x="4889322" y="103072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55" name="pl12155"/>
            <p:cNvSpPr/>
            <p:nvPr/>
          </p:nvSpPr>
          <p:spPr>
            <a:xfrm>
              <a:off x="4562151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6" name="pl12156"/>
            <p:cNvSpPr/>
            <p:nvPr/>
          </p:nvSpPr>
          <p:spPr>
            <a:xfrm>
              <a:off x="4562151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7" name="pl12157"/>
            <p:cNvSpPr/>
            <p:nvPr/>
          </p:nvSpPr>
          <p:spPr>
            <a:xfrm>
              <a:off x="4548229" y="1047850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8" name="pl12158"/>
            <p:cNvSpPr/>
            <p:nvPr/>
          </p:nvSpPr>
          <p:spPr>
            <a:xfrm>
              <a:off x="4595760" y="1043097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59" name="pl12159"/>
            <p:cNvSpPr/>
            <p:nvPr/>
          </p:nvSpPr>
          <p:spPr>
            <a:xfrm>
              <a:off x="4333589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0" name="pl12160"/>
            <p:cNvSpPr/>
            <p:nvPr/>
          </p:nvSpPr>
          <p:spPr>
            <a:xfrm>
              <a:off x="4333589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1" name="pl12161"/>
            <p:cNvSpPr/>
            <p:nvPr/>
          </p:nvSpPr>
          <p:spPr>
            <a:xfrm>
              <a:off x="4319667" y="9618620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2" name="pl12162"/>
            <p:cNvSpPr/>
            <p:nvPr/>
          </p:nvSpPr>
          <p:spPr>
            <a:xfrm>
              <a:off x="4367198" y="95710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3" name="pt12163"/>
            <p:cNvSpPr/>
            <p:nvPr/>
          </p:nvSpPr>
          <p:spPr>
            <a:xfrm>
              <a:off x="4382438" y="9677122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64" name="pl12164"/>
            <p:cNvSpPr/>
            <p:nvPr/>
          </p:nvSpPr>
          <p:spPr>
            <a:xfrm>
              <a:off x="3633502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5" name="pl12165"/>
            <p:cNvSpPr/>
            <p:nvPr/>
          </p:nvSpPr>
          <p:spPr>
            <a:xfrm>
              <a:off x="3633502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6" name="pl12166"/>
            <p:cNvSpPr/>
            <p:nvPr/>
          </p:nvSpPr>
          <p:spPr>
            <a:xfrm>
              <a:off x="3616793" y="992153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7" name="pl12167"/>
            <p:cNvSpPr/>
            <p:nvPr/>
          </p:nvSpPr>
          <p:spPr>
            <a:xfrm>
              <a:off x="3673842" y="986449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8" name="pl12168"/>
            <p:cNvSpPr/>
            <p:nvPr/>
          </p:nvSpPr>
          <p:spPr>
            <a:xfrm>
              <a:off x="4348797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69" name="pl12169"/>
            <p:cNvSpPr/>
            <p:nvPr/>
          </p:nvSpPr>
          <p:spPr>
            <a:xfrm>
              <a:off x="4348797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0" name="pl12170"/>
            <p:cNvSpPr/>
            <p:nvPr/>
          </p:nvSpPr>
          <p:spPr>
            <a:xfrm>
              <a:off x="4327260" y="984283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1" name="pl12171"/>
            <p:cNvSpPr/>
            <p:nvPr/>
          </p:nvSpPr>
          <p:spPr>
            <a:xfrm>
              <a:off x="4400792" y="9769297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2" name="pt12172"/>
            <p:cNvSpPr/>
            <p:nvPr/>
          </p:nvSpPr>
          <p:spPr>
            <a:xfrm>
              <a:off x="4414392" y="9615222"/>
              <a:ext cx="109811" cy="109811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3" name="pt12173"/>
            <p:cNvSpPr/>
            <p:nvPr/>
          </p:nvSpPr>
          <p:spPr>
            <a:xfrm>
              <a:off x="4336737" y="9576290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4" name="pt12174"/>
            <p:cNvSpPr/>
            <p:nvPr/>
          </p:nvSpPr>
          <p:spPr>
            <a:xfrm>
              <a:off x="4552492" y="971575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5" name="pg12175"/>
            <p:cNvSpPr/>
            <p:nvPr/>
          </p:nvSpPr>
          <p:spPr>
            <a:xfrm>
              <a:off x="4504069" y="927715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76" name="pl12176"/>
            <p:cNvSpPr/>
            <p:nvPr/>
          </p:nvSpPr>
          <p:spPr>
            <a:xfrm>
              <a:off x="3685492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7" name="pl12177"/>
            <p:cNvSpPr/>
            <p:nvPr/>
          </p:nvSpPr>
          <p:spPr>
            <a:xfrm>
              <a:off x="3685492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8" name="pl12178"/>
            <p:cNvSpPr/>
            <p:nvPr/>
          </p:nvSpPr>
          <p:spPr>
            <a:xfrm>
              <a:off x="3671570" y="998170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79" name="pl12179"/>
            <p:cNvSpPr/>
            <p:nvPr/>
          </p:nvSpPr>
          <p:spPr>
            <a:xfrm>
              <a:off x="3719101" y="993417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0" name="pt12180"/>
            <p:cNvSpPr/>
            <p:nvPr/>
          </p:nvSpPr>
          <p:spPr>
            <a:xfrm>
              <a:off x="4323379" y="9695627"/>
              <a:ext cx="109811" cy="109811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1" name="pt12181"/>
            <p:cNvSpPr/>
            <p:nvPr/>
          </p:nvSpPr>
          <p:spPr>
            <a:xfrm>
              <a:off x="4417841" y="9690019"/>
              <a:ext cx="48833" cy="48833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2" name="pg12182"/>
            <p:cNvSpPr/>
            <p:nvPr/>
          </p:nvSpPr>
          <p:spPr>
            <a:xfrm>
              <a:off x="4541884" y="91693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3" name="pt12183"/>
            <p:cNvSpPr/>
            <p:nvPr/>
          </p:nvSpPr>
          <p:spPr>
            <a:xfrm>
              <a:off x="4373607" y="9734826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4" name="pt12184"/>
            <p:cNvSpPr/>
            <p:nvPr/>
          </p:nvSpPr>
          <p:spPr>
            <a:xfrm>
              <a:off x="4431233" y="977249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85" name="pl12185"/>
            <p:cNvSpPr/>
            <p:nvPr/>
          </p:nvSpPr>
          <p:spPr>
            <a:xfrm>
              <a:off x="4265170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6" name="pl12186"/>
            <p:cNvSpPr/>
            <p:nvPr/>
          </p:nvSpPr>
          <p:spPr>
            <a:xfrm>
              <a:off x="4265170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7" name="pl12187"/>
            <p:cNvSpPr/>
            <p:nvPr/>
          </p:nvSpPr>
          <p:spPr>
            <a:xfrm>
              <a:off x="4255056" y="104959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8" name="pl12188"/>
            <p:cNvSpPr/>
            <p:nvPr/>
          </p:nvSpPr>
          <p:spPr>
            <a:xfrm>
              <a:off x="4289587" y="104613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189" name="pt12189"/>
            <p:cNvSpPr/>
            <p:nvPr/>
          </p:nvSpPr>
          <p:spPr>
            <a:xfrm>
              <a:off x="4314436" y="9618242"/>
              <a:ext cx="160668" cy="160668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0" name="pg12190"/>
            <p:cNvSpPr/>
            <p:nvPr/>
          </p:nvSpPr>
          <p:spPr>
            <a:xfrm>
              <a:off x="4499074" y="945329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1" name="pt12191"/>
            <p:cNvSpPr/>
            <p:nvPr/>
          </p:nvSpPr>
          <p:spPr>
            <a:xfrm>
              <a:off x="4286389" y="99746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2" name="pt12192"/>
            <p:cNvSpPr/>
            <p:nvPr/>
          </p:nvSpPr>
          <p:spPr>
            <a:xfrm>
              <a:off x="4309704" y="99518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3" name="pg12193"/>
            <p:cNvSpPr/>
            <p:nvPr/>
          </p:nvSpPr>
          <p:spPr>
            <a:xfrm>
              <a:off x="4564598" y="967712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4" name="pt12194"/>
            <p:cNvSpPr/>
            <p:nvPr/>
          </p:nvSpPr>
          <p:spPr>
            <a:xfrm>
              <a:off x="4326260" y="9584834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5" name="pt12195"/>
            <p:cNvSpPr/>
            <p:nvPr/>
          </p:nvSpPr>
          <p:spPr>
            <a:xfrm>
              <a:off x="4652792" y="94570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6" name="pt12196"/>
            <p:cNvSpPr/>
            <p:nvPr/>
          </p:nvSpPr>
          <p:spPr>
            <a:xfrm>
              <a:off x="4373107" y="9677154"/>
              <a:ext cx="80678" cy="80678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7" name="pt12197"/>
            <p:cNvSpPr/>
            <p:nvPr/>
          </p:nvSpPr>
          <p:spPr>
            <a:xfrm>
              <a:off x="4369723" y="9680428"/>
              <a:ext cx="74834" cy="74834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8" name="pt12198"/>
            <p:cNvSpPr/>
            <p:nvPr/>
          </p:nvSpPr>
          <p:spPr>
            <a:xfrm>
              <a:off x="4363959" y="9879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199" name="pt12199"/>
            <p:cNvSpPr/>
            <p:nvPr/>
          </p:nvSpPr>
          <p:spPr>
            <a:xfrm>
              <a:off x="4546918" y="92293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0" name="pt12200"/>
            <p:cNvSpPr/>
            <p:nvPr/>
          </p:nvSpPr>
          <p:spPr>
            <a:xfrm>
              <a:off x="3736542" y="92935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1" name="pt12201"/>
            <p:cNvSpPr/>
            <p:nvPr/>
          </p:nvSpPr>
          <p:spPr>
            <a:xfrm>
              <a:off x="4299698" y="893264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2" name="pt12202"/>
            <p:cNvSpPr/>
            <p:nvPr/>
          </p:nvSpPr>
          <p:spPr>
            <a:xfrm>
              <a:off x="5122089" y="9136943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3" name="pt12203"/>
            <p:cNvSpPr/>
            <p:nvPr/>
          </p:nvSpPr>
          <p:spPr>
            <a:xfrm>
              <a:off x="4340980" y="94748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4" name="pt12204"/>
            <p:cNvSpPr/>
            <p:nvPr/>
          </p:nvSpPr>
          <p:spPr>
            <a:xfrm>
              <a:off x="4526974" y="9699784"/>
              <a:ext cx="80678" cy="80678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5" name="pt12205"/>
            <p:cNvSpPr/>
            <p:nvPr/>
          </p:nvSpPr>
          <p:spPr>
            <a:xfrm>
              <a:off x="3941368" y="9057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6" name="pt12206"/>
            <p:cNvSpPr/>
            <p:nvPr/>
          </p:nvSpPr>
          <p:spPr>
            <a:xfrm>
              <a:off x="4357277" y="94819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07" name="pt12207"/>
            <p:cNvSpPr/>
            <p:nvPr/>
          </p:nvSpPr>
          <p:spPr>
            <a:xfrm>
              <a:off x="4299052" y="9526775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8" name="pl12208"/>
            <p:cNvSpPr/>
            <p:nvPr/>
          </p:nvSpPr>
          <p:spPr>
            <a:xfrm>
              <a:off x="4299052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09" name="pl12209"/>
            <p:cNvSpPr/>
            <p:nvPr/>
          </p:nvSpPr>
          <p:spPr>
            <a:xfrm>
              <a:off x="4299052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10" name="pg12210"/>
            <p:cNvSpPr/>
            <p:nvPr/>
          </p:nvSpPr>
          <p:spPr>
            <a:xfrm>
              <a:off x="4152882" y="96893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1" name="pt12211"/>
            <p:cNvSpPr/>
            <p:nvPr/>
          </p:nvSpPr>
          <p:spPr>
            <a:xfrm>
              <a:off x="3952544" y="90732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2" name="pt12212"/>
            <p:cNvSpPr/>
            <p:nvPr/>
          </p:nvSpPr>
          <p:spPr>
            <a:xfrm>
              <a:off x="4508572" y="96297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3" name="pt12213"/>
            <p:cNvSpPr/>
            <p:nvPr/>
          </p:nvSpPr>
          <p:spPr>
            <a:xfrm>
              <a:off x="4436232" y="9742620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4" name="pt12214"/>
            <p:cNvSpPr/>
            <p:nvPr/>
          </p:nvSpPr>
          <p:spPr>
            <a:xfrm>
              <a:off x="4709481" y="10414991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5" name="pt12215"/>
            <p:cNvSpPr/>
            <p:nvPr/>
          </p:nvSpPr>
          <p:spPr>
            <a:xfrm>
              <a:off x="4346762" y="9678529"/>
              <a:ext cx="80678" cy="80678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6" name="pt12216"/>
            <p:cNvSpPr/>
            <p:nvPr/>
          </p:nvSpPr>
          <p:spPr>
            <a:xfrm>
              <a:off x="4405798" y="9814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7" name="pt12217"/>
            <p:cNvSpPr/>
            <p:nvPr/>
          </p:nvSpPr>
          <p:spPr>
            <a:xfrm>
              <a:off x="5265977" y="9589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8" name="pt12218"/>
            <p:cNvSpPr/>
            <p:nvPr/>
          </p:nvSpPr>
          <p:spPr>
            <a:xfrm>
              <a:off x="4409236" y="930722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19" name="pt12219"/>
            <p:cNvSpPr/>
            <p:nvPr/>
          </p:nvSpPr>
          <p:spPr>
            <a:xfrm>
              <a:off x="4453632" y="934612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0" name="pt12220"/>
            <p:cNvSpPr/>
            <p:nvPr/>
          </p:nvSpPr>
          <p:spPr>
            <a:xfrm>
              <a:off x="4270969" y="104702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1" name="pt12221"/>
            <p:cNvSpPr/>
            <p:nvPr/>
          </p:nvSpPr>
          <p:spPr>
            <a:xfrm>
              <a:off x="4363925" y="9717423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2" name="pt12222"/>
            <p:cNvSpPr/>
            <p:nvPr/>
          </p:nvSpPr>
          <p:spPr>
            <a:xfrm>
              <a:off x="4463208" y="93268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3" name="pt12223"/>
            <p:cNvSpPr/>
            <p:nvPr/>
          </p:nvSpPr>
          <p:spPr>
            <a:xfrm>
              <a:off x="3959454" y="900041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4" name="pt12224"/>
            <p:cNvSpPr/>
            <p:nvPr/>
          </p:nvSpPr>
          <p:spPr>
            <a:xfrm>
              <a:off x="4454742" y="9371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5" name="pt12225"/>
            <p:cNvSpPr/>
            <p:nvPr/>
          </p:nvSpPr>
          <p:spPr>
            <a:xfrm>
              <a:off x="5204262" y="92706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6" name="pt12226"/>
            <p:cNvSpPr/>
            <p:nvPr/>
          </p:nvSpPr>
          <p:spPr>
            <a:xfrm>
              <a:off x="4474494" y="96578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7" name="pg12227"/>
            <p:cNvSpPr/>
            <p:nvPr/>
          </p:nvSpPr>
          <p:spPr>
            <a:xfrm>
              <a:off x="4284059" y="953801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8" name="pt12228"/>
            <p:cNvSpPr/>
            <p:nvPr/>
          </p:nvSpPr>
          <p:spPr>
            <a:xfrm>
              <a:off x="4630499" y="9472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29" name="pt12229"/>
            <p:cNvSpPr/>
            <p:nvPr/>
          </p:nvSpPr>
          <p:spPr>
            <a:xfrm>
              <a:off x="3644456" y="98936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0" name="pt12230"/>
            <p:cNvSpPr/>
            <p:nvPr/>
          </p:nvSpPr>
          <p:spPr>
            <a:xfrm>
              <a:off x="4458594" y="933830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1" name="pt12231"/>
            <p:cNvSpPr/>
            <p:nvPr/>
          </p:nvSpPr>
          <p:spPr>
            <a:xfrm>
              <a:off x="4424973" y="87880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2" name="pt12232"/>
            <p:cNvSpPr/>
            <p:nvPr/>
          </p:nvSpPr>
          <p:spPr>
            <a:xfrm>
              <a:off x="4520360" y="879058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3" name="pt12233"/>
            <p:cNvSpPr/>
            <p:nvPr/>
          </p:nvSpPr>
          <p:spPr>
            <a:xfrm>
              <a:off x="3712675" y="929170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4" name="pt12234"/>
            <p:cNvSpPr/>
            <p:nvPr/>
          </p:nvSpPr>
          <p:spPr>
            <a:xfrm>
              <a:off x="4957990" y="100526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5" name="pl12235"/>
            <p:cNvSpPr/>
            <p:nvPr/>
          </p:nvSpPr>
          <p:spPr>
            <a:xfrm>
              <a:off x="4957990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6" name="pl12236"/>
            <p:cNvSpPr/>
            <p:nvPr/>
          </p:nvSpPr>
          <p:spPr>
            <a:xfrm>
              <a:off x="4957990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37" name="pt12237"/>
            <p:cNvSpPr/>
            <p:nvPr/>
          </p:nvSpPr>
          <p:spPr>
            <a:xfrm>
              <a:off x="4520523" y="947046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8" name="pt12238"/>
            <p:cNvSpPr/>
            <p:nvPr/>
          </p:nvSpPr>
          <p:spPr>
            <a:xfrm>
              <a:off x="4372329" y="9655631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39" name="pt12239"/>
            <p:cNvSpPr/>
            <p:nvPr/>
          </p:nvSpPr>
          <p:spPr>
            <a:xfrm>
              <a:off x="4413988" y="9700113"/>
              <a:ext cx="48833" cy="48833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0" name="pt12240"/>
            <p:cNvSpPr/>
            <p:nvPr/>
          </p:nvSpPr>
          <p:spPr>
            <a:xfrm>
              <a:off x="4576567" y="91521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1" name="pt12241"/>
            <p:cNvSpPr/>
            <p:nvPr/>
          </p:nvSpPr>
          <p:spPr>
            <a:xfrm>
              <a:off x="4342117" y="100279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2" name="pt12242"/>
            <p:cNvSpPr/>
            <p:nvPr/>
          </p:nvSpPr>
          <p:spPr>
            <a:xfrm>
              <a:off x="4480500" y="973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3" name="pt12243"/>
            <p:cNvSpPr/>
            <p:nvPr/>
          </p:nvSpPr>
          <p:spPr>
            <a:xfrm>
              <a:off x="4459954" y="971278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4" name="pt12244"/>
            <p:cNvSpPr/>
            <p:nvPr/>
          </p:nvSpPr>
          <p:spPr>
            <a:xfrm>
              <a:off x="4403787" y="973692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5" name="pt12245"/>
            <p:cNvSpPr/>
            <p:nvPr/>
          </p:nvSpPr>
          <p:spPr>
            <a:xfrm>
              <a:off x="4306174" y="9897008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6" name="pt12246"/>
            <p:cNvSpPr/>
            <p:nvPr/>
          </p:nvSpPr>
          <p:spPr>
            <a:xfrm>
              <a:off x="4340508" y="9609728"/>
              <a:ext cx="67219" cy="67219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7" name="pt12247"/>
            <p:cNvSpPr/>
            <p:nvPr/>
          </p:nvSpPr>
          <p:spPr>
            <a:xfrm>
              <a:off x="4405074" y="9698053"/>
              <a:ext cx="74834" cy="7483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8" name="pt12248"/>
            <p:cNvSpPr/>
            <p:nvPr/>
          </p:nvSpPr>
          <p:spPr>
            <a:xfrm>
              <a:off x="4408375" y="98051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49" name="pt12249"/>
            <p:cNvSpPr/>
            <p:nvPr/>
          </p:nvSpPr>
          <p:spPr>
            <a:xfrm>
              <a:off x="4405248" y="97981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0" name="pt12250"/>
            <p:cNvSpPr/>
            <p:nvPr/>
          </p:nvSpPr>
          <p:spPr>
            <a:xfrm>
              <a:off x="4603029" y="9466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1" name="pt12251"/>
            <p:cNvSpPr/>
            <p:nvPr/>
          </p:nvSpPr>
          <p:spPr>
            <a:xfrm>
              <a:off x="4238599" y="916849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2" name="pt12252"/>
            <p:cNvSpPr/>
            <p:nvPr/>
          </p:nvSpPr>
          <p:spPr>
            <a:xfrm>
              <a:off x="4741591" y="966402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3" name="pt12253"/>
            <p:cNvSpPr/>
            <p:nvPr/>
          </p:nvSpPr>
          <p:spPr>
            <a:xfrm>
              <a:off x="4438669" y="95072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4" name="pt12254"/>
            <p:cNvSpPr/>
            <p:nvPr/>
          </p:nvSpPr>
          <p:spPr>
            <a:xfrm>
              <a:off x="4427254" y="9655793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5" name="pt12255"/>
            <p:cNvSpPr/>
            <p:nvPr/>
          </p:nvSpPr>
          <p:spPr>
            <a:xfrm>
              <a:off x="4390941" y="98403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6" name="pt12256"/>
            <p:cNvSpPr/>
            <p:nvPr/>
          </p:nvSpPr>
          <p:spPr>
            <a:xfrm>
              <a:off x="4377821" y="978475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7" name="pt12257"/>
            <p:cNvSpPr/>
            <p:nvPr/>
          </p:nvSpPr>
          <p:spPr>
            <a:xfrm>
              <a:off x="4755440" y="94099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8" name="pt12258"/>
            <p:cNvSpPr/>
            <p:nvPr/>
          </p:nvSpPr>
          <p:spPr>
            <a:xfrm>
              <a:off x="4356336" y="9670094"/>
              <a:ext cx="74834" cy="74834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59" name="pt12259"/>
            <p:cNvSpPr/>
            <p:nvPr/>
          </p:nvSpPr>
          <p:spPr>
            <a:xfrm>
              <a:off x="4452724" y="9641961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0" name="pt12260"/>
            <p:cNvSpPr/>
            <p:nvPr/>
          </p:nvSpPr>
          <p:spPr>
            <a:xfrm>
              <a:off x="4807494" y="93623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1" name="pt12261"/>
            <p:cNvSpPr/>
            <p:nvPr/>
          </p:nvSpPr>
          <p:spPr>
            <a:xfrm>
              <a:off x="4402307" y="9677430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2" name="pt12262"/>
            <p:cNvSpPr/>
            <p:nvPr/>
          </p:nvSpPr>
          <p:spPr>
            <a:xfrm>
              <a:off x="4512826" y="9623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3" name="pg12263"/>
            <p:cNvSpPr/>
            <p:nvPr/>
          </p:nvSpPr>
          <p:spPr>
            <a:xfrm>
              <a:off x="5189458" y="992300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4" name="pt12264"/>
            <p:cNvSpPr/>
            <p:nvPr/>
          </p:nvSpPr>
          <p:spPr>
            <a:xfrm>
              <a:off x="4695472" y="8814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5" name="pt12265"/>
            <p:cNvSpPr/>
            <p:nvPr/>
          </p:nvSpPr>
          <p:spPr>
            <a:xfrm>
              <a:off x="3649454" y="98374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6" name="pt12266"/>
            <p:cNvSpPr/>
            <p:nvPr/>
          </p:nvSpPr>
          <p:spPr>
            <a:xfrm>
              <a:off x="4353037" y="966590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7" name="pt12267"/>
            <p:cNvSpPr/>
            <p:nvPr/>
          </p:nvSpPr>
          <p:spPr>
            <a:xfrm>
              <a:off x="4382298" y="97261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8" name="pt12268"/>
            <p:cNvSpPr/>
            <p:nvPr/>
          </p:nvSpPr>
          <p:spPr>
            <a:xfrm>
              <a:off x="4437694" y="972208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69" name="pt12269"/>
            <p:cNvSpPr/>
            <p:nvPr/>
          </p:nvSpPr>
          <p:spPr>
            <a:xfrm>
              <a:off x="4554592" y="94544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0" name="pt12270"/>
            <p:cNvSpPr/>
            <p:nvPr/>
          </p:nvSpPr>
          <p:spPr>
            <a:xfrm>
              <a:off x="3619013" y="9839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1" name="pt12271"/>
            <p:cNvSpPr/>
            <p:nvPr/>
          </p:nvSpPr>
          <p:spPr>
            <a:xfrm>
              <a:off x="4323685" y="950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2" name="pt12272"/>
            <p:cNvSpPr/>
            <p:nvPr/>
          </p:nvSpPr>
          <p:spPr>
            <a:xfrm>
              <a:off x="4979502" y="102436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3" name="pt12273"/>
            <p:cNvSpPr/>
            <p:nvPr/>
          </p:nvSpPr>
          <p:spPr>
            <a:xfrm>
              <a:off x="4370058" y="9665352"/>
              <a:ext cx="74834" cy="74834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4" name="pt12274"/>
            <p:cNvSpPr/>
            <p:nvPr/>
          </p:nvSpPr>
          <p:spPr>
            <a:xfrm>
              <a:off x="4050313" y="10382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5" name="pt12275"/>
            <p:cNvSpPr/>
            <p:nvPr/>
          </p:nvSpPr>
          <p:spPr>
            <a:xfrm>
              <a:off x="3589879" y="9702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76" name="pl12276"/>
            <p:cNvSpPr/>
            <p:nvPr/>
          </p:nvSpPr>
          <p:spPr>
            <a:xfrm>
              <a:off x="4987616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7" name="pl12277"/>
            <p:cNvSpPr/>
            <p:nvPr/>
          </p:nvSpPr>
          <p:spPr>
            <a:xfrm>
              <a:off x="4987616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8" name="pl12278"/>
            <p:cNvSpPr/>
            <p:nvPr/>
          </p:nvSpPr>
          <p:spPr>
            <a:xfrm>
              <a:off x="4977502" y="961611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79" name="pl12279"/>
            <p:cNvSpPr/>
            <p:nvPr/>
          </p:nvSpPr>
          <p:spPr>
            <a:xfrm>
              <a:off x="5012032" y="95815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280" name="pt12280"/>
            <p:cNvSpPr/>
            <p:nvPr/>
          </p:nvSpPr>
          <p:spPr>
            <a:xfrm>
              <a:off x="4391164" y="9697171"/>
              <a:ext cx="74834" cy="74834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1" name="pt12281"/>
            <p:cNvSpPr/>
            <p:nvPr/>
          </p:nvSpPr>
          <p:spPr>
            <a:xfrm>
              <a:off x="4485039" y="937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2" name="pt12282"/>
            <p:cNvSpPr/>
            <p:nvPr/>
          </p:nvSpPr>
          <p:spPr>
            <a:xfrm>
              <a:off x="4329381" y="96592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3" name="pt12283"/>
            <p:cNvSpPr/>
            <p:nvPr/>
          </p:nvSpPr>
          <p:spPr>
            <a:xfrm>
              <a:off x="4445912" y="9379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4" name="pt12284"/>
            <p:cNvSpPr/>
            <p:nvPr/>
          </p:nvSpPr>
          <p:spPr>
            <a:xfrm>
              <a:off x="4624429" y="96978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5" name="pt12285"/>
            <p:cNvSpPr/>
            <p:nvPr/>
          </p:nvSpPr>
          <p:spPr>
            <a:xfrm>
              <a:off x="4536445" y="98392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6" name="pt12286"/>
            <p:cNvSpPr/>
            <p:nvPr/>
          </p:nvSpPr>
          <p:spPr>
            <a:xfrm>
              <a:off x="4342696" y="9733682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7" name="pt12287"/>
            <p:cNvSpPr/>
            <p:nvPr/>
          </p:nvSpPr>
          <p:spPr>
            <a:xfrm>
              <a:off x="4392890" y="97110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8" name="pt12288"/>
            <p:cNvSpPr/>
            <p:nvPr/>
          </p:nvSpPr>
          <p:spPr>
            <a:xfrm>
              <a:off x="4271314" y="976181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89" name="pt12289"/>
            <p:cNvSpPr/>
            <p:nvPr/>
          </p:nvSpPr>
          <p:spPr>
            <a:xfrm>
              <a:off x="3738152" y="9316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0" name="pg12290"/>
            <p:cNvSpPr/>
            <p:nvPr/>
          </p:nvSpPr>
          <p:spPr>
            <a:xfrm>
              <a:off x="4274422" y="950496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1" name="pt12291"/>
            <p:cNvSpPr/>
            <p:nvPr/>
          </p:nvSpPr>
          <p:spPr>
            <a:xfrm>
              <a:off x="4440614" y="9736141"/>
              <a:ext cx="48833" cy="48833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2" name="pt12292"/>
            <p:cNvSpPr/>
            <p:nvPr/>
          </p:nvSpPr>
          <p:spPr>
            <a:xfrm>
              <a:off x="4355116" y="9621078"/>
              <a:ext cx="74834" cy="74834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3" name="pt12293"/>
            <p:cNvSpPr/>
            <p:nvPr/>
          </p:nvSpPr>
          <p:spPr>
            <a:xfrm>
              <a:off x="4308184" y="96693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4" name="pt12294"/>
            <p:cNvSpPr/>
            <p:nvPr/>
          </p:nvSpPr>
          <p:spPr>
            <a:xfrm>
              <a:off x="4343398" y="9661860"/>
              <a:ext cx="89944" cy="8994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5" name="pg12295"/>
            <p:cNvSpPr/>
            <p:nvPr/>
          </p:nvSpPr>
          <p:spPr>
            <a:xfrm>
              <a:off x="4332474" y="98227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6" name="pt12296"/>
            <p:cNvSpPr/>
            <p:nvPr/>
          </p:nvSpPr>
          <p:spPr>
            <a:xfrm>
              <a:off x="4301854" y="970202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7" name="pt12297"/>
            <p:cNvSpPr/>
            <p:nvPr/>
          </p:nvSpPr>
          <p:spPr>
            <a:xfrm>
              <a:off x="4368064" y="9663604"/>
              <a:ext cx="80678" cy="80678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8" name="pt12298"/>
            <p:cNvSpPr/>
            <p:nvPr/>
          </p:nvSpPr>
          <p:spPr>
            <a:xfrm>
              <a:off x="3767838" y="101634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299" name="pt12299"/>
            <p:cNvSpPr/>
            <p:nvPr/>
          </p:nvSpPr>
          <p:spPr>
            <a:xfrm>
              <a:off x="4548900" y="9375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0" name="pt12300"/>
            <p:cNvSpPr/>
            <p:nvPr/>
          </p:nvSpPr>
          <p:spPr>
            <a:xfrm>
              <a:off x="4388609" y="9698814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1" name="pt12301"/>
            <p:cNvSpPr/>
            <p:nvPr/>
          </p:nvSpPr>
          <p:spPr>
            <a:xfrm>
              <a:off x="4532498" y="92093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2" name="pt12302"/>
            <p:cNvSpPr/>
            <p:nvPr/>
          </p:nvSpPr>
          <p:spPr>
            <a:xfrm>
              <a:off x="4419072" y="99142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3" name="pt12303"/>
            <p:cNvSpPr/>
            <p:nvPr/>
          </p:nvSpPr>
          <p:spPr>
            <a:xfrm>
              <a:off x="4433811" y="98625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4" name="pt12304"/>
            <p:cNvSpPr/>
            <p:nvPr/>
          </p:nvSpPr>
          <p:spPr>
            <a:xfrm>
              <a:off x="4617150" y="94977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5" name="pt12305"/>
            <p:cNvSpPr/>
            <p:nvPr/>
          </p:nvSpPr>
          <p:spPr>
            <a:xfrm>
              <a:off x="3630321" y="94528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6" name="pt12306"/>
            <p:cNvSpPr/>
            <p:nvPr/>
          </p:nvSpPr>
          <p:spPr>
            <a:xfrm>
              <a:off x="3618468" y="94508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7" name="pg12307"/>
            <p:cNvSpPr/>
            <p:nvPr/>
          </p:nvSpPr>
          <p:spPr>
            <a:xfrm>
              <a:off x="4477083" y="929876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8" name="pt12308"/>
            <p:cNvSpPr/>
            <p:nvPr/>
          </p:nvSpPr>
          <p:spPr>
            <a:xfrm>
              <a:off x="4350208" y="967592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09" name="pt12309"/>
            <p:cNvSpPr/>
            <p:nvPr/>
          </p:nvSpPr>
          <p:spPr>
            <a:xfrm>
              <a:off x="4858016" y="94974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0" name="pt12310"/>
            <p:cNvSpPr/>
            <p:nvPr/>
          </p:nvSpPr>
          <p:spPr>
            <a:xfrm>
              <a:off x="4400099" y="9653914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1" name="pg12311"/>
            <p:cNvSpPr/>
            <p:nvPr/>
          </p:nvSpPr>
          <p:spPr>
            <a:xfrm>
              <a:off x="4356993" y="96438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2" name="pt12312"/>
            <p:cNvSpPr/>
            <p:nvPr/>
          </p:nvSpPr>
          <p:spPr>
            <a:xfrm>
              <a:off x="4381115" y="9711361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3" name="pt12313"/>
            <p:cNvSpPr/>
            <p:nvPr/>
          </p:nvSpPr>
          <p:spPr>
            <a:xfrm>
              <a:off x="4546634" y="9469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4" name="pt12314"/>
            <p:cNvSpPr/>
            <p:nvPr/>
          </p:nvSpPr>
          <p:spPr>
            <a:xfrm>
              <a:off x="3714828" y="92964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5" name="pt12315"/>
            <p:cNvSpPr/>
            <p:nvPr/>
          </p:nvSpPr>
          <p:spPr>
            <a:xfrm>
              <a:off x="4969294" y="100696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6" name="pt12316"/>
            <p:cNvSpPr/>
            <p:nvPr/>
          </p:nvSpPr>
          <p:spPr>
            <a:xfrm>
              <a:off x="5030336" y="90306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17" name="pl12317"/>
            <p:cNvSpPr/>
            <p:nvPr/>
          </p:nvSpPr>
          <p:spPr>
            <a:xfrm>
              <a:off x="4553614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8" name="pl12318"/>
            <p:cNvSpPr/>
            <p:nvPr/>
          </p:nvSpPr>
          <p:spPr>
            <a:xfrm>
              <a:off x="4553614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19" name="pl12319"/>
            <p:cNvSpPr/>
            <p:nvPr/>
          </p:nvSpPr>
          <p:spPr>
            <a:xfrm>
              <a:off x="4543500" y="97374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0" name="pl12320"/>
            <p:cNvSpPr/>
            <p:nvPr/>
          </p:nvSpPr>
          <p:spPr>
            <a:xfrm>
              <a:off x="4578031" y="97029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1" name="pt12321"/>
            <p:cNvSpPr/>
            <p:nvPr/>
          </p:nvSpPr>
          <p:spPr>
            <a:xfrm>
              <a:off x="4372637" y="97414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22" name="pt12322"/>
            <p:cNvSpPr/>
            <p:nvPr/>
          </p:nvSpPr>
          <p:spPr>
            <a:xfrm>
              <a:off x="4549515" y="971666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23" name="pt12323"/>
            <p:cNvSpPr/>
            <p:nvPr/>
          </p:nvSpPr>
          <p:spPr>
            <a:xfrm>
              <a:off x="5126774" y="9140137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24" name="pl12324"/>
            <p:cNvSpPr/>
            <p:nvPr/>
          </p:nvSpPr>
          <p:spPr>
            <a:xfrm>
              <a:off x="4824662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5" name="pl12325"/>
            <p:cNvSpPr/>
            <p:nvPr/>
          </p:nvSpPr>
          <p:spPr>
            <a:xfrm>
              <a:off x="4824662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6" name="pl12326"/>
            <p:cNvSpPr/>
            <p:nvPr/>
          </p:nvSpPr>
          <p:spPr>
            <a:xfrm>
              <a:off x="4814548" y="973234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7" name="pl12327"/>
            <p:cNvSpPr/>
            <p:nvPr/>
          </p:nvSpPr>
          <p:spPr>
            <a:xfrm>
              <a:off x="4849079" y="969781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28" name="pt12328"/>
            <p:cNvSpPr/>
            <p:nvPr/>
          </p:nvSpPr>
          <p:spPr>
            <a:xfrm>
              <a:off x="4324416" y="974177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29" name="pt12329"/>
            <p:cNvSpPr/>
            <p:nvPr/>
          </p:nvSpPr>
          <p:spPr>
            <a:xfrm>
              <a:off x="4342271" y="968527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30" name="pt12330"/>
            <p:cNvSpPr/>
            <p:nvPr/>
          </p:nvSpPr>
          <p:spPr>
            <a:xfrm>
              <a:off x="4401468" y="968926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31" name="pt12331"/>
            <p:cNvSpPr/>
            <p:nvPr/>
          </p:nvSpPr>
          <p:spPr>
            <a:xfrm>
              <a:off x="4801446" y="96939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32" name="pt12332"/>
            <p:cNvSpPr/>
            <p:nvPr/>
          </p:nvSpPr>
          <p:spPr>
            <a:xfrm>
              <a:off x="4370872" y="9717181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33" name="pt12333"/>
            <p:cNvSpPr/>
            <p:nvPr/>
          </p:nvSpPr>
          <p:spPr>
            <a:xfrm>
              <a:off x="4318853" y="958431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34" name="pl12334"/>
            <p:cNvSpPr/>
            <p:nvPr/>
          </p:nvSpPr>
          <p:spPr>
            <a:xfrm>
              <a:off x="4458618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5" name="pl12335"/>
            <p:cNvSpPr/>
            <p:nvPr/>
          </p:nvSpPr>
          <p:spPr>
            <a:xfrm>
              <a:off x="4458618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6" name="pl12336"/>
            <p:cNvSpPr/>
            <p:nvPr/>
          </p:nvSpPr>
          <p:spPr>
            <a:xfrm>
              <a:off x="4443119" y="975292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7" name="pl12337"/>
            <p:cNvSpPr/>
            <p:nvPr/>
          </p:nvSpPr>
          <p:spPr>
            <a:xfrm>
              <a:off x="4496035" y="970001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8" name="pl12338"/>
            <p:cNvSpPr/>
            <p:nvPr/>
          </p:nvSpPr>
          <p:spPr>
            <a:xfrm>
              <a:off x="3604910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39" name="pl12339"/>
            <p:cNvSpPr/>
            <p:nvPr/>
          </p:nvSpPr>
          <p:spPr>
            <a:xfrm>
              <a:off x="3604910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0" name="pl12340"/>
            <p:cNvSpPr/>
            <p:nvPr/>
          </p:nvSpPr>
          <p:spPr>
            <a:xfrm>
              <a:off x="3594796" y="97408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1" name="pl12341"/>
            <p:cNvSpPr/>
            <p:nvPr/>
          </p:nvSpPr>
          <p:spPr>
            <a:xfrm>
              <a:off x="3629327" y="970635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2" name="pt12342"/>
            <p:cNvSpPr/>
            <p:nvPr/>
          </p:nvSpPr>
          <p:spPr>
            <a:xfrm>
              <a:off x="4334683" y="964852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43" name="pl12343"/>
            <p:cNvSpPr/>
            <p:nvPr/>
          </p:nvSpPr>
          <p:spPr>
            <a:xfrm>
              <a:off x="4828289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4" name="pl12344"/>
            <p:cNvSpPr/>
            <p:nvPr/>
          </p:nvSpPr>
          <p:spPr>
            <a:xfrm>
              <a:off x="4828289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5" name="pl12345"/>
            <p:cNvSpPr/>
            <p:nvPr/>
          </p:nvSpPr>
          <p:spPr>
            <a:xfrm>
              <a:off x="4818176" y="97179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6" name="pl12346"/>
            <p:cNvSpPr/>
            <p:nvPr/>
          </p:nvSpPr>
          <p:spPr>
            <a:xfrm>
              <a:off x="4852706" y="96833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7" name="pl12347"/>
            <p:cNvSpPr/>
            <p:nvPr/>
          </p:nvSpPr>
          <p:spPr>
            <a:xfrm>
              <a:off x="4411237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8" name="pl12348"/>
            <p:cNvSpPr/>
            <p:nvPr/>
          </p:nvSpPr>
          <p:spPr>
            <a:xfrm>
              <a:off x="4411237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49" name="pl12349"/>
            <p:cNvSpPr/>
            <p:nvPr/>
          </p:nvSpPr>
          <p:spPr>
            <a:xfrm>
              <a:off x="4401123" y="10482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0" name="pl12350"/>
            <p:cNvSpPr/>
            <p:nvPr/>
          </p:nvSpPr>
          <p:spPr>
            <a:xfrm>
              <a:off x="4435654" y="10447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1" name="pt12351"/>
            <p:cNvSpPr/>
            <p:nvPr/>
          </p:nvSpPr>
          <p:spPr>
            <a:xfrm>
              <a:off x="4757963" y="88662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52" name="pt12352"/>
            <p:cNvSpPr/>
            <p:nvPr/>
          </p:nvSpPr>
          <p:spPr>
            <a:xfrm>
              <a:off x="4389803" y="98116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53" name="pl12353"/>
            <p:cNvSpPr/>
            <p:nvPr/>
          </p:nvSpPr>
          <p:spPr>
            <a:xfrm>
              <a:off x="4261887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4" name="pl12354"/>
            <p:cNvSpPr/>
            <p:nvPr/>
          </p:nvSpPr>
          <p:spPr>
            <a:xfrm>
              <a:off x="4261887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5" name="pt12355"/>
            <p:cNvSpPr/>
            <p:nvPr/>
          </p:nvSpPr>
          <p:spPr>
            <a:xfrm>
              <a:off x="4476682" y="989213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6" name="pl12356"/>
            <p:cNvSpPr/>
            <p:nvPr/>
          </p:nvSpPr>
          <p:spPr>
            <a:xfrm>
              <a:off x="4476682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7" name="pl12357"/>
            <p:cNvSpPr/>
            <p:nvPr/>
          </p:nvSpPr>
          <p:spPr>
            <a:xfrm>
              <a:off x="4476682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58" name="pt12358"/>
            <p:cNvSpPr/>
            <p:nvPr/>
          </p:nvSpPr>
          <p:spPr>
            <a:xfrm>
              <a:off x="4142864" y="91234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59" name="pt12359"/>
            <p:cNvSpPr/>
            <p:nvPr/>
          </p:nvSpPr>
          <p:spPr>
            <a:xfrm>
              <a:off x="3968159" y="904531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0" name="pt12360"/>
            <p:cNvSpPr/>
            <p:nvPr/>
          </p:nvSpPr>
          <p:spPr>
            <a:xfrm>
              <a:off x="4474549" y="9981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1" name="pt12361"/>
            <p:cNvSpPr/>
            <p:nvPr/>
          </p:nvSpPr>
          <p:spPr>
            <a:xfrm>
              <a:off x="3895480" y="89328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2" name="pt12362"/>
            <p:cNvSpPr/>
            <p:nvPr/>
          </p:nvSpPr>
          <p:spPr>
            <a:xfrm>
              <a:off x="4400365" y="970241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3" name="pg12363"/>
            <p:cNvSpPr/>
            <p:nvPr/>
          </p:nvSpPr>
          <p:spPr>
            <a:xfrm>
              <a:off x="4399496" y="96144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4" name="pt12364"/>
            <p:cNvSpPr/>
            <p:nvPr/>
          </p:nvSpPr>
          <p:spPr>
            <a:xfrm>
              <a:off x="4483708" y="99822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5" name="pt12365"/>
            <p:cNvSpPr/>
            <p:nvPr/>
          </p:nvSpPr>
          <p:spPr>
            <a:xfrm>
              <a:off x="4277849" y="100007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6" name="pt12366"/>
            <p:cNvSpPr/>
            <p:nvPr/>
          </p:nvSpPr>
          <p:spPr>
            <a:xfrm>
              <a:off x="4890119" y="103208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7" name="pt12367"/>
            <p:cNvSpPr/>
            <p:nvPr/>
          </p:nvSpPr>
          <p:spPr>
            <a:xfrm>
              <a:off x="4671936" y="95981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8" name="pt12368"/>
            <p:cNvSpPr/>
            <p:nvPr/>
          </p:nvSpPr>
          <p:spPr>
            <a:xfrm>
              <a:off x="4489986" y="93875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69" name="pt12369"/>
            <p:cNvSpPr/>
            <p:nvPr/>
          </p:nvSpPr>
          <p:spPr>
            <a:xfrm>
              <a:off x="3697164" y="99621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0" name="pt12370"/>
            <p:cNvSpPr/>
            <p:nvPr/>
          </p:nvSpPr>
          <p:spPr>
            <a:xfrm>
              <a:off x="4582847" y="94721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1" name="pt12371"/>
            <p:cNvSpPr/>
            <p:nvPr/>
          </p:nvSpPr>
          <p:spPr>
            <a:xfrm>
              <a:off x="4372486" y="9722678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2" name="pt12372"/>
            <p:cNvSpPr/>
            <p:nvPr/>
          </p:nvSpPr>
          <p:spPr>
            <a:xfrm>
              <a:off x="4722925" y="96361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3" name="pl12373"/>
            <p:cNvSpPr/>
            <p:nvPr/>
          </p:nvSpPr>
          <p:spPr>
            <a:xfrm>
              <a:off x="4471922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4" name="pl12374"/>
            <p:cNvSpPr/>
            <p:nvPr/>
          </p:nvSpPr>
          <p:spPr>
            <a:xfrm>
              <a:off x="4471922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75" name="pt12375"/>
            <p:cNvSpPr/>
            <p:nvPr/>
          </p:nvSpPr>
          <p:spPr>
            <a:xfrm>
              <a:off x="4357899" y="963022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6" name="pt12376"/>
            <p:cNvSpPr/>
            <p:nvPr/>
          </p:nvSpPr>
          <p:spPr>
            <a:xfrm>
              <a:off x="4630283" y="928701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7" name="pt12377"/>
            <p:cNvSpPr/>
            <p:nvPr/>
          </p:nvSpPr>
          <p:spPr>
            <a:xfrm>
              <a:off x="4347489" y="9634387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8" name="pt12378"/>
            <p:cNvSpPr/>
            <p:nvPr/>
          </p:nvSpPr>
          <p:spPr>
            <a:xfrm>
              <a:off x="4817591" y="93813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79" name="pt12379"/>
            <p:cNvSpPr/>
            <p:nvPr/>
          </p:nvSpPr>
          <p:spPr>
            <a:xfrm>
              <a:off x="4577440" y="9439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0" name="pt12380"/>
            <p:cNvSpPr/>
            <p:nvPr/>
          </p:nvSpPr>
          <p:spPr>
            <a:xfrm>
              <a:off x="4051387" y="103763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1" name="pt12381"/>
            <p:cNvSpPr/>
            <p:nvPr/>
          </p:nvSpPr>
          <p:spPr>
            <a:xfrm>
              <a:off x="4376069" y="104979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2" name="pt12382"/>
            <p:cNvSpPr/>
            <p:nvPr/>
          </p:nvSpPr>
          <p:spPr>
            <a:xfrm>
              <a:off x="5168895" y="100215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3" name="pt12383"/>
            <p:cNvSpPr/>
            <p:nvPr/>
          </p:nvSpPr>
          <p:spPr>
            <a:xfrm>
              <a:off x="4343280" y="973742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4" name="pt12384"/>
            <p:cNvSpPr/>
            <p:nvPr/>
          </p:nvSpPr>
          <p:spPr>
            <a:xfrm>
              <a:off x="4654870" y="94087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5" name="pt12385"/>
            <p:cNvSpPr/>
            <p:nvPr/>
          </p:nvSpPr>
          <p:spPr>
            <a:xfrm>
              <a:off x="4385145" y="9648720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6" name="pt12386"/>
            <p:cNvSpPr/>
            <p:nvPr/>
          </p:nvSpPr>
          <p:spPr>
            <a:xfrm>
              <a:off x="4391047" y="96555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7" name="pt12387"/>
            <p:cNvSpPr/>
            <p:nvPr/>
          </p:nvSpPr>
          <p:spPr>
            <a:xfrm>
              <a:off x="4407224" y="97332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8" name="pt12388"/>
            <p:cNvSpPr/>
            <p:nvPr/>
          </p:nvSpPr>
          <p:spPr>
            <a:xfrm>
              <a:off x="4199928" y="8816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89" name="pt12389"/>
            <p:cNvSpPr/>
            <p:nvPr/>
          </p:nvSpPr>
          <p:spPr>
            <a:xfrm>
              <a:off x="4321641" y="8800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0" name="pt12390"/>
            <p:cNvSpPr/>
            <p:nvPr/>
          </p:nvSpPr>
          <p:spPr>
            <a:xfrm>
              <a:off x="4380809" y="973310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1" name="pt12391"/>
            <p:cNvSpPr/>
            <p:nvPr/>
          </p:nvSpPr>
          <p:spPr>
            <a:xfrm>
              <a:off x="4986037" y="102242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2" name="pt12392"/>
            <p:cNvSpPr/>
            <p:nvPr/>
          </p:nvSpPr>
          <p:spPr>
            <a:xfrm>
              <a:off x="4435937" y="101640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3" name="pt12393"/>
            <p:cNvSpPr/>
            <p:nvPr/>
          </p:nvSpPr>
          <p:spPr>
            <a:xfrm>
              <a:off x="4489407" y="97260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4" name="pt12394"/>
            <p:cNvSpPr/>
            <p:nvPr/>
          </p:nvSpPr>
          <p:spPr>
            <a:xfrm>
              <a:off x="4525813" y="9617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5" name="pt12395"/>
            <p:cNvSpPr/>
            <p:nvPr/>
          </p:nvSpPr>
          <p:spPr>
            <a:xfrm>
              <a:off x="4352266" y="9639110"/>
              <a:ext cx="89944" cy="8994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6" name="pt12396"/>
            <p:cNvSpPr/>
            <p:nvPr/>
          </p:nvSpPr>
          <p:spPr>
            <a:xfrm>
              <a:off x="4366239" y="9662826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7" name="pt12397"/>
            <p:cNvSpPr/>
            <p:nvPr/>
          </p:nvSpPr>
          <p:spPr>
            <a:xfrm>
              <a:off x="4743892" y="94114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8" name="pt12398"/>
            <p:cNvSpPr/>
            <p:nvPr/>
          </p:nvSpPr>
          <p:spPr>
            <a:xfrm>
              <a:off x="3994482" y="8958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399" name="pt12399"/>
            <p:cNvSpPr/>
            <p:nvPr/>
          </p:nvSpPr>
          <p:spPr>
            <a:xfrm>
              <a:off x="4445903" y="10178334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0" name="pl12400"/>
            <p:cNvSpPr/>
            <p:nvPr/>
          </p:nvSpPr>
          <p:spPr>
            <a:xfrm>
              <a:off x="4445903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1" name="pl12401"/>
            <p:cNvSpPr/>
            <p:nvPr/>
          </p:nvSpPr>
          <p:spPr>
            <a:xfrm>
              <a:off x="4445903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2" name="pt12402"/>
            <p:cNvSpPr/>
            <p:nvPr/>
          </p:nvSpPr>
          <p:spPr>
            <a:xfrm>
              <a:off x="4095675" y="8853429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3" name="pt12403"/>
            <p:cNvSpPr/>
            <p:nvPr/>
          </p:nvSpPr>
          <p:spPr>
            <a:xfrm>
              <a:off x="4370707" y="9828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4" name="pt12404"/>
            <p:cNvSpPr/>
            <p:nvPr/>
          </p:nvSpPr>
          <p:spPr>
            <a:xfrm>
              <a:off x="4406284" y="9730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5" name="pl12405"/>
            <p:cNvSpPr/>
            <p:nvPr/>
          </p:nvSpPr>
          <p:spPr>
            <a:xfrm>
              <a:off x="4311242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6" name="pl12406"/>
            <p:cNvSpPr/>
            <p:nvPr/>
          </p:nvSpPr>
          <p:spPr>
            <a:xfrm>
              <a:off x="4311242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07" name="pt12407"/>
            <p:cNvSpPr/>
            <p:nvPr/>
          </p:nvSpPr>
          <p:spPr>
            <a:xfrm>
              <a:off x="4450638" y="9638969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8" name="pt12408"/>
            <p:cNvSpPr/>
            <p:nvPr/>
          </p:nvSpPr>
          <p:spPr>
            <a:xfrm>
              <a:off x="4698680" y="10407535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09" name="pt12409"/>
            <p:cNvSpPr/>
            <p:nvPr/>
          </p:nvSpPr>
          <p:spPr>
            <a:xfrm>
              <a:off x="4416371" y="97168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0" name="pt12410"/>
            <p:cNvSpPr/>
            <p:nvPr/>
          </p:nvSpPr>
          <p:spPr>
            <a:xfrm>
              <a:off x="4470116" y="93175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1" name="pt12411"/>
            <p:cNvSpPr/>
            <p:nvPr/>
          </p:nvSpPr>
          <p:spPr>
            <a:xfrm>
              <a:off x="4561759" y="94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2" name="pt12412"/>
            <p:cNvSpPr/>
            <p:nvPr/>
          </p:nvSpPr>
          <p:spPr>
            <a:xfrm>
              <a:off x="4304980" y="1035183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3" name="pt12413"/>
            <p:cNvSpPr/>
            <p:nvPr/>
          </p:nvSpPr>
          <p:spPr>
            <a:xfrm>
              <a:off x="4347198" y="9730185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4" name="pt12414"/>
            <p:cNvSpPr/>
            <p:nvPr/>
          </p:nvSpPr>
          <p:spPr>
            <a:xfrm>
              <a:off x="4374284" y="9684605"/>
              <a:ext cx="80678" cy="80678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5" name="pt12415"/>
            <p:cNvSpPr/>
            <p:nvPr/>
          </p:nvSpPr>
          <p:spPr>
            <a:xfrm>
              <a:off x="4441225" y="970325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6" name="pt12416"/>
            <p:cNvSpPr/>
            <p:nvPr/>
          </p:nvSpPr>
          <p:spPr>
            <a:xfrm>
              <a:off x="4437704" y="9703117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7" name="pt12417"/>
            <p:cNvSpPr/>
            <p:nvPr/>
          </p:nvSpPr>
          <p:spPr>
            <a:xfrm>
              <a:off x="4395251" y="9746924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8" name="pt12418"/>
            <p:cNvSpPr/>
            <p:nvPr/>
          </p:nvSpPr>
          <p:spPr>
            <a:xfrm>
              <a:off x="4356910" y="95003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19" name="pt12419"/>
            <p:cNvSpPr/>
            <p:nvPr/>
          </p:nvSpPr>
          <p:spPr>
            <a:xfrm>
              <a:off x="5163072" y="100114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0" name="pt12420"/>
            <p:cNvSpPr/>
            <p:nvPr/>
          </p:nvSpPr>
          <p:spPr>
            <a:xfrm>
              <a:off x="4341745" y="9660710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1" name="pt12421"/>
            <p:cNvSpPr/>
            <p:nvPr/>
          </p:nvSpPr>
          <p:spPr>
            <a:xfrm>
              <a:off x="4103999" y="8854120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2" name="pt12422"/>
            <p:cNvSpPr/>
            <p:nvPr/>
          </p:nvSpPr>
          <p:spPr>
            <a:xfrm>
              <a:off x="4415574" y="99223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3" name="pt12423"/>
            <p:cNvSpPr/>
            <p:nvPr/>
          </p:nvSpPr>
          <p:spPr>
            <a:xfrm>
              <a:off x="4470502" y="94281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4" name="pt12424"/>
            <p:cNvSpPr/>
            <p:nvPr/>
          </p:nvSpPr>
          <p:spPr>
            <a:xfrm>
              <a:off x="4380708" y="10498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5" name="pg12425"/>
            <p:cNvSpPr/>
            <p:nvPr/>
          </p:nvSpPr>
          <p:spPr>
            <a:xfrm>
              <a:off x="4332618" y="97122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6" name="pt12426"/>
            <p:cNvSpPr/>
            <p:nvPr/>
          </p:nvSpPr>
          <p:spPr>
            <a:xfrm>
              <a:off x="4952564" y="93333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7" name="pt12427"/>
            <p:cNvSpPr/>
            <p:nvPr/>
          </p:nvSpPr>
          <p:spPr>
            <a:xfrm>
              <a:off x="4669176" y="94994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8" name="pt12428"/>
            <p:cNvSpPr/>
            <p:nvPr/>
          </p:nvSpPr>
          <p:spPr>
            <a:xfrm>
              <a:off x="4427743" y="9730081"/>
              <a:ext cx="48833" cy="48833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29" name="pt12429"/>
            <p:cNvSpPr/>
            <p:nvPr/>
          </p:nvSpPr>
          <p:spPr>
            <a:xfrm>
              <a:off x="4967935" y="100580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0" name="pt12430"/>
            <p:cNvSpPr/>
            <p:nvPr/>
          </p:nvSpPr>
          <p:spPr>
            <a:xfrm>
              <a:off x="4438961" y="9246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1" name="pg12431"/>
            <p:cNvSpPr/>
            <p:nvPr/>
          </p:nvSpPr>
          <p:spPr>
            <a:xfrm>
              <a:off x="4673573" y="9527256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2" name="pt12432"/>
            <p:cNvSpPr/>
            <p:nvPr/>
          </p:nvSpPr>
          <p:spPr>
            <a:xfrm>
              <a:off x="4507619" y="96255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3" name="pl12433"/>
            <p:cNvSpPr/>
            <p:nvPr/>
          </p:nvSpPr>
          <p:spPr>
            <a:xfrm>
              <a:off x="4230137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4" name="pl12434"/>
            <p:cNvSpPr/>
            <p:nvPr/>
          </p:nvSpPr>
          <p:spPr>
            <a:xfrm>
              <a:off x="4230137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5" name="pl12435"/>
            <p:cNvSpPr/>
            <p:nvPr/>
          </p:nvSpPr>
          <p:spPr>
            <a:xfrm>
              <a:off x="4220023" y="979688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6" name="pl12436"/>
            <p:cNvSpPr/>
            <p:nvPr/>
          </p:nvSpPr>
          <p:spPr>
            <a:xfrm>
              <a:off x="4254554" y="97623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37" name="pg12437"/>
            <p:cNvSpPr/>
            <p:nvPr/>
          </p:nvSpPr>
          <p:spPr>
            <a:xfrm>
              <a:off x="4298739" y="95264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8" name="pt12438"/>
            <p:cNvSpPr/>
            <p:nvPr/>
          </p:nvSpPr>
          <p:spPr>
            <a:xfrm>
              <a:off x="4886500" y="9496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39" name="pg12439"/>
            <p:cNvSpPr/>
            <p:nvPr/>
          </p:nvSpPr>
          <p:spPr>
            <a:xfrm>
              <a:off x="4312968" y="955394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0" name="pt12440"/>
            <p:cNvSpPr/>
            <p:nvPr/>
          </p:nvSpPr>
          <p:spPr>
            <a:xfrm>
              <a:off x="4334146" y="9643894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1" name="pg12441"/>
            <p:cNvSpPr/>
            <p:nvPr/>
          </p:nvSpPr>
          <p:spPr>
            <a:xfrm>
              <a:off x="4471240" y="9247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2" name="pt12442"/>
            <p:cNvSpPr/>
            <p:nvPr/>
          </p:nvSpPr>
          <p:spPr>
            <a:xfrm>
              <a:off x="5013688" y="10231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3" name="pt12443"/>
            <p:cNvSpPr/>
            <p:nvPr/>
          </p:nvSpPr>
          <p:spPr>
            <a:xfrm>
              <a:off x="4383899" y="9678044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4" name="pt12444"/>
            <p:cNvSpPr/>
            <p:nvPr/>
          </p:nvSpPr>
          <p:spPr>
            <a:xfrm>
              <a:off x="4317214" y="9575710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5" name="pt12445"/>
            <p:cNvSpPr/>
            <p:nvPr/>
          </p:nvSpPr>
          <p:spPr>
            <a:xfrm>
              <a:off x="4262391" y="9737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6" name="pt12446"/>
            <p:cNvSpPr/>
            <p:nvPr/>
          </p:nvSpPr>
          <p:spPr>
            <a:xfrm>
              <a:off x="4518860" y="87899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7" name="pt12447"/>
            <p:cNvSpPr/>
            <p:nvPr/>
          </p:nvSpPr>
          <p:spPr>
            <a:xfrm>
              <a:off x="4547422" y="8809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8" name="pt12448"/>
            <p:cNvSpPr/>
            <p:nvPr/>
          </p:nvSpPr>
          <p:spPr>
            <a:xfrm>
              <a:off x="3744417" y="9961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49" name="pt12449"/>
            <p:cNvSpPr/>
            <p:nvPr/>
          </p:nvSpPr>
          <p:spPr>
            <a:xfrm>
              <a:off x="4587131" y="9478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0" name="pl12450"/>
            <p:cNvSpPr/>
            <p:nvPr/>
          </p:nvSpPr>
          <p:spPr>
            <a:xfrm>
              <a:off x="4506781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1" name="pl12451"/>
            <p:cNvSpPr/>
            <p:nvPr/>
          </p:nvSpPr>
          <p:spPr>
            <a:xfrm>
              <a:off x="4506781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2" name="pl12452"/>
            <p:cNvSpPr/>
            <p:nvPr/>
          </p:nvSpPr>
          <p:spPr>
            <a:xfrm>
              <a:off x="4496668" y="96579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3" name="pl12453"/>
            <p:cNvSpPr/>
            <p:nvPr/>
          </p:nvSpPr>
          <p:spPr>
            <a:xfrm>
              <a:off x="4531198" y="96234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54" name="pt12454"/>
            <p:cNvSpPr/>
            <p:nvPr/>
          </p:nvSpPr>
          <p:spPr>
            <a:xfrm>
              <a:off x="4375746" y="9676481"/>
              <a:ext cx="48833" cy="48833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5" name="pt12455"/>
            <p:cNvSpPr/>
            <p:nvPr/>
          </p:nvSpPr>
          <p:spPr>
            <a:xfrm>
              <a:off x="4784701" y="9291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6" name="pt12456"/>
            <p:cNvSpPr/>
            <p:nvPr/>
          </p:nvSpPr>
          <p:spPr>
            <a:xfrm>
              <a:off x="4397790" y="9632944"/>
              <a:ext cx="80678" cy="80678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7" name="pt12457"/>
            <p:cNvSpPr/>
            <p:nvPr/>
          </p:nvSpPr>
          <p:spPr>
            <a:xfrm>
              <a:off x="4370451" y="9685933"/>
              <a:ext cx="80678" cy="80678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8" name="pt12458"/>
            <p:cNvSpPr/>
            <p:nvPr/>
          </p:nvSpPr>
          <p:spPr>
            <a:xfrm>
              <a:off x="4377245" y="94871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59" name="pt12459"/>
            <p:cNvSpPr/>
            <p:nvPr/>
          </p:nvSpPr>
          <p:spPr>
            <a:xfrm>
              <a:off x="3884465" y="102579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0" name="pt12460"/>
            <p:cNvSpPr/>
            <p:nvPr/>
          </p:nvSpPr>
          <p:spPr>
            <a:xfrm>
              <a:off x="4377331" y="971614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1" name="pt12461"/>
            <p:cNvSpPr/>
            <p:nvPr/>
          </p:nvSpPr>
          <p:spPr>
            <a:xfrm>
              <a:off x="4332728" y="100632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2" name="pt12462"/>
            <p:cNvSpPr/>
            <p:nvPr/>
          </p:nvSpPr>
          <p:spPr>
            <a:xfrm>
              <a:off x="4544594" y="9465303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3" name="pt12463"/>
            <p:cNvSpPr/>
            <p:nvPr/>
          </p:nvSpPr>
          <p:spPr>
            <a:xfrm>
              <a:off x="4332343" y="9636067"/>
              <a:ext cx="89944" cy="8994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4" name="pt12464"/>
            <p:cNvSpPr/>
            <p:nvPr/>
          </p:nvSpPr>
          <p:spPr>
            <a:xfrm>
              <a:off x="4591137" y="944224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5" name="pt12465"/>
            <p:cNvSpPr/>
            <p:nvPr/>
          </p:nvSpPr>
          <p:spPr>
            <a:xfrm>
              <a:off x="3638198" y="9344366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6" name="pt12466"/>
            <p:cNvSpPr/>
            <p:nvPr/>
          </p:nvSpPr>
          <p:spPr>
            <a:xfrm>
              <a:off x="4388605" y="97200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7" name="pt12467"/>
            <p:cNvSpPr/>
            <p:nvPr/>
          </p:nvSpPr>
          <p:spPr>
            <a:xfrm>
              <a:off x="4471837" y="937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8" name="pt12468"/>
            <p:cNvSpPr/>
            <p:nvPr/>
          </p:nvSpPr>
          <p:spPr>
            <a:xfrm>
              <a:off x="4347847" y="972577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69" name="pt12469"/>
            <p:cNvSpPr/>
            <p:nvPr/>
          </p:nvSpPr>
          <p:spPr>
            <a:xfrm>
              <a:off x="4512638" y="92737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0" name="pt12470"/>
            <p:cNvSpPr/>
            <p:nvPr/>
          </p:nvSpPr>
          <p:spPr>
            <a:xfrm>
              <a:off x="4698688" y="10421964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1" name="pt12471"/>
            <p:cNvSpPr/>
            <p:nvPr/>
          </p:nvSpPr>
          <p:spPr>
            <a:xfrm>
              <a:off x="4341078" y="9673809"/>
              <a:ext cx="80678" cy="80678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2" name="pt12472"/>
            <p:cNvSpPr/>
            <p:nvPr/>
          </p:nvSpPr>
          <p:spPr>
            <a:xfrm>
              <a:off x="4518920" y="93922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3" name="pt12473"/>
            <p:cNvSpPr/>
            <p:nvPr/>
          </p:nvSpPr>
          <p:spPr>
            <a:xfrm>
              <a:off x="3633994" y="986347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4" name="pt12474"/>
            <p:cNvSpPr/>
            <p:nvPr/>
          </p:nvSpPr>
          <p:spPr>
            <a:xfrm>
              <a:off x="4013332" y="90539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5" name="pt12475"/>
            <p:cNvSpPr/>
            <p:nvPr/>
          </p:nvSpPr>
          <p:spPr>
            <a:xfrm>
              <a:off x="4229735" y="975570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6" name="pt12476"/>
            <p:cNvSpPr/>
            <p:nvPr/>
          </p:nvSpPr>
          <p:spPr>
            <a:xfrm>
              <a:off x="4629059" y="882401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7" name="pt12477"/>
            <p:cNvSpPr/>
            <p:nvPr/>
          </p:nvSpPr>
          <p:spPr>
            <a:xfrm>
              <a:off x="4383760" y="9682166"/>
              <a:ext cx="80678" cy="80678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8" name="pg12478"/>
            <p:cNvSpPr/>
            <p:nvPr/>
          </p:nvSpPr>
          <p:spPr>
            <a:xfrm>
              <a:off x="4924829" y="893338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79" name="pt12479"/>
            <p:cNvSpPr/>
            <p:nvPr/>
          </p:nvSpPr>
          <p:spPr>
            <a:xfrm>
              <a:off x="4324980" y="950945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0" name="pt12480"/>
            <p:cNvSpPr/>
            <p:nvPr/>
          </p:nvSpPr>
          <p:spPr>
            <a:xfrm>
              <a:off x="4397535" y="9656470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1" name="pt12481"/>
            <p:cNvSpPr/>
            <p:nvPr/>
          </p:nvSpPr>
          <p:spPr>
            <a:xfrm>
              <a:off x="4227272" y="91380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2" name="pt12482"/>
            <p:cNvSpPr/>
            <p:nvPr/>
          </p:nvSpPr>
          <p:spPr>
            <a:xfrm>
              <a:off x="4331776" y="959218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3" name="pt12483"/>
            <p:cNvSpPr/>
            <p:nvPr/>
          </p:nvSpPr>
          <p:spPr>
            <a:xfrm>
              <a:off x="4311798" y="946813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4" name="pt12484"/>
            <p:cNvSpPr/>
            <p:nvPr/>
          </p:nvSpPr>
          <p:spPr>
            <a:xfrm>
              <a:off x="4596042" y="9619727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5" name="pt12485"/>
            <p:cNvSpPr/>
            <p:nvPr/>
          </p:nvSpPr>
          <p:spPr>
            <a:xfrm>
              <a:off x="4388505" y="977415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6" name="pg12486"/>
            <p:cNvSpPr/>
            <p:nvPr/>
          </p:nvSpPr>
          <p:spPr>
            <a:xfrm>
              <a:off x="4338144" y="968018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7" name="pt12487"/>
            <p:cNvSpPr/>
            <p:nvPr/>
          </p:nvSpPr>
          <p:spPr>
            <a:xfrm>
              <a:off x="4329102" y="96838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8" name="pt12488"/>
            <p:cNvSpPr/>
            <p:nvPr/>
          </p:nvSpPr>
          <p:spPr>
            <a:xfrm>
              <a:off x="4721829" y="96411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89" name="pt12489"/>
            <p:cNvSpPr/>
            <p:nvPr/>
          </p:nvSpPr>
          <p:spPr>
            <a:xfrm>
              <a:off x="5244232" y="948696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0" name="pt12490"/>
            <p:cNvSpPr/>
            <p:nvPr/>
          </p:nvSpPr>
          <p:spPr>
            <a:xfrm>
              <a:off x="4348104" y="10008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1" name="pt12491"/>
            <p:cNvSpPr/>
            <p:nvPr/>
          </p:nvSpPr>
          <p:spPr>
            <a:xfrm>
              <a:off x="4660549" y="93801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2" name="pt12492"/>
            <p:cNvSpPr/>
            <p:nvPr/>
          </p:nvSpPr>
          <p:spPr>
            <a:xfrm>
              <a:off x="4134453" y="958180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3" name="pt12493"/>
            <p:cNvSpPr/>
            <p:nvPr/>
          </p:nvSpPr>
          <p:spPr>
            <a:xfrm>
              <a:off x="4198657" y="9677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4" name="pt12494"/>
            <p:cNvSpPr/>
            <p:nvPr/>
          </p:nvSpPr>
          <p:spPr>
            <a:xfrm>
              <a:off x="4514590" y="9208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5" name="pt12495"/>
            <p:cNvSpPr/>
            <p:nvPr/>
          </p:nvSpPr>
          <p:spPr>
            <a:xfrm>
              <a:off x="4296862" y="9731516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6" name="pt12496"/>
            <p:cNvSpPr/>
            <p:nvPr/>
          </p:nvSpPr>
          <p:spPr>
            <a:xfrm>
              <a:off x="4351663" y="94681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7" name="pt12497"/>
            <p:cNvSpPr/>
            <p:nvPr/>
          </p:nvSpPr>
          <p:spPr>
            <a:xfrm>
              <a:off x="4445468" y="9267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8" name="pt12498"/>
            <p:cNvSpPr/>
            <p:nvPr/>
          </p:nvSpPr>
          <p:spPr>
            <a:xfrm>
              <a:off x="5264822" y="96272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499" name="pt12499"/>
            <p:cNvSpPr/>
            <p:nvPr/>
          </p:nvSpPr>
          <p:spPr>
            <a:xfrm>
              <a:off x="4365927" y="94727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0" name="pt12500"/>
            <p:cNvSpPr/>
            <p:nvPr/>
          </p:nvSpPr>
          <p:spPr>
            <a:xfrm>
              <a:off x="4360219" y="9666855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1" name="pt12501"/>
            <p:cNvSpPr/>
            <p:nvPr/>
          </p:nvSpPr>
          <p:spPr>
            <a:xfrm>
              <a:off x="4373256" y="972834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2" name="pt12502"/>
            <p:cNvSpPr/>
            <p:nvPr/>
          </p:nvSpPr>
          <p:spPr>
            <a:xfrm>
              <a:off x="5039773" y="9045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3" name="pt12503"/>
            <p:cNvSpPr/>
            <p:nvPr/>
          </p:nvSpPr>
          <p:spPr>
            <a:xfrm>
              <a:off x="4745302" y="95486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4" name="pt12504"/>
            <p:cNvSpPr/>
            <p:nvPr/>
          </p:nvSpPr>
          <p:spPr>
            <a:xfrm>
              <a:off x="4205802" y="97813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5" name="pt12505"/>
            <p:cNvSpPr/>
            <p:nvPr/>
          </p:nvSpPr>
          <p:spPr>
            <a:xfrm>
              <a:off x="4398993" y="9699612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06" name="pl12506"/>
            <p:cNvSpPr/>
            <p:nvPr/>
          </p:nvSpPr>
          <p:spPr>
            <a:xfrm>
              <a:off x="4298806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7" name="pl12507"/>
            <p:cNvSpPr/>
            <p:nvPr/>
          </p:nvSpPr>
          <p:spPr>
            <a:xfrm>
              <a:off x="4298806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8" name="pl12508"/>
            <p:cNvSpPr/>
            <p:nvPr/>
          </p:nvSpPr>
          <p:spPr>
            <a:xfrm>
              <a:off x="4278147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09" name="pl12509"/>
            <p:cNvSpPr/>
            <p:nvPr/>
          </p:nvSpPr>
          <p:spPr>
            <a:xfrm>
              <a:off x="4278147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0" name="pl12510"/>
            <p:cNvSpPr/>
            <p:nvPr/>
          </p:nvSpPr>
          <p:spPr>
            <a:xfrm>
              <a:off x="4274774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1" name="pl12511"/>
            <p:cNvSpPr/>
            <p:nvPr/>
          </p:nvSpPr>
          <p:spPr>
            <a:xfrm>
              <a:off x="4274774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12" name="pg12512"/>
            <p:cNvSpPr/>
            <p:nvPr/>
          </p:nvSpPr>
          <p:spPr>
            <a:xfrm>
              <a:off x="4350074" y="961552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3" name="pg12513"/>
            <p:cNvSpPr/>
            <p:nvPr/>
          </p:nvSpPr>
          <p:spPr>
            <a:xfrm>
              <a:off x="4444328" y="991715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4" name="pg12514"/>
            <p:cNvSpPr/>
            <p:nvPr/>
          </p:nvSpPr>
          <p:spPr>
            <a:xfrm>
              <a:off x="4346405" y="94344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5" name="pt12515"/>
            <p:cNvSpPr/>
            <p:nvPr/>
          </p:nvSpPr>
          <p:spPr>
            <a:xfrm>
              <a:off x="4340599" y="9672150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6" name="pt12516"/>
            <p:cNvSpPr/>
            <p:nvPr/>
          </p:nvSpPr>
          <p:spPr>
            <a:xfrm>
              <a:off x="4363952" y="9670331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7" name="pt12517"/>
            <p:cNvSpPr/>
            <p:nvPr/>
          </p:nvSpPr>
          <p:spPr>
            <a:xfrm>
              <a:off x="4303557" y="971260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8" name="pt12518"/>
            <p:cNvSpPr/>
            <p:nvPr/>
          </p:nvSpPr>
          <p:spPr>
            <a:xfrm>
              <a:off x="4351359" y="9661897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19" name="pt12519"/>
            <p:cNvSpPr/>
            <p:nvPr/>
          </p:nvSpPr>
          <p:spPr>
            <a:xfrm>
              <a:off x="4340907" y="9576685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0" name="pt12520"/>
            <p:cNvSpPr/>
            <p:nvPr/>
          </p:nvSpPr>
          <p:spPr>
            <a:xfrm>
              <a:off x="4387914" y="970015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1" name="pt12521"/>
            <p:cNvSpPr/>
            <p:nvPr/>
          </p:nvSpPr>
          <p:spPr>
            <a:xfrm>
              <a:off x="4373110" y="9682462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2" name="pl12522"/>
            <p:cNvSpPr/>
            <p:nvPr/>
          </p:nvSpPr>
          <p:spPr>
            <a:xfrm>
              <a:off x="4339700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3" name="pl12523"/>
            <p:cNvSpPr/>
            <p:nvPr/>
          </p:nvSpPr>
          <p:spPr>
            <a:xfrm>
              <a:off x="4339700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4" name="pl12524"/>
            <p:cNvSpPr/>
            <p:nvPr/>
          </p:nvSpPr>
          <p:spPr>
            <a:xfrm>
              <a:off x="4329586" y="9595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5" name="pl12525"/>
            <p:cNvSpPr/>
            <p:nvPr/>
          </p:nvSpPr>
          <p:spPr>
            <a:xfrm>
              <a:off x="4364117" y="9561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26" name="pt12526"/>
            <p:cNvSpPr/>
            <p:nvPr/>
          </p:nvSpPr>
          <p:spPr>
            <a:xfrm>
              <a:off x="4320744" y="967286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7" name="pt12527"/>
            <p:cNvSpPr/>
            <p:nvPr/>
          </p:nvSpPr>
          <p:spPr>
            <a:xfrm>
              <a:off x="3805764" y="900436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8" name="pt12528"/>
            <p:cNvSpPr/>
            <p:nvPr/>
          </p:nvSpPr>
          <p:spPr>
            <a:xfrm>
              <a:off x="4337989" y="9699751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29" name="pt12529"/>
            <p:cNvSpPr/>
            <p:nvPr/>
          </p:nvSpPr>
          <p:spPr>
            <a:xfrm>
              <a:off x="4395302" y="965226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0" name="pt12530"/>
            <p:cNvSpPr/>
            <p:nvPr/>
          </p:nvSpPr>
          <p:spPr>
            <a:xfrm>
              <a:off x="5123379" y="10088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1" name="pt12531"/>
            <p:cNvSpPr/>
            <p:nvPr/>
          </p:nvSpPr>
          <p:spPr>
            <a:xfrm>
              <a:off x="3772560" y="101235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2" name="pt12532"/>
            <p:cNvSpPr/>
            <p:nvPr/>
          </p:nvSpPr>
          <p:spPr>
            <a:xfrm>
              <a:off x="4418013" y="9643235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3" name="pt12533"/>
            <p:cNvSpPr/>
            <p:nvPr/>
          </p:nvSpPr>
          <p:spPr>
            <a:xfrm>
              <a:off x="5019903" y="9326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4" name="pt12534"/>
            <p:cNvSpPr/>
            <p:nvPr/>
          </p:nvSpPr>
          <p:spPr>
            <a:xfrm>
              <a:off x="4708716" y="933219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5" name="pt12535"/>
            <p:cNvSpPr/>
            <p:nvPr/>
          </p:nvSpPr>
          <p:spPr>
            <a:xfrm>
              <a:off x="5090343" y="101405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36" name="pl12536"/>
            <p:cNvSpPr/>
            <p:nvPr/>
          </p:nvSpPr>
          <p:spPr>
            <a:xfrm>
              <a:off x="4286959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7" name="pl12537"/>
            <p:cNvSpPr/>
            <p:nvPr/>
          </p:nvSpPr>
          <p:spPr>
            <a:xfrm>
              <a:off x="4286959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8" name="pl12538"/>
            <p:cNvSpPr/>
            <p:nvPr/>
          </p:nvSpPr>
          <p:spPr>
            <a:xfrm>
              <a:off x="4276845" y="89563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39" name="pl12539"/>
            <p:cNvSpPr/>
            <p:nvPr/>
          </p:nvSpPr>
          <p:spPr>
            <a:xfrm>
              <a:off x="4311376" y="89218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40" name="pt12540"/>
            <p:cNvSpPr/>
            <p:nvPr/>
          </p:nvSpPr>
          <p:spPr>
            <a:xfrm>
              <a:off x="4421117" y="9641918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1" name="pt12541"/>
            <p:cNvSpPr/>
            <p:nvPr/>
          </p:nvSpPr>
          <p:spPr>
            <a:xfrm>
              <a:off x="4394451" y="97874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2" name="pt12542"/>
            <p:cNvSpPr/>
            <p:nvPr/>
          </p:nvSpPr>
          <p:spPr>
            <a:xfrm>
              <a:off x="4237374" y="91575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3" name="pt12543"/>
            <p:cNvSpPr/>
            <p:nvPr/>
          </p:nvSpPr>
          <p:spPr>
            <a:xfrm>
              <a:off x="4368990" y="965398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4" name="pt12544"/>
            <p:cNvSpPr/>
            <p:nvPr/>
          </p:nvSpPr>
          <p:spPr>
            <a:xfrm>
              <a:off x="4747435" y="94000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5" name="pt12545"/>
            <p:cNvSpPr/>
            <p:nvPr/>
          </p:nvSpPr>
          <p:spPr>
            <a:xfrm>
              <a:off x="4371081" y="9660838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6" name="pt12546"/>
            <p:cNvSpPr/>
            <p:nvPr/>
          </p:nvSpPr>
          <p:spPr>
            <a:xfrm>
              <a:off x="4625986" y="929058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7" name="pt12547"/>
            <p:cNvSpPr/>
            <p:nvPr/>
          </p:nvSpPr>
          <p:spPr>
            <a:xfrm>
              <a:off x="4350810" y="9631162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8" name="pt12548"/>
            <p:cNvSpPr/>
            <p:nvPr/>
          </p:nvSpPr>
          <p:spPr>
            <a:xfrm>
              <a:off x="4410904" y="97277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49" name="pt12549"/>
            <p:cNvSpPr/>
            <p:nvPr/>
          </p:nvSpPr>
          <p:spPr>
            <a:xfrm>
              <a:off x="4401275" y="9662270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0" name="pt12550"/>
            <p:cNvSpPr/>
            <p:nvPr/>
          </p:nvSpPr>
          <p:spPr>
            <a:xfrm>
              <a:off x="4282335" y="8925970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1" name="pt12551"/>
            <p:cNvSpPr/>
            <p:nvPr/>
          </p:nvSpPr>
          <p:spPr>
            <a:xfrm>
              <a:off x="4713401" y="963838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2" name="pt12552"/>
            <p:cNvSpPr/>
            <p:nvPr/>
          </p:nvSpPr>
          <p:spPr>
            <a:xfrm>
              <a:off x="4368754" y="9650377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3" name="pg12553"/>
            <p:cNvSpPr/>
            <p:nvPr/>
          </p:nvSpPr>
          <p:spPr>
            <a:xfrm>
              <a:off x="4266380" y="954938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4" name="pt12554"/>
            <p:cNvSpPr/>
            <p:nvPr/>
          </p:nvSpPr>
          <p:spPr>
            <a:xfrm>
              <a:off x="4682334" y="96514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5" name="pt12555"/>
            <p:cNvSpPr/>
            <p:nvPr/>
          </p:nvSpPr>
          <p:spPr>
            <a:xfrm>
              <a:off x="4436534" y="92279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6" name="pt12556"/>
            <p:cNvSpPr/>
            <p:nvPr/>
          </p:nvSpPr>
          <p:spPr>
            <a:xfrm>
              <a:off x="4322241" y="99302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7" name="pt12557"/>
            <p:cNvSpPr/>
            <p:nvPr/>
          </p:nvSpPr>
          <p:spPr>
            <a:xfrm>
              <a:off x="4771416" y="93017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8" name="pt12558"/>
            <p:cNvSpPr/>
            <p:nvPr/>
          </p:nvSpPr>
          <p:spPr>
            <a:xfrm>
              <a:off x="4234352" y="10378470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59" name="pt12559"/>
            <p:cNvSpPr/>
            <p:nvPr/>
          </p:nvSpPr>
          <p:spPr>
            <a:xfrm>
              <a:off x="4687247" y="88148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0" name="pg12560"/>
            <p:cNvSpPr/>
            <p:nvPr/>
          </p:nvSpPr>
          <p:spPr>
            <a:xfrm>
              <a:off x="4935271" y="1002565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1" name="pt12561"/>
            <p:cNvSpPr/>
            <p:nvPr/>
          </p:nvSpPr>
          <p:spPr>
            <a:xfrm>
              <a:off x="4361147" y="9673483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2" name="pt12562"/>
            <p:cNvSpPr/>
            <p:nvPr/>
          </p:nvSpPr>
          <p:spPr>
            <a:xfrm>
              <a:off x="3876383" y="102494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3" name="pg12563"/>
            <p:cNvSpPr/>
            <p:nvPr/>
          </p:nvSpPr>
          <p:spPr>
            <a:xfrm>
              <a:off x="4421457" y="924772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4" name="pt12564"/>
            <p:cNvSpPr/>
            <p:nvPr/>
          </p:nvSpPr>
          <p:spPr>
            <a:xfrm>
              <a:off x="3639161" y="9336874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5" name="pt12565"/>
            <p:cNvSpPr/>
            <p:nvPr/>
          </p:nvSpPr>
          <p:spPr>
            <a:xfrm>
              <a:off x="4426636" y="977193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6" name="pt12566"/>
            <p:cNvSpPr/>
            <p:nvPr/>
          </p:nvSpPr>
          <p:spPr>
            <a:xfrm>
              <a:off x="3949033" y="89992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7" name="pt12567"/>
            <p:cNvSpPr/>
            <p:nvPr/>
          </p:nvSpPr>
          <p:spPr>
            <a:xfrm>
              <a:off x="4740892" y="95108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8" name="pt12568"/>
            <p:cNvSpPr/>
            <p:nvPr/>
          </p:nvSpPr>
          <p:spPr>
            <a:xfrm>
              <a:off x="4472115" y="94180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69" name="pt12569"/>
            <p:cNvSpPr/>
            <p:nvPr/>
          </p:nvSpPr>
          <p:spPr>
            <a:xfrm>
              <a:off x="4384929" y="9654682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0" name="pg12570"/>
            <p:cNvSpPr/>
            <p:nvPr/>
          </p:nvSpPr>
          <p:spPr>
            <a:xfrm>
              <a:off x="4597366" y="927685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1" name="pt12571"/>
            <p:cNvSpPr/>
            <p:nvPr/>
          </p:nvSpPr>
          <p:spPr>
            <a:xfrm>
              <a:off x="4607260" y="97021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2" name="pt12572"/>
            <p:cNvSpPr/>
            <p:nvPr/>
          </p:nvSpPr>
          <p:spPr>
            <a:xfrm>
              <a:off x="3803827" y="8997297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3" name="pt12573"/>
            <p:cNvSpPr/>
            <p:nvPr/>
          </p:nvSpPr>
          <p:spPr>
            <a:xfrm>
              <a:off x="4430567" y="976693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4" name="pt12574"/>
            <p:cNvSpPr/>
            <p:nvPr/>
          </p:nvSpPr>
          <p:spPr>
            <a:xfrm>
              <a:off x="4714004" y="955095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5" name="pt12575"/>
            <p:cNvSpPr/>
            <p:nvPr/>
          </p:nvSpPr>
          <p:spPr>
            <a:xfrm>
              <a:off x="4793661" y="95681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6" name="pt12576"/>
            <p:cNvSpPr/>
            <p:nvPr/>
          </p:nvSpPr>
          <p:spPr>
            <a:xfrm>
              <a:off x="4736593" y="93971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7" name="pt12577"/>
            <p:cNvSpPr/>
            <p:nvPr/>
          </p:nvSpPr>
          <p:spPr>
            <a:xfrm>
              <a:off x="4289275" y="94588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8" name="pt12578"/>
            <p:cNvSpPr/>
            <p:nvPr/>
          </p:nvSpPr>
          <p:spPr>
            <a:xfrm>
              <a:off x="4356604" y="967327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79" name="pt12579"/>
            <p:cNvSpPr/>
            <p:nvPr/>
          </p:nvSpPr>
          <p:spPr>
            <a:xfrm>
              <a:off x="4469666" y="9793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0" name="pt12580"/>
            <p:cNvSpPr/>
            <p:nvPr/>
          </p:nvSpPr>
          <p:spPr>
            <a:xfrm>
              <a:off x="4759968" y="8866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1" name="pt12581"/>
            <p:cNvSpPr/>
            <p:nvPr/>
          </p:nvSpPr>
          <p:spPr>
            <a:xfrm>
              <a:off x="3819104" y="9011921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2" name="pt12582"/>
            <p:cNvSpPr/>
            <p:nvPr/>
          </p:nvSpPr>
          <p:spPr>
            <a:xfrm>
              <a:off x="4388126" y="97043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3" name="pt12583"/>
            <p:cNvSpPr/>
            <p:nvPr/>
          </p:nvSpPr>
          <p:spPr>
            <a:xfrm>
              <a:off x="4351236" y="9660042"/>
              <a:ext cx="80678" cy="80678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4" name="pt12584"/>
            <p:cNvSpPr/>
            <p:nvPr/>
          </p:nvSpPr>
          <p:spPr>
            <a:xfrm>
              <a:off x="4354350" y="9679640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5" name="pt12585"/>
            <p:cNvSpPr/>
            <p:nvPr/>
          </p:nvSpPr>
          <p:spPr>
            <a:xfrm>
              <a:off x="4302392" y="99804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6" name="pt12586"/>
            <p:cNvSpPr/>
            <p:nvPr/>
          </p:nvSpPr>
          <p:spPr>
            <a:xfrm>
              <a:off x="3643745" y="99046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7" name="pt12587"/>
            <p:cNvSpPr/>
            <p:nvPr/>
          </p:nvSpPr>
          <p:spPr>
            <a:xfrm>
              <a:off x="4231473" y="10369929"/>
              <a:ext cx="67219" cy="67219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8" name="pt12588"/>
            <p:cNvSpPr/>
            <p:nvPr/>
          </p:nvSpPr>
          <p:spPr>
            <a:xfrm>
              <a:off x="4317544" y="879805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89" name="pt12589"/>
            <p:cNvSpPr/>
            <p:nvPr/>
          </p:nvSpPr>
          <p:spPr>
            <a:xfrm>
              <a:off x="4343710" y="9664030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0" name="pt12590"/>
            <p:cNvSpPr/>
            <p:nvPr/>
          </p:nvSpPr>
          <p:spPr>
            <a:xfrm>
              <a:off x="4445154" y="1017361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1" name="pl12591"/>
            <p:cNvSpPr/>
            <p:nvPr/>
          </p:nvSpPr>
          <p:spPr>
            <a:xfrm>
              <a:off x="4445154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2" name="pl12592"/>
            <p:cNvSpPr/>
            <p:nvPr/>
          </p:nvSpPr>
          <p:spPr>
            <a:xfrm>
              <a:off x="4445154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93" name="pt12593"/>
            <p:cNvSpPr/>
            <p:nvPr/>
          </p:nvSpPr>
          <p:spPr>
            <a:xfrm>
              <a:off x="4367199" y="967107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4" name="pt12594"/>
            <p:cNvSpPr/>
            <p:nvPr/>
          </p:nvSpPr>
          <p:spPr>
            <a:xfrm>
              <a:off x="4250596" y="95372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5" name="pg12595"/>
            <p:cNvSpPr/>
            <p:nvPr/>
          </p:nvSpPr>
          <p:spPr>
            <a:xfrm>
              <a:off x="4464735" y="9584017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6" name="pg12596"/>
            <p:cNvSpPr/>
            <p:nvPr/>
          </p:nvSpPr>
          <p:spPr>
            <a:xfrm>
              <a:off x="4469158" y="94124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7" name="pt12597"/>
            <p:cNvSpPr/>
            <p:nvPr/>
          </p:nvSpPr>
          <p:spPr>
            <a:xfrm>
              <a:off x="4356683" y="98993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8" name="pg12598"/>
            <p:cNvSpPr/>
            <p:nvPr/>
          </p:nvSpPr>
          <p:spPr>
            <a:xfrm>
              <a:off x="4339878" y="970221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599" name="pt12599"/>
            <p:cNvSpPr/>
            <p:nvPr/>
          </p:nvSpPr>
          <p:spPr>
            <a:xfrm>
              <a:off x="4416015" y="973729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0" name="pg12600"/>
            <p:cNvSpPr/>
            <p:nvPr/>
          </p:nvSpPr>
          <p:spPr>
            <a:xfrm>
              <a:off x="4275857" y="957359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1" name="pt12601"/>
            <p:cNvSpPr/>
            <p:nvPr/>
          </p:nvSpPr>
          <p:spPr>
            <a:xfrm>
              <a:off x="4525422" y="96241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2" name="pt12602"/>
            <p:cNvSpPr/>
            <p:nvPr/>
          </p:nvSpPr>
          <p:spPr>
            <a:xfrm>
              <a:off x="4346956" y="9691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3" name="pt12603"/>
            <p:cNvSpPr/>
            <p:nvPr/>
          </p:nvSpPr>
          <p:spPr>
            <a:xfrm>
              <a:off x="4386251" y="9687427"/>
              <a:ext cx="67219" cy="67219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4" name="pt12604"/>
            <p:cNvSpPr/>
            <p:nvPr/>
          </p:nvSpPr>
          <p:spPr>
            <a:xfrm>
              <a:off x="4334368" y="995443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5" name="pt12605"/>
            <p:cNvSpPr/>
            <p:nvPr/>
          </p:nvSpPr>
          <p:spPr>
            <a:xfrm>
              <a:off x="4460674" y="9625591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6" name="pt12606"/>
            <p:cNvSpPr/>
            <p:nvPr/>
          </p:nvSpPr>
          <p:spPr>
            <a:xfrm>
              <a:off x="5233842" y="98171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7" name="pt12607"/>
            <p:cNvSpPr/>
            <p:nvPr/>
          </p:nvSpPr>
          <p:spPr>
            <a:xfrm>
              <a:off x="3746086" y="99713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8" name="pt12608"/>
            <p:cNvSpPr/>
            <p:nvPr/>
          </p:nvSpPr>
          <p:spPr>
            <a:xfrm>
              <a:off x="3890913" y="89652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09" name="pt12609"/>
            <p:cNvSpPr/>
            <p:nvPr/>
          </p:nvSpPr>
          <p:spPr>
            <a:xfrm>
              <a:off x="4324455" y="964882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0" name="pt12610"/>
            <p:cNvSpPr/>
            <p:nvPr/>
          </p:nvSpPr>
          <p:spPr>
            <a:xfrm>
              <a:off x="4393205" y="970698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1" name="pt12611"/>
            <p:cNvSpPr/>
            <p:nvPr/>
          </p:nvSpPr>
          <p:spPr>
            <a:xfrm>
              <a:off x="4413716" y="9719736"/>
              <a:ext cx="48833" cy="48833"/>
            </a:xfrm>
            <a:prstGeom prst="ellipse">
              <a:avLst/>
            </a:prstGeom>
            <a:solidFill>
              <a:srgbClr val="E7298A">
                <a:alpha val="4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2" name="pt12612"/>
            <p:cNvSpPr/>
            <p:nvPr/>
          </p:nvSpPr>
          <p:spPr>
            <a:xfrm>
              <a:off x="4258994" y="95470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3" name="pt12613"/>
            <p:cNvSpPr/>
            <p:nvPr/>
          </p:nvSpPr>
          <p:spPr>
            <a:xfrm>
              <a:off x="4347235" y="10018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4" name="pt12614"/>
            <p:cNvSpPr/>
            <p:nvPr/>
          </p:nvSpPr>
          <p:spPr>
            <a:xfrm>
              <a:off x="4500164" y="93785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5" name="pt12615"/>
            <p:cNvSpPr/>
            <p:nvPr/>
          </p:nvSpPr>
          <p:spPr>
            <a:xfrm>
              <a:off x="4629064" y="88363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6" name="pg12616"/>
            <p:cNvSpPr/>
            <p:nvPr/>
          </p:nvSpPr>
          <p:spPr>
            <a:xfrm>
              <a:off x="3645472" y="98931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7" name="pt12617"/>
            <p:cNvSpPr/>
            <p:nvPr/>
          </p:nvSpPr>
          <p:spPr>
            <a:xfrm>
              <a:off x="4793876" y="9556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8" name="pt12618"/>
            <p:cNvSpPr/>
            <p:nvPr/>
          </p:nvSpPr>
          <p:spPr>
            <a:xfrm>
              <a:off x="3665597" y="99331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19" name="pt12619"/>
            <p:cNvSpPr/>
            <p:nvPr/>
          </p:nvSpPr>
          <p:spPr>
            <a:xfrm>
              <a:off x="4393742" y="947207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0" name="pt12620"/>
            <p:cNvSpPr/>
            <p:nvPr/>
          </p:nvSpPr>
          <p:spPr>
            <a:xfrm>
              <a:off x="5257650" y="9599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1" name="pt12621"/>
            <p:cNvSpPr/>
            <p:nvPr/>
          </p:nvSpPr>
          <p:spPr>
            <a:xfrm>
              <a:off x="4700673" y="95475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2" name="pt12622"/>
            <p:cNvSpPr/>
            <p:nvPr/>
          </p:nvSpPr>
          <p:spPr>
            <a:xfrm>
              <a:off x="4446853" y="970601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3" name="pl12623"/>
            <p:cNvSpPr/>
            <p:nvPr/>
          </p:nvSpPr>
          <p:spPr>
            <a:xfrm>
              <a:off x="4344089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4" name="pl12624"/>
            <p:cNvSpPr/>
            <p:nvPr/>
          </p:nvSpPr>
          <p:spPr>
            <a:xfrm>
              <a:off x="4344089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5" name="pl12625"/>
            <p:cNvSpPr/>
            <p:nvPr/>
          </p:nvSpPr>
          <p:spPr>
            <a:xfrm>
              <a:off x="4311772" y="9742538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6" name="pl12626"/>
            <p:cNvSpPr/>
            <p:nvPr/>
          </p:nvSpPr>
          <p:spPr>
            <a:xfrm>
              <a:off x="4422108" y="9632202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27" name="pt12627"/>
            <p:cNvSpPr/>
            <p:nvPr/>
          </p:nvSpPr>
          <p:spPr>
            <a:xfrm>
              <a:off x="3809717" y="101702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8" name="pt12628"/>
            <p:cNvSpPr/>
            <p:nvPr/>
          </p:nvSpPr>
          <p:spPr>
            <a:xfrm>
              <a:off x="4622710" y="9285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29" name="pt12629"/>
            <p:cNvSpPr/>
            <p:nvPr/>
          </p:nvSpPr>
          <p:spPr>
            <a:xfrm>
              <a:off x="4275910" y="976814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0" name="pt12630"/>
            <p:cNvSpPr/>
            <p:nvPr/>
          </p:nvSpPr>
          <p:spPr>
            <a:xfrm>
              <a:off x="4529398" y="970169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1" name="pt12631"/>
            <p:cNvSpPr/>
            <p:nvPr/>
          </p:nvSpPr>
          <p:spPr>
            <a:xfrm>
              <a:off x="4303842" y="97486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2" name="pl12632"/>
            <p:cNvSpPr/>
            <p:nvPr/>
          </p:nvSpPr>
          <p:spPr>
            <a:xfrm>
              <a:off x="4357088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3" name="pl12633"/>
            <p:cNvSpPr/>
            <p:nvPr/>
          </p:nvSpPr>
          <p:spPr>
            <a:xfrm>
              <a:off x="4357088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4" name="pl12634"/>
            <p:cNvSpPr/>
            <p:nvPr/>
          </p:nvSpPr>
          <p:spPr>
            <a:xfrm>
              <a:off x="4339359" y="977249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5" name="pl12635"/>
            <p:cNvSpPr/>
            <p:nvPr/>
          </p:nvSpPr>
          <p:spPr>
            <a:xfrm>
              <a:off x="4399891" y="9711961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36" name="pg12636"/>
            <p:cNvSpPr/>
            <p:nvPr/>
          </p:nvSpPr>
          <p:spPr>
            <a:xfrm>
              <a:off x="4359269" y="982387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7" name="pt12637"/>
            <p:cNvSpPr/>
            <p:nvPr/>
          </p:nvSpPr>
          <p:spPr>
            <a:xfrm>
              <a:off x="4598879" y="94741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8" name="pg12638"/>
            <p:cNvSpPr/>
            <p:nvPr/>
          </p:nvSpPr>
          <p:spPr>
            <a:xfrm>
              <a:off x="4535730" y="96621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39" name="pg12639"/>
            <p:cNvSpPr/>
            <p:nvPr/>
          </p:nvSpPr>
          <p:spPr>
            <a:xfrm>
              <a:off x="4543064" y="96590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0" name="pt12640"/>
            <p:cNvSpPr/>
            <p:nvPr/>
          </p:nvSpPr>
          <p:spPr>
            <a:xfrm>
              <a:off x="3715321" y="9321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1" name="pt12641"/>
            <p:cNvSpPr/>
            <p:nvPr/>
          </p:nvSpPr>
          <p:spPr>
            <a:xfrm>
              <a:off x="4392097" y="9698133"/>
              <a:ext cx="80678" cy="80678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2" name="pg12642"/>
            <p:cNvSpPr/>
            <p:nvPr/>
          </p:nvSpPr>
          <p:spPr>
            <a:xfrm>
              <a:off x="4660588" y="9367450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3" name="pt12643"/>
            <p:cNvSpPr/>
            <p:nvPr/>
          </p:nvSpPr>
          <p:spPr>
            <a:xfrm>
              <a:off x="4451101" y="9641115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4" name="pt12644"/>
            <p:cNvSpPr/>
            <p:nvPr/>
          </p:nvSpPr>
          <p:spPr>
            <a:xfrm>
              <a:off x="4368670" y="9678006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5" name="pt12645"/>
            <p:cNvSpPr/>
            <p:nvPr/>
          </p:nvSpPr>
          <p:spPr>
            <a:xfrm>
              <a:off x="4387687" y="9698185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6" name="pt12646"/>
            <p:cNvSpPr/>
            <p:nvPr/>
          </p:nvSpPr>
          <p:spPr>
            <a:xfrm>
              <a:off x="4009179" y="906540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7" name="pt12647"/>
            <p:cNvSpPr/>
            <p:nvPr/>
          </p:nvSpPr>
          <p:spPr>
            <a:xfrm>
              <a:off x="4548799" y="104545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8" name="pt12648"/>
            <p:cNvSpPr/>
            <p:nvPr/>
          </p:nvSpPr>
          <p:spPr>
            <a:xfrm>
              <a:off x="5096680" y="101076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49" name="pt12649"/>
            <p:cNvSpPr/>
            <p:nvPr/>
          </p:nvSpPr>
          <p:spPr>
            <a:xfrm>
              <a:off x="4703126" y="95482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0" name="pt12650"/>
            <p:cNvSpPr/>
            <p:nvPr/>
          </p:nvSpPr>
          <p:spPr>
            <a:xfrm>
              <a:off x="4663672" y="94394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1" name="pl12651"/>
            <p:cNvSpPr/>
            <p:nvPr/>
          </p:nvSpPr>
          <p:spPr>
            <a:xfrm>
              <a:off x="4361797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2" name="pl12652"/>
            <p:cNvSpPr/>
            <p:nvPr/>
          </p:nvSpPr>
          <p:spPr>
            <a:xfrm>
              <a:off x="4361797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3" name="pl12653"/>
            <p:cNvSpPr/>
            <p:nvPr/>
          </p:nvSpPr>
          <p:spPr>
            <a:xfrm>
              <a:off x="4351683" y="971286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4" name="pl12654"/>
            <p:cNvSpPr/>
            <p:nvPr/>
          </p:nvSpPr>
          <p:spPr>
            <a:xfrm>
              <a:off x="4386214" y="96783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55" name="pt12655"/>
            <p:cNvSpPr/>
            <p:nvPr/>
          </p:nvSpPr>
          <p:spPr>
            <a:xfrm>
              <a:off x="3774392" y="1014285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6" name="pt12656"/>
            <p:cNvSpPr/>
            <p:nvPr/>
          </p:nvSpPr>
          <p:spPr>
            <a:xfrm>
              <a:off x="4374708" y="975134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7" name="pt12657"/>
            <p:cNvSpPr/>
            <p:nvPr/>
          </p:nvSpPr>
          <p:spPr>
            <a:xfrm>
              <a:off x="4372275" y="966432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8" name="pt12658"/>
            <p:cNvSpPr/>
            <p:nvPr/>
          </p:nvSpPr>
          <p:spPr>
            <a:xfrm>
              <a:off x="4416996" y="87907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59" name="pg12659"/>
            <p:cNvSpPr/>
            <p:nvPr/>
          </p:nvSpPr>
          <p:spPr>
            <a:xfrm>
              <a:off x="4463376" y="93888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0" name="pt12660"/>
            <p:cNvSpPr/>
            <p:nvPr/>
          </p:nvSpPr>
          <p:spPr>
            <a:xfrm>
              <a:off x="4593343" y="10446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1" name="pl12661"/>
            <p:cNvSpPr/>
            <p:nvPr/>
          </p:nvSpPr>
          <p:spPr>
            <a:xfrm>
              <a:off x="4471392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2" name="pl12662"/>
            <p:cNvSpPr/>
            <p:nvPr/>
          </p:nvSpPr>
          <p:spPr>
            <a:xfrm>
              <a:off x="4471392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3" name="pl12663"/>
            <p:cNvSpPr/>
            <p:nvPr/>
          </p:nvSpPr>
          <p:spPr>
            <a:xfrm>
              <a:off x="4461279" y="92871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4" name="pl12664"/>
            <p:cNvSpPr/>
            <p:nvPr/>
          </p:nvSpPr>
          <p:spPr>
            <a:xfrm>
              <a:off x="4495809" y="925266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65" name="pg12665"/>
            <p:cNvSpPr/>
            <p:nvPr/>
          </p:nvSpPr>
          <p:spPr>
            <a:xfrm>
              <a:off x="4363091" y="980933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6" name="pt12666"/>
            <p:cNvSpPr/>
            <p:nvPr/>
          </p:nvSpPr>
          <p:spPr>
            <a:xfrm>
              <a:off x="3971150" y="90622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7" name="pg12667"/>
            <p:cNvSpPr/>
            <p:nvPr/>
          </p:nvSpPr>
          <p:spPr>
            <a:xfrm>
              <a:off x="4410495" y="104578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8" name="pt12668"/>
            <p:cNvSpPr/>
            <p:nvPr/>
          </p:nvSpPr>
          <p:spPr>
            <a:xfrm>
              <a:off x="4345365" y="9735121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69" name="pt12669"/>
            <p:cNvSpPr/>
            <p:nvPr/>
          </p:nvSpPr>
          <p:spPr>
            <a:xfrm>
              <a:off x="4751073" y="9420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0" name="pt12670"/>
            <p:cNvSpPr/>
            <p:nvPr/>
          </p:nvSpPr>
          <p:spPr>
            <a:xfrm>
              <a:off x="4640550" y="936313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1" name="pt12671"/>
            <p:cNvSpPr/>
            <p:nvPr/>
          </p:nvSpPr>
          <p:spPr>
            <a:xfrm>
              <a:off x="3613677" y="95541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2" name="pl12672"/>
            <p:cNvSpPr/>
            <p:nvPr/>
          </p:nvSpPr>
          <p:spPr>
            <a:xfrm>
              <a:off x="4316804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3" name="pl12673"/>
            <p:cNvSpPr/>
            <p:nvPr/>
          </p:nvSpPr>
          <p:spPr>
            <a:xfrm>
              <a:off x="4316804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4" name="pl12674"/>
            <p:cNvSpPr/>
            <p:nvPr/>
          </p:nvSpPr>
          <p:spPr>
            <a:xfrm>
              <a:off x="4306690" y="96914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5" name="pl12675"/>
            <p:cNvSpPr/>
            <p:nvPr/>
          </p:nvSpPr>
          <p:spPr>
            <a:xfrm>
              <a:off x="4341221" y="96569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76" name="pt12676"/>
            <p:cNvSpPr/>
            <p:nvPr/>
          </p:nvSpPr>
          <p:spPr>
            <a:xfrm>
              <a:off x="4865795" y="93607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7" name="pt12677"/>
            <p:cNvSpPr/>
            <p:nvPr/>
          </p:nvSpPr>
          <p:spPr>
            <a:xfrm>
              <a:off x="4451677" y="99023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8" name="pt12678"/>
            <p:cNvSpPr/>
            <p:nvPr/>
          </p:nvSpPr>
          <p:spPr>
            <a:xfrm>
              <a:off x="4592840" y="946041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79" name="pt12679"/>
            <p:cNvSpPr/>
            <p:nvPr/>
          </p:nvSpPr>
          <p:spPr>
            <a:xfrm>
              <a:off x="4240906" y="1038827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0" name="pt12680"/>
            <p:cNvSpPr/>
            <p:nvPr/>
          </p:nvSpPr>
          <p:spPr>
            <a:xfrm>
              <a:off x="4336475" y="973746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1" name="pt12681"/>
            <p:cNvSpPr/>
            <p:nvPr/>
          </p:nvSpPr>
          <p:spPr>
            <a:xfrm>
              <a:off x="4453362" y="9636754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2" name="pt12682"/>
            <p:cNvSpPr/>
            <p:nvPr/>
          </p:nvSpPr>
          <p:spPr>
            <a:xfrm>
              <a:off x="5229556" y="978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3" name="pt12683"/>
            <p:cNvSpPr/>
            <p:nvPr/>
          </p:nvSpPr>
          <p:spPr>
            <a:xfrm>
              <a:off x="3597103" y="95394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4" name="pt12684"/>
            <p:cNvSpPr/>
            <p:nvPr/>
          </p:nvSpPr>
          <p:spPr>
            <a:xfrm>
              <a:off x="4401301" y="9734150"/>
              <a:ext cx="85604" cy="8560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5" name="pt12685"/>
            <p:cNvSpPr/>
            <p:nvPr/>
          </p:nvSpPr>
          <p:spPr>
            <a:xfrm>
              <a:off x="4319841" y="103576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6" name="pt12686"/>
            <p:cNvSpPr/>
            <p:nvPr/>
          </p:nvSpPr>
          <p:spPr>
            <a:xfrm>
              <a:off x="4372733" y="9651892"/>
              <a:ext cx="80678" cy="80678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7" name="pt12687"/>
            <p:cNvSpPr/>
            <p:nvPr/>
          </p:nvSpPr>
          <p:spPr>
            <a:xfrm>
              <a:off x="4137434" y="9581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8" name="pt12688"/>
            <p:cNvSpPr/>
            <p:nvPr/>
          </p:nvSpPr>
          <p:spPr>
            <a:xfrm>
              <a:off x="4631085" y="927999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89" name="pt12689"/>
            <p:cNvSpPr/>
            <p:nvPr/>
          </p:nvSpPr>
          <p:spPr>
            <a:xfrm>
              <a:off x="4492605" y="99982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90" name="pt12690"/>
            <p:cNvSpPr/>
            <p:nvPr/>
          </p:nvSpPr>
          <p:spPr>
            <a:xfrm>
              <a:off x="4444792" y="97647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91" name="pl12691"/>
            <p:cNvSpPr/>
            <p:nvPr/>
          </p:nvSpPr>
          <p:spPr>
            <a:xfrm>
              <a:off x="4429067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2" name="pl12692"/>
            <p:cNvSpPr/>
            <p:nvPr/>
          </p:nvSpPr>
          <p:spPr>
            <a:xfrm>
              <a:off x="4429067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3" name="pl12693"/>
            <p:cNvSpPr/>
            <p:nvPr/>
          </p:nvSpPr>
          <p:spPr>
            <a:xfrm>
              <a:off x="4418953" y="97409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4" name="pl12694"/>
            <p:cNvSpPr/>
            <p:nvPr/>
          </p:nvSpPr>
          <p:spPr>
            <a:xfrm>
              <a:off x="4453484" y="97064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5" name="pt12695"/>
            <p:cNvSpPr/>
            <p:nvPr/>
          </p:nvSpPr>
          <p:spPr>
            <a:xfrm>
              <a:off x="5199214" y="92735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96" name="pt12696"/>
            <p:cNvSpPr/>
            <p:nvPr/>
          </p:nvSpPr>
          <p:spPr>
            <a:xfrm>
              <a:off x="4405818" y="9672570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697" name="pt12697"/>
            <p:cNvSpPr/>
            <p:nvPr/>
          </p:nvSpPr>
          <p:spPr>
            <a:xfrm>
              <a:off x="4919385" y="895497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8" name="pl12698"/>
            <p:cNvSpPr/>
            <p:nvPr/>
          </p:nvSpPr>
          <p:spPr>
            <a:xfrm>
              <a:off x="4919385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99" name="pl12699"/>
            <p:cNvSpPr/>
            <p:nvPr/>
          </p:nvSpPr>
          <p:spPr>
            <a:xfrm>
              <a:off x="4919385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0" name="pt12700"/>
            <p:cNvSpPr/>
            <p:nvPr/>
          </p:nvSpPr>
          <p:spPr>
            <a:xfrm>
              <a:off x="4382441" y="9679913"/>
              <a:ext cx="74834" cy="74834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01" name="pl12701"/>
            <p:cNvSpPr/>
            <p:nvPr/>
          </p:nvSpPr>
          <p:spPr>
            <a:xfrm>
              <a:off x="4542943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2" name="pl12702"/>
            <p:cNvSpPr/>
            <p:nvPr/>
          </p:nvSpPr>
          <p:spPr>
            <a:xfrm>
              <a:off x="4542943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3" name="pl12703"/>
            <p:cNvSpPr/>
            <p:nvPr/>
          </p:nvSpPr>
          <p:spPr>
            <a:xfrm>
              <a:off x="4532829" y="92341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4" name="pl12704"/>
            <p:cNvSpPr/>
            <p:nvPr/>
          </p:nvSpPr>
          <p:spPr>
            <a:xfrm>
              <a:off x="4567360" y="91996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5" name="pg12705"/>
            <p:cNvSpPr/>
            <p:nvPr/>
          </p:nvSpPr>
          <p:spPr>
            <a:xfrm>
              <a:off x="4455351" y="987355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06" name="pg12706"/>
            <p:cNvSpPr/>
            <p:nvPr/>
          </p:nvSpPr>
          <p:spPr>
            <a:xfrm>
              <a:off x="4527267" y="96501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07" name="pt12707"/>
            <p:cNvSpPr/>
            <p:nvPr/>
          </p:nvSpPr>
          <p:spPr>
            <a:xfrm>
              <a:off x="4350460" y="97589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2708" name="pl12708"/>
            <p:cNvSpPr/>
            <p:nvPr/>
          </p:nvSpPr>
          <p:spPr>
            <a:xfrm>
              <a:off x="4903138" y="1178295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09" name="pl12709"/>
            <p:cNvSpPr/>
            <p:nvPr/>
          </p:nvSpPr>
          <p:spPr>
            <a:xfrm>
              <a:off x="4989772" y="1118128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0" name="pl12710"/>
            <p:cNvSpPr/>
            <p:nvPr/>
          </p:nvSpPr>
          <p:spPr>
            <a:xfrm>
              <a:off x="5009360" y="11185376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1" name="pl12711"/>
            <p:cNvSpPr/>
            <p:nvPr/>
          </p:nvSpPr>
          <p:spPr>
            <a:xfrm>
              <a:off x="4506123" y="1196260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2" name="pl12712"/>
            <p:cNvSpPr/>
            <p:nvPr/>
          </p:nvSpPr>
          <p:spPr>
            <a:xfrm>
              <a:off x="4509192" y="1188915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3" name="pl12713"/>
            <p:cNvSpPr/>
            <p:nvPr/>
          </p:nvSpPr>
          <p:spPr>
            <a:xfrm>
              <a:off x="4488576" y="11406119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4" name="pl12714"/>
            <p:cNvSpPr/>
            <p:nvPr/>
          </p:nvSpPr>
          <p:spPr>
            <a:xfrm>
              <a:off x="4880674" y="1174736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5" name="pl12715"/>
            <p:cNvSpPr/>
            <p:nvPr/>
          </p:nvSpPr>
          <p:spPr>
            <a:xfrm>
              <a:off x="4521957" y="1225048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6" name="pl12716"/>
            <p:cNvSpPr/>
            <p:nvPr/>
          </p:nvSpPr>
          <p:spPr>
            <a:xfrm>
              <a:off x="4289181" y="11498794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7" name="pl12717"/>
            <p:cNvSpPr/>
            <p:nvPr/>
          </p:nvSpPr>
          <p:spPr>
            <a:xfrm>
              <a:off x="4497592" y="1196683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8" name="pl12718"/>
            <p:cNvSpPr/>
            <p:nvPr/>
          </p:nvSpPr>
          <p:spPr>
            <a:xfrm>
              <a:off x="4480296" y="1198307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19" name="pl12719"/>
            <p:cNvSpPr/>
            <p:nvPr/>
          </p:nvSpPr>
          <p:spPr>
            <a:xfrm>
              <a:off x="4395279" y="11422520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0" name="pl12720"/>
            <p:cNvSpPr/>
            <p:nvPr/>
          </p:nvSpPr>
          <p:spPr>
            <a:xfrm>
              <a:off x="4144204" y="1233267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1" name="pl12721"/>
            <p:cNvSpPr/>
            <p:nvPr/>
          </p:nvSpPr>
          <p:spPr>
            <a:xfrm>
              <a:off x="4412174" y="11419445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2" name="pl12722"/>
            <p:cNvSpPr/>
            <p:nvPr/>
          </p:nvSpPr>
          <p:spPr>
            <a:xfrm>
              <a:off x="4439522" y="1140805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3" name="pl12723"/>
            <p:cNvSpPr/>
            <p:nvPr/>
          </p:nvSpPr>
          <p:spPr>
            <a:xfrm>
              <a:off x="4329080" y="1146776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4" name="pl12724"/>
            <p:cNvSpPr/>
            <p:nvPr/>
          </p:nvSpPr>
          <p:spPr>
            <a:xfrm>
              <a:off x="4328779" y="11446613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5" name="pl12725"/>
            <p:cNvSpPr/>
            <p:nvPr/>
          </p:nvSpPr>
          <p:spPr>
            <a:xfrm>
              <a:off x="4317909" y="1146776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6" name="pl12726"/>
            <p:cNvSpPr/>
            <p:nvPr/>
          </p:nvSpPr>
          <p:spPr>
            <a:xfrm>
              <a:off x="4329080" y="1146737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7" name="pl12727"/>
            <p:cNvSpPr/>
            <p:nvPr/>
          </p:nvSpPr>
          <p:spPr>
            <a:xfrm>
              <a:off x="4329080" y="1146641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8" name="pl12728"/>
            <p:cNvSpPr/>
            <p:nvPr/>
          </p:nvSpPr>
          <p:spPr>
            <a:xfrm>
              <a:off x="4569913" y="1163462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29" name="pl12729"/>
            <p:cNvSpPr/>
            <p:nvPr/>
          </p:nvSpPr>
          <p:spPr>
            <a:xfrm>
              <a:off x="4365110" y="1140404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0" name="pl12730"/>
            <p:cNvSpPr/>
            <p:nvPr/>
          </p:nvSpPr>
          <p:spPr>
            <a:xfrm>
              <a:off x="4319599" y="11435345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1" name="pl12731"/>
            <p:cNvSpPr/>
            <p:nvPr/>
          </p:nvSpPr>
          <p:spPr>
            <a:xfrm>
              <a:off x="4330819" y="1143702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2" name="pl12732"/>
            <p:cNvSpPr/>
            <p:nvPr/>
          </p:nvSpPr>
          <p:spPr>
            <a:xfrm>
              <a:off x="4056135" y="10966326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3" name="pl12733"/>
            <p:cNvSpPr/>
            <p:nvPr/>
          </p:nvSpPr>
          <p:spPr>
            <a:xfrm>
              <a:off x="4344355" y="11468174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4" name="pl12734"/>
            <p:cNvSpPr/>
            <p:nvPr/>
          </p:nvSpPr>
          <p:spPr>
            <a:xfrm>
              <a:off x="4343980" y="11468174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5" name="pl12735"/>
            <p:cNvSpPr/>
            <p:nvPr/>
          </p:nvSpPr>
          <p:spPr>
            <a:xfrm>
              <a:off x="4344355" y="11468174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6" name="pl12736"/>
            <p:cNvSpPr/>
            <p:nvPr/>
          </p:nvSpPr>
          <p:spPr>
            <a:xfrm>
              <a:off x="4344355" y="11468174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7" name="pl12737"/>
            <p:cNvSpPr/>
            <p:nvPr/>
          </p:nvSpPr>
          <p:spPr>
            <a:xfrm>
              <a:off x="4341777" y="11468174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8" name="pl12738"/>
            <p:cNvSpPr/>
            <p:nvPr/>
          </p:nvSpPr>
          <p:spPr>
            <a:xfrm>
              <a:off x="4344355" y="11468174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39" name="pl12739"/>
            <p:cNvSpPr/>
            <p:nvPr/>
          </p:nvSpPr>
          <p:spPr>
            <a:xfrm>
              <a:off x="4615028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0" name="pl12740"/>
            <p:cNvSpPr/>
            <p:nvPr/>
          </p:nvSpPr>
          <p:spPr>
            <a:xfrm>
              <a:off x="4615028" y="1166762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1" name="pl12741"/>
            <p:cNvSpPr/>
            <p:nvPr/>
          </p:nvSpPr>
          <p:spPr>
            <a:xfrm>
              <a:off x="3880247" y="11131386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2" name="pl12742"/>
            <p:cNvSpPr/>
            <p:nvPr/>
          </p:nvSpPr>
          <p:spPr>
            <a:xfrm>
              <a:off x="3880247" y="1111056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3" name="pl12743"/>
            <p:cNvSpPr/>
            <p:nvPr/>
          </p:nvSpPr>
          <p:spPr>
            <a:xfrm>
              <a:off x="4343053" y="11481565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4" name="pl12744"/>
            <p:cNvSpPr/>
            <p:nvPr/>
          </p:nvSpPr>
          <p:spPr>
            <a:xfrm>
              <a:off x="4760835" y="10975690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5" name="pl12745"/>
            <p:cNvSpPr/>
            <p:nvPr/>
          </p:nvSpPr>
          <p:spPr>
            <a:xfrm>
              <a:off x="4242209" y="11481335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6" name="pl12746"/>
            <p:cNvSpPr/>
            <p:nvPr/>
          </p:nvSpPr>
          <p:spPr>
            <a:xfrm>
              <a:off x="4279443" y="1143881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7" name="pl12747"/>
            <p:cNvSpPr/>
            <p:nvPr/>
          </p:nvSpPr>
          <p:spPr>
            <a:xfrm>
              <a:off x="4266450" y="1092522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8" name="pl12748"/>
            <p:cNvSpPr/>
            <p:nvPr/>
          </p:nvSpPr>
          <p:spPr>
            <a:xfrm>
              <a:off x="3753076" y="1138021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49" name="pl12749"/>
            <p:cNvSpPr/>
            <p:nvPr/>
          </p:nvSpPr>
          <p:spPr>
            <a:xfrm>
              <a:off x="3758769" y="11391152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0" name="pl12750"/>
            <p:cNvSpPr/>
            <p:nvPr/>
          </p:nvSpPr>
          <p:spPr>
            <a:xfrm>
              <a:off x="4015520" y="1174501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1" name="pl12751"/>
            <p:cNvSpPr/>
            <p:nvPr/>
          </p:nvSpPr>
          <p:spPr>
            <a:xfrm>
              <a:off x="4599363" y="1239290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2" name="pl12752"/>
            <p:cNvSpPr/>
            <p:nvPr/>
          </p:nvSpPr>
          <p:spPr>
            <a:xfrm>
              <a:off x="4274643" y="1146840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3" name="pl12753"/>
            <p:cNvSpPr/>
            <p:nvPr/>
          </p:nvSpPr>
          <p:spPr>
            <a:xfrm>
              <a:off x="4274039" y="11450538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4" name="pl12754"/>
            <p:cNvSpPr/>
            <p:nvPr/>
          </p:nvSpPr>
          <p:spPr>
            <a:xfrm>
              <a:off x="4491556" y="1183688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5" name="pl12755"/>
            <p:cNvSpPr/>
            <p:nvPr/>
          </p:nvSpPr>
          <p:spPr>
            <a:xfrm>
              <a:off x="4474509" y="11863991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6" name="pl12756"/>
            <p:cNvSpPr/>
            <p:nvPr/>
          </p:nvSpPr>
          <p:spPr>
            <a:xfrm>
              <a:off x="4306110" y="1142267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7" name="pl12757"/>
            <p:cNvSpPr/>
            <p:nvPr/>
          </p:nvSpPr>
          <p:spPr>
            <a:xfrm>
              <a:off x="4293826" y="1142267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8" name="pl12758"/>
            <p:cNvSpPr/>
            <p:nvPr/>
          </p:nvSpPr>
          <p:spPr>
            <a:xfrm>
              <a:off x="4309240" y="1142267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59" name="pl12759"/>
            <p:cNvSpPr/>
            <p:nvPr/>
          </p:nvSpPr>
          <p:spPr>
            <a:xfrm>
              <a:off x="4300747" y="1140963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0" name="pl12760"/>
            <p:cNvSpPr/>
            <p:nvPr/>
          </p:nvSpPr>
          <p:spPr>
            <a:xfrm>
              <a:off x="4309240" y="1141580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1" name="pl12761"/>
            <p:cNvSpPr/>
            <p:nvPr/>
          </p:nvSpPr>
          <p:spPr>
            <a:xfrm>
              <a:off x="4299568" y="1142267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2" name="pl12762"/>
            <p:cNvSpPr/>
            <p:nvPr/>
          </p:nvSpPr>
          <p:spPr>
            <a:xfrm>
              <a:off x="4319599" y="1139993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3" name="pl12763"/>
            <p:cNvSpPr/>
            <p:nvPr/>
          </p:nvSpPr>
          <p:spPr>
            <a:xfrm>
              <a:off x="4323754" y="1136849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4" name="pl12764"/>
            <p:cNvSpPr/>
            <p:nvPr/>
          </p:nvSpPr>
          <p:spPr>
            <a:xfrm>
              <a:off x="4613637" y="11794527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5" name="pl12765"/>
            <p:cNvSpPr/>
            <p:nvPr/>
          </p:nvSpPr>
          <p:spPr>
            <a:xfrm>
              <a:off x="4623858" y="11794527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6" name="pl12766"/>
            <p:cNvSpPr/>
            <p:nvPr/>
          </p:nvSpPr>
          <p:spPr>
            <a:xfrm>
              <a:off x="4623858" y="11794527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7" name="pl12767"/>
            <p:cNvSpPr/>
            <p:nvPr/>
          </p:nvSpPr>
          <p:spPr>
            <a:xfrm>
              <a:off x="4623858" y="11794527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8" name="pl12768"/>
            <p:cNvSpPr/>
            <p:nvPr/>
          </p:nvSpPr>
          <p:spPr>
            <a:xfrm>
              <a:off x="4623858" y="11794527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69" name="pl12769"/>
            <p:cNvSpPr/>
            <p:nvPr/>
          </p:nvSpPr>
          <p:spPr>
            <a:xfrm>
              <a:off x="4623858" y="11794527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0" name="pl12770"/>
            <p:cNvSpPr/>
            <p:nvPr/>
          </p:nvSpPr>
          <p:spPr>
            <a:xfrm>
              <a:off x="4544990" y="11794527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1" name="pl12771"/>
            <p:cNvSpPr/>
            <p:nvPr/>
          </p:nvSpPr>
          <p:spPr>
            <a:xfrm>
              <a:off x="4623858" y="11794527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2" name="pl12772"/>
            <p:cNvSpPr/>
            <p:nvPr/>
          </p:nvSpPr>
          <p:spPr>
            <a:xfrm>
              <a:off x="4623858" y="1178229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3" name="pl12773"/>
            <p:cNvSpPr/>
            <p:nvPr/>
          </p:nvSpPr>
          <p:spPr>
            <a:xfrm>
              <a:off x="4623858" y="11794527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4" name="pl12774"/>
            <p:cNvSpPr/>
            <p:nvPr/>
          </p:nvSpPr>
          <p:spPr>
            <a:xfrm>
              <a:off x="4623858" y="11794527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5" name="pl12775"/>
            <p:cNvSpPr/>
            <p:nvPr/>
          </p:nvSpPr>
          <p:spPr>
            <a:xfrm>
              <a:off x="4623858" y="11785337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6" name="pl12776"/>
            <p:cNvSpPr/>
            <p:nvPr/>
          </p:nvSpPr>
          <p:spPr>
            <a:xfrm>
              <a:off x="4619940" y="11794527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7" name="pl12777"/>
            <p:cNvSpPr/>
            <p:nvPr/>
          </p:nvSpPr>
          <p:spPr>
            <a:xfrm>
              <a:off x="4608524" y="11794527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8" name="pl12778"/>
            <p:cNvSpPr/>
            <p:nvPr/>
          </p:nvSpPr>
          <p:spPr>
            <a:xfrm>
              <a:off x="4623858" y="11794527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79" name="pl12779"/>
            <p:cNvSpPr/>
            <p:nvPr/>
          </p:nvSpPr>
          <p:spPr>
            <a:xfrm>
              <a:off x="4623858" y="11794527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0" name="pl12780"/>
            <p:cNvSpPr/>
            <p:nvPr/>
          </p:nvSpPr>
          <p:spPr>
            <a:xfrm>
              <a:off x="4623858" y="11794527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1" name="pl12781"/>
            <p:cNvSpPr/>
            <p:nvPr/>
          </p:nvSpPr>
          <p:spPr>
            <a:xfrm>
              <a:off x="4403633" y="1140971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2" name="pl12782"/>
            <p:cNvSpPr/>
            <p:nvPr/>
          </p:nvSpPr>
          <p:spPr>
            <a:xfrm>
              <a:off x="4352114" y="1136496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3" name="pl12783"/>
            <p:cNvSpPr/>
            <p:nvPr/>
          </p:nvSpPr>
          <p:spPr>
            <a:xfrm>
              <a:off x="4352114" y="1135281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4" name="pl12784"/>
            <p:cNvSpPr/>
            <p:nvPr/>
          </p:nvSpPr>
          <p:spPr>
            <a:xfrm>
              <a:off x="4342861" y="11399876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5" name="pl12785"/>
            <p:cNvSpPr/>
            <p:nvPr/>
          </p:nvSpPr>
          <p:spPr>
            <a:xfrm>
              <a:off x="4321255" y="11399876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6" name="pl12786"/>
            <p:cNvSpPr/>
            <p:nvPr/>
          </p:nvSpPr>
          <p:spPr>
            <a:xfrm>
              <a:off x="4352114" y="1138431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7" name="pl12787"/>
            <p:cNvSpPr/>
            <p:nvPr/>
          </p:nvSpPr>
          <p:spPr>
            <a:xfrm>
              <a:off x="4352114" y="11387921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8" name="pl12788"/>
            <p:cNvSpPr/>
            <p:nvPr/>
          </p:nvSpPr>
          <p:spPr>
            <a:xfrm>
              <a:off x="4352114" y="1136090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89" name="pl12789"/>
            <p:cNvSpPr/>
            <p:nvPr/>
          </p:nvSpPr>
          <p:spPr>
            <a:xfrm>
              <a:off x="4352114" y="11393416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0" name="pl12790"/>
            <p:cNvSpPr/>
            <p:nvPr/>
          </p:nvSpPr>
          <p:spPr>
            <a:xfrm>
              <a:off x="4328779" y="11399876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1" name="pl12791"/>
            <p:cNvSpPr/>
            <p:nvPr/>
          </p:nvSpPr>
          <p:spPr>
            <a:xfrm>
              <a:off x="4330529" y="11399876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2" name="pl12792"/>
            <p:cNvSpPr/>
            <p:nvPr/>
          </p:nvSpPr>
          <p:spPr>
            <a:xfrm>
              <a:off x="4352114" y="11399876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3" name="pl12793"/>
            <p:cNvSpPr/>
            <p:nvPr/>
          </p:nvSpPr>
          <p:spPr>
            <a:xfrm>
              <a:off x="4209659" y="1146815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4" name="pl12794"/>
            <p:cNvSpPr/>
            <p:nvPr/>
          </p:nvSpPr>
          <p:spPr>
            <a:xfrm>
              <a:off x="4267632" y="1147987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5" name="pl12795"/>
            <p:cNvSpPr/>
            <p:nvPr/>
          </p:nvSpPr>
          <p:spPr>
            <a:xfrm>
              <a:off x="4386714" y="1143008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6" name="pl12796"/>
            <p:cNvSpPr/>
            <p:nvPr/>
          </p:nvSpPr>
          <p:spPr>
            <a:xfrm>
              <a:off x="4083497" y="1132799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7" name="pl12797"/>
            <p:cNvSpPr/>
            <p:nvPr/>
          </p:nvSpPr>
          <p:spPr>
            <a:xfrm>
              <a:off x="4836735" y="1102105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8" name="pl12798"/>
            <p:cNvSpPr/>
            <p:nvPr/>
          </p:nvSpPr>
          <p:spPr>
            <a:xfrm>
              <a:off x="3880247" y="11131386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99" name="pl12799"/>
            <p:cNvSpPr/>
            <p:nvPr/>
          </p:nvSpPr>
          <p:spPr>
            <a:xfrm>
              <a:off x="4540801" y="1177737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0" name="pl12800"/>
            <p:cNvSpPr/>
            <p:nvPr/>
          </p:nvSpPr>
          <p:spPr>
            <a:xfrm>
              <a:off x="4561857" y="1163460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1" name="pl12801"/>
            <p:cNvSpPr/>
            <p:nvPr/>
          </p:nvSpPr>
          <p:spPr>
            <a:xfrm>
              <a:off x="4561857" y="1175985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2" name="pl12802"/>
            <p:cNvSpPr/>
            <p:nvPr/>
          </p:nvSpPr>
          <p:spPr>
            <a:xfrm>
              <a:off x="4503151" y="1223304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3" name="pl12803"/>
            <p:cNvSpPr/>
            <p:nvPr/>
          </p:nvSpPr>
          <p:spPr>
            <a:xfrm>
              <a:off x="4507693" y="1223304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4" name="pl12804"/>
            <p:cNvSpPr/>
            <p:nvPr/>
          </p:nvSpPr>
          <p:spPr>
            <a:xfrm>
              <a:off x="4507342" y="1219368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5" name="pl12805"/>
            <p:cNvSpPr/>
            <p:nvPr/>
          </p:nvSpPr>
          <p:spPr>
            <a:xfrm>
              <a:off x="4504997" y="1223304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6" name="pl12806"/>
            <p:cNvSpPr/>
            <p:nvPr/>
          </p:nvSpPr>
          <p:spPr>
            <a:xfrm>
              <a:off x="4484662" y="1223304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7" name="pl12807"/>
            <p:cNvSpPr/>
            <p:nvPr/>
          </p:nvSpPr>
          <p:spPr>
            <a:xfrm>
              <a:off x="4507693" y="1222626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8" name="pl12808"/>
            <p:cNvSpPr/>
            <p:nvPr/>
          </p:nvSpPr>
          <p:spPr>
            <a:xfrm>
              <a:off x="4365271" y="1134099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09" name="pl12809"/>
            <p:cNvSpPr/>
            <p:nvPr/>
          </p:nvSpPr>
          <p:spPr>
            <a:xfrm>
              <a:off x="3765522" y="1197065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0" name="pl12810"/>
            <p:cNvSpPr/>
            <p:nvPr/>
          </p:nvSpPr>
          <p:spPr>
            <a:xfrm>
              <a:off x="4637863" y="1158277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1" name="pl12811"/>
            <p:cNvSpPr/>
            <p:nvPr/>
          </p:nvSpPr>
          <p:spPr>
            <a:xfrm>
              <a:off x="4628151" y="1161583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2" name="pl12812"/>
            <p:cNvSpPr/>
            <p:nvPr/>
          </p:nvSpPr>
          <p:spPr>
            <a:xfrm>
              <a:off x="4623355" y="11590402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3" name="pl12813"/>
            <p:cNvSpPr/>
            <p:nvPr/>
          </p:nvSpPr>
          <p:spPr>
            <a:xfrm>
              <a:off x="4628119" y="1160018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4" name="pl12814"/>
            <p:cNvSpPr/>
            <p:nvPr/>
          </p:nvSpPr>
          <p:spPr>
            <a:xfrm>
              <a:off x="4637863" y="1161583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5" name="pl12815"/>
            <p:cNvSpPr/>
            <p:nvPr/>
          </p:nvSpPr>
          <p:spPr>
            <a:xfrm>
              <a:off x="4632765" y="1160310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6" name="pl12816"/>
            <p:cNvSpPr/>
            <p:nvPr/>
          </p:nvSpPr>
          <p:spPr>
            <a:xfrm>
              <a:off x="4637863" y="1161583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7" name="pl12817"/>
            <p:cNvSpPr/>
            <p:nvPr/>
          </p:nvSpPr>
          <p:spPr>
            <a:xfrm>
              <a:off x="4621141" y="1161583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8" name="pl12818"/>
            <p:cNvSpPr/>
            <p:nvPr/>
          </p:nvSpPr>
          <p:spPr>
            <a:xfrm>
              <a:off x="4637863" y="1161583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19" name="pl12819"/>
            <p:cNvSpPr/>
            <p:nvPr/>
          </p:nvSpPr>
          <p:spPr>
            <a:xfrm>
              <a:off x="4627144" y="1161186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0" name="pl12820"/>
            <p:cNvSpPr/>
            <p:nvPr/>
          </p:nvSpPr>
          <p:spPr>
            <a:xfrm>
              <a:off x="4622832" y="1161570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1" name="pl12821"/>
            <p:cNvSpPr/>
            <p:nvPr/>
          </p:nvSpPr>
          <p:spPr>
            <a:xfrm>
              <a:off x="4637863" y="1161583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2" name="pl12822"/>
            <p:cNvSpPr/>
            <p:nvPr/>
          </p:nvSpPr>
          <p:spPr>
            <a:xfrm>
              <a:off x="4637863" y="1161583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3" name="pl12823"/>
            <p:cNvSpPr/>
            <p:nvPr/>
          </p:nvSpPr>
          <p:spPr>
            <a:xfrm>
              <a:off x="4637863" y="1160409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4" name="pl12824"/>
            <p:cNvSpPr/>
            <p:nvPr/>
          </p:nvSpPr>
          <p:spPr>
            <a:xfrm>
              <a:off x="4637863" y="1161583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5" name="pl12825"/>
            <p:cNvSpPr/>
            <p:nvPr/>
          </p:nvSpPr>
          <p:spPr>
            <a:xfrm>
              <a:off x="4637863" y="11612791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6" name="pl12826"/>
            <p:cNvSpPr/>
            <p:nvPr/>
          </p:nvSpPr>
          <p:spPr>
            <a:xfrm>
              <a:off x="4637863" y="1160725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7" name="pl12827"/>
            <p:cNvSpPr/>
            <p:nvPr/>
          </p:nvSpPr>
          <p:spPr>
            <a:xfrm>
              <a:off x="4637863" y="1161583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8" name="pl12828"/>
            <p:cNvSpPr/>
            <p:nvPr/>
          </p:nvSpPr>
          <p:spPr>
            <a:xfrm>
              <a:off x="4637863" y="11605622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29" name="pl12829"/>
            <p:cNvSpPr/>
            <p:nvPr/>
          </p:nvSpPr>
          <p:spPr>
            <a:xfrm>
              <a:off x="4583541" y="1161583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0" name="pl12830"/>
            <p:cNvSpPr/>
            <p:nvPr/>
          </p:nvSpPr>
          <p:spPr>
            <a:xfrm>
              <a:off x="4626278" y="1161583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1" name="pl12831"/>
            <p:cNvSpPr/>
            <p:nvPr/>
          </p:nvSpPr>
          <p:spPr>
            <a:xfrm>
              <a:off x="4627936" y="1161583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2" name="pl12832"/>
            <p:cNvSpPr/>
            <p:nvPr/>
          </p:nvSpPr>
          <p:spPr>
            <a:xfrm>
              <a:off x="4637863" y="1156568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3" name="pl12833"/>
            <p:cNvSpPr/>
            <p:nvPr/>
          </p:nvSpPr>
          <p:spPr>
            <a:xfrm>
              <a:off x="4637863" y="1158794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4" name="pl12834"/>
            <p:cNvSpPr/>
            <p:nvPr/>
          </p:nvSpPr>
          <p:spPr>
            <a:xfrm>
              <a:off x="4637863" y="11597103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5" name="pl12835"/>
            <p:cNvSpPr/>
            <p:nvPr/>
          </p:nvSpPr>
          <p:spPr>
            <a:xfrm>
              <a:off x="4274769" y="1142627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6" name="pl12836"/>
            <p:cNvSpPr/>
            <p:nvPr/>
          </p:nvSpPr>
          <p:spPr>
            <a:xfrm>
              <a:off x="4609812" y="1160088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7" name="pl12837"/>
            <p:cNvSpPr/>
            <p:nvPr/>
          </p:nvSpPr>
          <p:spPr>
            <a:xfrm>
              <a:off x="4382950" y="1134030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8" name="pl12838"/>
            <p:cNvSpPr/>
            <p:nvPr/>
          </p:nvSpPr>
          <p:spPr>
            <a:xfrm>
              <a:off x="4377506" y="1134030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39" name="pl12839"/>
            <p:cNvSpPr/>
            <p:nvPr/>
          </p:nvSpPr>
          <p:spPr>
            <a:xfrm>
              <a:off x="4359993" y="11379410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0" name="pl12840"/>
            <p:cNvSpPr/>
            <p:nvPr/>
          </p:nvSpPr>
          <p:spPr>
            <a:xfrm>
              <a:off x="4359993" y="1138313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1" name="pl12841"/>
            <p:cNvSpPr/>
            <p:nvPr/>
          </p:nvSpPr>
          <p:spPr>
            <a:xfrm>
              <a:off x="4359993" y="1139271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2" name="pl12842"/>
            <p:cNvSpPr/>
            <p:nvPr/>
          </p:nvSpPr>
          <p:spPr>
            <a:xfrm>
              <a:off x="4359013" y="1138431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3" name="pl12843"/>
            <p:cNvSpPr/>
            <p:nvPr/>
          </p:nvSpPr>
          <p:spPr>
            <a:xfrm>
              <a:off x="4328159" y="1139271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4" name="pl12844"/>
            <p:cNvSpPr/>
            <p:nvPr/>
          </p:nvSpPr>
          <p:spPr>
            <a:xfrm>
              <a:off x="4356899" y="11387921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5" name="pl12845"/>
            <p:cNvSpPr/>
            <p:nvPr/>
          </p:nvSpPr>
          <p:spPr>
            <a:xfrm>
              <a:off x="4359993" y="1138492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6" name="pl12846"/>
            <p:cNvSpPr/>
            <p:nvPr/>
          </p:nvSpPr>
          <p:spPr>
            <a:xfrm>
              <a:off x="4359993" y="1135829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7" name="pl12847"/>
            <p:cNvSpPr/>
            <p:nvPr/>
          </p:nvSpPr>
          <p:spPr>
            <a:xfrm>
              <a:off x="4359993" y="1139271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8" name="pl12848"/>
            <p:cNvSpPr/>
            <p:nvPr/>
          </p:nvSpPr>
          <p:spPr>
            <a:xfrm>
              <a:off x="4359993" y="1139271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49" name="pl12849"/>
            <p:cNvSpPr/>
            <p:nvPr/>
          </p:nvSpPr>
          <p:spPr>
            <a:xfrm>
              <a:off x="4359993" y="1138050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0" name="pl12850"/>
            <p:cNvSpPr/>
            <p:nvPr/>
          </p:nvSpPr>
          <p:spPr>
            <a:xfrm>
              <a:off x="4274837" y="1148070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1" name="pl12851"/>
            <p:cNvSpPr/>
            <p:nvPr/>
          </p:nvSpPr>
          <p:spPr>
            <a:xfrm>
              <a:off x="4782090" y="1187396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2" name="pl12852"/>
            <p:cNvSpPr/>
            <p:nvPr/>
          </p:nvSpPr>
          <p:spPr>
            <a:xfrm>
              <a:off x="4130420" y="1222703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3" name="pl12853"/>
            <p:cNvSpPr/>
            <p:nvPr/>
          </p:nvSpPr>
          <p:spPr>
            <a:xfrm>
              <a:off x="4124480" y="1222703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4" name="pl12854"/>
            <p:cNvSpPr/>
            <p:nvPr/>
          </p:nvSpPr>
          <p:spPr>
            <a:xfrm>
              <a:off x="3880247" y="11098423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5" name="pl12855"/>
            <p:cNvSpPr/>
            <p:nvPr/>
          </p:nvSpPr>
          <p:spPr>
            <a:xfrm>
              <a:off x="4339797" y="1131896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6" name="pl12856"/>
            <p:cNvSpPr/>
            <p:nvPr/>
          </p:nvSpPr>
          <p:spPr>
            <a:xfrm>
              <a:off x="4306110" y="1144499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7" name="pl12857"/>
            <p:cNvSpPr/>
            <p:nvPr/>
          </p:nvSpPr>
          <p:spPr>
            <a:xfrm>
              <a:off x="4293826" y="1144175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8" name="pl12858"/>
            <p:cNvSpPr/>
            <p:nvPr/>
          </p:nvSpPr>
          <p:spPr>
            <a:xfrm>
              <a:off x="4295995" y="1146316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59" name="pl12859"/>
            <p:cNvSpPr/>
            <p:nvPr/>
          </p:nvSpPr>
          <p:spPr>
            <a:xfrm>
              <a:off x="4314533" y="11455522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0" name="pl12860"/>
            <p:cNvSpPr/>
            <p:nvPr/>
          </p:nvSpPr>
          <p:spPr>
            <a:xfrm>
              <a:off x="4302085" y="1146316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1" name="pl12861"/>
            <p:cNvSpPr/>
            <p:nvPr/>
          </p:nvSpPr>
          <p:spPr>
            <a:xfrm>
              <a:off x="4314533" y="1145193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2" name="pl12862"/>
            <p:cNvSpPr/>
            <p:nvPr/>
          </p:nvSpPr>
          <p:spPr>
            <a:xfrm>
              <a:off x="4314533" y="1146316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3" name="pl12863"/>
            <p:cNvSpPr/>
            <p:nvPr/>
          </p:nvSpPr>
          <p:spPr>
            <a:xfrm>
              <a:off x="4307897" y="1146316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4" name="pl12864"/>
            <p:cNvSpPr/>
            <p:nvPr/>
          </p:nvSpPr>
          <p:spPr>
            <a:xfrm>
              <a:off x="4310772" y="1146316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5" name="pl12865"/>
            <p:cNvSpPr/>
            <p:nvPr/>
          </p:nvSpPr>
          <p:spPr>
            <a:xfrm>
              <a:off x="4314533" y="11448667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6" name="pl12866"/>
            <p:cNvSpPr/>
            <p:nvPr/>
          </p:nvSpPr>
          <p:spPr>
            <a:xfrm>
              <a:off x="4308092" y="1146316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7" name="pl12867"/>
            <p:cNvSpPr/>
            <p:nvPr/>
          </p:nvSpPr>
          <p:spPr>
            <a:xfrm>
              <a:off x="4305942" y="1146316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8" name="pl12868"/>
            <p:cNvSpPr/>
            <p:nvPr/>
          </p:nvSpPr>
          <p:spPr>
            <a:xfrm>
              <a:off x="4297760" y="1146316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69" name="pl12869"/>
            <p:cNvSpPr/>
            <p:nvPr/>
          </p:nvSpPr>
          <p:spPr>
            <a:xfrm>
              <a:off x="4314533" y="11435345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0" name="pl12870"/>
            <p:cNvSpPr/>
            <p:nvPr/>
          </p:nvSpPr>
          <p:spPr>
            <a:xfrm>
              <a:off x="4314533" y="1144136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1" name="pl12871"/>
            <p:cNvSpPr/>
            <p:nvPr/>
          </p:nvSpPr>
          <p:spPr>
            <a:xfrm>
              <a:off x="4314533" y="11446466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2" name="pl12872"/>
            <p:cNvSpPr/>
            <p:nvPr/>
          </p:nvSpPr>
          <p:spPr>
            <a:xfrm>
              <a:off x="4314533" y="11450668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3" name="pl12873"/>
            <p:cNvSpPr/>
            <p:nvPr/>
          </p:nvSpPr>
          <p:spPr>
            <a:xfrm>
              <a:off x="4309490" y="1146316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4" name="pl12874"/>
            <p:cNvSpPr/>
            <p:nvPr/>
          </p:nvSpPr>
          <p:spPr>
            <a:xfrm>
              <a:off x="4314533" y="1145552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5" name="pl12875"/>
            <p:cNvSpPr/>
            <p:nvPr/>
          </p:nvSpPr>
          <p:spPr>
            <a:xfrm>
              <a:off x="4314533" y="11428012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6" name="pl12876"/>
            <p:cNvSpPr/>
            <p:nvPr/>
          </p:nvSpPr>
          <p:spPr>
            <a:xfrm>
              <a:off x="4314533" y="1144970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7" name="pl12877"/>
            <p:cNvSpPr/>
            <p:nvPr/>
          </p:nvSpPr>
          <p:spPr>
            <a:xfrm>
              <a:off x="4271825" y="1146316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8" name="pl12878"/>
            <p:cNvSpPr/>
            <p:nvPr/>
          </p:nvSpPr>
          <p:spPr>
            <a:xfrm>
              <a:off x="4278678" y="1146316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79" name="pl12879"/>
            <p:cNvSpPr/>
            <p:nvPr/>
          </p:nvSpPr>
          <p:spPr>
            <a:xfrm>
              <a:off x="4257407" y="1146316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0" name="pl12880"/>
            <p:cNvSpPr/>
            <p:nvPr/>
          </p:nvSpPr>
          <p:spPr>
            <a:xfrm>
              <a:off x="4298605" y="1146316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1" name="pl12881"/>
            <p:cNvSpPr/>
            <p:nvPr/>
          </p:nvSpPr>
          <p:spPr>
            <a:xfrm>
              <a:off x="4314533" y="1146316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2" name="pl12882"/>
            <p:cNvSpPr/>
            <p:nvPr/>
          </p:nvSpPr>
          <p:spPr>
            <a:xfrm>
              <a:off x="4292447" y="11452039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3" name="pl12883"/>
            <p:cNvSpPr/>
            <p:nvPr/>
          </p:nvSpPr>
          <p:spPr>
            <a:xfrm>
              <a:off x="4314533" y="11446613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4" name="pl12884"/>
            <p:cNvSpPr/>
            <p:nvPr/>
          </p:nvSpPr>
          <p:spPr>
            <a:xfrm>
              <a:off x="4314533" y="1146316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5" name="pl12885"/>
            <p:cNvSpPr/>
            <p:nvPr/>
          </p:nvSpPr>
          <p:spPr>
            <a:xfrm>
              <a:off x="4314533" y="11429567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6" name="pl12886"/>
            <p:cNvSpPr/>
            <p:nvPr/>
          </p:nvSpPr>
          <p:spPr>
            <a:xfrm>
              <a:off x="4314533" y="1146096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7" name="pl12887"/>
            <p:cNvSpPr/>
            <p:nvPr/>
          </p:nvSpPr>
          <p:spPr>
            <a:xfrm>
              <a:off x="4301218" y="1146316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8" name="pl12888"/>
            <p:cNvSpPr/>
            <p:nvPr/>
          </p:nvSpPr>
          <p:spPr>
            <a:xfrm>
              <a:off x="4314533" y="1146316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89" name="pl12889"/>
            <p:cNvSpPr/>
            <p:nvPr/>
          </p:nvSpPr>
          <p:spPr>
            <a:xfrm>
              <a:off x="4308056" y="1146316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0" name="pl12890"/>
            <p:cNvSpPr/>
            <p:nvPr/>
          </p:nvSpPr>
          <p:spPr>
            <a:xfrm>
              <a:off x="4312004" y="1146316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1" name="pl12891"/>
            <p:cNvSpPr/>
            <p:nvPr/>
          </p:nvSpPr>
          <p:spPr>
            <a:xfrm>
              <a:off x="4304251" y="1146316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2" name="pl12892"/>
            <p:cNvSpPr/>
            <p:nvPr/>
          </p:nvSpPr>
          <p:spPr>
            <a:xfrm>
              <a:off x="4293619" y="1146316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3" name="pl12893"/>
            <p:cNvSpPr/>
            <p:nvPr/>
          </p:nvSpPr>
          <p:spPr>
            <a:xfrm>
              <a:off x="4314533" y="1146316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4" name="pl12894"/>
            <p:cNvSpPr/>
            <p:nvPr/>
          </p:nvSpPr>
          <p:spPr>
            <a:xfrm>
              <a:off x="4306295" y="1146316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5" name="pl12895"/>
            <p:cNvSpPr/>
            <p:nvPr/>
          </p:nvSpPr>
          <p:spPr>
            <a:xfrm>
              <a:off x="4314533" y="11449855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6" name="pl12896"/>
            <p:cNvSpPr/>
            <p:nvPr/>
          </p:nvSpPr>
          <p:spPr>
            <a:xfrm>
              <a:off x="4314533" y="1146316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7" name="pl12897"/>
            <p:cNvSpPr/>
            <p:nvPr/>
          </p:nvSpPr>
          <p:spPr>
            <a:xfrm>
              <a:off x="4290432" y="1146316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8" name="pl12898"/>
            <p:cNvSpPr/>
            <p:nvPr/>
          </p:nvSpPr>
          <p:spPr>
            <a:xfrm>
              <a:off x="4287079" y="1146316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99" name="pl12899"/>
            <p:cNvSpPr/>
            <p:nvPr/>
          </p:nvSpPr>
          <p:spPr>
            <a:xfrm>
              <a:off x="4295949" y="1146316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0" name="pl12900"/>
            <p:cNvSpPr/>
            <p:nvPr/>
          </p:nvSpPr>
          <p:spPr>
            <a:xfrm>
              <a:off x="4299568" y="1143844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1" name="pl12901"/>
            <p:cNvSpPr/>
            <p:nvPr/>
          </p:nvSpPr>
          <p:spPr>
            <a:xfrm>
              <a:off x="4640438" y="1184780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2" name="pl12902"/>
            <p:cNvSpPr/>
            <p:nvPr/>
          </p:nvSpPr>
          <p:spPr>
            <a:xfrm>
              <a:off x="4664735" y="1184065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3" name="pl12903"/>
            <p:cNvSpPr/>
            <p:nvPr/>
          </p:nvSpPr>
          <p:spPr>
            <a:xfrm>
              <a:off x="4953947" y="12226561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4" name="pl12904"/>
            <p:cNvSpPr/>
            <p:nvPr/>
          </p:nvSpPr>
          <p:spPr>
            <a:xfrm>
              <a:off x="4312291" y="1142507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5" name="pl12905"/>
            <p:cNvSpPr/>
            <p:nvPr/>
          </p:nvSpPr>
          <p:spPr>
            <a:xfrm>
              <a:off x="4042093" y="1197745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6" name="pl12906"/>
            <p:cNvSpPr/>
            <p:nvPr/>
          </p:nvSpPr>
          <p:spPr>
            <a:xfrm>
              <a:off x="4267827" y="1145474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7" name="pl12907"/>
            <p:cNvSpPr/>
            <p:nvPr/>
          </p:nvSpPr>
          <p:spPr>
            <a:xfrm>
              <a:off x="4278235" y="11452039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8" name="pl12908"/>
            <p:cNvSpPr/>
            <p:nvPr/>
          </p:nvSpPr>
          <p:spPr>
            <a:xfrm>
              <a:off x="4481441" y="1225609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09" name="pl12909"/>
            <p:cNvSpPr/>
            <p:nvPr/>
          </p:nvSpPr>
          <p:spPr>
            <a:xfrm>
              <a:off x="4500588" y="1225609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0" name="pl12910"/>
            <p:cNvSpPr/>
            <p:nvPr/>
          </p:nvSpPr>
          <p:spPr>
            <a:xfrm>
              <a:off x="4846148" y="1217860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1" name="pl12911"/>
            <p:cNvSpPr/>
            <p:nvPr/>
          </p:nvSpPr>
          <p:spPr>
            <a:xfrm>
              <a:off x="5151537" y="1138732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2" name="pl12912"/>
            <p:cNvSpPr/>
            <p:nvPr/>
          </p:nvSpPr>
          <p:spPr>
            <a:xfrm>
              <a:off x="4492296" y="11968631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3" name="pl12913"/>
            <p:cNvSpPr/>
            <p:nvPr/>
          </p:nvSpPr>
          <p:spPr>
            <a:xfrm>
              <a:off x="4493411" y="1196683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4" name="pl12914"/>
            <p:cNvSpPr/>
            <p:nvPr/>
          </p:nvSpPr>
          <p:spPr>
            <a:xfrm>
              <a:off x="4491668" y="11968631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5" name="pl12915"/>
            <p:cNvSpPr/>
            <p:nvPr/>
          </p:nvSpPr>
          <p:spPr>
            <a:xfrm>
              <a:off x="3949150" y="12194862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6" name="pl12916"/>
            <p:cNvSpPr/>
            <p:nvPr/>
          </p:nvSpPr>
          <p:spPr>
            <a:xfrm>
              <a:off x="4437684" y="11874474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7" name="pl12917"/>
            <p:cNvSpPr/>
            <p:nvPr/>
          </p:nvSpPr>
          <p:spPr>
            <a:xfrm>
              <a:off x="4639120" y="1182477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8" name="pl12918"/>
            <p:cNvSpPr/>
            <p:nvPr/>
          </p:nvSpPr>
          <p:spPr>
            <a:xfrm>
              <a:off x="4639120" y="1182477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19" name="pl12919"/>
            <p:cNvSpPr/>
            <p:nvPr/>
          </p:nvSpPr>
          <p:spPr>
            <a:xfrm>
              <a:off x="4639120" y="1182477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0" name="pl12920"/>
            <p:cNvSpPr/>
            <p:nvPr/>
          </p:nvSpPr>
          <p:spPr>
            <a:xfrm>
              <a:off x="4501269" y="1090327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1" name="pl12921"/>
            <p:cNvSpPr/>
            <p:nvPr/>
          </p:nvSpPr>
          <p:spPr>
            <a:xfrm>
              <a:off x="4620090" y="1163727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2" name="pl12922"/>
            <p:cNvSpPr/>
            <p:nvPr/>
          </p:nvSpPr>
          <p:spPr>
            <a:xfrm>
              <a:off x="4309476" y="1139112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3" name="pl12923"/>
            <p:cNvSpPr/>
            <p:nvPr/>
          </p:nvSpPr>
          <p:spPr>
            <a:xfrm>
              <a:off x="4344355" y="1145416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4" name="pl12924"/>
            <p:cNvSpPr/>
            <p:nvPr/>
          </p:nvSpPr>
          <p:spPr>
            <a:xfrm>
              <a:off x="4309190" y="1144746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5" name="pl12925"/>
            <p:cNvSpPr/>
            <p:nvPr/>
          </p:nvSpPr>
          <p:spPr>
            <a:xfrm>
              <a:off x="4026693" y="11906627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6" name="pl12926"/>
            <p:cNvSpPr/>
            <p:nvPr/>
          </p:nvSpPr>
          <p:spPr>
            <a:xfrm>
              <a:off x="4033360" y="11905659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7" name="pl12927"/>
            <p:cNvSpPr/>
            <p:nvPr/>
          </p:nvSpPr>
          <p:spPr>
            <a:xfrm>
              <a:off x="4344355" y="1145979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8" name="pl12928"/>
            <p:cNvSpPr/>
            <p:nvPr/>
          </p:nvSpPr>
          <p:spPr>
            <a:xfrm>
              <a:off x="4683744" y="10936751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29" name="pl12929"/>
            <p:cNvSpPr/>
            <p:nvPr/>
          </p:nvSpPr>
          <p:spPr>
            <a:xfrm>
              <a:off x="4470320" y="11874474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0" name="pl12930"/>
            <p:cNvSpPr/>
            <p:nvPr/>
          </p:nvSpPr>
          <p:spPr>
            <a:xfrm>
              <a:off x="4465724" y="1187494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1" name="pl12931"/>
            <p:cNvSpPr/>
            <p:nvPr/>
          </p:nvSpPr>
          <p:spPr>
            <a:xfrm>
              <a:off x="4464095" y="1187494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2" name="pl12932"/>
            <p:cNvSpPr/>
            <p:nvPr/>
          </p:nvSpPr>
          <p:spPr>
            <a:xfrm>
              <a:off x="4385412" y="1141731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3" name="pl12933"/>
            <p:cNvSpPr/>
            <p:nvPr/>
          </p:nvSpPr>
          <p:spPr>
            <a:xfrm>
              <a:off x="4262266" y="10930292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4" name="pl12934"/>
            <p:cNvSpPr/>
            <p:nvPr/>
          </p:nvSpPr>
          <p:spPr>
            <a:xfrm>
              <a:off x="4225556" y="1150032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5" name="pl12935"/>
            <p:cNvSpPr/>
            <p:nvPr/>
          </p:nvSpPr>
          <p:spPr>
            <a:xfrm>
              <a:off x="4727701" y="11566216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6" name="pl12936"/>
            <p:cNvSpPr/>
            <p:nvPr/>
          </p:nvSpPr>
          <p:spPr>
            <a:xfrm>
              <a:off x="4538903" y="11758266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7" name="pl12937"/>
            <p:cNvSpPr/>
            <p:nvPr/>
          </p:nvSpPr>
          <p:spPr>
            <a:xfrm>
              <a:off x="4615028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8" name="pl12938"/>
            <p:cNvSpPr/>
            <p:nvPr/>
          </p:nvSpPr>
          <p:spPr>
            <a:xfrm>
              <a:off x="4623011" y="11784702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39" name="pl12939"/>
            <p:cNvSpPr/>
            <p:nvPr/>
          </p:nvSpPr>
          <p:spPr>
            <a:xfrm>
              <a:off x="4623858" y="1167324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0" name="pl12940"/>
            <p:cNvSpPr/>
            <p:nvPr/>
          </p:nvSpPr>
          <p:spPr>
            <a:xfrm>
              <a:off x="3846876" y="1114407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1" name="pl12941"/>
            <p:cNvSpPr/>
            <p:nvPr/>
          </p:nvSpPr>
          <p:spPr>
            <a:xfrm>
              <a:off x="4504597" y="1202860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2" name="pl12942"/>
            <p:cNvSpPr/>
            <p:nvPr/>
          </p:nvSpPr>
          <p:spPr>
            <a:xfrm>
              <a:off x="4500970" y="1202860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3" name="pl12943"/>
            <p:cNvSpPr/>
            <p:nvPr/>
          </p:nvSpPr>
          <p:spPr>
            <a:xfrm>
              <a:off x="4005604" y="11744116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4" name="pl12944"/>
            <p:cNvSpPr/>
            <p:nvPr/>
          </p:nvSpPr>
          <p:spPr>
            <a:xfrm>
              <a:off x="4381117" y="1144896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5" name="pl12945"/>
            <p:cNvSpPr/>
            <p:nvPr/>
          </p:nvSpPr>
          <p:spPr>
            <a:xfrm>
              <a:off x="4385412" y="1141079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6" name="pl12946"/>
            <p:cNvSpPr/>
            <p:nvPr/>
          </p:nvSpPr>
          <p:spPr>
            <a:xfrm>
              <a:off x="4313326" y="1138038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7" name="pl12947"/>
            <p:cNvSpPr/>
            <p:nvPr/>
          </p:nvSpPr>
          <p:spPr>
            <a:xfrm>
              <a:off x="4638621" y="11575107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8" name="pl12948"/>
            <p:cNvSpPr/>
            <p:nvPr/>
          </p:nvSpPr>
          <p:spPr>
            <a:xfrm>
              <a:off x="4636248" y="1160872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49" name="pl12949"/>
            <p:cNvSpPr/>
            <p:nvPr/>
          </p:nvSpPr>
          <p:spPr>
            <a:xfrm>
              <a:off x="4631723" y="1160872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0" name="pl12950"/>
            <p:cNvSpPr/>
            <p:nvPr/>
          </p:nvSpPr>
          <p:spPr>
            <a:xfrm>
              <a:off x="4637109" y="1160872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1" name="pl12951"/>
            <p:cNvSpPr/>
            <p:nvPr/>
          </p:nvSpPr>
          <p:spPr>
            <a:xfrm>
              <a:off x="5155211" y="1148292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2" name="pl12952"/>
            <p:cNvSpPr/>
            <p:nvPr/>
          </p:nvSpPr>
          <p:spPr>
            <a:xfrm>
              <a:off x="3709624" y="1165765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3" name="pl12953"/>
            <p:cNvSpPr/>
            <p:nvPr/>
          </p:nvSpPr>
          <p:spPr>
            <a:xfrm>
              <a:off x="3688970" y="11665371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4" name="pl12954"/>
            <p:cNvSpPr/>
            <p:nvPr/>
          </p:nvSpPr>
          <p:spPr>
            <a:xfrm>
              <a:off x="4880674" y="1179190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5" name="pl12955"/>
            <p:cNvSpPr/>
            <p:nvPr/>
          </p:nvSpPr>
          <p:spPr>
            <a:xfrm>
              <a:off x="4504597" y="12127319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6" name="pl12956"/>
            <p:cNvSpPr/>
            <p:nvPr/>
          </p:nvSpPr>
          <p:spPr>
            <a:xfrm>
              <a:off x="3759604" y="1190267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7" name="pl12957"/>
            <p:cNvSpPr/>
            <p:nvPr/>
          </p:nvSpPr>
          <p:spPr>
            <a:xfrm>
              <a:off x="4021682" y="1192549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8" name="pl12958"/>
            <p:cNvSpPr/>
            <p:nvPr/>
          </p:nvSpPr>
          <p:spPr>
            <a:xfrm>
              <a:off x="4033360" y="1191091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59" name="pl12959"/>
            <p:cNvSpPr/>
            <p:nvPr/>
          </p:nvSpPr>
          <p:spPr>
            <a:xfrm>
              <a:off x="4030611" y="1192549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0" name="pl12960"/>
            <p:cNvSpPr/>
            <p:nvPr/>
          </p:nvSpPr>
          <p:spPr>
            <a:xfrm>
              <a:off x="4039659" y="1192549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1" name="pl12961"/>
            <p:cNvSpPr/>
            <p:nvPr/>
          </p:nvSpPr>
          <p:spPr>
            <a:xfrm>
              <a:off x="4960398" y="1111166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2" name="pl12962"/>
            <p:cNvSpPr/>
            <p:nvPr/>
          </p:nvSpPr>
          <p:spPr>
            <a:xfrm>
              <a:off x="4344355" y="11468174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3" name="pl12963"/>
            <p:cNvSpPr/>
            <p:nvPr/>
          </p:nvSpPr>
          <p:spPr>
            <a:xfrm>
              <a:off x="4296326" y="1139138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4" name="pl12964"/>
            <p:cNvSpPr/>
            <p:nvPr/>
          </p:nvSpPr>
          <p:spPr>
            <a:xfrm>
              <a:off x="4283981" y="1137914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5" name="pl12965"/>
            <p:cNvSpPr/>
            <p:nvPr/>
          </p:nvSpPr>
          <p:spPr>
            <a:xfrm>
              <a:off x="4294270" y="1137900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6" name="pl12966"/>
            <p:cNvSpPr/>
            <p:nvPr/>
          </p:nvSpPr>
          <p:spPr>
            <a:xfrm>
              <a:off x="4290477" y="1137693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7" name="pl12967"/>
            <p:cNvSpPr/>
            <p:nvPr/>
          </p:nvSpPr>
          <p:spPr>
            <a:xfrm>
              <a:off x="4286742" y="1138099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8" name="pl12968"/>
            <p:cNvSpPr/>
            <p:nvPr/>
          </p:nvSpPr>
          <p:spPr>
            <a:xfrm>
              <a:off x="4849381" y="1217860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69" name="pl12969"/>
            <p:cNvSpPr/>
            <p:nvPr/>
          </p:nvSpPr>
          <p:spPr>
            <a:xfrm>
              <a:off x="5024161" y="11719584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0" name="pl12970"/>
            <p:cNvSpPr/>
            <p:nvPr/>
          </p:nvSpPr>
          <p:spPr>
            <a:xfrm>
              <a:off x="4615028" y="11666926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1" name="pl12971"/>
            <p:cNvSpPr/>
            <p:nvPr/>
          </p:nvSpPr>
          <p:spPr>
            <a:xfrm>
              <a:off x="5175319" y="1186842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2" name="pl12972"/>
            <p:cNvSpPr/>
            <p:nvPr/>
          </p:nvSpPr>
          <p:spPr>
            <a:xfrm>
              <a:off x="4224854" y="11422778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3" name="pl12973"/>
            <p:cNvSpPr/>
            <p:nvPr/>
          </p:nvSpPr>
          <p:spPr>
            <a:xfrm>
              <a:off x="4235608" y="1142735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4" name="pl12974"/>
            <p:cNvSpPr/>
            <p:nvPr/>
          </p:nvSpPr>
          <p:spPr>
            <a:xfrm>
              <a:off x="4470320" y="11835484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5" name="pl12975"/>
            <p:cNvSpPr/>
            <p:nvPr/>
          </p:nvSpPr>
          <p:spPr>
            <a:xfrm>
              <a:off x="4491846" y="11835484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6" name="pl12976"/>
            <p:cNvSpPr/>
            <p:nvPr/>
          </p:nvSpPr>
          <p:spPr>
            <a:xfrm>
              <a:off x="4509192" y="1196260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7" name="pl12977"/>
            <p:cNvSpPr/>
            <p:nvPr/>
          </p:nvSpPr>
          <p:spPr>
            <a:xfrm>
              <a:off x="4221262" y="1237239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8" name="pl12978"/>
            <p:cNvSpPr/>
            <p:nvPr/>
          </p:nvSpPr>
          <p:spPr>
            <a:xfrm>
              <a:off x="4664735" y="1187396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79" name="pl12979"/>
            <p:cNvSpPr/>
            <p:nvPr/>
          </p:nvSpPr>
          <p:spPr>
            <a:xfrm>
              <a:off x="4314584" y="11401514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0" name="pl12980"/>
            <p:cNvSpPr/>
            <p:nvPr/>
          </p:nvSpPr>
          <p:spPr>
            <a:xfrm>
              <a:off x="4060097" y="1229641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1" name="pl12981"/>
            <p:cNvSpPr/>
            <p:nvPr/>
          </p:nvSpPr>
          <p:spPr>
            <a:xfrm>
              <a:off x="4963566" y="1214369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2" name="pl12982"/>
            <p:cNvSpPr/>
            <p:nvPr/>
          </p:nvSpPr>
          <p:spPr>
            <a:xfrm>
              <a:off x="4681709" y="1224064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3" name="pl12983"/>
            <p:cNvSpPr/>
            <p:nvPr/>
          </p:nvSpPr>
          <p:spPr>
            <a:xfrm>
              <a:off x="4262210" y="11434305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4" name="pl12984"/>
            <p:cNvSpPr/>
            <p:nvPr/>
          </p:nvSpPr>
          <p:spPr>
            <a:xfrm>
              <a:off x="4623858" y="11794527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5" name="pl12985"/>
            <p:cNvSpPr/>
            <p:nvPr/>
          </p:nvSpPr>
          <p:spPr>
            <a:xfrm>
              <a:off x="3694812" y="1184433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6" name="pl12986"/>
            <p:cNvSpPr/>
            <p:nvPr/>
          </p:nvSpPr>
          <p:spPr>
            <a:xfrm>
              <a:off x="4880674" y="1174197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7" name="pl12987"/>
            <p:cNvSpPr/>
            <p:nvPr/>
          </p:nvSpPr>
          <p:spPr>
            <a:xfrm>
              <a:off x="4902233" y="1174197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8" name="pl12988"/>
            <p:cNvSpPr/>
            <p:nvPr/>
          </p:nvSpPr>
          <p:spPr>
            <a:xfrm>
              <a:off x="4905299" y="1173747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89" name="pl12989"/>
            <p:cNvSpPr/>
            <p:nvPr/>
          </p:nvSpPr>
          <p:spPr>
            <a:xfrm>
              <a:off x="4464095" y="1187411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0" name="pl12990"/>
            <p:cNvSpPr/>
            <p:nvPr/>
          </p:nvSpPr>
          <p:spPr>
            <a:xfrm>
              <a:off x="4470320" y="1187411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1" name="pl12991"/>
            <p:cNvSpPr/>
            <p:nvPr/>
          </p:nvSpPr>
          <p:spPr>
            <a:xfrm>
              <a:off x="4493841" y="11837728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2" name="pl12992"/>
            <p:cNvSpPr/>
            <p:nvPr/>
          </p:nvSpPr>
          <p:spPr>
            <a:xfrm>
              <a:off x="4288253" y="1143203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3" name="pl12993"/>
            <p:cNvSpPr/>
            <p:nvPr/>
          </p:nvSpPr>
          <p:spPr>
            <a:xfrm>
              <a:off x="3959030" y="1219441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4" name="pl12994"/>
            <p:cNvSpPr/>
            <p:nvPr/>
          </p:nvSpPr>
          <p:spPr>
            <a:xfrm>
              <a:off x="4621314" y="1161801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5" name="pl12995"/>
            <p:cNvSpPr/>
            <p:nvPr/>
          </p:nvSpPr>
          <p:spPr>
            <a:xfrm>
              <a:off x="4727900" y="1236871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6" name="pl12996"/>
            <p:cNvSpPr/>
            <p:nvPr/>
          </p:nvSpPr>
          <p:spPr>
            <a:xfrm>
              <a:off x="3801770" y="1204787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7" name="pl12997"/>
            <p:cNvSpPr/>
            <p:nvPr/>
          </p:nvSpPr>
          <p:spPr>
            <a:xfrm>
              <a:off x="4241992" y="1150032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8" name="pl12998"/>
            <p:cNvSpPr/>
            <p:nvPr/>
          </p:nvSpPr>
          <p:spPr>
            <a:xfrm>
              <a:off x="4303048" y="1142267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99" name="pl12999"/>
            <p:cNvSpPr/>
            <p:nvPr/>
          </p:nvSpPr>
          <p:spPr>
            <a:xfrm>
              <a:off x="4300308" y="1143474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0" name="pl13000"/>
            <p:cNvSpPr/>
            <p:nvPr/>
          </p:nvSpPr>
          <p:spPr>
            <a:xfrm>
              <a:off x="4328815" y="11428958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1" name="pl13001"/>
            <p:cNvSpPr/>
            <p:nvPr/>
          </p:nvSpPr>
          <p:spPr>
            <a:xfrm>
              <a:off x="4322931" y="1144970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2" name="pl13002"/>
            <p:cNvSpPr/>
            <p:nvPr/>
          </p:nvSpPr>
          <p:spPr>
            <a:xfrm>
              <a:off x="4025655" y="1193651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3" name="pl13003"/>
            <p:cNvSpPr/>
            <p:nvPr/>
          </p:nvSpPr>
          <p:spPr>
            <a:xfrm>
              <a:off x="4408422" y="1190300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4" name="pl13004"/>
            <p:cNvSpPr/>
            <p:nvPr/>
          </p:nvSpPr>
          <p:spPr>
            <a:xfrm>
              <a:off x="4036442" y="1197745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5" name="pl13005"/>
            <p:cNvSpPr/>
            <p:nvPr/>
          </p:nvSpPr>
          <p:spPr>
            <a:xfrm>
              <a:off x="4649177" y="11935463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6" name="pl13006"/>
            <p:cNvSpPr/>
            <p:nvPr/>
          </p:nvSpPr>
          <p:spPr>
            <a:xfrm>
              <a:off x="4649177" y="11935463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7" name="pl13007"/>
            <p:cNvSpPr/>
            <p:nvPr/>
          </p:nvSpPr>
          <p:spPr>
            <a:xfrm>
              <a:off x="4649177" y="11935463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8" name="pl13008"/>
            <p:cNvSpPr/>
            <p:nvPr/>
          </p:nvSpPr>
          <p:spPr>
            <a:xfrm>
              <a:off x="4649177" y="11935463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09" name="pl13009"/>
            <p:cNvSpPr/>
            <p:nvPr/>
          </p:nvSpPr>
          <p:spPr>
            <a:xfrm>
              <a:off x="4615028" y="1174424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0" name="pl13010"/>
            <p:cNvSpPr/>
            <p:nvPr/>
          </p:nvSpPr>
          <p:spPr>
            <a:xfrm>
              <a:off x="4649177" y="1188472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1" name="pl13011"/>
            <p:cNvSpPr/>
            <p:nvPr/>
          </p:nvSpPr>
          <p:spPr>
            <a:xfrm>
              <a:off x="4624821" y="11851475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2" name="pl13012"/>
            <p:cNvSpPr/>
            <p:nvPr/>
          </p:nvSpPr>
          <p:spPr>
            <a:xfrm>
              <a:off x="4646241" y="11935463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3" name="pl13013"/>
            <p:cNvSpPr/>
            <p:nvPr/>
          </p:nvSpPr>
          <p:spPr>
            <a:xfrm>
              <a:off x="4649177" y="11935463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4" name="pl13014"/>
            <p:cNvSpPr/>
            <p:nvPr/>
          </p:nvSpPr>
          <p:spPr>
            <a:xfrm>
              <a:off x="4635682" y="11935463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5" name="pl13015"/>
            <p:cNvSpPr/>
            <p:nvPr/>
          </p:nvSpPr>
          <p:spPr>
            <a:xfrm>
              <a:off x="4344355" y="11468174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6" name="pl13016"/>
            <p:cNvSpPr/>
            <p:nvPr/>
          </p:nvSpPr>
          <p:spPr>
            <a:xfrm>
              <a:off x="3853364" y="11131386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7" name="pl13017"/>
            <p:cNvSpPr/>
            <p:nvPr/>
          </p:nvSpPr>
          <p:spPr>
            <a:xfrm>
              <a:off x="4652242" y="1185560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8" name="pl13018"/>
            <p:cNvSpPr/>
            <p:nvPr/>
          </p:nvSpPr>
          <p:spPr>
            <a:xfrm>
              <a:off x="5198815" y="1168746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19" name="pl13019"/>
            <p:cNvSpPr/>
            <p:nvPr/>
          </p:nvSpPr>
          <p:spPr>
            <a:xfrm>
              <a:off x="4873010" y="11889298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0" name="pl13020"/>
            <p:cNvSpPr/>
            <p:nvPr/>
          </p:nvSpPr>
          <p:spPr>
            <a:xfrm>
              <a:off x="4855421" y="1187238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1" name="pl13021"/>
            <p:cNvSpPr/>
            <p:nvPr/>
          </p:nvSpPr>
          <p:spPr>
            <a:xfrm>
              <a:off x="3838072" y="11230424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2" name="pl13022"/>
            <p:cNvSpPr/>
            <p:nvPr/>
          </p:nvSpPr>
          <p:spPr>
            <a:xfrm>
              <a:off x="4681692" y="1163842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3" name="pl13023"/>
            <p:cNvSpPr/>
            <p:nvPr/>
          </p:nvSpPr>
          <p:spPr>
            <a:xfrm>
              <a:off x="4681692" y="1163842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4" name="pl13024"/>
            <p:cNvSpPr/>
            <p:nvPr/>
          </p:nvSpPr>
          <p:spPr>
            <a:xfrm>
              <a:off x="4051239" y="1197745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5" name="pl13025"/>
            <p:cNvSpPr/>
            <p:nvPr/>
          </p:nvSpPr>
          <p:spPr>
            <a:xfrm>
              <a:off x="4302709" y="1142267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6" name="pl13026"/>
            <p:cNvSpPr/>
            <p:nvPr/>
          </p:nvSpPr>
          <p:spPr>
            <a:xfrm>
              <a:off x="4302709" y="1142501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7" name="pl13027"/>
            <p:cNvSpPr/>
            <p:nvPr/>
          </p:nvSpPr>
          <p:spPr>
            <a:xfrm>
              <a:off x="4946098" y="12226561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8" name="pl13028"/>
            <p:cNvSpPr/>
            <p:nvPr/>
          </p:nvSpPr>
          <p:spPr>
            <a:xfrm>
              <a:off x="4648236" y="1181988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29" name="pl13029"/>
            <p:cNvSpPr/>
            <p:nvPr/>
          </p:nvSpPr>
          <p:spPr>
            <a:xfrm>
              <a:off x="4755388" y="1154583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0" name="pl13030"/>
            <p:cNvSpPr/>
            <p:nvPr/>
          </p:nvSpPr>
          <p:spPr>
            <a:xfrm>
              <a:off x="4755388" y="1156173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1" name="pl13031"/>
            <p:cNvSpPr/>
            <p:nvPr/>
          </p:nvSpPr>
          <p:spPr>
            <a:xfrm>
              <a:off x="4834200" y="1179190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2" name="pl13032"/>
            <p:cNvSpPr/>
            <p:nvPr/>
          </p:nvSpPr>
          <p:spPr>
            <a:xfrm>
              <a:off x="4834200" y="1185287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3" name="pl13033"/>
            <p:cNvSpPr/>
            <p:nvPr/>
          </p:nvSpPr>
          <p:spPr>
            <a:xfrm>
              <a:off x="4782090" y="1185287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4" name="pl13034"/>
            <p:cNvSpPr/>
            <p:nvPr/>
          </p:nvSpPr>
          <p:spPr>
            <a:xfrm>
              <a:off x="4834200" y="1185287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5" name="pl13035"/>
            <p:cNvSpPr/>
            <p:nvPr/>
          </p:nvSpPr>
          <p:spPr>
            <a:xfrm>
              <a:off x="3829116" y="1123082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6" name="pl13036"/>
            <p:cNvSpPr/>
            <p:nvPr/>
          </p:nvSpPr>
          <p:spPr>
            <a:xfrm>
              <a:off x="4335302" y="11468174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7" name="pl13037"/>
            <p:cNvSpPr/>
            <p:nvPr/>
          </p:nvSpPr>
          <p:spPr>
            <a:xfrm>
              <a:off x="4497592" y="1196260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8" name="pl13038"/>
            <p:cNvSpPr/>
            <p:nvPr/>
          </p:nvSpPr>
          <p:spPr>
            <a:xfrm>
              <a:off x="4493360" y="1196683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39" name="pl13039"/>
            <p:cNvSpPr/>
            <p:nvPr/>
          </p:nvSpPr>
          <p:spPr>
            <a:xfrm>
              <a:off x="4497592" y="11921428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0" name="pl13040"/>
            <p:cNvSpPr/>
            <p:nvPr/>
          </p:nvSpPr>
          <p:spPr>
            <a:xfrm>
              <a:off x="4292447" y="1144449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1" name="pl13041"/>
            <p:cNvSpPr/>
            <p:nvPr/>
          </p:nvSpPr>
          <p:spPr>
            <a:xfrm>
              <a:off x="4585954" y="1163462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2" name="pl13042"/>
            <p:cNvSpPr/>
            <p:nvPr/>
          </p:nvSpPr>
          <p:spPr>
            <a:xfrm>
              <a:off x="4603475" y="1161583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3" name="pl13043"/>
            <p:cNvSpPr/>
            <p:nvPr/>
          </p:nvSpPr>
          <p:spPr>
            <a:xfrm>
              <a:off x="4595121" y="1163462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4" name="pl13044"/>
            <p:cNvSpPr/>
            <p:nvPr/>
          </p:nvSpPr>
          <p:spPr>
            <a:xfrm>
              <a:off x="4291878" y="1143767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5" name="pl13045"/>
            <p:cNvSpPr/>
            <p:nvPr/>
          </p:nvSpPr>
          <p:spPr>
            <a:xfrm>
              <a:off x="4237754" y="1230234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6" name="pl13046"/>
            <p:cNvSpPr/>
            <p:nvPr/>
          </p:nvSpPr>
          <p:spPr>
            <a:xfrm>
              <a:off x="4637863" y="11604141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7" name="pl13047"/>
            <p:cNvSpPr/>
            <p:nvPr/>
          </p:nvSpPr>
          <p:spPr>
            <a:xfrm>
              <a:off x="4639158" y="11589005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8" name="pl13048"/>
            <p:cNvSpPr/>
            <p:nvPr/>
          </p:nvSpPr>
          <p:spPr>
            <a:xfrm>
              <a:off x="4638621" y="11604141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49" name="pl13049"/>
            <p:cNvSpPr/>
            <p:nvPr/>
          </p:nvSpPr>
          <p:spPr>
            <a:xfrm>
              <a:off x="4638814" y="1159888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0" name="pl13050"/>
            <p:cNvSpPr/>
            <p:nvPr/>
          </p:nvSpPr>
          <p:spPr>
            <a:xfrm>
              <a:off x="4639158" y="1160381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1" name="pl13051"/>
            <p:cNvSpPr/>
            <p:nvPr/>
          </p:nvSpPr>
          <p:spPr>
            <a:xfrm>
              <a:off x="4560831" y="1085477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2" name="pl13052"/>
            <p:cNvSpPr/>
            <p:nvPr/>
          </p:nvSpPr>
          <p:spPr>
            <a:xfrm>
              <a:off x="4060097" y="12305174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3" name="pl13053"/>
            <p:cNvSpPr/>
            <p:nvPr/>
          </p:nvSpPr>
          <p:spPr>
            <a:xfrm>
              <a:off x="4274360" y="1092126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4" name="pl13054"/>
            <p:cNvSpPr/>
            <p:nvPr/>
          </p:nvSpPr>
          <p:spPr>
            <a:xfrm>
              <a:off x="4698823" y="1161827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5" name="pl13055"/>
            <p:cNvSpPr/>
            <p:nvPr/>
          </p:nvSpPr>
          <p:spPr>
            <a:xfrm>
              <a:off x="3669752" y="1169662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6" name="pl13056"/>
            <p:cNvSpPr/>
            <p:nvPr/>
          </p:nvSpPr>
          <p:spPr>
            <a:xfrm>
              <a:off x="3658671" y="1169662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7" name="pl13057"/>
            <p:cNvSpPr/>
            <p:nvPr/>
          </p:nvSpPr>
          <p:spPr>
            <a:xfrm>
              <a:off x="3669752" y="11681658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8" name="pl13058"/>
            <p:cNvSpPr/>
            <p:nvPr/>
          </p:nvSpPr>
          <p:spPr>
            <a:xfrm>
              <a:off x="3828872" y="1114407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59" name="pl13059"/>
            <p:cNvSpPr/>
            <p:nvPr/>
          </p:nvSpPr>
          <p:spPr>
            <a:xfrm>
              <a:off x="3697237" y="11491774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0" name="pl13060"/>
            <p:cNvSpPr/>
            <p:nvPr/>
          </p:nvSpPr>
          <p:spPr>
            <a:xfrm>
              <a:off x="3889435" y="1179558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1" name="pl13061"/>
            <p:cNvSpPr/>
            <p:nvPr/>
          </p:nvSpPr>
          <p:spPr>
            <a:xfrm>
              <a:off x="3892525" y="1179838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2" name="pl13062"/>
            <p:cNvSpPr/>
            <p:nvPr/>
          </p:nvSpPr>
          <p:spPr>
            <a:xfrm>
              <a:off x="3688970" y="11681658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3" name="pl13063"/>
            <p:cNvSpPr/>
            <p:nvPr/>
          </p:nvSpPr>
          <p:spPr>
            <a:xfrm>
              <a:off x="4067688" y="11949531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4" name="pl13064"/>
            <p:cNvSpPr/>
            <p:nvPr/>
          </p:nvSpPr>
          <p:spPr>
            <a:xfrm>
              <a:off x="4067688" y="11944794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5" name="pl13065"/>
            <p:cNvSpPr/>
            <p:nvPr/>
          </p:nvSpPr>
          <p:spPr>
            <a:xfrm>
              <a:off x="4050055" y="11944624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6" name="pl13066"/>
            <p:cNvSpPr/>
            <p:nvPr/>
          </p:nvSpPr>
          <p:spPr>
            <a:xfrm>
              <a:off x="4650903" y="1197900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7" name="pl13067"/>
            <p:cNvSpPr/>
            <p:nvPr/>
          </p:nvSpPr>
          <p:spPr>
            <a:xfrm>
              <a:off x="4489376" y="1198307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8" name="pl13068"/>
            <p:cNvSpPr/>
            <p:nvPr/>
          </p:nvSpPr>
          <p:spPr>
            <a:xfrm>
              <a:off x="5125710" y="11905188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69" name="pl13069"/>
            <p:cNvSpPr/>
            <p:nvPr/>
          </p:nvSpPr>
          <p:spPr>
            <a:xfrm>
              <a:off x="4344355" y="11453831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0" name="pl13070"/>
            <p:cNvSpPr/>
            <p:nvPr/>
          </p:nvSpPr>
          <p:spPr>
            <a:xfrm>
              <a:off x="4348925" y="11464164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1" name="pl13071"/>
            <p:cNvSpPr/>
            <p:nvPr/>
          </p:nvSpPr>
          <p:spPr>
            <a:xfrm>
              <a:off x="4050055" y="11944624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2" name="pl13072"/>
            <p:cNvSpPr/>
            <p:nvPr/>
          </p:nvSpPr>
          <p:spPr>
            <a:xfrm>
              <a:off x="4590591" y="1174424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3" name="pl13073"/>
            <p:cNvSpPr/>
            <p:nvPr/>
          </p:nvSpPr>
          <p:spPr>
            <a:xfrm>
              <a:off x="4322144" y="1239470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4" name="pl13074"/>
            <p:cNvSpPr/>
            <p:nvPr/>
          </p:nvSpPr>
          <p:spPr>
            <a:xfrm>
              <a:off x="4675794" y="1184065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5" name="pl13075"/>
            <p:cNvSpPr/>
            <p:nvPr/>
          </p:nvSpPr>
          <p:spPr>
            <a:xfrm>
              <a:off x="4344355" y="11459308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6" name="pl13076"/>
            <p:cNvSpPr/>
            <p:nvPr/>
          </p:nvSpPr>
          <p:spPr>
            <a:xfrm>
              <a:off x="3864065" y="1208503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7" name="pl13077"/>
            <p:cNvSpPr/>
            <p:nvPr/>
          </p:nvSpPr>
          <p:spPr>
            <a:xfrm>
              <a:off x="5051821" y="11349819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8" name="pl13078"/>
            <p:cNvSpPr/>
            <p:nvPr/>
          </p:nvSpPr>
          <p:spPr>
            <a:xfrm>
              <a:off x="5043746" y="1134165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79" name="pl13079"/>
            <p:cNvSpPr/>
            <p:nvPr/>
          </p:nvSpPr>
          <p:spPr>
            <a:xfrm>
              <a:off x="5051821" y="1132842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0" name="pl13080"/>
            <p:cNvSpPr/>
            <p:nvPr/>
          </p:nvSpPr>
          <p:spPr>
            <a:xfrm>
              <a:off x="4681709" y="1224948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1" name="pl13081"/>
            <p:cNvSpPr/>
            <p:nvPr/>
          </p:nvSpPr>
          <p:spPr>
            <a:xfrm>
              <a:off x="4361329" y="1134818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2" name="pl13082"/>
            <p:cNvSpPr/>
            <p:nvPr/>
          </p:nvSpPr>
          <p:spPr>
            <a:xfrm>
              <a:off x="5024161" y="11726646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3" name="pl13083"/>
            <p:cNvSpPr/>
            <p:nvPr/>
          </p:nvSpPr>
          <p:spPr>
            <a:xfrm>
              <a:off x="4322883" y="11457928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4" name="pl13084"/>
            <p:cNvSpPr/>
            <p:nvPr/>
          </p:nvSpPr>
          <p:spPr>
            <a:xfrm>
              <a:off x="4300308" y="1144449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5" name="pl13085"/>
            <p:cNvSpPr/>
            <p:nvPr/>
          </p:nvSpPr>
          <p:spPr>
            <a:xfrm>
              <a:off x="4309190" y="1144746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6" name="pl13086"/>
            <p:cNvSpPr/>
            <p:nvPr/>
          </p:nvSpPr>
          <p:spPr>
            <a:xfrm>
              <a:off x="4394356" y="1144511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7" name="pl13087"/>
            <p:cNvSpPr/>
            <p:nvPr/>
          </p:nvSpPr>
          <p:spPr>
            <a:xfrm>
              <a:off x="3686171" y="1166838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8" name="pl13088"/>
            <p:cNvSpPr/>
            <p:nvPr/>
          </p:nvSpPr>
          <p:spPr>
            <a:xfrm>
              <a:off x="4900852" y="1107567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89" name="pl13089"/>
            <p:cNvSpPr/>
            <p:nvPr/>
          </p:nvSpPr>
          <p:spPr>
            <a:xfrm>
              <a:off x="4359533" y="1144155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0" name="pl13090"/>
            <p:cNvSpPr/>
            <p:nvPr/>
          </p:nvSpPr>
          <p:spPr>
            <a:xfrm>
              <a:off x="4332947" y="1144155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1" name="pl13091"/>
            <p:cNvSpPr/>
            <p:nvPr/>
          </p:nvSpPr>
          <p:spPr>
            <a:xfrm>
              <a:off x="4336718" y="1144155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2" name="pl13092"/>
            <p:cNvSpPr/>
            <p:nvPr/>
          </p:nvSpPr>
          <p:spPr>
            <a:xfrm>
              <a:off x="4359533" y="1142677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3" name="pl13093"/>
            <p:cNvSpPr/>
            <p:nvPr/>
          </p:nvSpPr>
          <p:spPr>
            <a:xfrm>
              <a:off x="4359533" y="11428122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4" name="pl13094"/>
            <p:cNvSpPr/>
            <p:nvPr/>
          </p:nvSpPr>
          <p:spPr>
            <a:xfrm>
              <a:off x="4328677" y="1144155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5" name="pl13095"/>
            <p:cNvSpPr/>
            <p:nvPr/>
          </p:nvSpPr>
          <p:spPr>
            <a:xfrm>
              <a:off x="4342861" y="1142440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6" name="pl13096"/>
            <p:cNvSpPr/>
            <p:nvPr/>
          </p:nvSpPr>
          <p:spPr>
            <a:xfrm>
              <a:off x="4347073" y="1144155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7" name="pl13097"/>
            <p:cNvSpPr/>
            <p:nvPr/>
          </p:nvSpPr>
          <p:spPr>
            <a:xfrm>
              <a:off x="4352228" y="1144155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8" name="pl13098"/>
            <p:cNvSpPr/>
            <p:nvPr/>
          </p:nvSpPr>
          <p:spPr>
            <a:xfrm>
              <a:off x="4334938" y="1144155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99" name="pl13099"/>
            <p:cNvSpPr/>
            <p:nvPr/>
          </p:nvSpPr>
          <p:spPr>
            <a:xfrm>
              <a:off x="4347547" y="1144155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0" name="pl13100"/>
            <p:cNvSpPr/>
            <p:nvPr/>
          </p:nvSpPr>
          <p:spPr>
            <a:xfrm>
              <a:off x="4359533" y="11406653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1" name="pl13101"/>
            <p:cNvSpPr/>
            <p:nvPr/>
          </p:nvSpPr>
          <p:spPr>
            <a:xfrm>
              <a:off x="4359533" y="1144155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2" name="pl13102"/>
            <p:cNvSpPr/>
            <p:nvPr/>
          </p:nvSpPr>
          <p:spPr>
            <a:xfrm>
              <a:off x="4338642" y="1144155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3" name="pl13103"/>
            <p:cNvSpPr/>
            <p:nvPr/>
          </p:nvSpPr>
          <p:spPr>
            <a:xfrm>
              <a:off x="4359533" y="11436938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4" name="pl13104"/>
            <p:cNvSpPr/>
            <p:nvPr/>
          </p:nvSpPr>
          <p:spPr>
            <a:xfrm>
              <a:off x="4341486" y="1144155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5" name="pl13105"/>
            <p:cNvSpPr/>
            <p:nvPr/>
          </p:nvSpPr>
          <p:spPr>
            <a:xfrm>
              <a:off x="4324081" y="1141580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6" name="pl13106"/>
            <p:cNvSpPr/>
            <p:nvPr/>
          </p:nvSpPr>
          <p:spPr>
            <a:xfrm>
              <a:off x="4359533" y="1144155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7" name="pl13107"/>
            <p:cNvSpPr/>
            <p:nvPr/>
          </p:nvSpPr>
          <p:spPr>
            <a:xfrm>
              <a:off x="4328815" y="1144155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8" name="pl13108"/>
            <p:cNvSpPr/>
            <p:nvPr/>
          </p:nvSpPr>
          <p:spPr>
            <a:xfrm>
              <a:off x="4359533" y="1143455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09" name="pl13109"/>
            <p:cNvSpPr/>
            <p:nvPr/>
          </p:nvSpPr>
          <p:spPr>
            <a:xfrm>
              <a:off x="4359533" y="11431486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0" name="pl13110"/>
            <p:cNvSpPr/>
            <p:nvPr/>
          </p:nvSpPr>
          <p:spPr>
            <a:xfrm>
              <a:off x="4359533" y="11405812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1" name="pl13111"/>
            <p:cNvSpPr/>
            <p:nvPr/>
          </p:nvSpPr>
          <p:spPr>
            <a:xfrm>
              <a:off x="4359533" y="1142079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2" name="pl13112"/>
            <p:cNvSpPr/>
            <p:nvPr/>
          </p:nvSpPr>
          <p:spPr>
            <a:xfrm>
              <a:off x="4359533" y="1143794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3" name="pl13113"/>
            <p:cNvSpPr/>
            <p:nvPr/>
          </p:nvSpPr>
          <p:spPr>
            <a:xfrm>
              <a:off x="4359533" y="1144155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4" name="pl13114"/>
            <p:cNvSpPr/>
            <p:nvPr/>
          </p:nvSpPr>
          <p:spPr>
            <a:xfrm>
              <a:off x="4359533" y="11438640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5" name="pl13115"/>
            <p:cNvSpPr/>
            <p:nvPr/>
          </p:nvSpPr>
          <p:spPr>
            <a:xfrm>
              <a:off x="4325886" y="1144155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6" name="pl13116"/>
            <p:cNvSpPr/>
            <p:nvPr/>
          </p:nvSpPr>
          <p:spPr>
            <a:xfrm>
              <a:off x="4359533" y="1144155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7" name="pl13117"/>
            <p:cNvSpPr/>
            <p:nvPr/>
          </p:nvSpPr>
          <p:spPr>
            <a:xfrm>
              <a:off x="4359533" y="1141708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8" name="pl13118"/>
            <p:cNvSpPr/>
            <p:nvPr/>
          </p:nvSpPr>
          <p:spPr>
            <a:xfrm>
              <a:off x="4358603" y="1144155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19" name="pl13119"/>
            <p:cNvSpPr/>
            <p:nvPr/>
          </p:nvSpPr>
          <p:spPr>
            <a:xfrm>
              <a:off x="4348925" y="1144155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0" name="pl13120"/>
            <p:cNvSpPr/>
            <p:nvPr/>
          </p:nvSpPr>
          <p:spPr>
            <a:xfrm>
              <a:off x="4359533" y="1140389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1" name="pl13121"/>
            <p:cNvSpPr/>
            <p:nvPr/>
          </p:nvSpPr>
          <p:spPr>
            <a:xfrm>
              <a:off x="4359533" y="1142412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2" name="pl13122"/>
            <p:cNvSpPr/>
            <p:nvPr/>
          </p:nvSpPr>
          <p:spPr>
            <a:xfrm>
              <a:off x="4349978" y="1144155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3" name="pl13123"/>
            <p:cNvSpPr/>
            <p:nvPr/>
          </p:nvSpPr>
          <p:spPr>
            <a:xfrm>
              <a:off x="4341871" y="1144155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4" name="pl13124"/>
            <p:cNvSpPr/>
            <p:nvPr/>
          </p:nvSpPr>
          <p:spPr>
            <a:xfrm>
              <a:off x="4359533" y="11433798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5" name="pl13125"/>
            <p:cNvSpPr/>
            <p:nvPr/>
          </p:nvSpPr>
          <p:spPr>
            <a:xfrm>
              <a:off x="4378639" y="1143746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6" name="pl13126"/>
            <p:cNvSpPr/>
            <p:nvPr/>
          </p:nvSpPr>
          <p:spPr>
            <a:xfrm>
              <a:off x="4681709" y="1224948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7" name="pl13127"/>
            <p:cNvSpPr/>
            <p:nvPr/>
          </p:nvSpPr>
          <p:spPr>
            <a:xfrm>
              <a:off x="4263597" y="11481335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8" name="pl13128"/>
            <p:cNvSpPr/>
            <p:nvPr/>
          </p:nvSpPr>
          <p:spPr>
            <a:xfrm>
              <a:off x="4721395" y="12376588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29" name="pl13129"/>
            <p:cNvSpPr/>
            <p:nvPr/>
          </p:nvSpPr>
          <p:spPr>
            <a:xfrm>
              <a:off x="4670566" y="11576697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0" name="pl13130"/>
            <p:cNvSpPr/>
            <p:nvPr/>
          </p:nvSpPr>
          <p:spPr>
            <a:xfrm>
              <a:off x="4635617" y="11584964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1" name="pl13131"/>
            <p:cNvSpPr/>
            <p:nvPr/>
          </p:nvSpPr>
          <p:spPr>
            <a:xfrm>
              <a:off x="4870538" y="11870855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2" name="pl13132"/>
            <p:cNvSpPr/>
            <p:nvPr/>
          </p:nvSpPr>
          <p:spPr>
            <a:xfrm>
              <a:off x="3938395" y="1104003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3" name="pl13133"/>
            <p:cNvSpPr/>
            <p:nvPr/>
          </p:nvSpPr>
          <p:spPr>
            <a:xfrm>
              <a:off x="4334204" y="1146737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4" name="pl13134"/>
            <p:cNvSpPr/>
            <p:nvPr/>
          </p:nvSpPr>
          <p:spPr>
            <a:xfrm>
              <a:off x="5080875" y="12041901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5" name="pl13135"/>
            <p:cNvSpPr/>
            <p:nvPr/>
          </p:nvSpPr>
          <p:spPr>
            <a:xfrm>
              <a:off x="5070935" y="1205863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6" name="pl13136"/>
            <p:cNvSpPr/>
            <p:nvPr/>
          </p:nvSpPr>
          <p:spPr>
            <a:xfrm>
              <a:off x="4592808" y="1240606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7" name="pl13137"/>
            <p:cNvSpPr/>
            <p:nvPr/>
          </p:nvSpPr>
          <p:spPr>
            <a:xfrm>
              <a:off x="4553007" y="11703525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8" name="pl13138"/>
            <p:cNvSpPr/>
            <p:nvPr/>
          </p:nvSpPr>
          <p:spPr>
            <a:xfrm>
              <a:off x="5099708" y="1125956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39" name="pl13139"/>
            <p:cNvSpPr/>
            <p:nvPr/>
          </p:nvSpPr>
          <p:spPr>
            <a:xfrm>
              <a:off x="4623858" y="1165463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0" name="pl13140"/>
            <p:cNvSpPr/>
            <p:nvPr/>
          </p:nvSpPr>
          <p:spPr>
            <a:xfrm>
              <a:off x="4687830" y="1182432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1" name="pl13141"/>
            <p:cNvSpPr/>
            <p:nvPr/>
          </p:nvSpPr>
          <p:spPr>
            <a:xfrm>
              <a:off x="4632354" y="1161583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2" name="pl13142"/>
            <p:cNvSpPr/>
            <p:nvPr/>
          </p:nvSpPr>
          <p:spPr>
            <a:xfrm>
              <a:off x="4666082" y="1158153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3" name="pl13143"/>
            <p:cNvSpPr/>
            <p:nvPr/>
          </p:nvSpPr>
          <p:spPr>
            <a:xfrm>
              <a:off x="4666082" y="11563185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4" name="pl13144"/>
            <p:cNvSpPr/>
            <p:nvPr/>
          </p:nvSpPr>
          <p:spPr>
            <a:xfrm>
              <a:off x="5186990" y="1157940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5" name="pl13145"/>
            <p:cNvSpPr/>
            <p:nvPr/>
          </p:nvSpPr>
          <p:spPr>
            <a:xfrm>
              <a:off x="3874108" y="1215679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6" name="pl13146"/>
            <p:cNvSpPr/>
            <p:nvPr/>
          </p:nvSpPr>
          <p:spPr>
            <a:xfrm>
              <a:off x="4344355" y="11468174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7" name="pl13147"/>
            <p:cNvSpPr/>
            <p:nvPr/>
          </p:nvSpPr>
          <p:spPr>
            <a:xfrm>
              <a:off x="4336164" y="1146641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8" name="pl13148"/>
            <p:cNvSpPr/>
            <p:nvPr/>
          </p:nvSpPr>
          <p:spPr>
            <a:xfrm>
              <a:off x="4051197" y="1197745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49" name="pl13149"/>
            <p:cNvSpPr/>
            <p:nvPr/>
          </p:nvSpPr>
          <p:spPr>
            <a:xfrm>
              <a:off x="4274418" y="1146844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0" name="pl13150"/>
            <p:cNvSpPr/>
            <p:nvPr/>
          </p:nvSpPr>
          <p:spPr>
            <a:xfrm>
              <a:off x="4348925" y="11464164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1" name="pl13151"/>
            <p:cNvSpPr/>
            <p:nvPr/>
          </p:nvSpPr>
          <p:spPr>
            <a:xfrm>
              <a:off x="4620601" y="11669848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2" name="pl13152"/>
            <p:cNvSpPr/>
            <p:nvPr/>
          </p:nvSpPr>
          <p:spPr>
            <a:xfrm>
              <a:off x="4616821" y="11686954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3" name="pl13153"/>
            <p:cNvSpPr/>
            <p:nvPr/>
          </p:nvSpPr>
          <p:spPr>
            <a:xfrm>
              <a:off x="4533102" y="1181106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4" name="pl13154"/>
            <p:cNvSpPr/>
            <p:nvPr/>
          </p:nvSpPr>
          <p:spPr>
            <a:xfrm>
              <a:off x="4533102" y="11758266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5" name="pl13155"/>
            <p:cNvSpPr/>
            <p:nvPr/>
          </p:nvSpPr>
          <p:spPr>
            <a:xfrm>
              <a:off x="4507816" y="1182957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6" name="pl13156"/>
            <p:cNvSpPr/>
            <p:nvPr/>
          </p:nvSpPr>
          <p:spPr>
            <a:xfrm>
              <a:off x="4521315" y="1182957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7" name="pl13157"/>
            <p:cNvSpPr/>
            <p:nvPr/>
          </p:nvSpPr>
          <p:spPr>
            <a:xfrm>
              <a:off x="4528756" y="1182957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8" name="pl13158"/>
            <p:cNvSpPr/>
            <p:nvPr/>
          </p:nvSpPr>
          <p:spPr>
            <a:xfrm>
              <a:off x="4339468" y="11370029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59" name="pl13159"/>
            <p:cNvSpPr/>
            <p:nvPr/>
          </p:nvSpPr>
          <p:spPr>
            <a:xfrm>
              <a:off x="4331244" y="1138621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0" name="pl13160"/>
            <p:cNvSpPr/>
            <p:nvPr/>
          </p:nvSpPr>
          <p:spPr>
            <a:xfrm>
              <a:off x="4342465" y="1138621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1" name="pl13161"/>
            <p:cNvSpPr/>
            <p:nvPr/>
          </p:nvSpPr>
          <p:spPr>
            <a:xfrm>
              <a:off x="4341761" y="11352572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62" name="pt13162"/>
            <p:cNvSpPr/>
            <p:nvPr/>
          </p:nvSpPr>
          <p:spPr>
            <a:xfrm>
              <a:off x="4486582" y="10878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3" name="pt13163"/>
            <p:cNvSpPr/>
            <p:nvPr/>
          </p:nvSpPr>
          <p:spPr>
            <a:xfrm>
              <a:off x="4272500" y="11411380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4" name="pt13164"/>
            <p:cNvSpPr/>
            <p:nvPr/>
          </p:nvSpPr>
          <p:spPr>
            <a:xfrm>
              <a:off x="4878721" y="11762514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5" name="pt13165"/>
            <p:cNvSpPr/>
            <p:nvPr/>
          </p:nvSpPr>
          <p:spPr>
            <a:xfrm>
              <a:off x="4352276" y="114189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6" name="pt13166"/>
            <p:cNvSpPr/>
            <p:nvPr/>
          </p:nvSpPr>
          <p:spPr>
            <a:xfrm>
              <a:off x="4975750" y="111517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7" name="pg13167"/>
            <p:cNvSpPr/>
            <p:nvPr/>
          </p:nvSpPr>
          <p:spPr>
            <a:xfrm>
              <a:off x="4468853" y="1192226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8" name="pt13168"/>
            <p:cNvSpPr/>
            <p:nvPr/>
          </p:nvSpPr>
          <p:spPr>
            <a:xfrm>
              <a:off x="4330109" y="11456515"/>
              <a:ext cx="48833" cy="48833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69" name="pl13169"/>
            <p:cNvSpPr/>
            <p:nvPr/>
          </p:nvSpPr>
          <p:spPr>
            <a:xfrm>
              <a:off x="4475000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0" name="pl13170"/>
            <p:cNvSpPr/>
            <p:nvPr/>
          </p:nvSpPr>
          <p:spPr>
            <a:xfrm>
              <a:off x="4475000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1" name="pl13171"/>
            <p:cNvSpPr/>
            <p:nvPr/>
          </p:nvSpPr>
          <p:spPr>
            <a:xfrm>
              <a:off x="4464886" y="114061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2" name="pl13172"/>
            <p:cNvSpPr/>
            <p:nvPr/>
          </p:nvSpPr>
          <p:spPr>
            <a:xfrm>
              <a:off x="4499417" y="1137158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73" name="pt13173"/>
            <p:cNvSpPr/>
            <p:nvPr/>
          </p:nvSpPr>
          <p:spPr>
            <a:xfrm>
              <a:off x="4308509" y="11404541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4" name="pg13174"/>
            <p:cNvSpPr/>
            <p:nvPr/>
          </p:nvSpPr>
          <p:spPr>
            <a:xfrm>
              <a:off x="4050613" y="1129002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5" name="pt13175"/>
            <p:cNvSpPr/>
            <p:nvPr/>
          </p:nvSpPr>
          <p:spPr>
            <a:xfrm>
              <a:off x="4840335" y="1175156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6" name="pt13176"/>
            <p:cNvSpPr/>
            <p:nvPr/>
          </p:nvSpPr>
          <p:spPr>
            <a:xfrm>
              <a:off x="4256409" y="11404338"/>
              <a:ext cx="74834" cy="74834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7" name="pt13177"/>
            <p:cNvSpPr/>
            <p:nvPr/>
          </p:nvSpPr>
          <p:spPr>
            <a:xfrm>
              <a:off x="4868624" y="117137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8" name="pt13178"/>
            <p:cNvSpPr/>
            <p:nvPr/>
          </p:nvSpPr>
          <p:spPr>
            <a:xfrm>
              <a:off x="4509046" y="12248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79" name="pt13179"/>
            <p:cNvSpPr/>
            <p:nvPr/>
          </p:nvSpPr>
          <p:spPr>
            <a:xfrm>
              <a:off x="4589220" y="117962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0" name="pg13180"/>
            <p:cNvSpPr/>
            <p:nvPr/>
          </p:nvSpPr>
          <p:spPr>
            <a:xfrm>
              <a:off x="4507191" y="1177745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1" name="pt13181"/>
            <p:cNvSpPr/>
            <p:nvPr/>
          </p:nvSpPr>
          <p:spPr>
            <a:xfrm>
              <a:off x="4694092" y="1154916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2" name="pt13182"/>
            <p:cNvSpPr/>
            <p:nvPr/>
          </p:nvSpPr>
          <p:spPr>
            <a:xfrm>
              <a:off x="4965355" y="111568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3" name="pg13183"/>
            <p:cNvSpPr/>
            <p:nvPr/>
          </p:nvSpPr>
          <p:spPr>
            <a:xfrm>
              <a:off x="4582886" y="115823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4" name="pt13184"/>
            <p:cNvSpPr/>
            <p:nvPr/>
          </p:nvSpPr>
          <p:spPr>
            <a:xfrm>
              <a:off x="4741393" y="109512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5" name="pt13185"/>
            <p:cNvSpPr/>
            <p:nvPr/>
          </p:nvSpPr>
          <p:spPr>
            <a:xfrm>
              <a:off x="4264765" y="11489689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6" name="pt13186"/>
            <p:cNvSpPr/>
            <p:nvPr/>
          </p:nvSpPr>
          <p:spPr>
            <a:xfrm>
              <a:off x="4271578" y="11442277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7" name="pg13187"/>
            <p:cNvSpPr/>
            <p:nvPr/>
          </p:nvSpPr>
          <p:spPr>
            <a:xfrm>
              <a:off x="4474464" y="119451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8" name="pt13188"/>
            <p:cNvSpPr/>
            <p:nvPr/>
          </p:nvSpPr>
          <p:spPr>
            <a:xfrm>
              <a:off x="4598938" y="115659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89" name="pt13189"/>
            <p:cNvSpPr/>
            <p:nvPr/>
          </p:nvSpPr>
          <p:spPr>
            <a:xfrm>
              <a:off x="4026488" y="1227258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0" name="pt13190"/>
            <p:cNvSpPr/>
            <p:nvPr/>
          </p:nvSpPr>
          <p:spPr>
            <a:xfrm>
              <a:off x="4641584" y="119650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1" name="pt13191"/>
            <p:cNvSpPr/>
            <p:nvPr/>
          </p:nvSpPr>
          <p:spPr>
            <a:xfrm>
              <a:off x="4455879" y="11987120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2" name="pt13192"/>
            <p:cNvSpPr/>
            <p:nvPr/>
          </p:nvSpPr>
          <p:spPr>
            <a:xfrm>
              <a:off x="4384053" y="113981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3" name="pl13193"/>
            <p:cNvSpPr/>
            <p:nvPr/>
          </p:nvSpPr>
          <p:spPr>
            <a:xfrm>
              <a:off x="4123989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4" name="pl13194"/>
            <p:cNvSpPr/>
            <p:nvPr/>
          </p:nvSpPr>
          <p:spPr>
            <a:xfrm>
              <a:off x="4123989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5" name="pl13195"/>
            <p:cNvSpPr/>
            <p:nvPr/>
          </p:nvSpPr>
          <p:spPr>
            <a:xfrm>
              <a:off x="4113875" y="123326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6" name="pl13196"/>
            <p:cNvSpPr/>
            <p:nvPr/>
          </p:nvSpPr>
          <p:spPr>
            <a:xfrm>
              <a:off x="4148406" y="122981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97" name="pg13197"/>
            <p:cNvSpPr/>
            <p:nvPr/>
          </p:nvSpPr>
          <p:spPr>
            <a:xfrm>
              <a:off x="4405912" y="113858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8" name="pt13198"/>
            <p:cNvSpPr/>
            <p:nvPr/>
          </p:nvSpPr>
          <p:spPr>
            <a:xfrm>
              <a:off x="4626903" y="1197954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199" name="pt13199"/>
            <p:cNvSpPr/>
            <p:nvPr/>
          </p:nvSpPr>
          <p:spPr>
            <a:xfrm>
              <a:off x="4650708" y="119561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00" name="pl13200"/>
            <p:cNvSpPr/>
            <p:nvPr/>
          </p:nvSpPr>
          <p:spPr>
            <a:xfrm>
              <a:off x="4286278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1" name="pl13201"/>
            <p:cNvSpPr/>
            <p:nvPr/>
          </p:nvSpPr>
          <p:spPr>
            <a:xfrm>
              <a:off x="4286278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2" name="pl13202"/>
            <p:cNvSpPr/>
            <p:nvPr/>
          </p:nvSpPr>
          <p:spPr>
            <a:xfrm>
              <a:off x="4268549" y="1146776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3" name="pl13203"/>
            <p:cNvSpPr/>
            <p:nvPr/>
          </p:nvSpPr>
          <p:spPr>
            <a:xfrm>
              <a:off x="4329080" y="1140722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4" name="pt13204"/>
            <p:cNvSpPr/>
            <p:nvPr/>
          </p:nvSpPr>
          <p:spPr>
            <a:xfrm>
              <a:off x="4545497" y="116193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05" name="pt13205"/>
            <p:cNvSpPr/>
            <p:nvPr/>
          </p:nvSpPr>
          <p:spPr>
            <a:xfrm>
              <a:off x="4561537" y="116213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06" name="pl13206"/>
            <p:cNvSpPr/>
            <p:nvPr/>
          </p:nvSpPr>
          <p:spPr>
            <a:xfrm>
              <a:off x="4626079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7" name="pl13207"/>
            <p:cNvSpPr/>
            <p:nvPr/>
          </p:nvSpPr>
          <p:spPr>
            <a:xfrm>
              <a:off x="4626079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8" name="pl13208"/>
            <p:cNvSpPr/>
            <p:nvPr/>
          </p:nvSpPr>
          <p:spPr>
            <a:xfrm>
              <a:off x="4615965" y="119930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09" name="pl13209"/>
            <p:cNvSpPr/>
            <p:nvPr/>
          </p:nvSpPr>
          <p:spPr>
            <a:xfrm>
              <a:off x="4650496" y="119584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0" name="pl13210"/>
            <p:cNvSpPr/>
            <p:nvPr/>
          </p:nvSpPr>
          <p:spPr>
            <a:xfrm>
              <a:off x="4363078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1" name="pl13211"/>
            <p:cNvSpPr/>
            <p:nvPr/>
          </p:nvSpPr>
          <p:spPr>
            <a:xfrm>
              <a:off x="4363078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2" name="pl13212"/>
            <p:cNvSpPr/>
            <p:nvPr/>
          </p:nvSpPr>
          <p:spPr>
            <a:xfrm>
              <a:off x="4352965" y="114040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3" name="pl13213"/>
            <p:cNvSpPr/>
            <p:nvPr/>
          </p:nvSpPr>
          <p:spPr>
            <a:xfrm>
              <a:off x="4387495" y="1136950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4" name="pt13214"/>
            <p:cNvSpPr/>
            <p:nvPr/>
          </p:nvSpPr>
          <p:spPr>
            <a:xfrm>
              <a:off x="4469424" y="11813312"/>
              <a:ext cx="48833" cy="48833"/>
            </a:xfrm>
            <a:prstGeom prst="ellipse">
              <a:avLst/>
            </a:prstGeom>
            <a:solidFill>
              <a:srgbClr val="A6761D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15" name="pt13215"/>
            <p:cNvSpPr/>
            <p:nvPr/>
          </p:nvSpPr>
          <p:spPr>
            <a:xfrm>
              <a:off x="4297209" y="114034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16" name="pl13216"/>
            <p:cNvSpPr/>
            <p:nvPr/>
          </p:nvSpPr>
          <p:spPr>
            <a:xfrm>
              <a:off x="4035592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7" name="pl13217"/>
            <p:cNvSpPr/>
            <p:nvPr/>
          </p:nvSpPr>
          <p:spPr>
            <a:xfrm>
              <a:off x="4035592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8" name="pl13218"/>
            <p:cNvSpPr/>
            <p:nvPr/>
          </p:nvSpPr>
          <p:spPr>
            <a:xfrm>
              <a:off x="4025478" y="109663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19" name="pl13219"/>
            <p:cNvSpPr/>
            <p:nvPr/>
          </p:nvSpPr>
          <p:spPr>
            <a:xfrm>
              <a:off x="4060008" y="109317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0" name="pl13220"/>
            <p:cNvSpPr/>
            <p:nvPr/>
          </p:nvSpPr>
          <p:spPr>
            <a:xfrm>
              <a:off x="4283167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1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1" name="pl13221"/>
            <p:cNvSpPr/>
            <p:nvPr/>
          </p:nvSpPr>
          <p:spPr>
            <a:xfrm>
              <a:off x="4283167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1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2" name="pl13222"/>
            <p:cNvSpPr/>
            <p:nvPr/>
          </p:nvSpPr>
          <p:spPr>
            <a:xfrm>
              <a:off x="4257822" y="11468174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1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3" name="pl13223"/>
            <p:cNvSpPr/>
            <p:nvPr/>
          </p:nvSpPr>
          <p:spPr>
            <a:xfrm>
              <a:off x="4344355" y="1138164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4" name="pl13224"/>
            <p:cNvSpPr/>
            <p:nvPr/>
          </p:nvSpPr>
          <p:spPr>
            <a:xfrm>
              <a:off x="4570056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5" name="pl13225"/>
            <p:cNvSpPr/>
            <p:nvPr/>
          </p:nvSpPr>
          <p:spPr>
            <a:xfrm>
              <a:off x="4570056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6" name="pl13226"/>
            <p:cNvSpPr/>
            <p:nvPr/>
          </p:nvSpPr>
          <p:spPr>
            <a:xfrm>
              <a:off x="4551428" y="117442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7" name="pl13227"/>
            <p:cNvSpPr/>
            <p:nvPr/>
          </p:nvSpPr>
          <p:spPr>
            <a:xfrm>
              <a:off x="4615028" y="1168064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28" name="pt13228"/>
            <p:cNvSpPr/>
            <p:nvPr/>
          </p:nvSpPr>
          <p:spPr>
            <a:xfrm>
              <a:off x="3862441" y="111506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29" name="pl13229"/>
            <p:cNvSpPr/>
            <p:nvPr/>
          </p:nvSpPr>
          <p:spPr>
            <a:xfrm>
              <a:off x="3860110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0" name="pl13230"/>
            <p:cNvSpPr/>
            <p:nvPr/>
          </p:nvSpPr>
          <p:spPr>
            <a:xfrm>
              <a:off x="3860110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1" name="pl13231"/>
            <p:cNvSpPr/>
            <p:nvPr/>
          </p:nvSpPr>
          <p:spPr>
            <a:xfrm>
              <a:off x="3849996" y="11110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2" name="pl13232"/>
            <p:cNvSpPr/>
            <p:nvPr/>
          </p:nvSpPr>
          <p:spPr>
            <a:xfrm>
              <a:off x="3884526" y="11076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3" name="pt13233"/>
            <p:cNvSpPr/>
            <p:nvPr/>
          </p:nvSpPr>
          <p:spPr>
            <a:xfrm>
              <a:off x="4310370" y="11447956"/>
              <a:ext cx="67219" cy="67219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34" name="pl13234"/>
            <p:cNvSpPr/>
            <p:nvPr/>
          </p:nvSpPr>
          <p:spPr>
            <a:xfrm>
              <a:off x="4002277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5" name="pl13235"/>
            <p:cNvSpPr/>
            <p:nvPr/>
          </p:nvSpPr>
          <p:spPr>
            <a:xfrm>
              <a:off x="4002277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6" name="pl13236"/>
            <p:cNvSpPr/>
            <p:nvPr/>
          </p:nvSpPr>
          <p:spPr>
            <a:xfrm>
              <a:off x="3992163" y="1190662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7" name="pl13237"/>
            <p:cNvSpPr/>
            <p:nvPr/>
          </p:nvSpPr>
          <p:spPr>
            <a:xfrm>
              <a:off x="4026693" y="118720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8" name="pl13238"/>
            <p:cNvSpPr/>
            <p:nvPr/>
          </p:nvSpPr>
          <p:spPr>
            <a:xfrm>
              <a:off x="4736418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39" name="pl13239"/>
            <p:cNvSpPr/>
            <p:nvPr/>
          </p:nvSpPr>
          <p:spPr>
            <a:xfrm>
              <a:off x="4736418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0" name="pl13240"/>
            <p:cNvSpPr/>
            <p:nvPr/>
          </p:nvSpPr>
          <p:spPr>
            <a:xfrm>
              <a:off x="4726304" y="109845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1" name="pl13241"/>
            <p:cNvSpPr/>
            <p:nvPr/>
          </p:nvSpPr>
          <p:spPr>
            <a:xfrm>
              <a:off x="4760835" y="1095003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42" name="pt13242"/>
            <p:cNvSpPr/>
            <p:nvPr/>
          </p:nvSpPr>
          <p:spPr>
            <a:xfrm>
              <a:off x="4217792" y="11467210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3" name="pt13243"/>
            <p:cNvSpPr/>
            <p:nvPr/>
          </p:nvSpPr>
          <p:spPr>
            <a:xfrm>
              <a:off x="4255026" y="11414402"/>
              <a:ext cx="48833" cy="48833"/>
            </a:xfrm>
            <a:prstGeom prst="ellipse">
              <a:avLst/>
            </a:prstGeom>
            <a:solidFill>
              <a:srgbClr val="A6761D">
                <a:alpha val="4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4" name="pt13244"/>
            <p:cNvSpPr/>
            <p:nvPr/>
          </p:nvSpPr>
          <p:spPr>
            <a:xfrm>
              <a:off x="4242034" y="109008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5" name="pt13245"/>
            <p:cNvSpPr/>
            <p:nvPr/>
          </p:nvSpPr>
          <p:spPr>
            <a:xfrm>
              <a:off x="4470987" y="1209371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6" name="pt13246"/>
            <p:cNvSpPr/>
            <p:nvPr/>
          </p:nvSpPr>
          <p:spPr>
            <a:xfrm>
              <a:off x="4315051" y="113456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7" name="pt13247"/>
            <p:cNvSpPr/>
            <p:nvPr/>
          </p:nvSpPr>
          <p:spPr>
            <a:xfrm>
              <a:off x="3725159" y="113575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8" name="pt13248"/>
            <p:cNvSpPr/>
            <p:nvPr/>
          </p:nvSpPr>
          <p:spPr>
            <a:xfrm>
              <a:off x="3996926" y="11723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49" name="pl13249"/>
            <p:cNvSpPr/>
            <p:nvPr/>
          </p:nvSpPr>
          <p:spPr>
            <a:xfrm>
              <a:off x="4575692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0" name="pl13250"/>
            <p:cNvSpPr/>
            <p:nvPr/>
          </p:nvSpPr>
          <p:spPr>
            <a:xfrm>
              <a:off x="4575692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1" name="pl13251"/>
            <p:cNvSpPr/>
            <p:nvPr/>
          </p:nvSpPr>
          <p:spPr>
            <a:xfrm>
              <a:off x="4565578" y="1239290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2" name="pl13252"/>
            <p:cNvSpPr/>
            <p:nvPr/>
          </p:nvSpPr>
          <p:spPr>
            <a:xfrm>
              <a:off x="4600109" y="123583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3" name="pg13253"/>
            <p:cNvSpPr/>
            <p:nvPr/>
          </p:nvSpPr>
          <p:spPr>
            <a:xfrm>
              <a:off x="4241759" y="1143043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54" name="pl13254"/>
            <p:cNvSpPr/>
            <p:nvPr/>
          </p:nvSpPr>
          <p:spPr>
            <a:xfrm>
              <a:off x="4249622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5" name="pl13255"/>
            <p:cNvSpPr/>
            <p:nvPr/>
          </p:nvSpPr>
          <p:spPr>
            <a:xfrm>
              <a:off x="4249622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6" name="pl13256"/>
            <p:cNvSpPr/>
            <p:nvPr/>
          </p:nvSpPr>
          <p:spPr>
            <a:xfrm>
              <a:off x="4239509" y="114505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7" name="pl13257"/>
            <p:cNvSpPr/>
            <p:nvPr/>
          </p:nvSpPr>
          <p:spPr>
            <a:xfrm>
              <a:off x="4274039" y="1141600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58" name="pg13258"/>
            <p:cNvSpPr/>
            <p:nvPr/>
          </p:nvSpPr>
          <p:spPr>
            <a:xfrm>
              <a:off x="4457946" y="1183038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59" name="pt13259"/>
            <p:cNvSpPr/>
            <p:nvPr/>
          </p:nvSpPr>
          <p:spPr>
            <a:xfrm>
              <a:off x="3648626" y="116822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60" name="pl13260"/>
            <p:cNvSpPr/>
            <p:nvPr/>
          </p:nvSpPr>
          <p:spPr>
            <a:xfrm>
              <a:off x="4258822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2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1" name="pl13261"/>
            <p:cNvSpPr/>
            <p:nvPr/>
          </p:nvSpPr>
          <p:spPr>
            <a:xfrm>
              <a:off x="4258822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2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2" name="pl13262"/>
            <p:cNvSpPr/>
            <p:nvPr/>
          </p:nvSpPr>
          <p:spPr>
            <a:xfrm>
              <a:off x="4237938" y="1142267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2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3" name="pl13263"/>
            <p:cNvSpPr/>
            <p:nvPr/>
          </p:nvSpPr>
          <p:spPr>
            <a:xfrm>
              <a:off x="4309240" y="11351371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078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4" name="pl13264"/>
            <p:cNvSpPr/>
            <p:nvPr/>
          </p:nvSpPr>
          <p:spPr>
            <a:xfrm>
              <a:off x="4293826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5" name="pl13265"/>
            <p:cNvSpPr/>
            <p:nvPr/>
          </p:nvSpPr>
          <p:spPr>
            <a:xfrm>
              <a:off x="4293826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6" name="pl13266"/>
            <p:cNvSpPr/>
            <p:nvPr/>
          </p:nvSpPr>
          <p:spPr>
            <a:xfrm>
              <a:off x="4278327" y="1139993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7" name="pl13267"/>
            <p:cNvSpPr/>
            <p:nvPr/>
          </p:nvSpPr>
          <p:spPr>
            <a:xfrm>
              <a:off x="4331244" y="1134702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8" name="pl13268"/>
            <p:cNvSpPr/>
            <p:nvPr/>
          </p:nvSpPr>
          <p:spPr>
            <a:xfrm>
              <a:off x="4705775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69" name="pl13269"/>
            <p:cNvSpPr/>
            <p:nvPr/>
          </p:nvSpPr>
          <p:spPr>
            <a:xfrm>
              <a:off x="4705775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0" name="pl13270"/>
            <p:cNvSpPr/>
            <p:nvPr/>
          </p:nvSpPr>
          <p:spPr>
            <a:xfrm>
              <a:off x="4695662" y="119154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1" name="pl13271"/>
            <p:cNvSpPr/>
            <p:nvPr/>
          </p:nvSpPr>
          <p:spPr>
            <a:xfrm>
              <a:off x="4730192" y="11880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2" name="pl13272"/>
            <p:cNvSpPr/>
            <p:nvPr/>
          </p:nvSpPr>
          <p:spPr>
            <a:xfrm>
              <a:off x="4559370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3" name="pl13273"/>
            <p:cNvSpPr/>
            <p:nvPr/>
          </p:nvSpPr>
          <p:spPr>
            <a:xfrm>
              <a:off x="4559370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4" name="pl13274"/>
            <p:cNvSpPr/>
            <p:nvPr/>
          </p:nvSpPr>
          <p:spPr>
            <a:xfrm>
              <a:off x="4532659" y="11794527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5" name="pl13275"/>
            <p:cNvSpPr/>
            <p:nvPr/>
          </p:nvSpPr>
          <p:spPr>
            <a:xfrm>
              <a:off x="4623858" y="1170332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6" name="pt13276"/>
            <p:cNvSpPr/>
            <p:nvPr/>
          </p:nvSpPr>
          <p:spPr>
            <a:xfrm>
              <a:off x="4391825" y="1138529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77" name="pl13277"/>
            <p:cNvSpPr/>
            <p:nvPr/>
          </p:nvSpPr>
          <p:spPr>
            <a:xfrm>
              <a:off x="4297209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8" name="pl13278"/>
            <p:cNvSpPr/>
            <p:nvPr/>
          </p:nvSpPr>
          <p:spPr>
            <a:xfrm>
              <a:off x="4297209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79" name="pl13279"/>
            <p:cNvSpPr/>
            <p:nvPr/>
          </p:nvSpPr>
          <p:spPr>
            <a:xfrm>
              <a:off x="4274466" y="11399876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0" name="pl13280"/>
            <p:cNvSpPr/>
            <p:nvPr/>
          </p:nvSpPr>
          <p:spPr>
            <a:xfrm>
              <a:off x="4352114" y="1132222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1" name="pl13281"/>
            <p:cNvSpPr/>
            <p:nvPr/>
          </p:nvSpPr>
          <p:spPr>
            <a:xfrm>
              <a:off x="4185242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2" name="pl13282"/>
            <p:cNvSpPr/>
            <p:nvPr/>
          </p:nvSpPr>
          <p:spPr>
            <a:xfrm>
              <a:off x="4185242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3" name="pl13283"/>
            <p:cNvSpPr/>
            <p:nvPr/>
          </p:nvSpPr>
          <p:spPr>
            <a:xfrm>
              <a:off x="4175129" y="114681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4" name="pl13284"/>
            <p:cNvSpPr/>
            <p:nvPr/>
          </p:nvSpPr>
          <p:spPr>
            <a:xfrm>
              <a:off x="4209659" y="114336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5" name="pt13285"/>
            <p:cNvSpPr/>
            <p:nvPr/>
          </p:nvSpPr>
          <p:spPr>
            <a:xfrm>
              <a:off x="4243215" y="1149779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86" name="pt13286"/>
            <p:cNvSpPr/>
            <p:nvPr/>
          </p:nvSpPr>
          <p:spPr>
            <a:xfrm>
              <a:off x="4398771" y="114056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87" name="pl13287"/>
            <p:cNvSpPr/>
            <p:nvPr/>
          </p:nvSpPr>
          <p:spPr>
            <a:xfrm>
              <a:off x="4255336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8" name="pl13288"/>
            <p:cNvSpPr/>
            <p:nvPr/>
          </p:nvSpPr>
          <p:spPr>
            <a:xfrm>
              <a:off x="4255336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89" name="pl13289"/>
            <p:cNvSpPr/>
            <p:nvPr/>
          </p:nvSpPr>
          <p:spPr>
            <a:xfrm>
              <a:off x="4236707" y="1144449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0" name="pl13290"/>
            <p:cNvSpPr/>
            <p:nvPr/>
          </p:nvSpPr>
          <p:spPr>
            <a:xfrm>
              <a:off x="4300308" y="11380894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1" name="pt13291"/>
            <p:cNvSpPr/>
            <p:nvPr/>
          </p:nvSpPr>
          <p:spPr>
            <a:xfrm>
              <a:off x="4812318" y="110028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92" name="pt13292"/>
            <p:cNvSpPr/>
            <p:nvPr/>
          </p:nvSpPr>
          <p:spPr>
            <a:xfrm>
              <a:off x="3889894" y="111155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93" name="pt13293"/>
            <p:cNvSpPr/>
            <p:nvPr/>
          </p:nvSpPr>
          <p:spPr>
            <a:xfrm>
              <a:off x="3865018" y="1177116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294" name="pl13294"/>
            <p:cNvSpPr/>
            <p:nvPr/>
          </p:nvSpPr>
          <p:spPr>
            <a:xfrm>
              <a:off x="4524439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5" name="pl13295"/>
            <p:cNvSpPr/>
            <p:nvPr/>
          </p:nvSpPr>
          <p:spPr>
            <a:xfrm>
              <a:off x="4524439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6" name="pl13296"/>
            <p:cNvSpPr/>
            <p:nvPr/>
          </p:nvSpPr>
          <p:spPr>
            <a:xfrm>
              <a:off x="4508941" y="1177737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7" name="pl13297"/>
            <p:cNvSpPr/>
            <p:nvPr/>
          </p:nvSpPr>
          <p:spPr>
            <a:xfrm>
              <a:off x="4561857" y="1172445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8" name="pl13298"/>
            <p:cNvSpPr/>
            <p:nvPr/>
          </p:nvSpPr>
          <p:spPr>
            <a:xfrm>
              <a:off x="4462720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99" name="pl13299"/>
            <p:cNvSpPr/>
            <p:nvPr/>
          </p:nvSpPr>
          <p:spPr>
            <a:xfrm>
              <a:off x="4462720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0" name="pl13300"/>
            <p:cNvSpPr/>
            <p:nvPr/>
          </p:nvSpPr>
          <p:spPr>
            <a:xfrm>
              <a:off x="4444092" y="1223304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1" name="pl13301"/>
            <p:cNvSpPr/>
            <p:nvPr/>
          </p:nvSpPr>
          <p:spPr>
            <a:xfrm>
              <a:off x="4507693" y="1216944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2" name="pl13302"/>
            <p:cNvSpPr/>
            <p:nvPr/>
          </p:nvSpPr>
          <p:spPr>
            <a:xfrm>
              <a:off x="4342275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3" name="pl13303"/>
            <p:cNvSpPr/>
            <p:nvPr/>
          </p:nvSpPr>
          <p:spPr>
            <a:xfrm>
              <a:off x="4342275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4" name="pl13304"/>
            <p:cNvSpPr/>
            <p:nvPr/>
          </p:nvSpPr>
          <p:spPr>
            <a:xfrm>
              <a:off x="4332161" y="1134099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5" name="pl13305"/>
            <p:cNvSpPr/>
            <p:nvPr/>
          </p:nvSpPr>
          <p:spPr>
            <a:xfrm>
              <a:off x="4366692" y="113064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6" name="pl13306"/>
            <p:cNvSpPr/>
            <p:nvPr/>
          </p:nvSpPr>
          <p:spPr>
            <a:xfrm>
              <a:off x="3741105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7" name="pl13307"/>
            <p:cNvSpPr/>
            <p:nvPr/>
          </p:nvSpPr>
          <p:spPr>
            <a:xfrm>
              <a:off x="3741105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8" name="pl13308"/>
            <p:cNvSpPr/>
            <p:nvPr/>
          </p:nvSpPr>
          <p:spPr>
            <a:xfrm>
              <a:off x="3730992" y="119706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09" name="pl13309"/>
            <p:cNvSpPr/>
            <p:nvPr/>
          </p:nvSpPr>
          <p:spPr>
            <a:xfrm>
              <a:off x="3765522" y="119361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0" name="pl13310"/>
            <p:cNvSpPr/>
            <p:nvPr/>
          </p:nvSpPr>
          <p:spPr>
            <a:xfrm>
              <a:off x="4564803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1" name="pl13311"/>
            <p:cNvSpPr/>
            <p:nvPr/>
          </p:nvSpPr>
          <p:spPr>
            <a:xfrm>
              <a:off x="4564803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2" name="pl13312"/>
            <p:cNvSpPr/>
            <p:nvPr/>
          </p:nvSpPr>
          <p:spPr>
            <a:xfrm>
              <a:off x="4534540" y="1161583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3" name="pl13313"/>
            <p:cNvSpPr/>
            <p:nvPr/>
          </p:nvSpPr>
          <p:spPr>
            <a:xfrm>
              <a:off x="4637863" y="11512513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4" name="pt13314"/>
            <p:cNvSpPr/>
            <p:nvPr/>
          </p:nvSpPr>
          <p:spPr>
            <a:xfrm>
              <a:off x="4299337" y="11421913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15" name="pt13315"/>
            <p:cNvSpPr/>
            <p:nvPr/>
          </p:nvSpPr>
          <p:spPr>
            <a:xfrm>
              <a:off x="4266388" y="11404664"/>
              <a:ext cx="85604" cy="85604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16" name="pt13316"/>
            <p:cNvSpPr/>
            <p:nvPr/>
          </p:nvSpPr>
          <p:spPr>
            <a:xfrm>
              <a:off x="3869586" y="1177396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17" name="pt13317"/>
            <p:cNvSpPr/>
            <p:nvPr/>
          </p:nvSpPr>
          <p:spPr>
            <a:xfrm>
              <a:off x="3634254" y="116758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18" name="pl13318"/>
            <p:cNvSpPr/>
            <p:nvPr/>
          </p:nvSpPr>
          <p:spPr>
            <a:xfrm>
              <a:off x="4585395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19" name="pl13319"/>
            <p:cNvSpPr/>
            <p:nvPr/>
          </p:nvSpPr>
          <p:spPr>
            <a:xfrm>
              <a:off x="4585395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0" name="pl13320"/>
            <p:cNvSpPr/>
            <p:nvPr/>
          </p:nvSpPr>
          <p:spPr>
            <a:xfrm>
              <a:off x="4575281" y="116008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1" name="pl13321"/>
            <p:cNvSpPr/>
            <p:nvPr/>
          </p:nvSpPr>
          <p:spPr>
            <a:xfrm>
              <a:off x="4609812" y="115663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2" name="pt13322"/>
            <p:cNvSpPr/>
            <p:nvPr/>
          </p:nvSpPr>
          <p:spPr>
            <a:xfrm>
              <a:off x="4357908" y="11306697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23" name="pt13323"/>
            <p:cNvSpPr/>
            <p:nvPr/>
          </p:nvSpPr>
          <p:spPr>
            <a:xfrm>
              <a:off x="4306506" y="11339232"/>
              <a:ext cx="106973" cy="10697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24" name="pt13324"/>
            <p:cNvSpPr/>
            <p:nvPr/>
          </p:nvSpPr>
          <p:spPr>
            <a:xfrm>
              <a:off x="4250420" y="114735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25" name="pt13325"/>
            <p:cNvSpPr/>
            <p:nvPr/>
          </p:nvSpPr>
          <p:spPr>
            <a:xfrm>
              <a:off x="4770664" y="11868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26" name="pl13326"/>
            <p:cNvSpPr/>
            <p:nvPr/>
          </p:nvSpPr>
          <p:spPr>
            <a:xfrm>
              <a:off x="4113597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7" name="pl13327"/>
            <p:cNvSpPr/>
            <p:nvPr/>
          </p:nvSpPr>
          <p:spPr>
            <a:xfrm>
              <a:off x="4113597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8" name="pl13328"/>
            <p:cNvSpPr/>
            <p:nvPr/>
          </p:nvSpPr>
          <p:spPr>
            <a:xfrm>
              <a:off x="4103483" y="122299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29" name="pl13329"/>
            <p:cNvSpPr/>
            <p:nvPr/>
          </p:nvSpPr>
          <p:spPr>
            <a:xfrm>
              <a:off x="4138014" y="12195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0" name="pl13330"/>
            <p:cNvSpPr/>
            <p:nvPr/>
          </p:nvSpPr>
          <p:spPr>
            <a:xfrm>
              <a:off x="4100063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1" name="pl13331"/>
            <p:cNvSpPr/>
            <p:nvPr/>
          </p:nvSpPr>
          <p:spPr>
            <a:xfrm>
              <a:off x="4100063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2" name="pl13332"/>
            <p:cNvSpPr/>
            <p:nvPr/>
          </p:nvSpPr>
          <p:spPr>
            <a:xfrm>
              <a:off x="4089949" y="12227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3" name="pl13333"/>
            <p:cNvSpPr/>
            <p:nvPr/>
          </p:nvSpPr>
          <p:spPr>
            <a:xfrm>
              <a:off x="4124480" y="12192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4" name="pt13334"/>
            <p:cNvSpPr/>
            <p:nvPr/>
          </p:nvSpPr>
          <p:spPr>
            <a:xfrm>
              <a:off x="4671644" y="118732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35" name="pt13335"/>
            <p:cNvSpPr/>
            <p:nvPr/>
          </p:nvSpPr>
          <p:spPr>
            <a:xfrm>
              <a:off x="3906299" y="110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36" name="pl13336"/>
            <p:cNvSpPr/>
            <p:nvPr/>
          </p:nvSpPr>
          <p:spPr>
            <a:xfrm>
              <a:off x="4308152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7" name="pl13337"/>
            <p:cNvSpPr/>
            <p:nvPr/>
          </p:nvSpPr>
          <p:spPr>
            <a:xfrm>
              <a:off x="4308152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8" name="pl13338"/>
            <p:cNvSpPr/>
            <p:nvPr/>
          </p:nvSpPr>
          <p:spPr>
            <a:xfrm>
              <a:off x="4294230" y="1135257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39" name="pl13339"/>
            <p:cNvSpPr/>
            <p:nvPr/>
          </p:nvSpPr>
          <p:spPr>
            <a:xfrm>
              <a:off x="4341761" y="1130504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40" name="pt13340"/>
            <p:cNvSpPr/>
            <p:nvPr/>
          </p:nvSpPr>
          <p:spPr>
            <a:xfrm>
              <a:off x="4229139" y="11377765"/>
              <a:ext cx="170789" cy="17078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1" name="pg13341"/>
            <p:cNvSpPr/>
            <p:nvPr/>
          </p:nvSpPr>
          <p:spPr>
            <a:xfrm>
              <a:off x="4619763" y="1183975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2" name="pt13342"/>
            <p:cNvSpPr/>
            <p:nvPr/>
          </p:nvSpPr>
          <p:spPr>
            <a:xfrm>
              <a:off x="4920338" y="121929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3" name="pg13343"/>
            <p:cNvSpPr/>
            <p:nvPr/>
          </p:nvSpPr>
          <p:spPr>
            <a:xfrm>
              <a:off x="4316065" y="113126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4" name="pg13344"/>
            <p:cNvSpPr/>
            <p:nvPr/>
          </p:nvSpPr>
          <p:spPr>
            <a:xfrm>
              <a:off x="4269201" y="1144649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5" name="pt13345"/>
            <p:cNvSpPr/>
            <p:nvPr/>
          </p:nvSpPr>
          <p:spPr>
            <a:xfrm>
              <a:off x="4324620" y="11457497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6" name="pt13346"/>
            <p:cNvSpPr/>
            <p:nvPr/>
          </p:nvSpPr>
          <p:spPr>
            <a:xfrm>
              <a:off x="4603702" y="11575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7" name="pt13347"/>
            <p:cNvSpPr/>
            <p:nvPr/>
          </p:nvSpPr>
          <p:spPr>
            <a:xfrm>
              <a:off x="4287874" y="114006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8" name="pt13348"/>
            <p:cNvSpPr/>
            <p:nvPr/>
          </p:nvSpPr>
          <p:spPr>
            <a:xfrm>
              <a:off x="4196846" y="123479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49" name="pt13349"/>
            <p:cNvSpPr/>
            <p:nvPr/>
          </p:nvSpPr>
          <p:spPr>
            <a:xfrm>
              <a:off x="3680162" y="114673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0" name="pt13350"/>
            <p:cNvSpPr/>
            <p:nvPr/>
          </p:nvSpPr>
          <p:spPr>
            <a:xfrm>
              <a:off x="4691478" y="116287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1" name="pt13351"/>
            <p:cNvSpPr/>
            <p:nvPr/>
          </p:nvSpPr>
          <p:spPr>
            <a:xfrm>
              <a:off x="4017676" y="119672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2" name="pt13352"/>
            <p:cNvSpPr/>
            <p:nvPr/>
          </p:nvSpPr>
          <p:spPr>
            <a:xfrm>
              <a:off x="4009705" y="118812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3" name="pl13353"/>
            <p:cNvSpPr/>
            <p:nvPr/>
          </p:nvSpPr>
          <p:spPr>
            <a:xfrm>
              <a:off x="4244626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4" name="pl13354"/>
            <p:cNvSpPr/>
            <p:nvPr/>
          </p:nvSpPr>
          <p:spPr>
            <a:xfrm>
              <a:off x="4244626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5" name="pl13355"/>
            <p:cNvSpPr/>
            <p:nvPr/>
          </p:nvSpPr>
          <p:spPr>
            <a:xfrm>
              <a:off x="4230704" y="1145474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6" name="pl13356"/>
            <p:cNvSpPr/>
            <p:nvPr/>
          </p:nvSpPr>
          <p:spPr>
            <a:xfrm>
              <a:off x="4278235" y="1140721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57" name="pt13357"/>
            <p:cNvSpPr/>
            <p:nvPr/>
          </p:nvSpPr>
          <p:spPr>
            <a:xfrm>
              <a:off x="4342662" y="11354994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8" name="pt13358"/>
            <p:cNvSpPr/>
            <p:nvPr/>
          </p:nvSpPr>
          <p:spPr>
            <a:xfrm>
              <a:off x="4303108" y="11418329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59" name="pt13359"/>
            <p:cNvSpPr/>
            <p:nvPr/>
          </p:nvSpPr>
          <p:spPr>
            <a:xfrm>
              <a:off x="4787466" y="115214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0" name="pt13360"/>
            <p:cNvSpPr/>
            <p:nvPr/>
          </p:nvSpPr>
          <p:spPr>
            <a:xfrm>
              <a:off x="4465734" y="1221867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1" name="pt13361"/>
            <p:cNvSpPr/>
            <p:nvPr/>
          </p:nvSpPr>
          <p:spPr>
            <a:xfrm>
              <a:off x="5075291" y="112351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2" name="pt13362"/>
            <p:cNvSpPr/>
            <p:nvPr/>
          </p:nvSpPr>
          <p:spPr>
            <a:xfrm>
              <a:off x="4237849" y="109139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3" name="pt13363"/>
            <p:cNvSpPr/>
            <p:nvPr/>
          </p:nvSpPr>
          <p:spPr>
            <a:xfrm>
              <a:off x="4467879" y="1194762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4" name="pl13364"/>
            <p:cNvSpPr/>
            <p:nvPr/>
          </p:nvSpPr>
          <p:spPr>
            <a:xfrm>
              <a:off x="4467879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5" name="pl13365"/>
            <p:cNvSpPr/>
            <p:nvPr/>
          </p:nvSpPr>
          <p:spPr>
            <a:xfrm>
              <a:off x="4467879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66" name="pg13366"/>
            <p:cNvSpPr/>
            <p:nvPr/>
          </p:nvSpPr>
          <p:spPr>
            <a:xfrm>
              <a:off x="4821731" y="121593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7" name="pt13367"/>
            <p:cNvSpPr/>
            <p:nvPr/>
          </p:nvSpPr>
          <p:spPr>
            <a:xfrm>
              <a:off x="4604155" y="117805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8" name="pt13368"/>
            <p:cNvSpPr/>
            <p:nvPr/>
          </p:nvSpPr>
          <p:spPr>
            <a:xfrm>
              <a:off x="4047189" y="119355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69" name="pt13369"/>
            <p:cNvSpPr/>
            <p:nvPr/>
          </p:nvSpPr>
          <p:spPr>
            <a:xfrm>
              <a:off x="5127120" y="113629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0" name="pt13370"/>
            <p:cNvSpPr/>
            <p:nvPr/>
          </p:nvSpPr>
          <p:spPr>
            <a:xfrm>
              <a:off x="3843519" y="120606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1" name="pt13371"/>
            <p:cNvSpPr/>
            <p:nvPr/>
          </p:nvSpPr>
          <p:spPr>
            <a:xfrm>
              <a:off x="4031718" y="10947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2" name="pt13372"/>
            <p:cNvSpPr/>
            <p:nvPr/>
          </p:nvSpPr>
          <p:spPr>
            <a:xfrm>
              <a:off x="4349340" y="11319205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3" name="pt13373"/>
            <p:cNvSpPr/>
            <p:nvPr/>
          </p:nvSpPr>
          <p:spPr>
            <a:xfrm>
              <a:off x="4632682" y="115506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4" name="pg13374"/>
            <p:cNvSpPr/>
            <p:nvPr/>
          </p:nvSpPr>
          <p:spPr>
            <a:xfrm>
              <a:off x="4455994" y="1193121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5" name="pt13375"/>
            <p:cNvSpPr/>
            <p:nvPr/>
          </p:nvSpPr>
          <p:spPr>
            <a:xfrm>
              <a:off x="4663338" y="115571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6" name="pt13376"/>
            <p:cNvSpPr/>
            <p:nvPr/>
          </p:nvSpPr>
          <p:spPr>
            <a:xfrm>
              <a:off x="4694290" y="123429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7" name="pg13377"/>
            <p:cNvSpPr/>
            <p:nvPr/>
          </p:nvSpPr>
          <p:spPr>
            <a:xfrm>
              <a:off x="4809552" y="1098308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8" name="pt13378"/>
            <p:cNvSpPr/>
            <p:nvPr/>
          </p:nvSpPr>
          <p:spPr>
            <a:xfrm>
              <a:off x="4881491" y="110518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79" name="pt13379"/>
            <p:cNvSpPr/>
            <p:nvPr/>
          </p:nvSpPr>
          <p:spPr>
            <a:xfrm>
              <a:off x="3925421" y="121612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0" name="pt13380"/>
            <p:cNvSpPr/>
            <p:nvPr/>
          </p:nvSpPr>
          <p:spPr>
            <a:xfrm>
              <a:off x="4404075" y="118693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1" name="pl13381"/>
            <p:cNvSpPr/>
            <p:nvPr/>
          </p:nvSpPr>
          <p:spPr>
            <a:xfrm>
              <a:off x="4437182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2" name="pl13382"/>
            <p:cNvSpPr/>
            <p:nvPr/>
          </p:nvSpPr>
          <p:spPr>
            <a:xfrm>
              <a:off x="4437182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83" name="pt13383"/>
            <p:cNvSpPr/>
            <p:nvPr/>
          </p:nvSpPr>
          <p:spPr>
            <a:xfrm>
              <a:off x="4441307" y="11859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4" name="pt13384"/>
            <p:cNvSpPr/>
            <p:nvPr/>
          </p:nvSpPr>
          <p:spPr>
            <a:xfrm>
              <a:off x="4638411" y="115961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5" name="pt13385"/>
            <p:cNvSpPr/>
            <p:nvPr/>
          </p:nvSpPr>
          <p:spPr>
            <a:xfrm>
              <a:off x="4001238" y="119163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6" name="pt13386"/>
            <p:cNvSpPr/>
            <p:nvPr/>
          </p:nvSpPr>
          <p:spPr>
            <a:xfrm>
              <a:off x="4537467" y="10835451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7" name="pt13387"/>
            <p:cNvSpPr/>
            <p:nvPr/>
          </p:nvSpPr>
          <p:spPr>
            <a:xfrm>
              <a:off x="4378565" y="1139316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8" name="pt13388"/>
            <p:cNvSpPr/>
            <p:nvPr/>
          </p:nvSpPr>
          <p:spPr>
            <a:xfrm>
              <a:off x="4598781" y="1178443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89" name="pt13389"/>
            <p:cNvSpPr/>
            <p:nvPr/>
          </p:nvSpPr>
          <p:spPr>
            <a:xfrm>
              <a:off x="4591212" y="1181786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0" name="pt13390"/>
            <p:cNvSpPr/>
            <p:nvPr/>
          </p:nvSpPr>
          <p:spPr>
            <a:xfrm>
              <a:off x="4476852" y="108870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1" name="pt13391"/>
            <p:cNvSpPr/>
            <p:nvPr/>
          </p:nvSpPr>
          <p:spPr>
            <a:xfrm>
              <a:off x="4361670" y="1139451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2" name="pt13392"/>
            <p:cNvSpPr/>
            <p:nvPr/>
          </p:nvSpPr>
          <p:spPr>
            <a:xfrm>
              <a:off x="4295068" y="11429882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3" name="pt13393"/>
            <p:cNvSpPr/>
            <p:nvPr/>
          </p:nvSpPr>
          <p:spPr>
            <a:xfrm>
              <a:off x="4836928" y="118372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4" name="pl13394"/>
            <p:cNvSpPr/>
            <p:nvPr/>
          </p:nvSpPr>
          <p:spPr>
            <a:xfrm>
              <a:off x="4595674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5" name="pl13395"/>
            <p:cNvSpPr/>
            <p:nvPr/>
          </p:nvSpPr>
          <p:spPr>
            <a:xfrm>
              <a:off x="4595674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6" name="pl13396"/>
            <p:cNvSpPr/>
            <p:nvPr/>
          </p:nvSpPr>
          <p:spPr>
            <a:xfrm>
              <a:off x="4585560" y="11647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7" name="pl13397"/>
            <p:cNvSpPr/>
            <p:nvPr/>
          </p:nvSpPr>
          <p:spPr>
            <a:xfrm>
              <a:off x="4620090" y="11612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98" name="pt13398"/>
            <p:cNvSpPr/>
            <p:nvPr/>
          </p:nvSpPr>
          <p:spPr>
            <a:xfrm>
              <a:off x="4243410" y="1143064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399" name="pt13399"/>
            <p:cNvSpPr/>
            <p:nvPr/>
          </p:nvSpPr>
          <p:spPr>
            <a:xfrm>
              <a:off x="4305444" y="11386990"/>
              <a:ext cx="74834" cy="7483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0" name="pg13400"/>
            <p:cNvSpPr/>
            <p:nvPr/>
          </p:nvSpPr>
          <p:spPr>
            <a:xfrm>
              <a:off x="4623316" y="115645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1" name="pt13401"/>
            <p:cNvSpPr/>
            <p:nvPr/>
          </p:nvSpPr>
          <p:spPr>
            <a:xfrm>
              <a:off x="4213765" y="12277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2" name="pt13402"/>
            <p:cNvSpPr/>
            <p:nvPr/>
          </p:nvSpPr>
          <p:spPr>
            <a:xfrm>
              <a:off x="4283480" y="11446330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3" name="pt13403"/>
            <p:cNvSpPr/>
            <p:nvPr/>
          </p:nvSpPr>
          <p:spPr>
            <a:xfrm>
              <a:off x="4488348" y="122168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4" name="pg13404"/>
            <p:cNvSpPr/>
            <p:nvPr/>
          </p:nvSpPr>
          <p:spPr>
            <a:xfrm>
              <a:off x="3988798" y="11889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5" name="pt13405"/>
            <p:cNvSpPr/>
            <p:nvPr/>
          </p:nvSpPr>
          <p:spPr>
            <a:xfrm>
              <a:off x="4285059" y="113667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6" name="pt13406"/>
            <p:cNvSpPr/>
            <p:nvPr/>
          </p:nvSpPr>
          <p:spPr>
            <a:xfrm>
              <a:off x="4309656" y="11416749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7" name="pt13407"/>
            <p:cNvSpPr/>
            <p:nvPr/>
          </p:nvSpPr>
          <p:spPr>
            <a:xfrm>
              <a:off x="4048852" y="119203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8" name="pt13408"/>
            <p:cNvSpPr/>
            <p:nvPr/>
          </p:nvSpPr>
          <p:spPr>
            <a:xfrm>
              <a:off x="3995943" y="1187350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09" name="pt13409"/>
            <p:cNvSpPr/>
            <p:nvPr/>
          </p:nvSpPr>
          <p:spPr>
            <a:xfrm>
              <a:off x="4318618" y="11426184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0" name="pt13410"/>
            <p:cNvSpPr/>
            <p:nvPr/>
          </p:nvSpPr>
          <p:spPr>
            <a:xfrm>
              <a:off x="3924734" y="12183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1" name="pt13411"/>
            <p:cNvSpPr/>
            <p:nvPr/>
          </p:nvSpPr>
          <p:spPr>
            <a:xfrm>
              <a:off x="4609063" y="11790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2" name="pt13412"/>
            <p:cNvSpPr/>
            <p:nvPr/>
          </p:nvSpPr>
          <p:spPr>
            <a:xfrm>
              <a:off x="4659327" y="109256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3" name="pt13413"/>
            <p:cNvSpPr/>
            <p:nvPr/>
          </p:nvSpPr>
          <p:spPr>
            <a:xfrm>
              <a:off x="3981910" y="117114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4" name="pt13414"/>
            <p:cNvSpPr/>
            <p:nvPr/>
          </p:nvSpPr>
          <p:spPr>
            <a:xfrm>
              <a:off x="4476554" y="120271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5" name="pt13415"/>
            <p:cNvSpPr/>
            <p:nvPr/>
          </p:nvSpPr>
          <p:spPr>
            <a:xfrm>
              <a:off x="4430486" y="11843474"/>
              <a:ext cx="67219" cy="67219"/>
            </a:xfrm>
            <a:prstGeom prst="ellipse">
              <a:avLst/>
            </a:pr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6" name="pt13416"/>
            <p:cNvSpPr/>
            <p:nvPr/>
          </p:nvSpPr>
          <p:spPr>
            <a:xfrm>
              <a:off x="4342348" y="11358718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17" name="pl13417"/>
            <p:cNvSpPr/>
            <p:nvPr/>
          </p:nvSpPr>
          <p:spPr>
            <a:xfrm>
              <a:off x="3913979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8" name="pl13418"/>
            <p:cNvSpPr/>
            <p:nvPr/>
          </p:nvSpPr>
          <p:spPr>
            <a:xfrm>
              <a:off x="3913979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19" name="pl13419"/>
            <p:cNvSpPr/>
            <p:nvPr/>
          </p:nvSpPr>
          <p:spPr>
            <a:xfrm>
              <a:off x="3903865" y="1104086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0" name="pl13420"/>
            <p:cNvSpPr/>
            <p:nvPr/>
          </p:nvSpPr>
          <p:spPr>
            <a:xfrm>
              <a:off x="3938395" y="110063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21" name="pt13421"/>
            <p:cNvSpPr/>
            <p:nvPr/>
          </p:nvSpPr>
          <p:spPr>
            <a:xfrm>
              <a:off x="4280975" y="1136790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2" name="pt13422"/>
            <p:cNvSpPr/>
            <p:nvPr/>
          </p:nvSpPr>
          <p:spPr>
            <a:xfrm>
              <a:off x="4644292" y="12212071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3" name="pg13423"/>
            <p:cNvSpPr/>
            <p:nvPr/>
          </p:nvSpPr>
          <p:spPr>
            <a:xfrm>
              <a:off x="4427517" y="1183214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4" name="pt13424"/>
            <p:cNvSpPr/>
            <p:nvPr/>
          </p:nvSpPr>
          <p:spPr>
            <a:xfrm>
              <a:off x="4367248" y="113928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5" name="pt13425"/>
            <p:cNvSpPr/>
            <p:nvPr/>
          </p:nvSpPr>
          <p:spPr>
            <a:xfrm>
              <a:off x="4286355" y="11447732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6" name="pt13426"/>
            <p:cNvSpPr/>
            <p:nvPr/>
          </p:nvSpPr>
          <p:spPr>
            <a:xfrm>
              <a:off x="4608349" y="115786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7" name="pt13427"/>
            <p:cNvSpPr/>
            <p:nvPr/>
          </p:nvSpPr>
          <p:spPr>
            <a:xfrm>
              <a:off x="4455943" y="11945657"/>
              <a:ext cx="74834" cy="7483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8" name="pg13428"/>
            <p:cNvSpPr/>
            <p:nvPr/>
          </p:nvSpPr>
          <p:spPr>
            <a:xfrm>
              <a:off x="4223967" y="1087210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29" name="pt13429"/>
            <p:cNvSpPr/>
            <p:nvPr/>
          </p:nvSpPr>
          <p:spPr>
            <a:xfrm>
              <a:off x="4621824" y="11930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0" name="pt13430"/>
            <p:cNvSpPr/>
            <p:nvPr/>
          </p:nvSpPr>
          <p:spPr>
            <a:xfrm>
              <a:off x="4301329" y="11415058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1" name="pt13431"/>
            <p:cNvSpPr/>
            <p:nvPr/>
          </p:nvSpPr>
          <p:spPr>
            <a:xfrm>
              <a:off x="4201140" y="11493817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2" name="pt13432"/>
            <p:cNvSpPr/>
            <p:nvPr/>
          </p:nvSpPr>
          <p:spPr>
            <a:xfrm>
              <a:off x="3695888" y="11633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3" name="pt13433"/>
            <p:cNvSpPr/>
            <p:nvPr/>
          </p:nvSpPr>
          <p:spPr>
            <a:xfrm>
              <a:off x="4283675" y="11463087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4" name="pt13434"/>
            <p:cNvSpPr/>
            <p:nvPr/>
          </p:nvSpPr>
          <p:spPr>
            <a:xfrm>
              <a:off x="4743757" y="115418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5" name="pt13435"/>
            <p:cNvSpPr/>
            <p:nvPr/>
          </p:nvSpPr>
          <p:spPr>
            <a:xfrm>
              <a:off x="4515590" y="1172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6" name="pt13436"/>
            <p:cNvSpPr/>
            <p:nvPr/>
          </p:nvSpPr>
          <p:spPr>
            <a:xfrm>
              <a:off x="3661754" y="116439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7" name="pt13437"/>
            <p:cNvSpPr/>
            <p:nvPr/>
          </p:nvSpPr>
          <p:spPr>
            <a:xfrm>
              <a:off x="4585594" y="117472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8" name="pt13438"/>
            <p:cNvSpPr/>
            <p:nvPr/>
          </p:nvSpPr>
          <p:spPr>
            <a:xfrm>
              <a:off x="3728660" y="11355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39" name="pg13439"/>
            <p:cNvSpPr/>
            <p:nvPr/>
          </p:nvSpPr>
          <p:spPr>
            <a:xfrm>
              <a:off x="4590984" y="1162097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0" name="pt13440"/>
            <p:cNvSpPr/>
            <p:nvPr/>
          </p:nvSpPr>
          <p:spPr>
            <a:xfrm>
              <a:off x="4815771" y="121449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1" name="pg13441"/>
            <p:cNvSpPr/>
            <p:nvPr/>
          </p:nvSpPr>
          <p:spPr>
            <a:xfrm>
              <a:off x="4273058" y="114315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2" name="pt13442"/>
            <p:cNvSpPr/>
            <p:nvPr/>
          </p:nvSpPr>
          <p:spPr>
            <a:xfrm>
              <a:off x="4276330" y="11385215"/>
              <a:ext cx="48833" cy="48833"/>
            </a:xfrm>
            <a:prstGeom prst="ellipse">
              <a:avLst/>
            </a:prstGeom>
            <a:solidFill>
              <a:srgbClr val="7570B3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3" name="pt13443"/>
            <p:cNvSpPr/>
            <p:nvPr/>
          </p:nvSpPr>
          <p:spPr>
            <a:xfrm>
              <a:off x="3815947" y="111066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4" name="pt13444"/>
            <p:cNvSpPr/>
            <p:nvPr/>
          </p:nvSpPr>
          <p:spPr>
            <a:xfrm>
              <a:off x="5031077" y="113357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5" name="pt13445"/>
            <p:cNvSpPr/>
            <p:nvPr/>
          </p:nvSpPr>
          <p:spPr>
            <a:xfrm>
              <a:off x="4675725" y="1160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6" name="pt13446"/>
            <p:cNvSpPr/>
            <p:nvPr/>
          </p:nvSpPr>
          <p:spPr>
            <a:xfrm>
              <a:off x="4468705" y="1199118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7" name="pt13447"/>
            <p:cNvSpPr/>
            <p:nvPr/>
          </p:nvSpPr>
          <p:spPr>
            <a:xfrm>
              <a:off x="3981187" y="11719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8" name="pt13448"/>
            <p:cNvSpPr/>
            <p:nvPr/>
          </p:nvSpPr>
          <p:spPr>
            <a:xfrm>
              <a:off x="4389530" y="114354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49" name="pl13449"/>
            <p:cNvSpPr/>
            <p:nvPr/>
          </p:nvSpPr>
          <p:spPr>
            <a:xfrm>
              <a:off x="4365780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0" name="pl13450"/>
            <p:cNvSpPr/>
            <p:nvPr/>
          </p:nvSpPr>
          <p:spPr>
            <a:xfrm>
              <a:off x="4365780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1" name="pl13451"/>
            <p:cNvSpPr/>
            <p:nvPr/>
          </p:nvSpPr>
          <p:spPr>
            <a:xfrm>
              <a:off x="4355667" y="114107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2" name="pl13452"/>
            <p:cNvSpPr/>
            <p:nvPr/>
          </p:nvSpPr>
          <p:spPr>
            <a:xfrm>
              <a:off x="4390197" y="113762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3" name="pl13453"/>
            <p:cNvSpPr/>
            <p:nvPr/>
          </p:nvSpPr>
          <p:spPr>
            <a:xfrm>
              <a:off x="4288909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4" name="pl13454"/>
            <p:cNvSpPr/>
            <p:nvPr/>
          </p:nvSpPr>
          <p:spPr>
            <a:xfrm>
              <a:off x="4288909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5" name="pl13455"/>
            <p:cNvSpPr/>
            <p:nvPr/>
          </p:nvSpPr>
          <p:spPr>
            <a:xfrm>
              <a:off x="4278795" y="113803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6" name="pl13456"/>
            <p:cNvSpPr/>
            <p:nvPr/>
          </p:nvSpPr>
          <p:spPr>
            <a:xfrm>
              <a:off x="4313326" y="113458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7" name="pl13457"/>
            <p:cNvSpPr/>
            <p:nvPr/>
          </p:nvSpPr>
          <p:spPr>
            <a:xfrm>
              <a:off x="4595819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8" name="pl13458"/>
            <p:cNvSpPr/>
            <p:nvPr/>
          </p:nvSpPr>
          <p:spPr>
            <a:xfrm>
              <a:off x="4595819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59" name="pt13459"/>
            <p:cNvSpPr/>
            <p:nvPr/>
          </p:nvSpPr>
          <p:spPr>
            <a:xfrm>
              <a:off x="4614397" y="1157446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0" name="pl13460"/>
            <p:cNvSpPr/>
            <p:nvPr/>
          </p:nvSpPr>
          <p:spPr>
            <a:xfrm>
              <a:off x="4614397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1" name="pl13461"/>
            <p:cNvSpPr/>
            <p:nvPr/>
          </p:nvSpPr>
          <p:spPr>
            <a:xfrm>
              <a:off x="4614397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62" name="pt13462"/>
            <p:cNvSpPr/>
            <p:nvPr/>
          </p:nvSpPr>
          <p:spPr>
            <a:xfrm>
              <a:off x="5068031" y="120174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3" name="pt13463"/>
            <p:cNvSpPr/>
            <p:nvPr/>
          </p:nvSpPr>
          <p:spPr>
            <a:xfrm>
              <a:off x="5130794" y="114585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4" name="pt13464"/>
            <p:cNvSpPr/>
            <p:nvPr/>
          </p:nvSpPr>
          <p:spPr>
            <a:xfrm>
              <a:off x="4273343" y="11456415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5" name="pt13465"/>
            <p:cNvSpPr/>
            <p:nvPr/>
          </p:nvSpPr>
          <p:spPr>
            <a:xfrm>
              <a:off x="4570704" y="116165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6" name="pt13466"/>
            <p:cNvSpPr/>
            <p:nvPr/>
          </p:nvSpPr>
          <p:spPr>
            <a:xfrm>
              <a:off x="4606828" y="118141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7" name="pg13467"/>
            <p:cNvSpPr/>
            <p:nvPr/>
          </p:nvSpPr>
          <p:spPr>
            <a:xfrm>
              <a:off x="4265271" y="1137261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8" name="pt13468"/>
            <p:cNvSpPr/>
            <p:nvPr/>
          </p:nvSpPr>
          <p:spPr>
            <a:xfrm>
              <a:off x="3676015" y="1163176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69" name="pt13469"/>
            <p:cNvSpPr/>
            <p:nvPr/>
          </p:nvSpPr>
          <p:spPr>
            <a:xfrm>
              <a:off x="4900422" y="117819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0" name="pt13470"/>
            <p:cNvSpPr/>
            <p:nvPr/>
          </p:nvSpPr>
          <p:spPr>
            <a:xfrm>
              <a:off x="4683244" y="116248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1" name="pt13471"/>
            <p:cNvSpPr/>
            <p:nvPr/>
          </p:nvSpPr>
          <p:spPr>
            <a:xfrm>
              <a:off x="4473732" y="12160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2" name="pt13472"/>
            <p:cNvSpPr/>
            <p:nvPr/>
          </p:nvSpPr>
          <p:spPr>
            <a:xfrm>
              <a:off x="4474206" y="1188781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3" name="pt13473"/>
            <p:cNvSpPr/>
            <p:nvPr/>
          </p:nvSpPr>
          <p:spPr>
            <a:xfrm>
              <a:off x="4287646" y="11407750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4" name="pt13474"/>
            <p:cNvSpPr/>
            <p:nvPr/>
          </p:nvSpPr>
          <p:spPr>
            <a:xfrm>
              <a:off x="3735188" y="118782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5" name="pt13475"/>
            <p:cNvSpPr/>
            <p:nvPr/>
          </p:nvSpPr>
          <p:spPr>
            <a:xfrm>
              <a:off x="3999320" y="11885155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6" name="pt13476"/>
            <p:cNvSpPr/>
            <p:nvPr/>
          </p:nvSpPr>
          <p:spPr>
            <a:xfrm>
              <a:off x="4941576" y="11089112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7" name="pt13477"/>
            <p:cNvSpPr/>
            <p:nvPr/>
          </p:nvSpPr>
          <p:spPr>
            <a:xfrm>
              <a:off x="4313938" y="11412857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8" name="pt13478"/>
            <p:cNvSpPr/>
            <p:nvPr/>
          </p:nvSpPr>
          <p:spPr>
            <a:xfrm>
              <a:off x="4315380" y="1129454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79" name="pt13479"/>
            <p:cNvSpPr/>
            <p:nvPr/>
          </p:nvSpPr>
          <p:spPr>
            <a:xfrm>
              <a:off x="4331941" y="11373044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0" name="pt13480"/>
            <p:cNvSpPr/>
            <p:nvPr/>
          </p:nvSpPr>
          <p:spPr>
            <a:xfrm>
              <a:off x="4322186" y="11448178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1" name="pt13481"/>
            <p:cNvSpPr/>
            <p:nvPr/>
          </p:nvSpPr>
          <p:spPr>
            <a:xfrm>
              <a:off x="4349459" y="1142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2" name="pt13482"/>
            <p:cNvSpPr/>
            <p:nvPr/>
          </p:nvSpPr>
          <p:spPr>
            <a:xfrm>
              <a:off x="4480580" y="12215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3" name="pt13483"/>
            <p:cNvSpPr/>
            <p:nvPr/>
          </p:nvSpPr>
          <p:spPr>
            <a:xfrm>
              <a:off x="4325404" y="11350705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4" name="pt13484"/>
            <p:cNvSpPr/>
            <p:nvPr/>
          </p:nvSpPr>
          <p:spPr>
            <a:xfrm>
              <a:off x="4460245" y="12220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5" name="pt13485"/>
            <p:cNvSpPr/>
            <p:nvPr/>
          </p:nvSpPr>
          <p:spPr>
            <a:xfrm>
              <a:off x="4305032" y="11417059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6" name="pt13486"/>
            <p:cNvSpPr/>
            <p:nvPr/>
          </p:nvSpPr>
          <p:spPr>
            <a:xfrm>
              <a:off x="4253524" y="11348577"/>
              <a:ext cx="85604" cy="8560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7" name="pt13487"/>
            <p:cNvSpPr/>
            <p:nvPr/>
          </p:nvSpPr>
          <p:spPr>
            <a:xfrm>
              <a:off x="4285073" y="11453544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8" name="pt13488"/>
            <p:cNvSpPr/>
            <p:nvPr/>
          </p:nvSpPr>
          <p:spPr>
            <a:xfrm>
              <a:off x="4834469" y="121600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89" name="pt13489"/>
            <p:cNvSpPr/>
            <p:nvPr/>
          </p:nvSpPr>
          <p:spPr>
            <a:xfrm>
              <a:off x="5000498" y="11695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0" name="pt13490"/>
            <p:cNvSpPr/>
            <p:nvPr/>
          </p:nvSpPr>
          <p:spPr>
            <a:xfrm>
              <a:off x="4598113" y="116333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1" name="pg13491"/>
            <p:cNvSpPr/>
            <p:nvPr/>
          </p:nvSpPr>
          <p:spPr>
            <a:xfrm>
              <a:off x="4290870" y="1133052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2" name="pt13492"/>
            <p:cNvSpPr/>
            <p:nvPr/>
          </p:nvSpPr>
          <p:spPr>
            <a:xfrm>
              <a:off x="5150902" y="118440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3" name="pt13493"/>
            <p:cNvSpPr/>
            <p:nvPr/>
          </p:nvSpPr>
          <p:spPr>
            <a:xfrm>
              <a:off x="4587531" y="116362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4" name="pt13494"/>
            <p:cNvSpPr/>
            <p:nvPr/>
          </p:nvSpPr>
          <p:spPr>
            <a:xfrm>
              <a:off x="4487705" y="118555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5" name="pt13495"/>
            <p:cNvSpPr/>
            <p:nvPr/>
          </p:nvSpPr>
          <p:spPr>
            <a:xfrm>
              <a:off x="4200437" y="11398362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6" name="pt13496"/>
            <p:cNvSpPr/>
            <p:nvPr/>
          </p:nvSpPr>
          <p:spPr>
            <a:xfrm>
              <a:off x="4211191" y="11402941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7" name="pt13497"/>
            <p:cNvSpPr/>
            <p:nvPr/>
          </p:nvSpPr>
          <p:spPr>
            <a:xfrm>
              <a:off x="4353105" y="1140332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498" name="pl13498"/>
            <p:cNvSpPr/>
            <p:nvPr/>
          </p:nvSpPr>
          <p:spPr>
            <a:xfrm>
              <a:off x="4458236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499" name="pl13499"/>
            <p:cNvSpPr/>
            <p:nvPr/>
          </p:nvSpPr>
          <p:spPr>
            <a:xfrm>
              <a:off x="4458236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0" name="pt13500"/>
            <p:cNvSpPr/>
            <p:nvPr/>
          </p:nvSpPr>
          <p:spPr>
            <a:xfrm>
              <a:off x="4990552" y="1169303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1" name="pt13501"/>
            <p:cNvSpPr/>
            <p:nvPr/>
          </p:nvSpPr>
          <p:spPr>
            <a:xfrm>
              <a:off x="4490959" y="11962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2" name="pt13502"/>
            <p:cNvSpPr/>
            <p:nvPr/>
          </p:nvSpPr>
          <p:spPr>
            <a:xfrm>
              <a:off x="4199551" y="12357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3" name="pt13503"/>
            <p:cNvSpPr/>
            <p:nvPr/>
          </p:nvSpPr>
          <p:spPr>
            <a:xfrm>
              <a:off x="4307877" y="11421916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4" name="pt13504"/>
            <p:cNvSpPr/>
            <p:nvPr/>
          </p:nvSpPr>
          <p:spPr>
            <a:xfrm>
              <a:off x="5127355" y="113822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5" name="pt13505"/>
            <p:cNvSpPr/>
            <p:nvPr/>
          </p:nvSpPr>
          <p:spPr>
            <a:xfrm>
              <a:off x="4744673" y="1183654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6" name="pt13506"/>
            <p:cNvSpPr/>
            <p:nvPr/>
          </p:nvSpPr>
          <p:spPr>
            <a:xfrm>
              <a:off x="4290742" y="11390595"/>
              <a:ext cx="74834" cy="74834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7" name="pt13507"/>
            <p:cNvSpPr/>
            <p:nvPr/>
          </p:nvSpPr>
          <p:spPr>
            <a:xfrm>
              <a:off x="4037514" y="122719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08" name="pl13508"/>
            <p:cNvSpPr/>
            <p:nvPr/>
          </p:nvSpPr>
          <p:spPr>
            <a:xfrm>
              <a:off x="4939149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09" name="pl13509"/>
            <p:cNvSpPr/>
            <p:nvPr/>
          </p:nvSpPr>
          <p:spPr>
            <a:xfrm>
              <a:off x="4939149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10" name="pt13510"/>
            <p:cNvSpPr/>
            <p:nvPr/>
          </p:nvSpPr>
          <p:spPr>
            <a:xfrm>
              <a:off x="4286663" y="11378386"/>
              <a:ext cx="74834" cy="74834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1" name="pt13511"/>
            <p:cNvSpPr/>
            <p:nvPr/>
          </p:nvSpPr>
          <p:spPr>
            <a:xfrm>
              <a:off x="5103335" y="1188077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2" name="pt13512"/>
            <p:cNvSpPr/>
            <p:nvPr/>
          </p:nvSpPr>
          <p:spPr>
            <a:xfrm>
              <a:off x="4259564" y="1135472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3" name="pt13513"/>
            <p:cNvSpPr/>
            <p:nvPr/>
          </p:nvSpPr>
          <p:spPr>
            <a:xfrm>
              <a:off x="4935981" y="1108724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4" name="pt13514"/>
            <p:cNvSpPr/>
            <p:nvPr/>
          </p:nvSpPr>
          <p:spPr>
            <a:xfrm>
              <a:off x="4511380" y="11803276"/>
              <a:ext cx="67219" cy="67219"/>
            </a:xfrm>
            <a:prstGeom prst="ellipse">
              <a:avLst/>
            </a:prstGeom>
            <a:solidFill>
              <a:srgbClr val="1B9E77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5" name="pt13515"/>
            <p:cNvSpPr/>
            <p:nvPr/>
          </p:nvSpPr>
          <p:spPr>
            <a:xfrm>
              <a:off x="4661944" y="12216226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6" name="pt13516"/>
            <p:cNvSpPr/>
            <p:nvPr/>
          </p:nvSpPr>
          <p:spPr>
            <a:xfrm>
              <a:off x="4323290" y="11354312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7" name="pt13517"/>
            <p:cNvSpPr/>
            <p:nvPr/>
          </p:nvSpPr>
          <p:spPr>
            <a:xfrm>
              <a:off x="4224793" y="11396888"/>
              <a:ext cx="74834" cy="7483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8" name="pt13518"/>
            <p:cNvSpPr/>
            <p:nvPr/>
          </p:nvSpPr>
          <p:spPr>
            <a:xfrm>
              <a:off x="4504339" y="1184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19" name="pt13519"/>
            <p:cNvSpPr/>
            <p:nvPr/>
          </p:nvSpPr>
          <p:spPr>
            <a:xfrm>
              <a:off x="4616603" y="1177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0" name="pt13520"/>
            <p:cNvSpPr/>
            <p:nvPr/>
          </p:nvSpPr>
          <p:spPr>
            <a:xfrm>
              <a:off x="3670395" y="11819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1" name="pg13521"/>
            <p:cNvSpPr/>
            <p:nvPr/>
          </p:nvSpPr>
          <p:spPr>
            <a:xfrm>
              <a:off x="4337905" y="1134695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2" name="pt13522"/>
            <p:cNvSpPr/>
            <p:nvPr/>
          </p:nvSpPr>
          <p:spPr>
            <a:xfrm>
              <a:off x="4639444" y="11605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3" name="pt13523"/>
            <p:cNvSpPr/>
            <p:nvPr/>
          </p:nvSpPr>
          <p:spPr>
            <a:xfrm>
              <a:off x="4298514" y="11425801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4" name="pt13524"/>
            <p:cNvSpPr/>
            <p:nvPr/>
          </p:nvSpPr>
          <p:spPr>
            <a:xfrm>
              <a:off x="4939490" y="122043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5" name="pg13525"/>
            <p:cNvSpPr/>
            <p:nvPr/>
          </p:nvSpPr>
          <p:spPr>
            <a:xfrm>
              <a:off x="4867882" y="1170456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6" name="pt13526"/>
            <p:cNvSpPr/>
            <p:nvPr/>
          </p:nvSpPr>
          <p:spPr>
            <a:xfrm>
              <a:off x="4602727" y="115874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7" name="pg13527"/>
            <p:cNvSpPr/>
            <p:nvPr/>
          </p:nvSpPr>
          <p:spPr>
            <a:xfrm>
              <a:off x="4437092" y="11836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8" name="pg13528"/>
            <p:cNvSpPr/>
            <p:nvPr/>
          </p:nvSpPr>
          <p:spPr>
            <a:xfrm>
              <a:off x="4460540" y="118044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29" name="pt13529"/>
            <p:cNvSpPr/>
            <p:nvPr/>
          </p:nvSpPr>
          <p:spPr>
            <a:xfrm>
              <a:off x="4263836" y="1140761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30" name="pt13530"/>
            <p:cNvSpPr/>
            <p:nvPr/>
          </p:nvSpPr>
          <p:spPr>
            <a:xfrm>
              <a:off x="4360746" y="11411503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31" name="pt13531"/>
            <p:cNvSpPr/>
            <p:nvPr/>
          </p:nvSpPr>
          <p:spPr>
            <a:xfrm>
              <a:off x="3945423" y="121700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32" name="pt13532"/>
            <p:cNvSpPr/>
            <p:nvPr/>
          </p:nvSpPr>
          <p:spPr>
            <a:xfrm>
              <a:off x="4596897" y="115987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33" name="pt13533"/>
            <p:cNvSpPr/>
            <p:nvPr/>
          </p:nvSpPr>
          <p:spPr>
            <a:xfrm>
              <a:off x="4709559" y="123443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34" name="pl13534"/>
            <p:cNvSpPr/>
            <p:nvPr/>
          </p:nvSpPr>
          <p:spPr>
            <a:xfrm>
              <a:off x="3777353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4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5" name="pl13535"/>
            <p:cNvSpPr/>
            <p:nvPr/>
          </p:nvSpPr>
          <p:spPr>
            <a:xfrm>
              <a:off x="3777353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4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6" name="pl13536"/>
            <p:cNvSpPr/>
            <p:nvPr/>
          </p:nvSpPr>
          <p:spPr>
            <a:xfrm>
              <a:off x="3767239" y="12051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4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7" name="pl13537"/>
            <p:cNvSpPr/>
            <p:nvPr/>
          </p:nvSpPr>
          <p:spPr>
            <a:xfrm>
              <a:off x="3801770" y="1201688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4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8" name="pl13538"/>
            <p:cNvSpPr/>
            <p:nvPr/>
          </p:nvSpPr>
          <p:spPr>
            <a:xfrm>
              <a:off x="4217575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39" name="pl13539"/>
            <p:cNvSpPr/>
            <p:nvPr/>
          </p:nvSpPr>
          <p:spPr>
            <a:xfrm>
              <a:off x="4217575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0" name="pl13540"/>
            <p:cNvSpPr/>
            <p:nvPr/>
          </p:nvSpPr>
          <p:spPr>
            <a:xfrm>
              <a:off x="4207461" y="115105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1" name="pl13541"/>
            <p:cNvSpPr/>
            <p:nvPr/>
          </p:nvSpPr>
          <p:spPr>
            <a:xfrm>
              <a:off x="4241992" y="114759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42" name="pt13542"/>
            <p:cNvSpPr/>
            <p:nvPr/>
          </p:nvSpPr>
          <p:spPr>
            <a:xfrm>
              <a:off x="4269438" y="11401139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3" name="pt13543"/>
            <p:cNvSpPr/>
            <p:nvPr/>
          </p:nvSpPr>
          <p:spPr>
            <a:xfrm>
              <a:off x="4288475" y="11409362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4" name="pt13544"/>
            <p:cNvSpPr/>
            <p:nvPr/>
          </p:nvSpPr>
          <p:spPr>
            <a:xfrm>
              <a:off x="3997001" y="119029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5" name="pt13545"/>
            <p:cNvSpPr/>
            <p:nvPr/>
          </p:nvSpPr>
          <p:spPr>
            <a:xfrm>
              <a:off x="4343896" y="11327298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6" name="pt13546"/>
            <p:cNvSpPr/>
            <p:nvPr/>
          </p:nvSpPr>
          <p:spPr>
            <a:xfrm>
              <a:off x="4384005" y="11901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7" name="pt13547"/>
            <p:cNvSpPr/>
            <p:nvPr/>
          </p:nvSpPr>
          <p:spPr>
            <a:xfrm>
              <a:off x="4012025" y="119613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8" name="pt13548"/>
            <p:cNvSpPr/>
            <p:nvPr/>
          </p:nvSpPr>
          <p:spPr>
            <a:xfrm>
              <a:off x="5046518" y="120505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49" name="pt13549"/>
            <p:cNvSpPr/>
            <p:nvPr/>
          </p:nvSpPr>
          <p:spPr>
            <a:xfrm>
              <a:off x="4597182" y="11883468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0" name="pt13550"/>
            <p:cNvSpPr/>
            <p:nvPr/>
          </p:nvSpPr>
          <p:spPr>
            <a:xfrm>
              <a:off x="4866830" y="11884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1" name="pt13551"/>
            <p:cNvSpPr/>
            <p:nvPr/>
          </p:nvSpPr>
          <p:spPr>
            <a:xfrm>
              <a:off x="4250001" y="1144940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2" name="pt13552"/>
            <p:cNvSpPr/>
            <p:nvPr/>
          </p:nvSpPr>
          <p:spPr>
            <a:xfrm>
              <a:off x="3822459" y="111355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3" name="pt13553"/>
            <p:cNvSpPr/>
            <p:nvPr/>
          </p:nvSpPr>
          <p:spPr>
            <a:xfrm>
              <a:off x="4331661" y="11324683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4" name="pt13554"/>
            <p:cNvSpPr/>
            <p:nvPr/>
          </p:nvSpPr>
          <p:spPr>
            <a:xfrm>
              <a:off x="4119787" y="123145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5" name="pt13555"/>
            <p:cNvSpPr/>
            <p:nvPr/>
          </p:nvSpPr>
          <p:spPr>
            <a:xfrm>
              <a:off x="4325616" y="11454058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6" name="pt13556"/>
            <p:cNvSpPr/>
            <p:nvPr/>
          </p:nvSpPr>
          <p:spPr>
            <a:xfrm>
              <a:off x="4342567" y="114101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7" name="pt13557"/>
            <p:cNvSpPr/>
            <p:nvPr/>
          </p:nvSpPr>
          <p:spPr>
            <a:xfrm>
              <a:off x="3753747" y="119605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8" name="pt13558"/>
            <p:cNvSpPr/>
            <p:nvPr/>
          </p:nvSpPr>
          <p:spPr>
            <a:xfrm>
              <a:off x="4345217" y="114070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59" name="pt13559"/>
            <p:cNvSpPr/>
            <p:nvPr/>
          </p:nvSpPr>
          <p:spPr>
            <a:xfrm>
              <a:off x="3837444" y="1108858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0" name="pt13560"/>
            <p:cNvSpPr/>
            <p:nvPr/>
          </p:nvSpPr>
          <p:spPr>
            <a:xfrm>
              <a:off x="4598416" y="115912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1" name="pt13561"/>
            <p:cNvSpPr/>
            <p:nvPr/>
          </p:nvSpPr>
          <p:spPr>
            <a:xfrm>
              <a:off x="4247408" y="11454103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2" name="pt13562"/>
            <p:cNvSpPr/>
            <p:nvPr/>
          </p:nvSpPr>
          <p:spPr>
            <a:xfrm>
              <a:off x="4327408" y="11372203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3" name="pt13563"/>
            <p:cNvSpPr/>
            <p:nvPr/>
          </p:nvSpPr>
          <p:spPr>
            <a:xfrm>
              <a:off x="4241260" y="11443918"/>
              <a:ext cx="74834" cy="74834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4" name="pt13564"/>
            <p:cNvSpPr/>
            <p:nvPr/>
          </p:nvSpPr>
          <p:spPr>
            <a:xfrm>
              <a:off x="4644975" y="11860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5" name="pg13565"/>
            <p:cNvSpPr/>
            <p:nvPr/>
          </p:nvSpPr>
          <p:spPr>
            <a:xfrm>
              <a:off x="5168689" y="116494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6" name="pt13566"/>
            <p:cNvSpPr/>
            <p:nvPr/>
          </p:nvSpPr>
          <p:spPr>
            <a:xfrm>
              <a:off x="4839401" y="118556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7" name="pt13567"/>
            <p:cNvSpPr/>
            <p:nvPr/>
          </p:nvSpPr>
          <p:spPr>
            <a:xfrm>
              <a:off x="4665214" y="1158466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8" name="pt13568"/>
            <p:cNvSpPr/>
            <p:nvPr/>
          </p:nvSpPr>
          <p:spPr>
            <a:xfrm>
              <a:off x="4332845" y="11451268"/>
              <a:ext cx="48833" cy="48833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69" name="pt13569"/>
            <p:cNvSpPr/>
            <p:nvPr/>
          </p:nvSpPr>
          <p:spPr>
            <a:xfrm>
              <a:off x="3819794" y="11206007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0" name="pt13570"/>
            <p:cNvSpPr/>
            <p:nvPr/>
          </p:nvSpPr>
          <p:spPr>
            <a:xfrm>
              <a:off x="4269853" y="1135458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1" name="pt13571"/>
            <p:cNvSpPr/>
            <p:nvPr/>
          </p:nvSpPr>
          <p:spPr>
            <a:xfrm>
              <a:off x="4317360" y="11457643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2" name="pt13572"/>
            <p:cNvSpPr/>
            <p:nvPr/>
          </p:nvSpPr>
          <p:spPr>
            <a:xfrm>
              <a:off x="4644274" y="1160100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3" name="pt13573"/>
            <p:cNvSpPr/>
            <p:nvPr/>
          </p:nvSpPr>
          <p:spPr>
            <a:xfrm>
              <a:off x="4036022" y="119634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4" name="pt13574"/>
            <p:cNvSpPr/>
            <p:nvPr/>
          </p:nvSpPr>
          <p:spPr>
            <a:xfrm>
              <a:off x="4347994" y="11383381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5" name="pg13575"/>
            <p:cNvSpPr/>
            <p:nvPr/>
          </p:nvSpPr>
          <p:spPr>
            <a:xfrm>
              <a:off x="4207015" y="114421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6" name="pt13576"/>
            <p:cNvSpPr/>
            <p:nvPr/>
          </p:nvSpPr>
          <p:spPr>
            <a:xfrm>
              <a:off x="4630690" y="11579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7" name="pt13577"/>
            <p:cNvSpPr/>
            <p:nvPr/>
          </p:nvSpPr>
          <p:spPr>
            <a:xfrm>
              <a:off x="4626773" y="115973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8" name="pt13578"/>
            <p:cNvSpPr/>
            <p:nvPr/>
          </p:nvSpPr>
          <p:spPr>
            <a:xfrm>
              <a:off x="4329503" y="11368999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79" name="pt13579"/>
            <p:cNvSpPr/>
            <p:nvPr/>
          </p:nvSpPr>
          <p:spPr>
            <a:xfrm>
              <a:off x="4304439" y="1237028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0" name="pt13580"/>
            <p:cNvSpPr/>
            <p:nvPr/>
          </p:nvSpPr>
          <p:spPr>
            <a:xfrm>
              <a:off x="4631391" y="11588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1" name="pt13581"/>
            <p:cNvSpPr/>
            <p:nvPr/>
          </p:nvSpPr>
          <p:spPr>
            <a:xfrm>
              <a:off x="4269099" y="11391409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2" name="pt13582"/>
            <p:cNvSpPr/>
            <p:nvPr/>
          </p:nvSpPr>
          <p:spPr>
            <a:xfrm>
              <a:off x="4921682" y="122083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3" name="pt13583"/>
            <p:cNvSpPr/>
            <p:nvPr/>
          </p:nvSpPr>
          <p:spPr>
            <a:xfrm>
              <a:off x="4794750" y="115373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4" name="pt13584"/>
            <p:cNvSpPr/>
            <p:nvPr/>
          </p:nvSpPr>
          <p:spPr>
            <a:xfrm>
              <a:off x="4614627" y="117862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5" name="pt13585"/>
            <p:cNvSpPr/>
            <p:nvPr/>
          </p:nvSpPr>
          <p:spPr>
            <a:xfrm>
              <a:off x="4346168" y="114135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6" name="pt13586"/>
            <p:cNvSpPr/>
            <p:nvPr/>
          </p:nvSpPr>
          <p:spPr>
            <a:xfrm>
              <a:off x="4717970" y="1153928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7" name="pt13587"/>
            <p:cNvSpPr/>
            <p:nvPr/>
          </p:nvSpPr>
          <p:spPr>
            <a:xfrm>
              <a:off x="4347508" y="11415357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8" name="pt13588"/>
            <p:cNvSpPr/>
            <p:nvPr/>
          </p:nvSpPr>
          <p:spPr>
            <a:xfrm>
              <a:off x="4274188" y="11446364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89" name="pt13589"/>
            <p:cNvSpPr/>
            <p:nvPr/>
          </p:nvSpPr>
          <p:spPr>
            <a:xfrm>
              <a:off x="4879554" y="11758542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0" name="pt13590"/>
            <p:cNvSpPr/>
            <p:nvPr/>
          </p:nvSpPr>
          <p:spPr>
            <a:xfrm>
              <a:off x="4690541" y="11845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1" name="pt13591"/>
            <p:cNvSpPr/>
            <p:nvPr/>
          </p:nvSpPr>
          <p:spPr>
            <a:xfrm>
              <a:off x="4678305" y="115828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2" name="pt13592"/>
            <p:cNvSpPr/>
            <p:nvPr/>
          </p:nvSpPr>
          <p:spPr>
            <a:xfrm>
              <a:off x="4793861" y="1181253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3" name="pt13593"/>
            <p:cNvSpPr/>
            <p:nvPr/>
          </p:nvSpPr>
          <p:spPr>
            <a:xfrm>
              <a:off x="3804699" y="1120674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4" name="pt13594"/>
            <p:cNvSpPr/>
            <p:nvPr/>
          </p:nvSpPr>
          <p:spPr>
            <a:xfrm>
              <a:off x="4297885" y="11434897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595" name="pl13595"/>
            <p:cNvSpPr/>
            <p:nvPr/>
          </p:nvSpPr>
          <p:spPr>
            <a:xfrm>
              <a:off x="4454789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6" name="pl13596"/>
            <p:cNvSpPr/>
            <p:nvPr/>
          </p:nvSpPr>
          <p:spPr>
            <a:xfrm>
              <a:off x="4454789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7" name="pl13597"/>
            <p:cNvSpPr/>
            <p:nvPr/>
          </p:nvSpPr>
          <p:spPr>
            <a:xfrm>
              <a:off x="4616936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8" name="pl13598"/>
            <p:cNvSpPr/>
            <p:nvPr/>
          </p:nvSpPr>
          <p:spPr>
            <a:xfrm>
              <a:off x="4616936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599" name="pg13599"/>
            <p:cNvSpPr/>
            <p:nvPr/>
          </p:nvSpPr>
          <p:spPr>
            <a:xfrm>
              <a:off x="4238119" y="1138930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0" name="pg13600"/>
            <p:cNvSpPr/>
            <p:nvPr/>
          </p:nvSpPr>
          <p:spPr>
            <a:xfrm>
              <a:off x="4549148" y="1157188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1" name="pt13601"/>
            <p:cNvSpPr/>
            <p:nvPr/>
          </p:nvSpPr>
          <p:spPr>
            <a:xfrm>
              <a:off x="4008437" y="119346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2" name="pt13602"/>
            <p:cNvSpPr/>
            <p:nvPr/>
          </p:nvSpPr>
          <p:spPr>
            <a:xfrm>
              <a:off x="4267461" y="114132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3" name="pt13603"/>
            <p:cNvSpPr/>
            <p:nvPr/>
          </p:nvSpPr>
          <p:spPr>
            <a:xfrm>
              <a:off x="4291361" y="11409196"/>
              <a:ext cx="74834" cy="74834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4" name="pt13604"/>
            <p:cNvSpPr/>
            <p:nvPr/>
          </p:nvSpPr>
          <p:spPr>
            <a:xfrm>
              <a:off x="4284300" y="11442298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5" name="pt13605"/>
            <p:cNvSpPr/>
            <p:nvPr/>
          </p:nvSpPr>
          <p:spPr>
            <a:xfrm>
              <a:off x="4821812" y="118387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6" name="pt13606"/>
            <p:cNvSpPr/>
            <p:nvPr/>
          </p:nvSpPr>
          <p:spPr>
            <a:xfrm>
              <a:off x="4213337" y="122909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7" name="pt13607"/>
            <p:cNvSpPr/>
            <p:nvPr/>
          </p:nvSpPr>
          <p:spPr>
            <a:xfrm>
              <a:off x="4296920" y="11395958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8" name="pt13608"/>
            <p:cNvSpPr/>
            <p:nvPr/>
          </p:nvSpPr>
          <p:spPr>
            <a:xfrm>
              <a:off x="4345030" y="1140503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09" name="pt13609"/>
            <p:cNvSpPr/>
            <p:nvPr/>
          </p:nvSpPr>
          <p:spPr>
            <a:xfrm>
              <a:off x="4266060" y="1135251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0" name="pt13610"/>
            <p:cNvSpPr/>
            <p:nvPr/>
          </p:nvSpPr>
          <p:spPr>
            <a:xfrm>
              <a:off x="5172419" y="11557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1" name="pg13611"/>
            <p:cNvSpPr/>
            <p:nvPr/>
          </p:nvSpPr>
          <p:spPr>
            <a:xfrm>
              <a:off x="4596356" y="1156133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2" name="pl13612"/>
            <p:cNvSpPr/>
            <p:nvPr/>
          </p:nvSpPr>
          <p:spPr>
            <a:xfrm>
              <a:off x="4536414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3" name="pl13613"/>
            <p:cNvSpPr/>
            <p:nvPr/>
          </p:nvSpPr>
          <p:spPr>
            <a:xfrm>
              <a:off x="4536414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4" name="pl13614"/>
            <p:cNvSpPr/>
            <p:nvPr/>
          </p:nvSpPr>
          <p:spPr>
            <a:xfrm>
              <a:off x="4526300" y="108547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5" name="pl13615"/>
            <p:cNvSpPr/>
            <p:nvPr/>
          </p:nvSpPr>
          <p:spPr>
            <a:xfrm>
              <a:off x="4560831" y="108202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16" name="pt13616"/>
            <p:cNvSpPr/>
            <p:nvPr/>
          </p:nvSpPr>
          <p:spPr>
            <a:xfrm>
              <a:off x="4043309" y="122807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7" name="pt13617"/>
            <p:cNvSpPr/>
            <p:nvPr/>
          </p:nvSpPr>
          <p:spPr>
            <a:xfrm>
              <a:off x="4263935" y="1089684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8" name="pt13618"/>
            <p:cNvSpPr/>
            <p:nvPr/>
          </p:nvSpPr>
          <p:spPr>
            <a:xfrm>
              <a:off x="4645066" y="118422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19" name="pt13619"/>
            <p:cNvSpPr/>
            <p:nvPr/>
          </p:nvSpPr>
          <p:spPr>
            <a:xfrm>
              <a:off x="4592404" y="11679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0" name="pt13620"/>
            <p:cNvSpPr/>
            <p:nvPr/>
          </p:nvSpPr>
          <p:spPr>
            <a:xfrm>
              <a:off x="4732939" y="1159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1" name="pg13621"/>
            <p:cNvSpPr/>
            <p:nvPr/>
          </p:nvSpPr>
          <p:spPr>
            <a:xfrm>
              <a:off x="3619359" y="1163843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2" name="pt13622"/>
            <p:cNvSpPr/>
            <p:nvPr/>
          </p:nvSpPr>
          <p:spPr>
            <a:xfrm>
              <a:off x="4292276" y="11427357"/>
              <a:ext cx="67219" cy="67219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3" name="pt13623"/>
            <p:cNvSpPr/>
            <p:nvPr/>
          </p:nvSpPr>
          <p:spPr>
            <a:xfrm>
              <a:off x="3681012" y="118234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4" name="pt13624"/>
            <p:cNvSpPr/>
            <p:nvPr/>
          </p:nvSpPr>
          <p:spPr>
            <a:xfrm>
              <a:off x="5019330" y="1131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5" name="pt13625"/>
            <p:cNvSpPr/>
            <p:nvPr/>
          </p:nvSpPr>
          <p:spPr>
            <a:xfrm>
              <a:off x="4486105" y="122018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6" name="pt13626"/>
            <p:cNvSpPr/>
            <p:nvPr/>
          </p:nvSpPr>
          <p:spPr>
            <a:xfrm>
              <a:off x="4614987" y="116022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7" name="pt13627"/>
            <p:cNvSpPr/>
            <p:nvPr/>
          </p:nvSpPr>
          <p:spPr>
            <a:xfrm>
              <a:off x="3804456" y="111213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8" name="pt13628"/>
            <p:cNvSpPr/>
            <p:nvPr/>
          </p:nvSpPr>
          <p:spPr>
            <a:xfrm>
              <a:off x="3672820" y="11472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29" name="pt13629"/>
            <p:cNvSpPr/>
            <p:nvPr/>
          </p:nvSpPr>
          <p:spPr>
            <a:xfrm>
              <a:off x="4457024" y="1226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0" name="pg13630"/>
            <p:cNvSpPr/>
            <p:nvPr/>
          </p:nvSpPr>
          <p:spPr>
            <a:xfrm>
              <a:off x="3858916" y="117683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1" name="pt13631"/>
            <p:cNvSpPr/>
            <p:nvPr/>
          </p:nvSpPr>
          <p:spPr>
            <a:xfrm>
              <a:off x="5002331" y="111650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2" name="pt13632"/>
            <p:cNvSpPr/>
            <p:nvPr/>
          </p:nvSpPr>
          <p:spPr>
            <a:xfrm>
              <a:off x="3671511" y="116644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3" name="pt13633"/>
            <p:cNvSpPr/>
            <p:nvPr/>
          </p:nvSpPr>
          <p:spPr>
            <a:xfrm>
              <a:off x="4342979" y="11431388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4" name="pt13634"/>
            <p:cNvSpPr/>
            <p:nvPr/>
          </p:nvSpPr>
          <p:spPr>
            <a:xfrm>
              <a:off x="4030271" y="11912114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5" name="pt13635"/>
            <p:cNvSpPr/>
            <p:nvPr/>
          </p:nvSpPr>
          <p:spPr>
            <a:xfrm>
              <a:off x="4617294" y="119453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6" name="pt13636"/>
            <p:cNvSpPr/>
            <p:nvPr/>
          </p:nvSpPr>
          <p:spPr>
            <a:xfrm>
              <a:off x="4464959" y="11970066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7" name="pt13637"/>
            <p:cNvSpPr/>
            <p:nvPr/>
          </p:nvSpPr>
          <p:spPr>
            <a:xfrm>
              <a:off x="5101293" y="118844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8" name="pt13638"/>
            <p:cNvSpPr/>
            <p:nvPr/>
          </p:nvSpPr>
          <p:spPr>
            <a:xfrm>
              <a:off x="4267609" y="11446261"/>
              <a:ext cx="67219" cy="67219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39" name="pt13639"/>
            <p:cNvSpPr/>
            <p:nvPr/>
          </p:nvSpPr>
          <p:spPr>
            <a:xfrm>
              <a:off x="4370024" y="11383473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0" name="pt13640"/>
            <p:cNvSpPr/>
            <p:nvPr/>
          </p:nvSpPr>
          <p:spPr>
            <a:xfrm>
              <a:off x="4324993" y="114202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1" name="pt13641"/>
            <p:cNvSpPr/>
            <p:nvPr/>
          </p:nvSpPr>
          <p:spPr>
            <a:xfrm>
              <a:off x="4308585" y="11423825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2" name="pt13642"/>
            <p:cNvSpPr/>
            <p:nvPr/>
          </p:nvSpPr>
          <p:spPr>
            <a:xfrm>
              <a:off x="5154423" y="118449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3" name="pt13643"/>
            <p:cNvSpPr/>
            <p:nvPr/>
          </p:nvSpPr>
          <p:spPr>
            <a:xfrm>
              <a:off x="3740040" y="11377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4" name="pt13644"/>
            <p:cNvSpPr/>
            <p:nvPr/>
          </p:nvSpPr>
          <p:spPr>
            <a:xfrm>
              <a:off x="4096811" y="12193424"/>
              <a:ext cx="67219" cy="67219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5" name="pt13645"/>
            <p:cNvSpPr/>
            <p:nvPr/>
          </p:nvSpPr>
          <p:spPr>
            <a:xfrm>
              <a:off x="4012638" y="1190720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6" name="pt13646"/>
            <p:cNvSpPr/>
            <p:nvPr/>
          </p:nvSpPr>
          <p:spPr>
            <a:xfrm>
              <a:off x="4331289" y="11370285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7" name="pt13647"/>
            <p:cNvSpPr/>
            <p:nvPr/>
          </p:nvSpPr>
          <p:spPr>
            <a:xfrm>
              <a:off x="4283640" y="11443735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8" name="pt13648"/>
            <p:cNvSpPr/>
            <p:nvPr/>
          </p:nvSpPr>
          <p:spPr>
            <a:xfrm>
              <a:off x="4604343" y="11757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49" name="pg13649"/>
            <p:cNvSpPr/>
            <p:nvPr/>
          </p:nvSpPr>
          <p:spPr>
            <a:xfrm>
              <a:off x="3768902" y="1200990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0" name="pg13650"/>
            <p:cNvSpPr/>
            <p:nvPr/>
          </p:nvSpPr>
          <p:spPr>
            <a:xfrm>
              <a:off x="4506019" y="117248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1" name="pg13651"/>
            <p:cNvSpPr/>
            <p:nvPr/>
          </p:nvSpPr>
          <p:spPr>
            <a:xfrm>
              <a:off x="4314717" y="1136593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2" name="pt13652"/>
            <p:cNvSpPr/>
            <p:nvPr/>
          </p:nvSpPr>
          <p:spPr>
            <a:xfrm>
              <a:off x="4287588" y="11459029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3" name="pg13653"/>
            <p:cNvSpPr/>
            <p:nvPr/>
          </p:nvSpPr>
          <p:spPr>
            <a:xfrm>
              <a:off x="4545327" y="117075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4" name="pt13654"/>
            <p:cNvSpPr/>
            <p:nvPr/>
          </p:nvSpPr>
          <p:spPr>
            <a:xfrm>
              <a:off x="4297727" y="12371533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5" name="pt13655"/>
            <p:cNvSpPr/>
            <p:nvPr/>
          </p:nvSpPr>
          <p:spPr>
            <a:xfrm>
              <a:off x="4624321" y="117766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6" name="pt13656"/>
            <p:cNvSpPr/>
            <p:nvPr/>
          </p:nvSpPr>
          <p:spPr>
            <a:xfrm>
              <a:off x="4329244" y="11450124"/>
              <a:ext cx="48833" cy="48833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7" name="pt13657"/>
            <p:cNvSpPr/>
            <p:nvPr/>
          </p:nvSpPr>
          <p:spPr>
            <a:xfrm>
              <a:off x="4638376" y="1180323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8" name="pt13658"/>
            <p:cNvSpPr/>
            <p:nvPr/>
          </p:nvSpPr>
          <p:spPr>
            <a:xfrm>
              <a:off x="4312561" y="11421891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59" name="pt13659"/>
            <p:cNvSpPr/>
            <p:nvPr/>
          </p:nvSpPr>
          <p:spPr>
            <a:xfrm>
              <a:off x="3839648" y="120696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0" name="pg13660"/>
            <p:cNvSpPr/>
            <p:nvPr/>
          </p:nvSpPr>
          <p:spPr>
            <a:xfrm>
              <a:off x="5165931" y="116597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1" name="pt13661"/>
            <p:cNvSpPr/>
            <p:nvPr/>
          </p:nvSpPr>
          <p:spPr>
            <a:xfrm>
              <a:off x="5014404" y="1131240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2" name="pt13662"/>
            <p:cNvSpPr/>
            <p:nvPr/>
          </p:nvSpPr>
          <p:spPr>
            <a:xfrm>
              <a:off x="4620562" y="117609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3" name="pt13663"/>
            <p:cNvSpPr/>
            <p:nvPr/>
          </p:nvSpPr>
          <p:spPr>
            <a:xfrm>
              <a:off x="4279834" y="11469295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4" name="pt13664"/>
            <p:cNvSpPr/>
            <p:nvPr/>
          </p:nvSpPr>
          <p:spPr>
            <a:xfrm>
              <a:off x="4659194" y="12235956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65" name="pl13665"/>
            <p:cNvSpPr/>
            <p:nvPr/>
          </p:nvSpPr>
          <p:spPr>
            <a:xfrm>
              <a:off x="4342990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6" name="pl13666"/>
            <p:cNvSpPr/>
            <p:nvPr/>
          </p:nvSpPr>
          <p:spPr>
            <a:xfrm>
              <a:off x="4342990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7" name="pl13667"/>
            <p:cNvSpPr/>
            <p:nvPr/>
          </p:nvSpPr>
          <p:spPr>
            <a:xfrm>
              <a:off x="4332877" y="113481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8" name="pl13668"/>
            <p:cNvSpPr/>
            <p:nvPr/>
          </p:nvSpPr>
          <p:spPr>
            <a:xfrm>
              <a:off x="4367407" y="113136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69" name="pt13669"/>
            <p:cNvSpPr/>
            <p:nvPr/>
          </p:nvSpPr>
          <p:spPr>
            <a:xfrm>
              <a:off x="5004381" y="1170653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70" name="pt13670"/>
            <p:cNvSpPr/>
            <p:nvPr/>
          </p:nvSpPr>
          <p:spPr>
            <a:xfrm>
              <a:off x="4260010" y="11447099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71" name="pt13671"/>
            <p:cNvSpPr/>
            <p:nvPr/>
          </p:nvSpPr>
          <p:spPr>
            <a:xfrm>
              <a:off x="4285465" y="11420511"/>
              <a:ext cx="74834" cy="7483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72" name="pl13672"/>
            <p:cNvSpPr/>
            <p:nvPr/>
          </p:nvSpPr>
          <p:spPr>
            <a:xfrm>
              <a:off x="4385970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3" name="pl13673"/>
            <p:cNvSpPr/>
            <p:nvPr/>
          </p:nvSpPr>
          <p:spPr>
            <a:xfrm>
              <a:off x="4385970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4" name="pl13674"/>
            <p:cNvSpPr/>
            <p:nvPr/>
          </p:nvSpPr>
          <p:spPr>
            <a:xfrm>
              <a:off x="4375856" y="1144675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5" name="pl13675"/>
            <p:cNvSpPr/>
            <p:nvPr/>
          </p:nvSpPr>
          <p:spPr>
            <a:xfrm>
              <a:off x="4410387" y="114122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6" name="pl13676"/>
            <p:cNvSpPr/>
            <p:nvPr/>
          </p:nvSpPr>
          <p:spPr>
            <a:xfrm>
              <a:off x="4611265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7" name="pl13677"/>
            <p:cNvSpPr/>
            <p:nvPr/>
          </p:nvSpPr>
          <p:spPr>
            <a:xfrm>
              <a:off x="4611265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8" name="pl13678"/>
            <p:cNvSpPr/>
            <p:nvPr/>
          </p:nvSpPr>
          <p:spPr>
            <a:xfrm>
              <a:off x="4601151" y="119890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79" name="pl13679"/>
            <p:cNvSpPr/>
            <p:nvPr/>
          </p:nvSpPr>
          <p:spPr>
            <a:xfrm>
              <a:off x="4635682" y="11954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0" name="pt13680"/>
            <p:cNvSpPr/>
            <p:nvPr/>
          </p:nvSpPr>
          <p:spPr>
            <a:xfrm>
              <a:off x="4595523" y="117900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1" name="pg13681"/>
            <p:cNvSpPr/>
            <p:nvPr/>
          </p:nvSpPr>
          <p:spPr>
            <a:xfrm>
              <a:off x="3634642" y="1161892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2" name="pt13682"/>
            <p:cNvSpPr/>
            <p:nvPr/>
          </p:nvSpPr>
          <p:spPr>
            <a:xfrm>
              <a:off x="4476172" y="12259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3" name="pt13683"/>
            <p:cNvSpPr/>
            <p:nvPr/>
          </p:nvSpPr>
          <p:spPr>
            <a:xfrm>
              <a:off x="4584107" y="117831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4" name="pt13684"/>
            <p:cNvSpPr/>
            <p:nvPr/>
          </p:nvSpPr>
          <p:spPr>
            <a:xfrm>
              <a:off x="4467251" y="1194464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5" name="pl13685"/>
            <p:cNvSpPr/>
            <p:nvPr/>
          </p:nvSpPr>
          <p:spPr>
            <a:xfrm>
              <a:off x="4467251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6" name="pl13686"/>
            <p:cNvSpPr/>
            <p:nvPr/>
          </p:nvSpPr>
          <p:spPr>
            <a:xfrm>
              <a:off x="4467251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87" name="pt13687"/>
            <p:cNvSpPr/>
            <p:nvPr/>
          </p:nvSpPr>
          <p:spPr>
            <a:xfrm>
              <a:off x="4338076" y="11356084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8" name="pt13688"/>
            <p:cNvSpPr/>
            <p:nvPr/>
          </p:nvSpPr>
          <p:spPr>
            <a:xfrm>
              <a:off x="4876435" y="110512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89" name="pt13689"/>
            <p:cNvSpPr/>
            <p:nvPr/>
          </p:nvSpPr>
          <p:spPr>
            <a:xfrm>
              <a:off x="4654221" y="11790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90" name="pl13690"/>
            <p:cNvSpPr/>
            <p:nvPr/>
          </p:nvSpPr>
          <p:spPr>
            <a:xfrm>
              <a:off x="4280731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1" name="pl13691"/>
            <p:cNvSpPr/>
            <p:nvPr/>
          </p:nvSpPr>
          <p:spPr>
            <a:xfrm>
              <a:off x="4280731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2" name="pl13692"/>
            <p:cNvSpPr/>
            <p:nvPr/>
          </p:nvSpPr>
          <p:spPr>
            <a:xfrm>
              <a:off x="4248090" y="1144155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3" name="pl13693"/>
            <p:cNvSpPr/>
            <p:nvPr/>
          </p:nvSpPr>
          <p:spPr>
            <a:xfrm>
              <a:off x="4359533" y="1133011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4" name="pl13694"/>
            <p:cNvSpPr/>
            <p:nvPr/>
          </p:nvSpPr>
          <p:spPr>
            <a:xfrm>
              <a:off x="4379382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5" name="pl13695"/>
            <p:cNvSpPr/>
            <p:nvPr/>
          </p:nvSpPr>
          <p:spPr>
            <a:xfrm>
              <a:off x="4379382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6" name="pl13696"/>
            <p:cNvSpPr/>
            <p:nvPr/>
          </p:nvSpPr>
          <p:spPr>
            <a:xfrm>
              <a:off x="4369268" y="114374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7" name="pl13697"/>
            <p:cNvSpPr/>
            <p:nvPr/>
          </p:nvSpPr>
          <p:spPr>
            <a:xfrm>
              <a:off x="4403799" y="11402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698" name="pt13698"/>
            <p:cNvSpPr/>
            <p:nvPr/>
          </p:nvSpPr>
          <p:spPr>
            <a:xfrm>
              <a:off x="4662314" y="12228380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699" name="pt13699"/>
            <p:cNvSpPr/>
            <p:nvPr/>
          </p:nvSpPr>
          <p:spPr>
            <a:xfrm>
              <a:off x="4239180" y="11466466"/>
              <a:ext cx="48833" cy="48833"/>
            </a:xfrm>
            <a:prstGeom prst="ellipse">
              <a:avLst/>
            </a:prstGeom>
            <a:solidFill>
              <a:srgbClr val="E7298A">
                <a:alpha val="4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0" name="pt13700"/>
            <p:cNvSpPr/>
            <p:nvPr/>
          </p:nvSpPr>
          <p:spPr>
            <a:xfrm>
              <a:off x="3849691" y="121323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1" name="pt13701"/>
            <p:cNvSpPr/>
            <p:nvPr/>
          </p:nvSpPr>
          <p:spPr>
            <a:xfrm>
              <a:off x="4696979" y="123555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2" name="pl13702"/>
            <p:cNvSpPr/>
            <p:nvPr/>
          </p:nvSpPr>
          <p:spPr>
            <a:xfrm>
              <a:off x="5151072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3" name="pl13703"/>
            <p:cNvSpPr/>
            <p:nvPr/>
          </p:nvSpPr>
          <p:spPr>
            <a:xfrm>
              <a:off x="5151072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4" name="pl13704"/>
            <p:cNvSpPr/>
            <p:nvPr/>
          </p:nvSpPr>
          <p:spPr>
            <a:xfrm>
              <a:off x="5140958" y="1148628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5" name="pl13705"/>
            <p:cNvSpPr/>
            <p:nvPr/>
          </p:nvSpPr>
          <p:spPr>
            <a:xfrm>
              <a:off x="5175488" y="1145175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06" name="pt13706"/>
            <p:cNvSpPr/>
            <p:nvPr/>
          </p:nvSpPr>
          <p:spPr>
            <a:xfrm>
              <a:off x="4636956" y="1157201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7" name="pg13707"/>
            <p:cNvSpPr/>
            <p:nvPr/>
          </p:nvSpPr>
          <p:spPr>
            <a:xfrm>
              <a:off x="4602733" y="1154699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8" name="pt13708"/>
            <p:cNvSpPr/>
            <p:nvPr/>
          </p:nvSpPr>
          <p:spPr>
            <a:xfrm>
              <a:off x="4897243" y="118769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09" name="pt13709"/>
            <p:cNvSpPr/>
            <p:nvPr/>
          </p:nvSpPr>
          <p:spPr>
            <a:xfrm>
              <a:off x="4318637" y="11468621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0" name="pt13710"/>
            <p:cNvSpPr/>
            <p:nvPr/>
          </p:nvSpPr>
          <p:spPr>
            <a:xfrm>
              <a:off x="3915135" y="11015618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1" name="pt13711"/>
            <p:cNvSpPr/>
            <p:nvPr/>
          </p:nvSpPr>
          <p:spPr>
            <a:xfrm>
              <a:off x="4296786" y="11429959"/>
              <a:ext cx="74834" cy="7483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2" name="pt13712"/>
            <p:cNvSpPr/>
            <p:nvPr/>
          </p:nvSpPr>
          <p:spPr>
            <a:xfrm>
              <a:off x="5047265" y="120250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3" name="pt13713"/>
            <p:cNvSpPr/>
            <p:nvPr/>
          </p:nvSpPr>
          <p:spPr>
            <a:xfrm>
              <a:off x="4649711" y="11782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4" name="pt13714"/>
            <p:cNvSpPr/>
            <p:nvPr/>
          </p:nvSpPr>
          <p:spPr>
            <a:xfrm>
              <a:off x="4618633" y="118219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5" name="pt13715"/>
            <p:cNvSpPr/>
            <p:nvPr/>
          </p:nvSpPr>
          <p:spPr>
            <a:xfrm>
              <a:off x="4881958" y="11713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6" name="pt13716"/>
            <p:cNvSpPr/>
            <p:nvPr/>
          </p:nvSpPr>
          <p:spPr>
            <a:xfrm>
              <a:off x="4693611" y="11538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7" name="pt13717"/>
            <p:cNvSpPr/>
            <p:nvPr/>
          </p:nvSpPr>
          <p:spPr>
            <a:xfrm>
              <a:off x="4568391" y="123919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8" name="pt13718"/>
            <p:cNvSpPr/>
            <p:nvPr/>
          </p:nvSpPr>
          <p:spPr>
            <a:xfrm>
              <a:off x="4549932" y="116699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19" name="pt13719"/>
            <p:cNvSpPr/>
            <p:nvPr/>
          </p:nvSpPr>
          <p:spPr>
            <a:xfrm>
              <a:off x="5086000" y="11247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0" name="pt13720"/>
            <p:cNvSpPr/>
            <p:nvPr/>
          </p:nvSpPr>
          <p:spPr>
            <a:xfrm>
              <a:off x="4250352" y="11401859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1" name="pt13721"/>
            <p:cNvSpPr/>
            <p:nvPr/>
          </p:nvSpPr>
          <p:spPr>
            <a:xfrm>
              <a:off x="4281878" y="11456544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2" name="pg13722"/>
            <p:cNvSpPr/>
            <p:nvPr/>
          </p:nvSpPr>
          <p:spPr>
            <a:xfrm>
              <a:off x="4591844" y="116023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3" name="pt13723"/>
            <p:cNvSpPr/>
            <p:nvPr/>
          </p:nvSpPr>
          <p:spPr>
            <a:xfrm>
              <a:off x="4723914" y="118289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4" name="pt13724"/>
            <p:cNvSpPr/>
            <p:nvPr/>
          </p:nvSpPr>
          <p:spPr>
            <a:xfrm>
              <a:off x="4666403" y="10912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5" name="pg13725"/>
            <p:cNvSpPr/>
            <p:nvPr/>
          </p:nvSpPr>
          <p:spPr>
            <a:xfrm>
              <a:off x="4594936" y="1158059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6" name="pg13726"/>
            <p:cNvSpPr/>
            <p:nvPr/>
          </p:nvSpPr>
          <p:spPr>
            <a:xfrm>
              <a:off x="4592668" y="116036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7" name="pt13727"/>
            <p:cNvSpPr/>
            <p:nvPr/>
          </p:nvSpPr>
          <p:spPr>
            <a:xfrm>
              <a:off x="4308262" y="11416246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8" name="pt13728"/>
            <p:cNvSpPr/>
            <p:nvPr/>
          </p:nvSpPr>
          <p:spPr>
            <a:xfrm>
              <a:off x="4594326" y="116340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29" name="pt13729"/>
            <p:cNvSpPr/>
            <p:nvPr/>
          </p:nvSpPr>
          <p:spPr>
            <a:xfrm>
              <a:off x="4656483" y="11541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0" name="pt13730"/>
            <p:cNvSpPr/>
            <p:nvPr/>
          </p:nvSpPr>
          <p:spPr>
            <a:xfrm>
              <a:off x="4674483" y="115635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1" name="pt13731"/>
            <p:cNvSpPr/>
            <p:nvPr/>
          </p:nvSpPr>
          <p:spPr>
            <a:xfrm>
              <a:off x="3746554" y="118785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2" name="pt13732"/>
            <p:cNvSpPr/>
            <p:nvPr/>
          </p:nvSpPr>
          <p:spPr>
            <a:xfrm>
              <a:off x="4565754" y="1237245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3" name="pt13733"/>
            <p:cNvSpPr/>
            <p:nvPr/>
          </p:nvSpPr>
          <p:spPr>
            <a:xfrm>
              <a:off x="4628664" y="1155968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4" name="pt13734"/>
            <p:cNvSpPr/>
            <p:nvPr/>
          </p:nvSpPr>
          <p:spPr>
            <a:xfrm>
              <a:off x="5162574" y="11554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5" name="pt13735"/>
            <p:cNvSpPr/>
            <p:nvPr/>
          </p:nvSpPr>
          <p:spPr>
            <a:xfrm>
              <a:off x="4350510" y="1140938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6" name="pt13736"/>
            <p:cNvSpPr/>
            <p:nvPr/>
          </p:nvSpPr>
          <p:spPr>
            <a:xfrm>
              <a:off x="3804462" y="11197212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37" name="pl13737"/>
            <p:cNvSpPr/>
            <p:nvPr/>
          </p:nvSpPr>
          <p:spPr>
            <a:xfrm>
              <a:off x="4262325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8" name="pl13738"/>
            <p:cNvSpPr/>
            <p:nvPr/>
          </p:nvSpPr>
          <p:spPr>
            <a:xfrm>
              <a:off x="4262325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39" name="pl13739"/>
            <p:cNvSpPr/>
            <p:nvPr/>
          </p:nvSpPr>
          <p:spPr>
            <a:xfrm>
              <a:off x="4252211" y="113809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0" name="pl13740"/>
            <p:cNvSpPr/>
            <p:nvPr/>
          </p:nvSpPr>
          <p:spPr>
            <a:xfrm>
              <a:off x="4286742" y="113464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41" name="pt13741"/>
            <p:cNvSpPr/>
            <p:nvPr/>
          </p:nvSpPr>
          <p:spPr>
            <a:xfrm>
              <a:off x="5038663" y="11304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2" name="pt13742"/>
            <p:cNvSpPr/>
            <p:nvPr/>
          </p:nvSpPr>
          <p:spPr>
            <a:xfrm>
              <a:off x="3868914" y="121466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3" name="pt13743"/>
            <p:cNvSpPr/>
            <p:nvPr/>
          </p:nvSpPr>
          <p:spPr>
            <a:xfrm>
              <a:off x="4454966" y="1137444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4" name="pt13744"/>
            <p:cNvSpPr/>
            <p:nvPr/>
          </p:nvSpPr>
          <p:spPr>
            <a:xfrm>
              <a:off x="4332416" y="114717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5" name="pt13745"/>
            <p:cNvSpPr/>
            <p:nvPr/>
          </p:nvSpPr>
          <p:spPr>
            <a:xfrm>
              <a:off x="4298746" y="11428993"/>
              <a:ext cx="74834" cy="74834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6" name="pt13746"/>
            <p:cNvSpPr/>
            <p:nvPr/>
          </p:nvSpPr>
          <p:spPr>
            <a:xfrm>
              <a:off x="4026780" y="1197309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7" name="pt13747"/>
            <p:cNvSpPr/>
            <p:nvPr/>
          </p:nvSpPr>
          <p:spPr>
            <a:xfrm>
              <a:off x="4250092" y="11428102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8" name="pt13748"/>
            <p:cNvSpPr/>
            <p:nvPr/>
          </p:nvSpPr>
          <p:spPr>
            <a:xfrm>
              <a:off x="4353389" y="1146589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49" name="pt13749"/>
            <p:cNvSpPr/>
            <p:nvPr/>
          </p:nvSpPr>
          <p:spPr>
            <a:xfrm>
              <a:off x="4262662" y="11455610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0" name="pt13750"/>
            <p:cNvSpPr/>
            <p:nvPr/>
          </p:nvSpPr>
          <p:spPr>
            <a:xfrm>
              <a:off x="4262340" y="11465185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1" name="pl13751"/>
            <p:cNvSpPr/>
            <p:nvPr/>
          </p:nvSpPr>
          <p:spPr>
            <a:xfrm>
              <a:off x="4586992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2" name="pl13752"/>
            <p:cNvSpPr/>
            <p:nvPr/>
          </p:nvSpPr>
          <p:spPr>
            <a:xfrm>
              <a:off x="4586992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3" name="pt13753"/>
            <p:cNvSpPr/>
            <p:nvPr/>
          </p:nvSpPr>
          <p:spPr>
            <a:xfrm>
              <a:off x="4265958" y="11404833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4" name="pg13754"/>
            <p:cNvSpPr/>
            <p:nvPr/>
          </p:nvSpPr>
          <p:spPr>
            <a:xfrm>
              <a:off x="4932003" y="1210572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5" name="pg13755"/>
            <p:cNvSpPr/>
            <p:nvPr/>
          </p:nvSpPr>
          <p:spPr>
            <a:xfrm>
              <a:off x="4490299" y="1178677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6" name="pg13756"/>
            <p:cNvSpPr/>
            <p:nvPr/>
          </p:nvSpPr>
          <p:spPr>
            <a:xfrm>
              <a:off x="4302126" y="1134587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757" name="pl13757"/>
            <p:cNvSpPr/>
            <p:nvPr/>
          </p:nvSpPr>
          <p:spPr>
            <a:xfrm>
              <a:off x="6221428" y="178312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8" name="pl13758"/>
            <p:cNvSpPr/>
            <p:nvPr/>
          </p:nvSpPr>
          <p:spPr>
            <a:xfrm>
              <a:off x="6296687" y="174183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59" name="pl13759"/>
            <p:cNvSpPr/>
            <p:nvPr/>
          </p:nvSpPr>
          <p:spPr>
            <a:xfrm>
              <a:off x="6281671" y="1727372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0" name="pl13760"/>
            <p:cNvSpPr/>
            <p:nvPr/>
          </p:nvSpPr>
          <p:spPr>
            <a:xfrm>
              <a:off x="6296687" y="173258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1" name="pl13761"/>
            <p:cNvSpPr/>
            <p:nvPr/>
          </p:nvSpPr>
          <p:spPr>
            <a:xfrm>
              <a:off x="6266496" y="180391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2" name="pl13762"/>
            <p:cNvSpPr/>
            <p:nvPr/>
          </p:nvSpPr>
          <p:spPr>
            <a:xfrm>
              <a:off x="6338954" y="211130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3" name="pl13763"/>
            <p:cNvSpPr/>
            <p:nvPr/>
          </p:nvSpPr>
          <p:spPr>
            <a:xfrm>
              <a:off x="6338954" y="211130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4" name="pl13764"/>
            <p:cNvSpPr/>
            <p:nvPr/>
          </p:nvSpPr>
          <p:spPr>
            <a:xfrm>
              <a:off x="6300769" y="206384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5" name="pl13765"/>
            <p:cNvSpPr/>
            <p:nvPr/>
          </p:nvSpPr>
          <p:spPr>
            <a:xfrm>
              <a:off x="6338954" y="211130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6" name="pl13766"/>
            <p:cNvSpPr/>
            <p:nvPr/>
          </p:nvSpPr>
          <p:spPr>
            <a:xfrm>
              <a:off x="6338954" y="211130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7" name="pl13767"/>
            <p:cNvSpPr/>
            <p:nvPr/>
          </p:nvSpPr>
          <p:spPr>
            <a:xfrm>
              <a:off x="6292510" y="187950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8" name="pl13768"/>
            <p:cNvSpPr/>
            <p:nvPr/>
          </p:nvSpPr>
          <p:spPr>
            <a:xfrm>
              <a:off x="6624839" y="176100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69" name="pl13769"/>
            <p:cNvSpPr/>
            <p:nvPr/>
          </p:nvSpPr>
          <p:spPr>
            <a:xfrm>
              <a:off x="6204065" y="181073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0" name="pl13770"/>
            <p:cNvSpPr/>
            <p:nvPr/>
          </p:nvSpPr>
          <p:spPr>
            <a:xfrm>
              <a:off x="7168625" y="1732390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1" name="pl13771"/>
            <p:cNvSpPr/>
            <p:nvPr/>
          </p:nvSpPr>
          <p:spPr>
            <a:xfrm>
              <a:off x="6912006" y="1832880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2" name="pl13772"/>
            <p:cNvSpPr/>
            <p:nvPr/>
          </p:nvSpPr>
          <p:spPr>
            <a:xfrm>
              <a:off x="6578147" y="1868183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3" name="pl13773"/>
            <p:cNvSpPr/>
            <p:nvPr/>
          </p:nvSpPr>
          <p:spPr>
            <a:xfrm>
              <a:off x="6622882" y="187933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4" name="pl13774"/>
            <p:cNvSpPr/>
            <p:nvPr/>
          </p:nvSpPr>
          <p:spPr>
            <a:xfrm>
              <a:off x="6622882" y="187933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5" name="pl13775"/>
            <p:cNvSpPr/>
            <p:nvPr/>
          </p:nvSpPr>
          <p:spPr>
            <a:xfrm>
              <a:off x="6298281" y="206384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6" name="pl13776"/>
            <p:cNvSpPr/>
            <p:nvPr/>
          </p:nvSpPr>
          <p:spPr>
            <a:xfrm>
              <a:off x="6624839" y="175217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7" name="pl13777"/>
            <p:cNvSpPr/>
            <p:nvPr/>
          </p:nvSpPr>
          <p:spPr>
            <a:xfrm>
              <a:off x="6723276" y="174282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8" name="pl13778"/>
            <p:cNvSpPr/>
            <p:nvPr/>
          </p:nvSpPr>
          <p:spPr>
            <a:xfrm>
              <a:off x="6723276" y="1741803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79" name="pl13779"/>
            <p:cNvSpPr/>
            <p:nvPr/>
          </p:nvSpPr>
          <p:spPr>
            <a:xfrm>
              <a:off x="6369275" y="188816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0" name="pl13780"/>
            <p:cNvSpPr/>
            <p:nvPr/>
          </p:nvSpPr>
          <p:spPr>
            <a:xfrm>
              <a:off x="6122886" y="106233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1" name="pl13781"/>
            <p:cNvSpPr/>
            <p:nvPr/>
          </p:nvSpPr>
          <p:spPr>
            <a:xfrm>
              <a:off x="6265335" y="205642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2" name="pl13782"/>
            <p:cNvSpPr/>
            <p:nvPr/>
          </p:nvSpPr>
          <p:spPr>
            <a:xfrm>
              <a:off x="6280954" y="200596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3" name="pl13783"/>
            <p:cNvSpPr/>
            <p:nvPr/>
          </p:nvSpPr>
          <p:spPr>
            <a:xfrm>
              <a:off x="6589919" y="189765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4" name="pl13784"/>
            <p:cNvSpPr/>
            <p:nvPr/>
          </p:nvSpPr>
          <p:spPr>
            <a:xfrm>
              <a:off x="6293730" y="192852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5" name="pl13785"/>
            <p:cNvSpPr/>
            <p:nvPr/>
          </p:nvSpPr>
          <p:spPr>
            <a:xfrm>
              <a:off x="6302186" y="1936676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6" name="pl13786"/>
            <p:cNvSpPr/>
            <p:nvPr/>
          </p:nvSpPr>
          <p:spPr>
            <a:xfrm>
              <a:off x="6291552" y="1921392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7" name="pl13787"/>
            <p:cNvSpPr/>
            <p:nvPr/>
          </p:nvSpPr>
          <p:spPr>
            <a:xfrm>
              <a:off x="6290034" y="188888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8" name="pl13788"/>
            <p:cNvSpPr/>
            <p:nvPr/>
          </p:nvSpPr>
          <p:spPr>
            <a:xfrm>
              <a:off x="6290034" y="188888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89" name="pl13789"/>
            <p:cNvSpPr/>
            <p:nvPr/>
          </p:nvSpPr>
          <p:spPr>
            <a:xfrm>
              <a:off x="6282293" y="187565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0" name="pl13790"/>
            <p:cNvSpPr/>
            <p:nvPr/>
          </p:nvSpPr>
          <p:spPr>
            <a:xfrm>
              <a:off x="6265362" y="184680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1" name="pl13791"/>
            <p:cNvSpPr/>
            <p:nvPr/>
          </p:nvSpPr>
          <p:spPr>
            <a:xfrm>
              <a:off x="6290034" y="188888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2" name="pl13792"/>
            <p:cNvSpPr/>
            <p:nvPr/>
          </p:nvSpPr>
          <p:spPr>
            <a:xfrm>
              <a:off x="6226447" y="177627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3" name="pl13793"/>
            <p:cNvSpPr/>
            <p:nvPr/>
          </p:nvSpPr>
          <p:spPr>
            <a:xfrm>
              <a:off x="6226447" y="177627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4" name="pl13794"/>
            <p:cNvSpPr/>
            <p:nvPr/>
          </p:nvSpPr>
          <p:spPr>
            <a:xfrm>
              <a:off x="6344081" y="199796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5" name="pl13795"/>
            <p:cNvSpPr/>
            <p:nvPr/>
          </p:nvSpPr>
          <p:spPr>
            <a:xfrm>
              <a:off x="6321145" y="194554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6" name="pl13796"/>
            <p:cNvSpPr/>
            <p:nvPr/>
          </p:nvSpPr>
          <p:spPr>
            <a:xfrm>
              <a:off x="6321145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7" name="pl13797"/>
            <p:cNvSpPr/>
            <p:nvPr/>
          </p:nvSpPr>
          <p:spPr>
            <a:xfrm>
              <a:off x="6321145" y="1947087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8" name="pl13798"/>
            <p:cNvSpPr/>
            <p:nvPr/>
          </p:nvSpPr>
          <p:spPr>
            <a:xfrm>
              <a:off x="6550737" y="175233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799" name="pl13799"/>
            <p:cNvSpPr/>
            <p:nvPr/>
          </p:nvSpPr>
          <p:spPr>
            <a:xfrm>
              <a:off x="6602762" y="175411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0" name="pl13800"/>
            <p:cNvSpPr/>
            <p:nvPr/>
          </p:nvSpPr>
          <p:spPr>
            <a:xfrm>
              <a:off x="6058847" y="1825626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1" name="pl13801"/>
            <p:cNvSpPr/>
            <p:nvPr/>
          </p:nvSpPr>
          <p:spPr>
            <a:xfrm>
              <a:off x="6360482" y="213904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2" name="pl13802"/>
            <p:cNvSpPr/>
            <p:nvPr/>
          </p:nvSpPr>
          <p:spPr>
            <a:xfrm>
              <a:off x="6248810" y="1981702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3" name="pl13803"/>
            <p:cNvSpPr/>
            <p:nvPr/>
          </p:nvSpPr>
          <p:spPr>
            <a:xfrm>
              <a:off x="6463302" y="1734276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4" name="pl13804"/>
            <p:cNvSpPr/>
            <p:nvPr/>
          </p:nvSpPr>
          <p:spPr>
            <a:xfrm>
              <a:off x="6578147" y="1868183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5" name="pl13805"/>
            <p:cNvSpPr/>
            <p:nvPr/>
          </p:nvSpPr>
          <p:spPr>
            <a:xfrm>
              <a:off x="6402035" y="188354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6" name="pl13806"/>
            <p:cNvSpPr/>
            <p:nvPr/>
          </p:nvSpPr>
          <p:spPr>
            <a:xfrm>
              <a:off x="6334861" y="190936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7" name="pl13807"/>
            <p:cNvSpPr/>
            <p:nvPr/>
          </p:nvSpPr>
          <p:spPr>
            <a:xfrm>
              <a:off x="6307339" y="191636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8" name="pl13808"/>
            <p:cNvSpPr/>
            <p:nvPr/>
          </p:nvSpPr>
          <p:spPr>
            <a:xfrm>
              <a:off x="6305915" y="191025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09" name="pl13809"/>
            <p:cNvSpPr/>
            <p:nvPr/>
          </p:nvSpPr>
          <p:spPr>
            <a:xfrm>
              <a:off x="6293730" y="191636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0" name="pl13810"/>
            <p:cNvSpPr/>
            <p:nvPr/>
          </p:nvSpPr>
          <p:spPr>
            <a:xfrm>
              <a:off x="6307339" y="191636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1" name="pl13811"/>
            <p:cNvSpPr/>
            <p:nvPr/>
          </p:nvSpPr>
          <p:spPr>
            <a:xfrm>
              <a:off x="6292510" y="187950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2" name="pl13812"/>
            <p:cNvSpPr/>
            <p:nvPr/>
          </p:nvSpPr>
          <p:spPr>
            <a:xfrm>
              <a:off x="6307339" y="191636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3" name="pl13813"/>
            <p:cNvSpPr/>
            <p:nvPr/>
          </p:nvSpPr>
          <p:spPr>
            <a:xfrm>
              <a:off x="6281394" y="191636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4" name="pl13814"/>
            <p:cNvSpPr/>
            <p:nvPr/>
          </p:nvSpPr>
          <p:spPr>
            <a:xfrm>
              <a:off x="6307339" y="191636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5" name="pl13815"/>
            <p:cNvSpPr/>
            <p:nvPr/>
          </p:nvSpPr>
          <p:spPr>
            <a:xfrm>
              <a:off x="6304379" y="1899263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6" name="pl13816"/>
            <p:cNvSpPr/>
            <p:nvPr/>
          </p:nvSpPr>
          <p:spPr>
            <a:xfrm>
              <a:off x="6307339" y="1900109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7" name="pl13817"/>
            <p:cNvSpPr/>
            <p:nvPr/>
          </p:nvSpPr>
          <p:spPr>
            <a:xfrm>
              <a:off x="6307339" y="191636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8" name="pl13818"/>
            <p:cNvSpPr/>
            <p:nvPr/>
          </p:nvSpPr>
          <p:spPr>
            <a:xfrm>
              <a:off x="6307339" y="1913242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19" name="pl13819"/>
            <p:cNvSpPr/>
            <p:nvPr/>
          </p:nvSpPr>
          <p:spPr>
            <a:xfrm>
              <a:off x="6307339" y="191636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0" name="pl13820"/>
            <p:cNvSpPr/>
            <p:nvPr/>
          </p:nvSpPr>
          <p:spPr>
            <a:xfrm>
              <a:off x="6349866" y="188059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1" name="pl13821"/>
            <p:cNvSpPr/>
            <p:nvPr/>
          </p:nvSpPr>
          <p:spPr>
            <a:xfrm>
              <a:off x="7122319" y="214932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2" name="pl13822"/>
            <p:cNvSpPr/>
            <p:nvPr/>
          </p:nvSpPr>
          <p:spPr>
            <a:xfrm>
              <a:off x="5820839" y="1184515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3" name="pl13823"/>
            <p:cNvSpPr/>
            <p:nvPr/>
          </p:nvSpPr>
          <p:spPr>
            <a:xfrm>
              <a:off x="6396718" y="1650711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4" name="pl13824"/>
            <p:cNvSpPr/>
            <p:nvPr/>
          </p:nvSpPr>
          <p:spPr>
            <a:xfrm>
              <a:off x="6291979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5" name="pl13825"/>
            <p:cNvSpPr/>
            <p:nvPr/>
          </p:nvSpPr>
          <p:spPr>
            <a:xfrm>
              <a:off x="6234239" y="2600697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6" name="pl13826"/>
            <p:cNvSpPr/>
            <p:nvPr/>
          </p:nvSpPr>
          <p:spPr>
            <a:xfrm>
              <a:off x="6229373" y="259726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7" name="pl13827"/>
            <p:cNvSpPr/>
            <p:nvPr/>
          </p:nvSpPr>
          <p:spPr>
            <a:xfrm>
              <a:off x="6234239" y="2600697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8" name="pl13828"/>
            <p:cNvSpPr/>
            <p:nvPr/>
          </p:nvSpPr>
          <p:spPr>
            <a:xfrm>
              <a:off x="6273221" y="1847442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29" name="pl13829"/>
            <p:cNvSpPr/>
            <p:nvPr/>
          </p:nvSpPr>
          <p:spPr>
            <a:xfrm>
              <a:off x="6250654" y="183026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0" name="pl13830"/>
            <p:cNvSpPr/>
            <p:nvPr/>
          </p:nvSpPr>
          <p:spPr>
            <a:xfrm>
              <a:off x="6273221" y="1847442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1" name="pl13831"/>
            <p:cNvSpPr/>
            <p:nvPr/>
          </p:nvSpPr>
          <p:spPr>
            <a:xfrm>
              <a:off x="6273221" y="1847442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2" name="pl13832"/>
            <p:cNvSpPr/>
            <p:nvPr/>
          </p:nvSpPr>
          <p:spPr>
            <a:xfrm>
              <a:off x="6273221" y="1847442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3" name="pl13833"/>
            <p:cNvSpPr/>
            <p:nvPr/>
          </p:nvSpPr>
          <p:spPr>
            <a:xfrm>
              <a:off x="6273221" y="1847442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4" name="pl13834"/>
            <p:cNvSpPr/>
            <p:nvPr/>
          </p:nvSpPr>
          <p:spPr>
            <a:xfrm>
              <a:off x="6273221" y="1847442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5" name="pl13835"/>
            <p:cNvSpPr/>
            <p:nvPr/>
          </p:nvSpPr>
          <p:spPr>
            <a:xfrm>
              <a:off x="6273221" y="1847442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6" name="pl13836"/>
            <p:cNvSpPr/>
            <p:nvPr/>
          </p:nvSpPr>
          <p:spPr>
            <a:xfrm>
              <a:off x="6273221" y="1847442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7" name="pl13837"/>
            <p:cNvSpPr/>
            <p:nvPr/>
          </p:nvSpPr>
          <p:spPr>
            <a:xfrm>
              <a:off x="7163143" y="201283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8" name="pl13838"/>
            <p:cNvSpPr/>
            <p:nvPr/>
          </p:nvSpPr>
          <p:spPr>
            <a:xfrm>
              <a:off x="6480505" y="144379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39" name="pl13839"/>
            <p:cNvSpPr/>
            <p:nvPr/>
          </p:nvSpPr>
          <p:spPr>
            <a:xfrm>
              <a:off x="6497114" y="140679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0" name="pl13840"/>
            <p:cNvSpPr/>
            <p:nvPr/>
          </p:nvSpPr>
          <p:spPr>
            <a:xfrm>
              <a:off x="6813715" y="255265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1" name="pl13841"/>
            <p:cNvSpPr/>
            <p:nvPr/>
          </p:nvSpPr>
          <p:spPr>
            <a:xfrm>
              <a:off x="6473193" y="269951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2" name="pl13842"/>
            <p:cNvSpPr/>
            <p:nvPr/>
          </p:nvSpPr>
          <p:spPr>
            <a:xfrm>
              <a:off x="6267175" y="1839631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3" name="pl13843"/>
            <p:cNvSpPr/>
            <p:nvPr/>
          </p:nvSpPr>
          <p:spPr>
            <a:xfrm>
              <a:off x="6319832" y="193469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4" name="pl13844"/>
            <p:cNvSpPr/>
            <p:nvPr/>
          </p:nvSpPr>
          <p:spPr>
            <a:xfrm>
              <a:off x="5571388" y="212189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5" name="pl13845"/>
            <p:cNvSpPr/>
            <p:nvPr/>
          </p:nvSpPr>
          <p:spPr>
            <a:xfrm>
              <a:off x="6251123" y="206384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6" name="pl13846"/>
            <p:cNvSpPr/>
            <p:nvPr/>
          </p:nvSpPr>
          <p:spPr>
            <a:xfrm>
              <a:off x="6241770" y="1923936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7" name="pl13847"/>
            <p:cNvSpPr/>
            <p:nvPr/>
          </p:nvSpPr>
          <p:spPr>
            <a:xfrm>
              <a:off x="6300769" y="206384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8" name="pl13848"/>
            <p:cNvSpPr/>
            <p:nvPr/>
          </p:nvSpPr>
          <p:spPr>
            <a:xfrm>
              <a:off x="6266496" y="1942318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49" name="pl13849"/>
            <p:cNvSpPr/>
            <p:nvPr/>
          </p:nvSpPr>
          <p:spPr>
            <a:xfrm>
              <a:off x="6277147" y="206384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0" name="pl13850"/>
            <p:cNvSpPr/>
            <p:nvPr/>
          </p:nvSpPr>
          <p:spPr>
            <a:xfrm>
              <a:off x="6364648" y="189113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1" name="pl13851"/>
            <p:cNvSpPr/>
            <p:nvPr/>
          </p:nvSpPr>
          <p:spPr>
            <a:xfrm>
              <a:off x="6369275" y="187101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2" name="pl13852"/>
            <p:cNvSpPr/>
            <p:nvPr/>
          </p:nvSpPr>
          <p:spPr>
            <a:xfrm>
              <a:off x="6467290" y="196113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3" name="pl13853"/>
            <p:cNvSpPr/>
            <p:nvPr/>
          </p:nvSpPr>
          <p:spPr>
            <a:xfrm>
              <a:off x="6256776" y="1971543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4" name="pl13854"/>
            <p:cNvSpPr/>
            <p:nvPr/>
          </p:nvSpPr>
          <p:spPr>
            <a:xfrm>
              <a:off x="6278262" y="1971543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5" name="pl13855"/>
            <p:cNvSpPr/>
            <p:nvPr/>
          </p:nvSpPr>
          <p:spPr>
            <a:xfrm>
              <a:off x="6267090" y="1971543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6" name="pl13856"/>
            <p:cNvSpPr/>
            <p:nvPr/>
          </p:nvSpPr>
          <p:spPr>
            <a:xfrm>
              <a:off x="6271592" y="1971543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7" name="pl13857"/>
            <p:cNvSpPr/>
            <p:nvPr/>
          </p:nvSpPr>
          <p:spPr>
            <a:xfrm>
              <a:off x="6277860" y="1971543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8" name="pl13858"/>
            <p:cNvSpPr/>
            <p:nvPr/>
          </p:nvSpPr>
          <p:spPr>
            <a:xfrm>
              <a:off x="6278262" y="1970765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59" name="pl13859"/>
            <p:cNvSpPr/>
            <p:nvPr/>
          </p:nvSpPr>
          <p:spPr>
            <a:xfrm>
              <a:off x="6277292" y="190204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0" name="pl13860"/>
            <p:cNvSpPr/>
            <p:nvPr/>
          </p:nvSpPr>
          <p:spPr>
            <a:xfrm>
              <a:off x="6237178" y="1971543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1" name="pl13861"/>
            <p:cNvSpPr/>
            <p:nvPr/>
          </p:nvSpPr>
          <p:spPr>
            <a:xfrm>
              <a:off x="6278262" y="1971543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2" name="pl13862"/>
            <p:cNvSpPr/>
            <p:nvPr/>
          </p:nvSpPr>
          <p:spPr>
            <a:xfrm>
              <a:off x="6269759" y="1971543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3" name="pl13863"/>
            <p:cNvSpPr/>
            <p:nvPr/>
          </p:nvSpPr>
          <p:spPr>
            <a:xfrm>
              <a:off x="6260868" y="1971543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4" name="pl13864"/>
            <p:cNvSpPr/>
            <p:nvPr/>
          </p:nvSpPr>
          <p:spPr>
            <a:xfrm>
              <a:off x="6189564" y="2715643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5" name="pl13865"/>
            <p:cNvSpPr/>
            <p:nvPr/>
          </p:nvSpPr>
          <p:spPr>
            <a:xfrm>
              <a:off x="6279984" y="187099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6" name="pl13866"/>
            <p:cNvSpPr/>
            <p:nvPr/>
          </p:nvSpPr>
          <p:spPr>
            <a:xfrm>
              <a:off x="6294747" y="191958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7" name="pl13867"/>
            <p:cNvSpPr/>
            <p:nvPr/>
          </p:nvSpPr>
          <p:spPr>
            <a:xfrm>
              <a:off x="6294747" y="191958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8" name="pl13868"/>
            <p:cNvSpPr/>
            <p:nvPr/>
          </p:nvSpPr>
          <p:spPr>
            <a:xfrm>
              <a:off x="6287078" y="191958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69" name="pl13869"/>
            <p:cNvSpPr/>
            <p:nvPr/>
          </p:nvSpPr>
          <p:spPr>
            <a:xfrm>
              <a:off x="6294747" y="191025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0" name="pl13870"/>
            <p:cNvSpPr/>
            <p:nvPr/>
          </p:nvSpPr>
          <p:spPr>
            <a:xfrm>
              <a:off x="6274095" y="186434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1" name="pl13871"/>
            <p:cNvSpPr/>
            <p:nvPr/>
          </p:nvSpPr>
          <p:spPr>
            <a:xfrm>
              <a:off x="6293730" y="191958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2" name="pl13872"/>
            <p:cNvSpPr/>
            <p:nvPr/>
          </p:nvSpPr>
          <p:spPr>
            <a:xfrm>
              <a:off x="6277431" y="191133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3" name="pl13873"/>
            <p:cNvSpPr/>
            <p:nvPr/>
          </p:nvSpPr>
          <p:spPr>
            <a:xfrm>
              <a:off x="6288348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4" name="pl13874"/>
            <p:cNvSpPr/>
            <p:nvPr/>
          </p:nvSpPr>
          <p:spPr>
            <a:xfrm>
              <a:off x="6294747" y="191958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5" name="pl13875"/>
            <p:cNvSpPr/>
            <p:nvPr/>
          </p:nvSpPr>
          <p:spPr>
            <a:xfrm>
              <a:off x="6294747" y="191958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6" name="pl13876"/>
            <p:cNvSpPr/>
            <p:nvPr/>
          </p:nvSpPr>
          <p:spPr>
            <a:xfrm>
              <a:off x="6274602" y="191958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7" name="pl13877"/>
            <p:cNvSpPr/>
            <p:nvPr/>
          </p:nvSpPr>
          <p:spPr>
            <a:xfrm>
              <a:off x="6281076" y="1889007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8" name="pl13878"/>
            <p:cNvSpPr/>
            <p:nvPr/>
          </p:nvSpPr>
          <p:spPr>
            <a:xfrm>
              <a:off x="6290633" y="190825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79" name="pl13879"/>
            <p:cNvSpPr/>
            <p:nvPr/>
          </p:nvSpPr>
          <p:spPr>
            <a:xfrm>
              <a:off x="6294747" y="191958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0" name="pl13880"/>
            <p:cNvSpPr/>
            <p:nvPr/>
          </p:nvSpPr>
          <p:spPr>
            <a:xfrm>
              <a:off x="6275331" y="191533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1" name="pl13881"/>
            <p:cNvSpPr/>
            <p:nvPr/>
          </p:nvSpPr>
          <p:spPr>
            <a:xfrm>
              <a:off x="6294747" y="191958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2" name="pl13882"/>
            <p:cNvSpPr/>
            <p:nvPr/>
          </p:nvSpPr>
          <p:spPr>
            <a:xfrm>
              <a:off x="6294747" y="191958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3" name="pl13883"/>
            <p:cNvSpPr/>
            <p:nvPr/>
          </p:nvSpPr>
          <p:spPr>
            <a:xfrm>
              <a:off x="6277292" y="190204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4" name="pl13884"/>
            <p:cNvSpPr/>
            <p:nvPr/>
          </p:nvSpPr>
          <p:spPr>
            <a:xfrm>
              <a:off x="6281394" y="191958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5" name="pl13885"/>
            <p:cNvSpPr/>
            <p:nvPr/>
          </p:nvSpPr>
          <p:spPr>
            <a:xfrm>
              <a:off x="6283385" y="191958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6" name="pl13886"/>
            <p:cNvSpPr/>
            <p:nvPr/>
          </p:nvSpPr>
          <p:spPr>
            <a:xfrm>
              <a:off x="6284613" y="191228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7" name="pl13887"/>
            <p:cNvSpPr/>
            <p:nvPr/>
          </p:nvSpPr>
          <p:spPr>
            <a:xfrm>
              <a:off x="6264993" y="191757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8" name="pl13888"/>
            <p:cNvSpPr/>
            <p:nvPr/>
          </p:nvSpPr>
          <p:spPr>
            <a:xfrm>
              <a:off x="6294747" y="191958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89" name="pl13889"/>
            <p:cNvSpPr/>
            <p:nvPr/>
          </p:nvSpPr>
          <p:spPr>
            <a:xfrm>
              <a:off x="6284397" y="1885782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0" name="pl13890"/>
            <p:cNvSpPr/>
            <p:nvPr/>
          </p:nvSpPr>
          <p:spPr>
            <a:xfrm>
              <a:off x="6294747" y="191689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1" name="pl13891"/>
            <p:cNvSpPr/>
            <p:nvPr/>
          </p:nvSpPr>
          <p:spPr>
            <a:xfrm>
              <a:off x="6285541" y="1918910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2" name="pl13892"/>
            <p:cNvSpPr/>
            <p:nvPr/>
          </p:nvSpPr>
          <p:spPr>
            <a:xfrm>
              <a:off x="6280998" y="1918706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3" name="pl13893"/>
            <p:cNvSpPr/>
            <p:nvPr/>
          </p:nvSpPr>
          <p:spPr>
            <a:xfrm>
              <a:off x="6291552" y="191958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4" name="pl13894"/>
            <p:cNvSpPr/>
            <p:nvPr/>
          </p:nvSpPr>
          <p:spPr>
            <a:xfrm>
              <a:off x="6278744" y="191958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5" name="pl13895"/>
            <p:cNvSpPr/>
            <p:nvPr/>
          </p:nvSpPr>
          <p:spPr>
            <a:xfrm>
              <a:off x="6277297" y="191865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6" name="pl13896"/>
            <p:cNvSpPr/>
            <p:nvPr/>
          </p:nvSpPr>
          <p:spPr>
            <a:xfrm>
              <a:off x="6291592" y="191650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7" name="pl13897"/>
            <p:cNvSpPr/>
            <p:nvPr/>
          </p:nvSpPr>
          <p:spPr>
            <a:xfrm>
              <a:off x="6294747" y="1909757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8" name="pl13898"/>
            <p:cNvSpPr/>
            <p:nvPr/>
          </p:nvSpPr>
          <p:spPr>
            <a:xfrm>
              <a:off x="6294747" y="1913242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899" name="pl13899"/>
            <p:cNvSpPr/>
            <p:nvPr/>
          </p:nvSpPr>
          <p:spPr>
            <a:xfrm>
              <a:off x="6466586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0" name="pl13900"/>
            <p:cNvSpPr/>
            <p:nvPr/>
          </p:nvSpPr>
          <p:spPr>
            <a:xfrm>
              <a:off x="6313423" y="1938504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1" name="pl13901"/>
            <p:cNvSpPr/>
            <p:nvPr/>
          </p:nvSpPr>
          <p:spPr>
            <a:xfrm>
              <a:off x="6298001" y="1938504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2" name="pl13902"/>
            <p:cNvSpPr/>
            <p:nvPr/>
          </p:nvSpPr>
          <p:spPr>
            <a:xfrm>
              <a:off x="6307117" y="1938856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3" name="pl13903"/>
            <p:cNvSpPr/>
            <p:nvPr/>
          </p:nvSpPr>
          <p:spPr>
            <a:xfrm>
              <a:off x="6458612" y="1483954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4" name="pl13904"/>
            <p:cNvSpPr/>
            <p:nvPr/>
          </p:nvSpPr>
          <p:spPr>
            <a:xfrm>
              <a:off x="6274567" y="1681687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5" name="pl13905"/>
            <p:cNvSpPr/>
            <p:nvPr/>
          </p:nvSpPr>
          <p:spPr>
            <a:xfrm>
              <a:off x="6453516" y="196113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6" name="pl13906"/>
            <p:cNvSpPr/>
            <p:nvPr/>
          </p:nvSpPr>
          <p:spPr>
            <a:xfrm>
              <a:off x="6467290" y="196113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7" name="pl13907"/>
            <p:cNvSpPr/>
            <p:nvPr/>
          </p:nvSpPr>
          <p:spPr>
            <a:xfrm>
              <a:off x="6077275" y="191763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8" name="pl13908"/>
            <p:cNvSpPr/>
            <p:nvPr/>
          </p:nvSpPr>
          <p:spPr>
            <a:xfrm>
              <a:off x="6332413" y="195948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09" name="pl13909"/>
            <p:cNvSpPr/>
            <p:nvPr/>
          </p:nvSpPr>
          <p:spPr>
            <a:xfrm>
              <a:off x="6626058" y="265943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0" name="pl13910"/>
            <p:cNvSpPr/>
            <p:nvPr/>
          </p:nvSpPr>
          <p:spPr>
            <a:xfrm>
              <a:off x="6226248" y="193987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1" name="pl13911"/>
            <p:cNvSpPr/>
            <p:nvPr/>
          </p:nvSpPr>
          <p:spPr>
            <a:xfrm>
              <a:off x="6227950" y="193987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2" name="pl13912"/>
            <p:cNvSpPr/>
            <p:nvPr/>
          </p:nvSpPr>
          <p:spPr>
            <a:xfrm>
              <a:off x="6178915" y="1429849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3" name="pl13913"/>
            <p:cNvSpPr/>
            <p:nvPr/>
          </p:nvSpPr>
          <p:spPr>
            <a:xfrm>
              <a:off x="6396411" y="1609939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4" name="pl13914"/>
            <p:cNvSpPr/>
            <p:nvPr/>
          </p:nvSpPr>
          <p:spPr>
            <a:xfrm>
              <a:off x="6342822" y="156184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5" name="pl13915"/>
            <p:cNvSpPr/>
            <p:nvPr/>
          </p:nvSpPr>
          <p:spPr>
            <a:xfrm>
              <a:off x="6387602" y="157228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6" name="pl13916"/>
            <p:cNvSpPr/>
            <p:nvPr/>
          </p:nvSpPr>
          <p:spPr>
            <a:xfrm>
              <a:off x="6394510" y="156293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7" name="pl13917"/>
            <p:cNvSpPr/>
            <p:nvPr/>
          </p:nvSpPr>
          <p:spPr>
            <a:xfrm>
              <a:off x="6375762" y="1531470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8" name="pl13918"/>
            <p:cNvSpPr/>
            <p:nvPr/>
          </p:nvSpPr>
          <p:spPr>
            <a:xfrm>
              <a:off x="6297031" y="1975851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19" name="pl13919"/>
            <p:cNvSpPr/>
            <p:nvPr/>
          </p:nvSpPr>
          <p:spPr>
            <a:xfrm>
              <a:off x="5896848" y="121733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0" name="pl13920"/>
            <p:cNvSpPr/>
            <p:nvPr/>
          </p:nvSpPr>
          <p:spPr>
            <a:xfrm>
              <a:off x="5873426" y="124464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1" name="pl13921"/>
            <p:cNvSpPr/>
            <p:nvPr/>
          </p:nvSpPr>
          <p:spPr>
            <a:xfrm>
              <a:off x="6379135" y="161731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2" name="pl13922"/>
            <p:cNvSpPr/>
            <p:nvPr/>
          </p:nvSpPr>
          <p:spPr>
            <a:xfrm>
              <a:off x="6217645" y="178312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3" name="pl13923"/>
            <p:cNvSpPr/>
            <p:nvPr/>
          </p:nvSpPr>
          <p:spPr>
            <a:xfrm>
              <a:off x="6215351" y="179263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4" name="pl13924"/>
            <p:cNvSpPr/>
            <p:nvPr/>
          </p:nvSpPr>
          <p:spPr>
            <a:xfrm>
              <a:off x="5568850" y="2139089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5" name="pl13925"/>
            <p:cNvSpPr/>
            <p:nvPr/>
          </p:nvSpPr>
          <p:spPr>
            <a:xfrm>
              <a:off x="6395989" y="1596737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6" name="pl13926"/>
            <p:cNvSpPr/>
            <p:nvPr/>
          </p:nvSpPr>
          <p:spPr>
            <a:xfrm>
              <a:off x="6395634" y="149276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7" name="pl13927"/>
            <p:cNvSpPr/>
            <p:nvPr/>
          </p:nvSpPr>
          <p:spPr>
            <a:xfrm>
              <a:off x="6395786" y="150820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8" name="pl13928"/>
            <p:cNvSpPr/>
            <p:nvPr/>
          </p:nvSpPr>
          <p:spPr>
            <a:xfrm>
              <a:off x="6443254" y="1035336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29" name="pl13929"/>
            <p:cNvSpPr/>
            <p:nvPr/>
          </p:nvSpPr>
          <p:spPr>
            <a:xfrm>
              <a:off x="5652991" y="1539011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0" name="pl13930"/>
            <p:cNvSpPr/>
            <p:nvPr/>
          </p:nvSpPr>
          <p:spPr>
            <a:xfrm>
              <a:off x="5639222" y="154186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1" name="pl13931"/>
            <p:cNvSpPr/>
            <p:nvPr/>
          </p:nvSpPr>
          <p:spPr>
            <a:xfrm>
              <a:off x="5639715" y="155305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2" name="pl13932"/>
            <p:cNvSpPr/>
            <p:nvPr/>
          </p:nvSpPr>
          <p:spPr>
            <a:xfrm>
              <a:off x="6396718" y="1681687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3" name="pl13933"/>
            <p:cNvSpPr/>
            <p:nvPr/>
          </p:nvSpPr>
          <p:spPr>
            <a:xfrm>
              <a:off x="6463302" y="1734276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4" name="pl13934"/>
            <p:cNvSpPr/>
            <p:nvPr/>
          </p:nvSpPr>
          <p:spPr>
            <a:xfrm>
              <a:off x="6463302" y="169989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5" name="pl13935"/>
            <p:cNvSpPr/>
            <p:nvPr/>
          </p:nvSpPr>
          <p:spPr>
            <a:xfrm>
              <a:off x="6463302" y="1714839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6" name="pl13936"/>
            <p:cNvSpPr/>
            <p:nvPr/>
          </p:nvSpPr>
          <p:spPr>
            <a:xfrm>
              <a:off x="6510153" y="1340691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7" name="pl13937"/>
            <p:cNvSpPr/>
            <p:nvPr/>
          </p:nvSpPr>
          <p:spPr>
            <a:xfrm>
              <a:off x="6266510" y="221825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8" name="pl13938"/>
            <p:cNvSpPr/>
            <p:nvPr/>
          </p:nvSpPr>
          <p:spPr>
            <a:xfrm>
              <a:off x="6384004" y="196706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39" name="pl13939"/>
            <p:cNvSpPr/>
            <p:nvPr/>
          </p:nvSpPr>
          <p:spPr>
            <a:xfrm>
              <a:off x="6382653" y="1969100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0" name="pl13940"/>
            <p:cNvSpPr/>
            <p:nvPr/>
          </p:nvSpPr>
          <p:spPr>
            <a:xfrm>
              <a:off x="6210782" y="216299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1" name="pl13941"/>
            <p:cNvSpPr/>
            <p:nvPr/>
          </p:nvSpPr>
          <p:spPr>
            <a:xfrm>
              <a:off x="6234097" y="216299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2" name="pl13942"/>
            <p:cNvSpPr/>
            <p:nvPr/>
          </p:nvSpPr>
          <p:spPr>
            <a:xfrm>
              <a:off x="6202243" y="216299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3" name="pl13943"/>
            <p:cNvSpPr/>
            <p:nvPr/>
          </p:nvSpPr>
          <p:spPr>
            <a:xfrm>
              <a:off x="6246635" y="216299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4" name="pl13944"/>
            <p:cNvSpPr/>
            <p:nvPr/>
          </p:nvSpPr>
          <p:spPr>
            <a:xfrm>
              <a:off x="6226786" y="216299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5" name="pl13945"/>
            <p:cNvSpPr/>
            <p:nvPr/>
          </p:nvSpPr>
          <p:spPr>
            <a:xfrm>
              <a:off x="6321145" y="1947087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6" name="pl13946"/>
            <p:cNvSpPr/>
            <p:nvPr/>
          </p:nvSpPr>
          <p:spPr>
            <a:xfrm>
              <a:off x="6342468" y="195648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7" name="pl13947"/>
            <p:cNvSpPr/>
            <p:nvPr/>
          </p:nvSpPr>
          <p:spPr>
            <a:xfrm>
              <a:off x="6328821" y="2035509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8" name="pl13948"/>
            <p:cNvSpPr/>
            <p:nvPr/>
          </p:nvSpPr>
          <p:spPr>
            <a:xfrm>
              <a:off x="6151665" y="138346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49" name="pl13949"/>
            <p:cNvSpPr/>
            <p:nvPr/>
          </p:nvSpPr>
          <p:spPr>
            <a:xfrm>
              <a:off x="6161768" y="1402996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0" name="pl13950"/>
            <p:cNvSpPr/>
            <p:nvPr/>
          </p:nvSpPr>
          <p:spPr>
            <a:xfrm>
              <a:off x="6681907" y="1925374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1" name="pl13951"/>
            <p:cNvSpPr/>
            <p:nvPr/>
          </p:nvSpPr>
          <p:spPr>
            <a:xfrm>
              <a:off x="6681907" y="1925374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2" name="pl13952"/>
            <p:cNvSpPr/>
            <p:nvPr/>
          </p:nvSpPr>
          <p:spPr>
            <a:xfrm>
              <a:off x="6681907" y="1925374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3" name="pl13953"/>
            <p:cNvSpPr/>
            <p:nvPr/>
          </p:nvSpPr>
          <p:spPr>
            <a:xfrm>
              <a:off x="6372255" y="174183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4" name="pl13954"/>
            <p:cNvSpPr/>
            <p:nvPr/>
          </p:nvSpPr>
          <p:spPr>
            <a:xfrm>
              <a:off x="6364648" y="1903294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5" name="pl13955"/>
            <p:cNvSpPr/>
            <p:nvPr/>
          </p:nvSpPr>
          <p:spPr>
            <a:xfrm>
              <a:off x="6315215" y="204318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6" name="pl13956"/>
            <p:cNvSpPr/>
            <p:nvPr/>
          </p:nvSpPr>
          <p:spPr>
            <a:xfrm>
              <a:off x="6314196" y="204318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7" name="pl13957"/>
            <p:cNvSpPr/>
            <p:nvPr/>
          </p:nvSpPr>
          <p:spPr>
            <a:xfrm>
              <a:off x="6369275" y="1887389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8" name="pl13958"/>
            <p:cNvSpPr/>
            <p:nvPr/>
          </p:nvSpPr>
          <p:spPr>
            <a:xfrm>
              <a:off x="6321145" y="193205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59" name="pl13959"/>
            <p:cNvSpPr/>
            <p:nvPr/>
          </p:nvSpPr>
          <p:spPr>
            <a:xfrm>
              <a:off x="6335893" y="189113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0" name="pl13960"/>
            <p:cNvSpPr/>
            <p:nvPr/>
          </p:nvSpPr>
          <p:spPr>
            <a:xfrm>
              <a:off x="6611640" y="1060191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1" name="pl13961"/>
            <p:cNvSpPr/>
            <p:nvPr/>
          </p:nvSpPr>
          <p:spPr>
            <a:xfrm>
              <a:off x="6261079" y="174183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2" name="pl13962"/>
            <p:cNvSpPr/>
            <p:nvPr/>
          </p:nvSpPr>
          <p:spPr>
            <a:xfrm>
              <a:off x="6236192" y="171355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3" name="pl13963"/>
            <p:cNvSpPr/>
            <p:nvPr/>
          </p:nvSpPr>
          <p:spPr>
            <a:xfrm>
              <a:off x="6307452" y="1923780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4" name="pl13964"/>
            <p:cNvSpPr/>
            <p:nvPr/>
          </p:nvSpPr>
          <p:spPr>
            <a:xfrm>
              <a:off x="5523437" y="194551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5" name="pl13965"/>
            <p:cNvSpPr/>
            <p:nvPr/>
          </p:nvSpPr>
          <p:spPr>
            <a:xfrm>
              <a:off x="5523465" y="1956668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6" name="pl13966"/>
            <p:cNvSpPr/>
            <p:nvPr/>
          </p:nvSpPr>
          <p:spPr>
            <a:xfrm>
              <a:off x="6321145" y="1947087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7" name="pl13967"/>
            <p:cNvSpPr/>
            <p:nvPr/>
          </p:nvSpPr>
          <p:spPr>
            <a:xfrm>
              <a:off x="6328558" y="195559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8" name="pl13968"/>
            <p:cNvSpPr/>
            <p:nvPr/>
          </p:nvSpPr>
          <p:spPr>
            <a:xfrm>
              <a:off x="6396718" y="161735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69" name="pl13969"/>
            <p:cNvSpPr/>
            <p:nvPr/>
          </p:nvSpPr>
          <p:spPr>
            <a:xfrm>
              <a:off x="6266775" y="191763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0" name="pl13970"/>
            <p:cNvSpPr/>
            <p:nvPr/>
          </p:nvSpPr>
          <p:spPr>
            <a:xfrm>
              <a:off x="6370306" y="162446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1" name="pl13971"/>
            <p:cNvSpPr/>
            <p:nvPr/>
          </p:nvSpPr>
          <p:spPr>
            <a:xfrm>
              <a:off x="6558015" y="1868183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2" name="pl13972"/>
            <p:cNvSpPr/>
            <p:nvPr/>
          </p:nvSpPr>
          <p:spPr>
            <a:xfrm>
              <a:off x="6521996" y="195243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3" name="pl13973"/>
            <p:cNvSpPr/>
            <p:nvPr/>
          </p:nvSpPr>
          <p:spPr>
            <a:xfrm>
              <a:off x="6377173" y="209385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4" name="pl13974"/>
            <p:cNvSpPr/>
            <p:nvPr/>
          </p:nvSpPr>
          <p:spPr>
            <a:xfrm>
              <a:off x="6470031" y="203213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5" name="pl13975"/>
            <p:cNvSpPr/>
            <p:nvPr/>
          </p:nvSpPr>
          <p:spPr>
            <a:xfrm>
              <a:off x="6317283" y="1947087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6" name="pl13976"/>
            <p:cNvSpPr/>
            <p:nvPr/>
          </p:nvSpPr>
          <p:spPr>
            <a:xfrm>
              <a:off x="5652991" y="155305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7" name="pl13977"/>
            <p:cNvSpPr/>
            <p:nvPr/>
          </p:nvSpPr>
          <p:spPr>
            <a:xfrm>
              <a:off x="6221428" y="1774715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8" name="pl13978"/>
            <p:cNvSpPr/>
            <p:nvPr/>
          </p:nvSpPr>
          <p:spPr>
            <a:xfrm>
              <a:off x="6223137" y="1774715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79" name="pl13979"/>
            <p:cNvSpPr/>
            <p:nvPr/>
          </p:nvSpPr>
          <p:spPr>
            <a:xfrm>
              <a:off x="6223137" y="172942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0" name="pl13980"/>
            <p:cNvSpPr/>
            <p:nvPr/>
          </p:nvSpPr>
          <p:spPr>
            <a:xfrm>
              <a:off x="6223137" y="177220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1" name="pl13981"/>
            <p:cNvSpPr/>
            <p:nvPr/>
          </p:nvSpPr>
          <p:spPr>
            <a:xfrm>
              <a:off x="6223137" y="1758811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2" name="pl13982"/>
            <p:cNvSpPr/>
            <p:nvPr/>
          </p:nvSpPr>
          <p:spPr>
            <a:xfrm>
              <a:off x="6223137" y="177096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3" name="pl13983"/>
            <p:cNvSpPr/>
            <p:nvPr/>
          </p:nvSpPr>
          <p:spPr>
            <a:xfrm>
              <a:off x="6273331" y="192784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4" name="pl13984"/>
            <p:cNvSpPr/>
            <p:nvPr/>
          </p:nvSpPr>
          <p:spPr>
            <a:xfrm>
              <a:off x="6288348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5" name="pl13985"/>
            <p:cNvSpPr/>
            <p:nvPr/>
          </p:nvSpPr>
          <p:spPr>
            <a:xfrm>
              <a:off x="6266664" y="192784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6" name="pl13986"/>
            <p:cNvSpPr/>
            <p:nvPr/>
          </p:nvSpPr>
          <p:spPr>
            <a:xfrm>
              <a:off x="6286190" y="192784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7" name="pl13987"/>
            <p:cNvSpPr/>
            <p:nvPr/>
          </p:nvSpPr>
          <p:spPr>
            <a:xfrm>
              <a:off x="6308380" y="192495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8" name="pl13988"/>
            <p:cNvSpPr/>
            <p:nvPr/>
          </p:nvSpPr>
          <p:spPr>
            <a:xfrm>
              <a:off x="6367398" y="211721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89" name="pl13989"/>
            <p:cNvSpPr/>
            <p:nvPr/>
          </p:nvSpPr>
          <p:spPr>
            <a:xfrm>
              <a:off x="6466586" y="174183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0" name="pl13990"/>
            <p:cNvSpPr/>
            <p:nvPr/>
          </p:nvSpPr>
          <p:spPr>
            <a:xfrm>
              <a:off x="5542862" y="1696245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1" name="pl13991"/>
            <p:cNvSpPr/>
            <p:nvPr/>
          </p:nvSpPr>
          <p:spPr>
            <a:xfrm>
              <a:off x="6431387" y="153033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2" name="pl13992"/>
            <p:cNvSpPr/>
            <p:nvPr/>
          </p:nvSpPr>
          <p:spPr>
            <a:xfrm>
              <a:off x="6396718" y="158250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3" name="pl13993"/>
            <p:cNvSpPr/>
            <p:nvPr/>
          </p:nvSpPr>
          <p:spPr>
            <a:xfrm>
              <a:off x="6431387" y="153177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4" name="pl13994"/>
            <p:cNvSpPr/>
            <p:nvPr/>
          </p:nvSpPr>
          <p:spPr>
            <a:xfrm>
              <a:off x="6431387" y="152838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5" name="pl13995"/>
            <p:cNvSpPr/>
            <p:nvPr/>
          </p:nvSpPr>
          <p:spPr>
            <a:xfrm>
              <a:off x="6316066" y="1899341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6" name="pl13996"/>
            <p:cNvSpPr/>
            <p:nvPr/>
          </p:nvSpPr>
          <p:spPr>
            <a:xfrm>
              <a:off x="6321431" y="197271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7" name="pl13997"/>
            <p:cNvSpPr/>
            <p:nvPr/>
          </p:nvSpPr>
          <p:spPr>
            <a:xfrm>
              <a:off x="6321145" y="1947087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8" name="pl13998"/>
            <p:cNvSpPr/>
            <p:nvPr/>
          </p:nvSpPr>
          <p:spPr>
            <a:xfrm>
              <a:off x="6319645" y="197271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999" name="pl13999"/>
            <p:cNvSpPr/>
            <p:nvPr/>
          </p:nvSpPr>
          <p:spPr>
            <a:xfrm>
              <a:off x="6954730" y="1276091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0" name="pl14000"/>
            <p:cNvSpPr/>
            <p:nvPr/>
          </p:nvSpPr>
          <p:spPr>
            <a:xfrm>
              <a:off x="6467290" y="195848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1" name="pl14001"/>
            <p:cNvSpPr/>
            <p:nvPr/>
          </p:nvSpPr>
          <p:spPr>
            <a:xfrm>
              <a:off x="7046482" y="138237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2" name="pl14002"/>
            <p:cNvSpPr/>
            <p:nvPr/>
          </p:nvSpPr>
          <p:spPr>
            <a:xfrm>
              <a:off x="6396012" y="197120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3" name="pl14003"/>
            <p:cNvSpPr/>
            <p:nvPr/>
          </p:nvSpPr>
          <p:spPr>
            <a:xfrm>
              <a:off x="6384004" y="196706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4" name="pl14004"/>
            <p:cNvSpPr/>
            <p:nvPr/>
          </p:nvSpPr>
          <p:spPr>
            <a:xfrm>
              <a:off x="6382653" y="1969100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5" name="pl14005"/>
            <p:cNvSpPr/>
            <p:nvPr/>
          </p:nvSpPr>
          <p:spPr>
            <a:xfrm>
              <a:off x="6682357" y="111163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6" name="pl14006"/>
            <p:cNvSpPr/>
            <p:nvPr/>
          </p:nvSpPr>
          <p:spPr>
            <a:xfrm>
              <a:off x="6215351" y="180304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7" name="pl14007"/>
            <p:cNvSpPr/>
            <p:nvPr/>
          </p:nvSpPr>
          <p:spPr>
            <a:xfrm>
              <a:off x="6215351" y="176188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8" name="pl14008"/>
            <p:cNvSpPr/>
            <p:nvPr/>
          </p:nvSpPr>
          <p:spPr>
            <a:xfrm>
              <a:off x="6215351" y="1759277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09" name="pl14009"/>
            <p:cNvSpPr/>
            <p:nvPr/>
          </p:nvSpPr>
          <p:spPr>
            <a:xfrm>
              <a:off x="6215351" y="176788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0" name="pl14010"/>
            <p:cNvSpPr/>
            <p:nvPr/>
          </p:nvSpPr>
          <p:spPr>
            <a:xfrm>
              <a:off x="6215351" y="172949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1" name="pl14011"/>
            <p:cNvSpPr/>
            <p:nvPr/>
          </p:nvSpPr>
          <p:spPr>
            <a:xfrm>
              <a:off x="6174990" y="178264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2" name="pl14012"/>
            <p:cNvSpPr/>
            <p:nvPr/>
          </p:nvSpPr>
          <p:spPr>
            <a:xfrm>
              <a:off x="6183388" y="179247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3" name="pl14013"/>
            <p:cNvSpPr/>
            <p:nvPr/>
          </p:nvSpPr>
          <p:spPr>
            <a:xfrm>
              <a:off x="6215351" y="1730502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4" name="pl14014"/>
            <p:cNvSpPr/>
            <p:nvPr/>
          </p:nvSpPr>
          <p:spPr>
            <a:xfrm>
              <a:off x="6076450" y="1378064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5" name="pl14015"/>
            <p:cNvSpPr/>
            <p:nvPr/>
          </p:nvSpPr>
          <p:spPr>
            <a:xfrm>
              <a:off x="5865762" y="130267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6" name="pl14016"/>
            <p:cNvSpPr/>
            <p:nvPr/>
          </p:nvSpPr>
          <p:spPr>
            <a:xfrm>
              <a:off x="5876937" y="130912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7" name="pl14017"/>
            <p:cNvSpPr/>
            <p:nvPr/>
          </p:nvSpPr>
          <p:spPr>
            <a:xfrm>
              <a:off x="5896848" y="125884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8" name="pl14018"/>
            <p:cNvSpPr/>
            <p:nvPr/>
          </p:nvSpPr>
          <p:spPr>
            <a:xfrm>
              <a:off x="5910939" y="130912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19" name="pl14019"/>
            <p:cNvSpPr/>
            <p:nvPr/>
          </p:nvSpPr>
          <p:spPr>
            <a:xfrm>
              <a:off x="5895544" y="1307673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0" name="pl14020"/>
            <p:cNvSpPr/>
            <p:nvPr/>
          </p:nvSpPr>
          <p:spPr>
            <a:xfrm>
              <a:off x="6321145" y="1947087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1" name="pl14021"/>
            <p:cNvSpPr/>
            <p:nvPr/>
          </p:nvSpPr>
          <p:spPr>
            <a:xfrm>
              <a:off x="6307339" y="189363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2" name="pl14022"/>
            <p:cNvSpPr/>
            <p:nvPr/>
          </p:nvSpPr>
          <p:spPr>
            <a:xfrm>
              <a:off x="6349866" y="189113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3" name="pl14023"/>
            <p:cNvSpPr/>
            <p:nvPr/>
          </p:nvSpPr>
          <p:spPr>
            <a:xfrm>
              <a:off x="6396718" y="1633004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4" name="pl14024"/>
            <p:cNvSpPr/>
            <p:nvPr/>
          </p:nvSpPr>
          <p:spPr>
            <a:xfrm>
              <a:off x="5619078" y="220271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5" name="pl14025"/>
            <p:cNvSpPr/>
            <p:nvPr/>
          </p:nvSpPr>
          <p:spPr>
            <a:xfrm>
              <a:off x="6466586" y="168454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6" name="pl14026"/>
            <p:cNvSpPr/>
            <p:nvPr/>
          </p:nvSpPr>
          <p:spPr>
            <a:xfrm>
              <a:off x="5974707" y="262179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7" name="pl14027"/>
            <p:cNvSpPr/>
            <p:nvPr/>
          </p:nvSpPr>
          <p:spPr>
            <a:xfrm>
              <a:off x="6300463" y="274339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8" name="pl14028"/>
            <p:cNvSpPr/>
            <p:nvPr/>
          </p:nvSpPr>
          <p:spPr>
            <a:xfrm>
              <a:off x="7087465" y="2256884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29" name="pl14029"/>
            <p:cNvSpPr/>
            <p:nvPr/>
          </p:nvSpPr>
          <p:spPr>
            <a:xfrm>
              <a:off x="6237429" y="199204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0" name="pl14030"/>
            <p:cNvSpPr/>
            <p:nvPr/>
          </p:nvSpPr>
          <p:spPr>
            <a:xfrm>
              <a:off x="6316066" y="190334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1" name="pl14031"/>
            <p:cNvSpPr/>
            <p:nvPr/>
          </p:nvSpPr>
          <p:spPr>
            <a:xfrm>
              <a:off x="6318732" y="1897697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2" name="pl14032"/>
            <p:cNvSpPr/>
            <p:nvPr/>
          </p:nvSpPr>
          <p:spPr>
            <a:xfrm>
              <a:off x="6315440" y="190100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3" name="pl14033"/>
            <p:cNvSpPr/>
            <p:nvPr/>
          </p:nvSpPr>
          <p:spPr>
            <a:xfrm>
              <a:off x="6318203" y="1991529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4" name="pl14034"/>
            <p:cNvSpPr/>
            <p:nvPr/>
          </p:nvSpPr>
          <p:spPr>
            <a:xfrm>
              <a:off x="6903896" y="247882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5" name="pl14035"/>
            <p:cNvSpPr/>
            <p:nvPr/>
          </p:nvSpPr>
          <p:spPr>
            <a:xfrm>
              <a:off x="6919624" y="247728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6" name="pl14036"/>
            <p:cNvSpPr/>
            <p:nvPr/>
          </p:nvSpPr>
          <p:spPr>
            <a:xfrm>
              <a:off x="6369524" y="241864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7" name="pl14037"/>
            <p:cNvSpPr/>
            <p:nvPr/>
          </p:nvSpPr>
          <p:spPr>
            <a:xfrm>
              <a:off x="6369524" y="241864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8" name="pl14038"/>
            <p:cNvSpPr/>
            <p:nvPr/>
          </p:nvSpPr>
          <p:spPr>
            <a:xfrm>
              <a:off x="6384247" y="1964445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39" name="pl14039"/>
            <p:cNvSpPr/>
            <p:nvPr/>
          </p:nvSpPr>
          <p:spPr>
            <a:xfrm>
              <a:off x="6281328" y="189341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0" name="pl14040"/>
            <p:cNvSpPr/>
            <p:nvPr/>
          </p:nvSpPr>
          <p:spPr>
            <a:xfrm>
              <a:off x="6297215" y="190509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1" name="pl14041"/>
            <p:cNvSpPr/>
            <p:nvPr/>
          </p:nvSpPr>
          <p:spPr>
            <a:xfrm>
              <a:off x="6297215" y="1903717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2" name="pl14042"/>
            <p:cNvSpPr/>
            <p:nvPr/>
          </p:nvSpPr>
          <p:spPr>
            <a:xfrm>
              <a:off x="6294747" y="190509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3" name="pl14043"/>
            <p:cNvSpPr/>
            <p:nvPr/>
          </p:nvSpPr>
          <p:spPr>
            <a:xfrm>
              <a:off x="6293384" y="1899409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4" name="pl14044"/>
            <p:cNvSpPr/>
            <p:nvPr/>
          </p:nvSpPr>
          <p:spPr>
            <a:xfrm>
              <a:off x="6293148" y="189580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5" name="pl14045"/>
            <p:cNvSpPr/>
            <p:nvPr/>
          </p:nvSpPr>
          <p:spPr>
            <a:xfrm>
              <a:off x="5912726" y="1203668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6" name="pl14046"/>
            <p:cNvSpPr/>
            <p:nvPr/>
          </p:nvSpPr>
          <p:spPr>
            <a:xfrm>
              <a:off x="6020068" y="1098857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7" name="pl14047"/>
            <p:cNvSpPr/>
            <p:nvPr/>
          </p:nvSpPr>
          <p:spPr>
            <a:xfrm>
              <a:off x="6295101" y="206384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8" name="pl14048"/>
            <p:cNvSpPr/>
            <p:nvPr/>
          </p:nvSpPr>
          <p:spPr>
            <a:xfrm>
              <a:off x="6226898" y="178670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49" name="pl14049"/>
            <p:cNvSpPr/>
            <p:nvPr/>
          </p:nvSpPr>
          <p:spPr>
            <a:xfrm>
              <a:off x="6254021" y="181193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0" name="pl14050"/>
            <p:cNvSpPr/>
            <p:nvPr/>
          </p:nvSpPr>
          <p:spPr>
            <a:xfrm>
              <a:off x="6223137" y="1774715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1" name="pl14051"/>
            <p:cNvSpPr/>
            <p:nvPr/>
          </p:nvSpPr>
          <p:spPr>
            <a:xfrm>
              <a:off x="6254021" y="181193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2" name="pl14052"/>
            <p:cNvSpPr/>
            <p:nvPr/>
          </p:nvSpPr>
          <p:spPr>
            <a:xfrm>
              <a:off x="6254021" y="154284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3" name="pl14053"/>
            <p:cNvSpPr/>
            <p:nvPr/>
          </p:nvSpPr>
          <p:spPr>
            <a:xfrm>
              <a:off x="6369275" y="1884396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4" name="pl14054"/>
            <p:cNvSpPr/>
            <p:nvPr/>
          </p:nvSpPr>
          <p:spPr>
            <a:xfrm>
              <a:off x="6623073" y="265296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5" name="pl14055"/>
            <p:cNvSpPr/>
            <p:nvPr/>
          </p:nvSpPr>
          <p:spPr>
            <a:xfrm>
              <a:off x="6466586" y="1719434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6" name="pl14056"/>
            <p:cNvSpPr/>
            <p:nvPr/>
          </p:nvSpPr>
          <p:spPr>
            <a:xfrm>
              <a:off x="6314600" y="194595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7" name="pl14057"/>
            <p:cNvSpPr/>
            <p:nvPr/>
          </p:nvSpPr>
          <p:spPr>
            <a:xfrm>
              <a:off x="6296880" y="194595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8" name="pl14058"/>
            <p:cNvSpPr/>
            <p:nvPr/>
          </p:nvSpPr>
          <p:spPr>
            <a:xfrm>
              <a:off x="6384004" y="196385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59" name="pl14059"/>
            <p:cNvSpPr/>
            <p:nvPr/>
          </p:nvSpPr>
          <p:spPr>
            <a:xfrm>
              <a:off x="6360409" y="192681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0" name="pl14060"/>
            <p:cNvSpPr/>
            <p:nvPr/>
          </p:nvSpPr>
          <p:spPr>
            <a:xfrm>
              <a:off x="6382653" y="1969100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1" name="pl14061"/>
            <p:cNvSpPr/>
            <p:nvPr/>
          </p:nvSpPr>
          <p:spPr>
            <a:xfrm>
              <a:off x="6349957" y="1969100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2" name="pl14062"/>
            <p:cNvSpPr/>
            <p:nvPr/>
          </p:nvSpPr>
          <p:spPr>
            <a:xfrm>
              <a:off x="6382653" y="196706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3" name="pl14063"/>
            <p:cNvSpPr/>
            <p:nvPr/>
          </p:nvSpPr>
          <p:spPr>
            <a:xfrm>
              <a:off x="6294304" y="174183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4" name="pl14064"/>
            <p:cNvSpPr/>
            <p:nvPr/>
          </p:nvSpPr>
          <p:spPr>
            <a:xfrm>
              <a:off x="6290321" y="171813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5" name="pl14065"/>
            <p:cNvSpPr/>
            <p:nvPr/>
          </p:nvSpPr>
          <p:spPr>
            <a:xfrm>
              <a:off x="6394896" y="167359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6" name="pl14066"/>
            <p:cNvSpPr/>
            <p:nvPr/>
          </p:nvSpPr>
          <p:spPr>
            <a:xfrm>
              <a:off x="6886150" y="157220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7" name="pl14067"/>
            <p:cNvSpPr/>
            <p:nvPr/>
          </p:nvSpPr>
          <p:spPr>
            <a:xfrm>
              <a:off x="6799382" y="158799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8" name="pl14068"/>
            <p:cNvSpPr/>
            <p:nvPr/>
          </p:nvSpPr>
          <p:spPr>
            <a:xfrm>
              <a:off x="6466586" y="174183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69" name="pl14069"/>
            <p:cNvSpPr/>
            <p:nvPr/>
          </p:nvSpPr>
          <p:spPr>
            <a:xfrm>
              <a:off x="6613889" y="178854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0" name="pl14070"/>
            <p:cNvSpPr/>
            <p:nvPr/>
          </p:nvSpPr>
          <p:spPr>
            <a:xfrm>
              <a:off x="6466586" y="174183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1" name="pl14071"/>
            <p:cNvSpPr/>
            <p:nvPr/>
          </p:nvSpPr>
          <p:spPr>
            <a:xfrm>
              <a:off x="6613889" y="1788606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2" name="pl14072"/>
            <p:cNvSpPr/>
            <p:nvPr/>
          </p:nvSpPr>
          <p:spPr>
            <a:xfrm>
              <a:off x="6613889" y="1788606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3" name="pl14073"/>
            <p:cNvSpPr/>
            <p:nvPr/>
          </p:nvSpPr>
          <p:spPr>
            <a:xfrm>
              <a:off x="6154531" y="2014133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4" name="pl14074"/>
            <p:cNvSpPr/>
            <p:nvPr/>
          </p:nvSpPr>
          <p:spPr>
            <a:xfrm>
              <a:off x="6223133" y="177186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5" name="pl14075"/>
            <p:cNvSpPr/>
            <p:nvPr/>
          </p:nvSpPr>
          <p:spPr>
            <a:xfrm>
              <a:off x="6260121" y="1820646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6" name="pl14076"/>
            <p:cNvSpPr/>
            <p:nvPr/>
          </p:nvSpPr>
          <p:spPr>
            <a:xfrm>
              <a:off x="6263363" y="1822955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7" name="pl14077"/>
            <p:cNvSpPr/>
            <p:nvPr/>
          </p:nvSpPr>
          <p:spPr>
            <a:xfrm>
              <a:off x="6263363" y="1819086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8" name="pl14078"/>
            <p:cNvSpPr/>
            <p:nvPr/>
          </p:nvSpPr>
          <p:spPr>
            <a:xfrm>
              <a:off x="6263363" y="182537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79" name="pl14079"/>
            <p:cNvSpPr/>
            <p:nvPr/>
          </p:nvSpPr>
          <p:spPr>
            <a:xfrm>
              <a:off x="6263363" y="182537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0" name="pl14080"/>
            <p:cNvSpPr/>
            <p:nvPr/>
          </p:nvSpPr>
          <p:spPr>
            <a:xfrm>
              <a:off x="6261131" y="1821717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1" name="pl14081"/>
            <p:cNvSpPr/>
            <p:nvPr/>
          </p:nvSpPr>
          <p:spPr>
            <a:xfrm>
              <a:off x="6263363" y="181657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2" name="pl14082"/>
            <p:cNvSpPr/>
            <p:nvPr/>
          </p:nvSpPr>
          <p:spPr>
            <a:xfrm>
              <a:off x="6317486" y="1932664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3" name="pl14083"/>
            <p:cNvSpPr/>
            <p:nvPr/>
          </p:nvSpPr>
          <p:spPr>
            <a:xfrm>
              <a:off x="6307339" y="191636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4" name="pl14084"/>
            <p:cNvSpPr/>
            <p:nvPr/>
          </p:nvSpPr>
          <p:spPr>
            <a:xfrm>
              <a:off x="6243247" y="1829737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5" name="pl14085"/>
            <p:cNvSpPr/>
            <p:nvPr/>
          </p:nvSpPr>
          <p:spPr>
            <a:xfrm>
              <a:off x="6453947" y="104520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6" name="pl14086"/>
            <p:cNvSpPr/>
            <p:nvPr/>
          </p:nvSpPr>
          <p:spPr>
            <a:xfrm>
              <a:off x="5668811" y="220722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7" name="pl14087"/>
            <p:cNvSpPr/>
            <p:nvPr/>
          </p:nvSpPr>
          <p:spPr>
            <a:xfrm>
              <a:off x="6316066" y="189429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8" name="pl14088"/>
            <p:cNvSpPr/>
            <p:nvPr/>
          </p:nvSpPr>
          <p:spPr>
            <a:xfrm>
              <a:off x="6338106" y="189113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89" name="pl14089"/>
            <p:cNvSpPr/>
            <p:nvPr/>
          </p:nvSpPr>
          <p:spPr>
            <a:xfrm>
              <a:off x="6338106" y="188866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0" name="pl14090"/>
            <p:cNvSpPr/>
            <p:nvPr/>
          </p:nvSpPr>
          <p:spPr>
            <a:xfrm>
              <a:off x="6338106" y="188734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1" name="pl14091"/>
            <p:cNvSpPr/>
            <p:nvPr/>
          </p:nvSpPr>
          <p:spPr>
            <a:xfrm>
              <a:off x="6310767" y="1947087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2" name="pl14092"/>
            <p:cNvSpPr/>
            <p:nvPr/>
          </p:nvSpPr>
          <p:spPr>
            <a:xfrm>
              <a:off x="6297649" y="1947283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3" name="pl14093"/>
            <p:cNvSpPr/>
            <p:nvPr/>
          </p:nvSpPr>
          <p:spPr>
            <a:xfrm>
              <a:off x="5800777" y="2494870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4" name="pl14094"/>
            <p:cNvSpPr/>
            <p:nvPr/>
          </p:nvSpPr>
          <p:spPr>
            <a:xfrm>
              <a:off x="6257122" y="221825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5" name="pl14095"/>
            <p:cNvSpPr/>
            <p:nvPr/>
          </p:nvSpPr>
          <p:spPr>
            <a:xfrm>
              <a:off x="6491505" y="173271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6" name="pl14096"/>
            <p:cNvSpPr/>
            <p:nvPr/>
          </p:nvSpPr>
          <p:spPr>
            <a:xfrm>
              <a:off x="6491505" y="1693545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7" name="pl14097"/>
            <p:cNvSpPr/>
            <p:nvPr/>
          </p:nvSpPr>
          <p:spPr>
            <a:xfrm>
              <a:off x="6466586" y="173324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8" name="pl14098"/>
            <p:cNvSpPr/>
            <p:nvPr/>
          </p:nvSpPr>
          <p:spPr>
            <a:xfrm>
              <a:off x="6491505" y="1711442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099" name="pl14099"/>
            <p:cNvSpPr/>
            <p:nvPr/>
          </p:nvSpPr>
          <p:spPr>
            <a:xfrm>
              <a:off x="6491505" y="171756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0" name="pl14100"/>
            <p:cNvSpPr/>
            <p:nvPr/>
          </p:nvSpPr>
          <p:spPr>
            <a:xfrm>
              <a:off x="6491505" y="1724155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1" name="pl14101"/>
            <p:cNvSpPr/>
            <p:nvPr/>
          </p:nvSpPr>
          <p:spPr>
            <a:xfrm>
              <a:off x="6491505" y="171960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2" name="pl14102"/>
            <p:cNvSpPr/>
            <p:nvPr/>
          </p:nvSpPr>
          <p:spPr>
            <a:xfrm>
              <a:off x="6259077" y="1893954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3" name="pl14103"/>
            <p:cNvSpPr/>
            <p:nvPr/>
          </p:nvSpPr>
          <p:spPr>
            <a:xfrm>
              <a:off x="6258540" y="188932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4" name="pl14104"/>
            <p:cNvSpPr/>
            <p:nvPr/>
          </p:nvSpPr>
          <p:spPr>
            <a:xfrm>
              <a:off x="6248848" y="1894254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5" name="pl14105"/>
            <p:cNvSpPr/>
            <p:nvPr/>
          </p:nvSpPr>
          <p:spPr>
            <a:xfrm>
              <a:off x="6466586" y="170066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6" name="pl14106"/>
            <p:cNvSpPr/>
            <p:nvPr/>
          </p:nvSpPr>
          <p:spPr>
            <a:xfrm>
              <a:off x="6528531" y="1654141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7" name="pl14107"/>
            <p:cNvSpPr/>
            <p:nvPr/>
          </p:nvSpPr>
          <p:spPr>
            <a:xfrm>
              <a:off x="6396230" y="162443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8" name="pl14108"/>
            <p:cNvSpPr/>
            <p:nvPr/>
          </p:nvSpPr>
          <p:spPr>
            <a:xfrm>
              <a:off x="6224593" y="1987124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09" name="pl14109"/>
            <p:cNvSpPr/>
            <p:nvPr/>
          </p:nvSpPr>
          <p:spPr>
            <a:xfrm>
              <a:off x="6274854" y="1987124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0" name="pl14110"/>
            <p:cNvSpPr/>
            <p:nvPr/>
          </p:nvSpPr>
          <p:spPr>
            <a:xfrm>
              <a:off x="6623082" y="265943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1" name="pl14111"/>
            <p:cNvSpPr/>
            <p:nvPr/>
          </p:nvSpPr>
          <p:spPr>
            <a:xfrm>
              <a:off x="6269175" y="193515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2" name="pl14112"/>
            <p:cNvSpPr/>
            <p:nvPr/>
          </p:nvSpPr>
          <p:spPr>
            <a:xfrm>
              <a:off x="6262382" y="193515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3" name="pl14113"/>
            <p:cNvSpPr/>
            <p:nvPr/>
          </p:nvSpPr>
          <p:spPr>
            <a:xfrm>
              <a:off x="6456314" y="1650711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4" name="pl14114"/>
            <p:cNvSpPr/>
            <p:nvPr/>
          </p:nvSpPr>
          <p:spPr>
            <a:xfrm>
              <a:off x="6456314" y="1620494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5" name="pl14115"/>
            <p:cNvSpPr/>
            <p:nvPr/>
          </p:nvSpPr>
          <p:spPr>
            <a:xfrm>
              <a:off x="5571388" y="208290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6" name="pl14116"/>
            <p:cNvSpPr/>
            <p:nvPr/>
          </p:nvSpPr>
          <p:spPr>
            <a:xfrm>
              <a:off x="5543406" y="208448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7" name="pl14117"/>
            <p:cNvSpPr/>
            <p:nvPr/>
          </p:nvSpPr>
          <p:spPr>
            <a:xfrm>
              <a:off x="6167130" y="200287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8" name="pl14118"/>
            <p:cNvSpPr/>
            <p:nvPr/>
          </p:nvSpPr>
          <p:spPr>
            <a:xfrm>
              <a:off x="6130195" y="2014133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19" name="pl14119"/>
            <p:cNvSpPr/>
            <p:nvPr/>
          </p:nvSpPr>
          <p:spPr>
            <a:xfrm>
              <a:off x="6321145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0" name="pl14120"/>
            <p:cNvSpPr/>
            <p:nvPr/>
          </p:nvSpPr>
          <p:spPr>
            <a:xfrm>
              <a:off x="6324076" y="194351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1" name="pl14121"/>
            <p:cNvSpPr/>
            <p:nvPr/>
          </p:nvSpPr>
          <p:spPr>
            <a:xfrm>
              <a:off x="6262374" y="174183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2" name="pl14122"/>
            <p:cNvSpPr/>
            <p:nvPr/>
          </p:nvSpPr>
          <p:spPr>
            <a:xfrm>
              <a:off x="6213669" y="170422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3" name="pl14123"/>
            <p:cNvSpPr/>
            <p:nvPr/>
          </p:nvSpPr>
          <p:spPr>
            <a:xfrm>
              <a:off x="6316066" y="190189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4" name="pl14124"/>
            <p:cNvSpPr/>
            <p:nvPr/>
          </p:nvSpPr>
          <p:spPr>
            <a:xfrm>
              <a:off x="6538821" y="188354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5" name="pl14125"/>
            <p:cNvSpPr/>
            <p:nvPr/>
          </p:nvSpPr>
          <p:spPr>
            <a:xfrm>
              <a:off x="6466586" y="174183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6" name="pl14126"/>
            <p:cNvSpPr/>
            <p:nvPr/>
          </p:nvSpPr>
          <p:spPr>
            <a:xfrm>
              <a:off x="6538821" y="1852812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7" name="pl14127"/>
            <p:cNvSpPr/>
            <p:nvPr/>
          </p:nvSpPr>
          <p:spPr>
            <a:xfrm>
              <a:off x="6538821" y="188354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8" name="pl14128"/>
            <p:cNvSpPr/>
            <p:nvPr/>
          </p:nvSpPr>
          <p:spPr>
            <a:xfrm>
              <a:off x="6328821" y="2035509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29" name="pl14129"/>
            <p:cNvSpPr/>
            <p:nvPr/>
          </p:nvSpPr>
          <p:spPr>
            <a:xfrm>
              <a:off x="6328821" y="2035509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0" name="pl14130"/>
            <p:cNvSpPr/>
            <p:nvPr/>
          </p:nvSpPr>
          <p:spPr>
            <a:xfrm>
              <a:off x="6278262" y="195346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1" name="pl14131"/>
            <p:cNvSpPr/>
            <p:nvPr/>
          </p:nvSpPr>
          <p:spPr>
            <a:xfrm>
              <a:off x="6186784" y="1942318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2" name="pl14132"/>
            <p:cNvSpPr/>
            <p:nvPr/>
          </p:nvSpPr>
          <p:spPr>
            <a:xfrm>
              <a:off x="6466586" y="1634759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3" name="pl14133"/>
            <p:cNvSpPr/>
            <p:nvPr/>
          </p:nvSpPr>
          <p:spPr>
            <a:xfrm>
              <a:off x="6123051" y="191763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4" name="pl14134"/>
            <p:cNvSpPr/>
            <p:nvPr/>
          </p:nvSpPr>
          <p:spPr>
            <a:xfrm>
              <a:off x="6437656" y="1471919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5" name="pl14135"/>
            <p:cNvSpPr/>
            <p:nvPr/>
          </p:nvSpPr>
          <p:spPr>
            <a:xfrm>
              <a:off x="6457369" y="141480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6" name="pl14136"/>
            <p:cNvSpPr/>
            <p:nvPr/>
          </p:nvSpPr>
          <p:spPr>
            <a:xfrm>
              <a:off x="6456892" y="145481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7" name="pl14137"/>
            <p:cNvSpPr/>
            <p:nvPr/>
          </p:nvSpPr>
          <p:spPr>
            <a:xfrm>
              <a:off x="6446224" y="1471919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8" name="pl14138"/>
            <p:cNvSpPr/>
            <p:nvPr/>
          </p:nvSpPr>
          <p:spPr>
            <a:xfrm>
              <a:off x="6224593" y="1992866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39" name="pl14139"/>
            <p:cNvSpPr/>
            <p:nvPr/>
          </p:nvSpPr>
          <p:spPr>
            <a:xfrm>
              <a:off x="6195707" y="1992866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0" name="pl14140"/>
            <p:cNvSpPr/>
            <p:nvPr/>
          </p:nvSpPr>
          <p:spPr>
            <a:xfrm>
              <a:off x="6200304" y="1992866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1" name="pl14141"/>
            <p:cNvSpPr/>
            <p:nvPr/>
          </p:nvSpPr>
          <p:spPr>
            <a:xfrm>
              <a:off x="6291979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2" name="pl14142"/>
            <p:cNvSpPr/>
            <p:nvPr/>
          </p:nvSpPr>
          <p:spPr>
            <a:xfrm>
              <a:off x="6270799" y="167988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3" name="pl14143"/>
            <p:cNvSpPr/>
            <p:nvPr/>
          </p:nvSpPr>
          <p:spPr>
            <a:xfrm>
              <a:off x="6625427" y="178854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4" name="pl14144"/>
            <p:cNvSpPr/>
            <p:nvPr/>
          </p:nvSpPr>
          <p:spPr>
            <a:xfrm>
              <a:off x="6656783" y="180329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5" name="pl14145"/>
            <p:cNvSpPr/>
            <p:nvPr/>
          </p:nvSpPr>
          <p:spPr>
            <a:xfrm>
              <a:off x="6332580" y="195423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6" name="pl14146"/>
            <p:cNvSpPr/>
            <p:nvPr/>
          </p:nvSpPr>
          <p:spPr>
            <a:xfrm>
              <a:off x="6304379" y="1899263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7" name="pl14147"/>
            <p:cNvSpPr/>
            <p:nvPr/>
          </p:nvSpPr>
          <p:spPr>
            <a:xfrm>
              <a:off x="6377173" y="213915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8" name="pl14148"/>
            <p:cNvSpPr/>
            <p:nvPr/>
          </p:nvSpPr>
          <p:spPr>
            <a:xfrm>
              <a:off x="6394697" y="2196351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49" name="pl14149"/>
            <p:cNvSpPr/>
            <p:nvPr/>
          </p:nvSpPr>
          <p:spPr>
            <a:xfrm>
              <a:off x="6394697" y="2196351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0" name="pl14150"/>
            <p:cNvSpPr/>
            <p:nvPr/>
          </p:nvSpPr>
          <p:spPr>
            <a:xfrm>
              <a:off x="6263363" y="182211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1" name="pl14151"/>
            <p:cNvSpPr/>
            <p:nvPr/>
          </p:nvSpPr>
          <p:spPr>
            <a:xfrm>
              <a:off x="6321145" y="1947087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2" name="pl14152"/>
            <p:cNvSpPr/>
            <p:nvPr/>
          </p:nvSpPr>
          <p:spPr>
            <a:xfrm>
              <a:off x="6313426" y="194381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3" name="pl14153"/>
            <p:cNvSpPr/>
            <p:nvPr/>
          </p:nvSpPr>
          <p:spPr>
            <a:xfrm>
              <a:off x="6295266" y="194381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4" name="pl14154"/>
            <p:cNvSpPr/>
            <p:nvPr/>
          </p:nvSpPr>
          <p:spPr>
            <a:xfrm>
              <a:off x="6313426" y="194381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5" name="pl14155"/>
            <p:cNvSpPr/>
            <p:nvPr/>
          </p:nvSpPr>
          <p:spPr>
            <a:xfrm>
              <a:off x="6646110" y="1536532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6" name="pl14156"/>
            <p:cNvSpPr/>
            <p:nvPr/>
          </p:nvSpPr>
          <p:spPr>
            <a:xfrm>
              <a:off x="6594135" y="159062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7" name="pl14157"/>
            <p:cNvSpPr/>
            <p:nvPr/>
          </p:nvSpPr>
          <p:spPr>
            <a:xfrm>
              <a:off x="6646110" y="154719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8" name="pl14158"/>
            <p:cNvSpPr/>
            <p:nvPr/>
          </p:nvSpPr>
          <p:spPr>
            <a:xfrm>
              <a:off x="6211353" y="117740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59" name="pl14159"/>
            <p:cNvSpPr/>
            <p:nvPr/>
          </p:nvSpPr>
          <p:spPr>
            <a:xfrm>
              <a:off x="6215922" y="117807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0" name="pl14160"/>
            <p:cNvSpPr/>
            <p:nvPr/>
          </p:nvSpPr>
          <p:spPr>
            <a:xfrm>
              <a:off x="6646987" y="189300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1" name="pl14161"/>
            <p:cNvSpPr/>
            <p:nvPr/>
          </p:nvSpPr>
          <p:spPr>
            <a:xfrm>
              <a:off x="6206696" y="180304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2" name="pl14162"/>
            <p:cNvSpPr/>
            <p:nvPr/>
          </p:nvSpPr>
          <p:spPr>
            <a:xfrm>
              <a:off x="6202541" y="1809666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3" name="pl14163"/>
            <p:cNvSpPr/>
            <p:nvPr/>
          </p:nvSpPr>
          <p:spPr>
            <a:xfrm>
              <a:off x="6199168" y="181073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4" name="pl14164"/>
            <p:cNvSpPr/>
            <p:nvPr/>
          </p:nvSpPr>
          <p:spPr>
            <a:xfrm>
              <a:off x="6882384" y="229808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5" name="pl14165"/>
            <p:cNvSpPr/>
            <p:nvPr/>
          </p:nvSpPr>
          <p:spPr>
            <a:xfrm>
              <a:off x="6885641" y="2304852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6" name="pl14166"/>
            <p:cNvSpPr/>
            <p:nvPr/>
          </p:nvSpPr>
          <p:spPr>
            <a:xfrm>
              <a:off x="6885641" y="230350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7" name="pl14167"/>
            <p:cNvSpPr/>
            <p:nvPr/>
          </p:nvSpPr>
          <p:spPr>
            <a:xfrm>
              <a:off x="6363355" y="1491888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8" name="pl14168"/>
            <p:cNvSpPr/>
            <p:nvPr/>
          </p:nvSpPr>
          <p:spPr>
            <a:xfrm>
              <a:off x="6369862" y="1513048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69" name="pl14169"/>
            <p:cNvSpPr/>
            <p:nvPr/>
          </p:nvSpPr>
          <p:spPr>
            <a:xfrm>
              <a:off x="6360928" y="147339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0" name="pl14170"/>
            <p:cNvSpPr/>
            <p:nvPr/>
          </p:nvSpPr>
          <p:spPr>
            <a:xfrm>
              <a:off x="5562592" y="1582301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1" name="pl14171"/>
            <p:cNvSpPr/>
            <p:nvPr/>
          </p:nvSpPr>
          <p:spPr>
            <a:xfrm>
              <a:off x="6624839" y="1756286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2" name="pl14172"/>
            <p:cNvSpPr/>
            <p:nvPr/>
          </p:nvSpPr>
          <p:spPr>
            <a:xfrm>
              <a:off x="6396508" y="1663474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3" name="pl14173"/>
            <p:cNvSpPr/>
            <p:nvPr/>
          </p:nvSpPr>
          <p:spPr>
            <a:xfrm>
              <a:off x="6542315" y="1538717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4" name="pl14174"/>
            <p:cNvSpPr/>
            <p:nvPr/>
          </p:nvSpPr>
          <p:spPr>
            <a:xfrm>
              <a:off x="6542315" y="153243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5" name="pl14175"/>
            <p:cNvSpPr/>
            <p:nvPr/>
          </p:nvSpPr>
          <p:spPr>
            <a:xfrm>
              <a:off x="6542315" y="153601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6" name="pl14176"/>
            <p:cNvSpPr/>
            <p:nvPr/>
          </p:nvSpPr>
          <p:spPr>
            <a:xfrm>
              <a:off x="6542315" y="153044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7" name="pl14177"/>
            <p:cNvSpPr/>
            <p:nvPr/>
          </p:nvSpPr>
          <p:spPr>
            <a:xfrm>
              <a:off x="6542315" y="152542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8" name="pl14178"/>
            <p:cNvSpPr/>
            <p:nvPr/>
          </p:nvSpPr>
          <p:spPr>
            <a:xfrm>
              <a:off x="6509840" y="194758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79" name="pl14179"/>
            <p:cNvSpPr/>
            <p:nvPr/>
          </p:nvSpPr>
          <p:spPr>
            <a:xfrm>
              <a:off x="5730158" y="1249792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0" name="pl14180"/>
            <p:cNvSpPr/>
            <p:nvPr/>
          </p:nvSpPr>
          <p:spPr>
            <a:xfrm>
              <a:off x="5737414" y="1251917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1" name="pl14181"/>
            <p:cNvSpPr/>
            <p:nvPr/>
          </p:nvSpPr>
          <p:spPr>
            <a:xfrm>
              <a:off x="6466586" y="174183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2" name="pl14182"/>
            <p:cNvSpPr/>
            <p:nvPr/>
          </p:nvSpPr>
          <p:spPr>
            <a:xfrm>
              <a:off x="6605522" y="1814763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3" name="pl14183"/>
            <p:cNvSpPr/>
            <p:nvPr/>
          </p:nvSpPr>
          <p:spPr>
            <a:xfrm>
              <a:off x="6656783" y="181357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4" name="pl14184"/>
            <p:cNvSpPr/>
            <p:nvPr/>
          </p:nvSpPr>
          <p:spPr>
            <a:xfrm>
              <a:off x="6321145" y="1947087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5" name="pl14185"/>
            <p:cNvSpPr/>
            <p:nvPr/>
          </p:nvSpPr>
          <p:spPr>
            <a:xfrm>
              <a:off x="6288346" y="1915758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6" name="pl14186"/>
            <p:cNvSpPr/>
            <p:nvPr/>
          </p:nvSpPr>
          <p:spPr>
            <a:xfrm>
              <a:off x="6275753" y="1907324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7" name="pl14187"/>
            <p:cNvSpPr/>
            <p:nvPr/>
          </p:nvSpPr>
          <p:spPr>
            <a:xfrm>
              <a:off x="5568139" y="214254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8" name="pl14188"/>
            <p:cNvSpPr/>
            <p:nvPr/>
          </p:nvSpPr>
          <p:spPr>
            <a:xfrm>
              <a:off x="6158745" y="262389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89" name="pl14189"/>
            <p:cNvSpPr/>
            <p:nvPr/>
          </p:nvSpPr>
          <p:spPr>
            <a:xfrm>
              <a:off x="6165060" y="262454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0" name="pl14190"/>
            <p:cNvSpPr/>
            <p:nvPr/>
          </p:nvSpPr>
          <p:spPr>
            <a:xfrm>
              <a:off x="6241938" y="104348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1" name="pl14191"/>
            <p:cNvSpPr/>
            <p:nvPr/>
          </p:nvSpPr>
          <p:spPr>
            <a:xfrm>
              <a:off x="6245138" y="191829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2" name="pl14192"/>
            <p:cNvSpPr/>
            <p:nvPr/>
          </p:nvSpPr>
          <p:spPr>
            <a:xfrm>
              <a:off x="6369275" y="187801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3" name="pl14193"/>
            <p:cNvSpPr/>
            <p:nvPr/>
          </p:nvSpPr>
          <p:spPr>
            <a:xfrm>
              <a:off x="6427922" y="1875180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4" name="pl14194"/>
            <p:cNvSpPr/>
            <p:nvPr/>
          </p:nvSpPr>
          <p:spPr>
            <a:xfrm>
              <a:off x="6427922" y="186913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5" name="pl14195"/>
            <p:cNvSpPr/>
            <p:nvPr/>
          </p:nvSpPr>
          <p:spPr>
            <a:xfrm>
              <a:off x="6427922" y="186302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6" name="pl14196"/>
            <p:cNvSpPr/>
            <p:nvPr/>
          </p:nvSpPr>
          <p:spPr>
            <a:xfrm>
              <a:off x="6427922" y="1871005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7" name="pl14197"/>
            <p:cNvSpPr/>
            <p:nvPr/>
          </p:nvSpPr>
          <p:spPr>
            <a:xfrm>
              <a:off x="6427922" y="187801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8" name="pl14198"/>
            <p:cNvSpPr/>
            <p:nvPr/>
          </p:nvSpPr>
          <p:spPr>
            <a:xfrm>
              <a:off x="6427922" y="186957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199" name="pl14199"/>
            <p:cNvSpPr/>
            <p:nvPr/>
          </p:nvSpPr>
          <p:spPr>
            <a:xfrm>
              <a:off x="6396718" y="1671414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0" name="pl14200"/>
            <p:cNvSpPr/>
            <p:nvPr/>
          </p:nvSpPr>
          <p:spPr>
            <a:xfrm>
              <a:off x="6353409" y="199572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1" name="pl14201"/>
            <p:cNvSpPr/>
            <p:nvPr/>
          </p:nvSpPr>
          <p:spPr>
            <a:xfrm>
              <a:off x="6353409" y="199572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2" name="pl14202"/>
            <p:cNvSpPr/>
            <p:nvPr/>
          </p:nvSpPr>
          <p:spPr>
            <a:xfrm>
              <a:off x="6221098" y="184687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3" name="pl14203"/>
            <p:cNvSpPr/>
            <p:nvPr/>
          </p:nvSpPr>
          <p:spPr>
            <a:xfrm>
              <a:off x="6215351" y="180304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4" name="pl14204"/>
            <p:cNvSpPr/>
            <p:nvPr/>
          </p:nvSpPr>
          <p:spPr>
            <a:xfrm>
              <a:off x="6271350" y="192784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5" name="pl14205"/>
            <p:cNvSpPr/>
            <p:nvPr/>
          </p:nvSpPr>
          <p:spPr>
            <a:xfrm>
              <a:off x="6319837" y="194204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6" name="pl14206"/>
            <p:cNvSpPr/>
            <p:nvPr/>
          </p:nvSpPr>
          <p:spPr>
            <a:xfrm>
              <a:off x="6272498" y="221825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7" name="pl14207"/>
            <p:cNvSpPr/>
            <p:nvPr/>
          </p:nvSpPr>
          <p:spPr>
            <a:xfrm>
              <a:off x="6271629" y="221825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8" name="pl14208"/>
            <p:cNvSpPr/>
            <p:nvPr/>
          </p:nvSpPr>
          <p:spPr>
            <a:xfrm>
              <a:off x="5815307" y="118745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09" name="pl14209"/>
            <p:cNvSpPr/>
            <p:nvPr/>
          </p:nvSpPr>
          <p:spPr>
            <a:xfrm>
              <a:off x="6321145" y="1947087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0" name="pl14210"/>
            <p:cNvSpPr/>
            <p:nvPr/>
          </p:nvSpPr>
          <p:spPr>
            <a:xfrm>
              <a:off x="6326791" y="196160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1" name="pl14211"/>
            <p:cNvSpPr/>
            <p:nvPr/>
          </p:nvSpPr>
          <p:spPr>
            <a:xfrm>
              <a:off x="6328558" y="195559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2" name="pl14212"/>
            <p:cNvSpPr/>
            <p:nvPr/>
          </p:nvSpPr>
          <p:spPr>
            <a:xfrm>
              <a:off x="6396718" y="162398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3" name="pl14213"/>
            <p:cNvSpPr/>
            <p:nvPr/>
          </p:nvSpPr>
          <p:spPr>
            <a:xfrm>
              <a:off x="6553453" y="106943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4" name="pl14214"/>
            <p:cNvSpPr/>
            <p:nvPr/>
          </p:nvSpPr>
          <p:spPr>
            <a:xfrm>
              <a:off x="5573818" y="214254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5" name="pl14215"/>
            <p:cNvSpPr/>
            <p:nvPr/>
          </p:nvSpPr>
          <p:spPr>
            <a:xfrm>
              <a:off x="5595842" y="2172362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6" name="pl14216"/>
            <p:cNvSpPr/>
            <p:nvPr/>
          </p:nvSpPr>
          <p:spPr>
            <a:xfrm>
              <a:off x="5589990" y="2172362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7" name="pl14217"/>
            <p:cNvSpPr/>
            <p:nvPr/>
          </p:nvSpPr>
          <p:spPr>
            <a:xfrm>
              <a:off x="6656783" y="1802153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8" name="pl14218"/>
            <p:cNvSpPr/>
            <p:nvPr/>
          </p:nvSpPr>
          <p:spPr>
            <a:xfrm>
              <a:off x="6331136" y="1681687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19" name="pl14219"/>
            <p:cNvSpPr/>
            <p:nvPr/>
          </p:nvSpPr>
          <p:spPr>
            <a:xfrm>
              <a:off x="6331136" y="1730502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0" name="pl14220"/>
            <p:cNvSpPr/>
            <p:nvPr/>
          </p:nvSpPr>
          <p:spPr>
            <a:xfrm>
              <a:off x="7190371" y="183479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1" name="pl14221"/>
            <p:cNvSpPr/>
            <p:nvPr/>
          </p:nvSpPr>
          <p:spPr>
            <a:xfrm>
              <a:off x="7189216" y="1853691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2" name="pl14222"/>
            <p:cNvSpPr/>
            <p:nvPr/>
          </p:nvSpPr>
          <p:spPr>
            <a:xfrm>
              <a:off x="6322085" y="1963549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3" name="pl14223"/>
            <p:cNvSpPr/>
            <p:nvPr/>
          </p:nvSpPr>
          <p:spPr>
            <a:xfrm>
              <a:off x="6322085" y="1963549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4" name="pl14224"/>
            <p:cNvSpPr/>
            <p:nvPr/>
          </p:nvSpPr>
          <p:spPr>
            <a:xfrm>
              <a:off x="6319832" y="1935550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5" name="pl14225"/>
            <p:cNvSpPr/>
            <p:nvPr/>
          </p:nvSpPr>
          <p:spPr>
            <a:xfrm>
              <a:off x="6307117" y="1938856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6" name="pl14226"/>
            <p:cNvSpPr/>
            <p:nvPr/>
          </p:nvSpPr>
          <p:spPr>
            <a:xfrm>
              <a:off x="6287078" y="193987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7" name="pl14227"/>
            <p:cNvSpPr/>
            <p:nvPr/>
          </p:nvSpPr>
          <p:spPr>
            <a:xfrm>
              <a:off x="6301320" y="1963549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8" name="pl14228"/>
            <p:cNvSpPr/>
            <p:nvPr/>
          </p:nvSpPr>
          <p:spPr>
            <a:xfrm>
              <a:off x="6322085" y="1963549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29" name="pl14229"/>
            <p:cNvSpPr/>
            <p:nvPr/>
          </p:nvSpPr>
          <p:spPr>
            <a:xfrm>
              <a:off x="6322085" y="1914221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0" name="pl14230"/>
            <p:cNvSpPr/>
            <p:nvPr/>
          </p:nvSpPr>
          <p:spPr>
            <a:xfrm>
              <a:off x="6315215" y="1963549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1" name="pl14231"/>
            <p:cNvSpPr/>
            <p:nvPr/>
          </p:nvSpPr>
          <p:spPr>
            <a:xfrm>
              <a:off x="6315885" y="1963549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2" name="pl14232"/>
            <p:cNvSpPr/>
            <p:nvPr/>
          </p:nvSpPr>
          <p:spPr>
            <a:xfrm>
              <a:off x="6322085" y="1953434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3" name="pl14233"/>
            <p:cNvSpPr/>
            <p:nvPr/>
          </p:nvSpPr>
          <p:spPr>
            <a:xfrm>
              <a:off x="6302235" y="191716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4" name="pl14234"/>
            <p:cNvSpPr/>
            <p:nvPr/>
          </p:nvSpPr>
          <p:spPr>
            <a:xfrm>
              <a:off x="6321431" y="1963549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5" name="pl14235"/>
            <p:cNvSpPr/>
            <p:nvPr/>
          </p:nvSpPr>
          <p:spPr>
            <a:xfrm>
              <a:off x="6276867" y="1963549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6" name="pl14236"/>
            <p:cNvSpPr/>
            <p:nvPr/>
          </p:nvSpPr>
          <p:spPr>
            <a:xfrm>
              <a:off x="6322085" y="1963549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7" name="pl14237"/>
            <p:cNvSpPr/>
            <p:nvPr/>
          </p:nvSpPr>
          <p:spPr>
            <a:xfrm>
              <a:off x="6318203" y="1963549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8" name="pl14238"/>
            <p:cNvSpPr/>
            <p:nvPr/>
          </p:nvSpPr>
          <p:spPr>
            <a:xfrm>
              <a:off x="6322085" y="1963549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39" name="pl14239"/>
            <p:cNvSpPr/>
            <p:nvPr/>
          </p:nvSpPr>
          <p:spPr>
            <a:xfrm>
              <a:off x="6322085" y="1963549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0" name="pl14240"/>
            <p:cNvSpPr/>
            <p:nvPr/>
          </p:nvSpPr>
          <p:spPr>
            <a:xfrm>
              <a:off x="6322085" y="1963549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1" name="pl14241"/>
            <p:cNvSpPr/>
            <p:nvPr/>
          </p:nvSpPr>
          <p:spPr>
            <a:xfrm>
              <a:off x="6254609" y="183413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2" name="pl14242"/>
            <p:cNvSpPr/>
            <p:nvPr/>
          </p:nvSpPr>
          <p:spPr>
            <a:xfrm>
              <a:off x="6310767" y="1947283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3" name="pl14243"/>
            <p:cNvSpPr/>
            <p:nvPr/>
          </p:nvSpPr>
          <p:spPr>
            <a:xfrm>
              <a:off x="6310918" y="1963549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4" name="pl14244"/>
            <p:cNvSpPr/>
            <p:nvPr/>
          </p:nvSpPr>
          <p:spPr>
            <a:xfrm>
              <a:off x="6322085" y="1963549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5" name="pl14245"/>
            <p:cNvSpPr/>
            <p:nvPr/>
          </p:nvSpPr>
          <p:spPr>
            <a:xfrm>
              <a:off x="6288163" y="1963549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6" name="pl14246"/>
            <p:cNvSpPr/>
            <p:nvPr/>
          </p:nvSpPr>
          <p:spPr>
            <a:xfrm>
              <a:off x="6322085" y="1963549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7" name="pl14247"/>
            <p:cNvSpPr/>
            <p:nvPr/>
          </p:nvSpPr>
          <p:spPr>
            <a:xfrm>
              <a:off x="6321500" y="1954779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8" name="pl14248"/>
            <p:cNvSpPr/>
            <p:nvPr/>
          </p:nvSpPr>
          <p:spPr>
            <a:xfrm>
              <a:off x="6304668" y="191545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49" name="pl14249"/>
            <p:cNvSpPr/>
            <p:nvPr/>
          </p:nvSpPr>
          <p:spPr>
            <a:xfrm>
              <a:off x="6321713" y="195899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0" name="pl14250"/>
            <p:cNvSpPr/>
            <p:nvPr/>
          </p:nvSpPr>
          <p:spPr>
            <a:xfrm>
              <a:off x="6285119" y="1963549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1" name="pl14251"/>
            <p:cNvSpPr/>
            <p:nvPr/>
          </p:nvSpPr>
          <p:spPr>
            <a:xfrm>
              <a:off x="6322085" y="1963549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2" name="pl14252"/>
            <p:cNvSpPr/>
            <p:nvPr/>
          </p:nvSpPr>
          <p:spPr>
            <a:xfrm>
              <a:off x="6322085" y="1963549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3" name="pl14253"/>
            <p:cNvSpPr/>
            <p:nvPr/>
          </p:nvSpPr>
          <p:spPr>
            <a:xfrm>
              <a:off x="6321273" y="195280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4" name="pl14254"/>
            <p:cNvSpPr/>
            <p:nvPr/>
          </p:nvSpPr>
          <p:spPr>
            <a:xfrm>
              <a:off x="6308295" y="1963549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5" name="pl14255"/>
            <p:cNvSpPr/>
            <p:nvPr/>
          </p:nvSpPr>
          <p:spPr>
            <a:xfrm>
              <a:off x="6322085" y="1963549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6" name="pl14256"/>
            <p:cNvSpPr/>
            <p:nvPr/>
          </p:nvSpPr>
          <p:spPr>
            <a:xfrm>
              <a:off x="6313049" y="1913242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7" name="pl14257"/>
            <p:cNvSpPr/>
            <p:nvPr/>
          </p:nvSpPr>
          <p:spPr>
            <a:xfrm>
              <a:off x="6462984" y="1950401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8" name="pl14258"/>
            <p:cNvSpPr/>
            <p:nvPr/>
          </p:nvSpPr>
          <p:spPr>
            <a:xfrm>
              <a:off x="6384247" y="195631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59" name="pl14259"/>
            <p:cNvSpPr/>
            <p:nvPr/>
          </p:nvSpPr>
          <p:spPr>
            <a:xfrm>
              <a:off x="6224593" y="200287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0" name="pl14260"/>
            <p:cNvSpPr/>
            <p:nvPr/>
          </p:nvSpPr>
          <p:spPr>
            <a:xfrm>
              <a:off x="6299867" y="198072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1" name="pl14261"/>
            <p:cNvSpPr/>
            <p:nvPr/>
          </p:nvSpPr>
          <p:spPr>
            <a:xfrm>
              <a:off x="6299867" y="1991529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2" name="pl14262"/>
            <p:cNvSpPr/>
            <p:nvPr/>
          </p:nvSpPr>
          <p:spPr>
            <a:xfrm>
              <a:off x="6277860" y="198554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3" name="pl14263"/>
            <p:cNvSpPr/>
            <p:nvPr/>
          </p:nvSpPr>
          <p:spPr>
            <a:xfrm>
              <a:off x="6299867" y="197468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4" name="pl14264"/>
            <p:cNvSpPr/>
            <p:nvPr/>
          </p:nvSpPr>
          <p:spPr>
            <a:xfrm>
              <a:off x="6288163" y="1987124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5" name="pl14265"/>
            <p:cNvSpPr/>
            <p:nvPr/>
          </p:nvSpPr>
          <p:spPr>
            <a:xfrm>
              <a:off x="6292130" y="206384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6" name="pl14266"/>
            <p:cNvSpPr/>
            <p:nvPr/>
          </p:nvSpPr>
          <p:spPr>
            <a:xfrm>
              <a:off x="6321145" y="1947087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7" name="pl14267"/>
            <p:cNvSpPr/>
            <p:nvPr/>
          </p:nvSpPr>
          <p:spPr>
            <a:xfrm>
              <a:off x="6332413" y="195948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8" name="pl14268"/>
            <p:cNvSpPr/>
            <p:nvPr/>
          </p:nvSpPr>
          <p:spPr>
            <a:xfrm>
              <a:off x="6466586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69" name="pl14269"/>
            <p:cNvSpPr/>
            <p:nvPr/>
          </p:nvSpPr>
          <p:spPr>
            <a:xfrm>
              <a:off x="6632600" y="165536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0" name="pl14270"/>
            <p:cNvSpPr/>
            <p:nvPr/>
          </p:nvSpPr>
          <p:spPr>
            <a:xfrm>
              <a:off x="6632600" y="1607747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1" name="pl14271"/>
            <p:cNvSpPr/>
            <p:nvPr/>
          </p:nvSpPr>
          <p:spPr>
            <a:xfrm>
              <a:off x="6632600" y="1626732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2" name="pl14272"/>
            <p:cNvSpPr/>
            <p:nvPr/>
          </p:nvSpPr>
          <p:spPr>
            <a:xfrm>
              <a:off x="6632600" y="1656835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3" name="pl14273"/>
            <p:cNvSpPr/>
            <p:nvPr/>
          </p:nvSpPr>
          <p:spPr>
            <a:xfrm>
              <a:off x="6528531" y="167163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4" name="pl14274"/>
            <p:cNvSpPr/>
            <p:nvPr/>
          </p:nvSpPr>
          <p:spPr>
            <a:xfrm>
              <a:off x="6632600" y="164545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5" name="pl14275"/>
            <p:cNvSpPr/>
            <p:nvPr/>
          </p:nvSpPr>
          <p:spPr>
            <a:xfrm>
              <a:off x="6632600" y="164253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6" name="pl14276"/>
            <p:cNvSpPr/>
            <p:nvPr/>
          </p:nvSpPr>
          <p:spPr>
            <a:xfrm>
              <a:off x="6632600" y="166570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7" name="pl14277"/>
            <p:cNvSpPr/>
            <p:nvPr/>
          </p:nvSpPr>
          <p:spPr>
            <a:xfrm>
              <a:off x="6632600" y="161540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8" name="pl14278"/>
            <p:cNvSpPr/>
            <p:nvPr/>
          </p:nvSpPr>
          <p:spPr>
            <a:xfrm>
              <a:off x="6369275" y="1886543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79" name="pl14279"/>
            <p:cNvSpPr/>
            <p:nvPr/>
          </p:nvSpPr>
          <p:spPr>
            <a:xfrm>
              <a:off x="6293064" y="191958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0" name="pl14280"/>
            <p:cNvSpPr/>
            <p:nvPr/>
          </p:nvSpPr>
          <p:spPr>
            <a:xfrm>
              <a:off x="6321145" y="1947087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1" name="pl14281"/>
            <p:cNvSpPr/>
            <p:nvPr/>
          </p:nvSpPr>
          <p:spPr>
            <a:xfrm>
              <a:off x="5946573" y="1323828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2" name="pl14282"/>
            <p:cNvSpPr/>
            <p:nvPr/>
          </p:nvSpPr>
          <p:spPr>
            <a:xfrm>
              <a:off x="5937726" y="1299405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3" name="pl14283"/>
            <p:cNvSpPr/>
            <p:nvPr/>
          </p:nvSpPr>
          <p:spPr>
            <a:xfrm>
              <a:off x="7030266" y="233386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4" name="pl14284"/>
            <p:cNvSpPr/>
            <p:nvPr/>
          </p:nvSpPr>
          <p:spPr>
            <a:xfrm>
              <a:off x="7014737" y="236227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5" name="pl14285"/>
            <p:cNvSpPr/>
            <p:nvPr/>
          </p:nvSpPr>
          <p:spPr>
            <a:xfrm>
              <a:off x="5692232" y="2401278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6" name="pl14286"/>
            <p:cNvSpPr/>
            <p:nvPr/>
          </p:nvSpPr>
          <p:spPr>
            <a:xfrm>
              <a:off x="5696953" y="236896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7" name="pl14287"/>
            <p:cNvSpPr/>
            <p:nvPr/>
          </p:nvSpPr>
          <p:spPr>
            <a:xfrm>
              <a:off x="5711787" y="2401278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8" name="pl14288"/>
            <p:cNvSpPr/>
            <p:nvPr/>
          </p:nvSpPr>
          <p:spPr>
            <a:xfrm>
              <a:off x="6341390" y="1033462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89" name="pl14289"/>
            <p:cNvSpPr/>
            <p:nvPr/>
          </p:nvSpPr>
          <p:spPr>
            <a:xfrm>
              <a:off x="6396237" y="164783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0" name="pl14290"/>
            <p:cNvSpPr/>
            <p:nvPr/>
          </p:nvSpPr>
          <p:spPr>
            <a:xfrm>
              <a:off x="6495737" y="2692418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1" name="pl14291"/>
            <p:cNvSpPr/>
            <p:nvPr/>
          </p:nvSpPr>
          <p:spPr>
            <a:xfrm>
              <a:off x="6300486" y="206384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2" name="pl14292"/>
            <p:cNvSpPr/>
            <p:nvPr/>
          </p:nvSpPr>
          <p:spPr>
            <a:xfrm>
              <a:off x="6288353" y="206776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3" name="pl14293"/>
            <p:cNvSpPr/>
            <p:nvPr/>
          </p:nvSpPr>
          <p:spPr>
            <a:xfrm>
              <a:off x="6281077" y="206776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4" name="pl14294"/>
            <p:cNvSpPr/>
            <p:nvPr/>
          </p:nvSpPr>
          <p:spPr>
            <a:xfrm>
              <a:off x="6334888" y="270323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5" name="pl14295"/>
            <p:cNvSpPr/>
            <p:nvPr/>
          </p:nvSpPr>
          <p:spPr>
            <a:xfrm>
              <a:off x="6574136" y="1506872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6" name="pl14296"/>
            <p:cNvSpPr/>
            <p:nvPr/>
          </p:nvSpPr>
          <p:spPr>
            <a:xfrm>
              <a:off x="6466586" y="161775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7" name="pl14297"/>
            <p:cNvSpPr/>
            <p:nvPr/>
          </p:nvSpPr>
          <p:spPr>
            <a:xfrm>
              <a:off x="6241197" y="191246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8" name="pl14298"/>
            <p:cNvSpPr/>
            <p:nvPr/>
          </p:nvSpPr>
          <p:spPr>
            <a:xfrm>
              <a:off x="6385264" y="213490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299" name="pl14299"/>
            <p:cNvSpPr/>
            <p:nvPr/>
          </p:nvSpPr>
          <p:spPr>
            <a:xfrm>
              <a:off x="6466586" y="172176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0" name="pl14300"/>
            <p:cNvSpPr/>
            <p:nvPr/>
          </p:nvSpPr>
          <p:spPr>
            <a:xfrm>
              <a:off x="6533156" y="170243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1" name="pl14301"/>
            <p:cNvSpPr/>
            <p:nvPr/>
          </p:nvSpPr>
          <p:spPr>
            <a:xfrm>
              <a:off x="6533156" y="171769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2" name="pl14302"/>
            <p:cNvSpPr/>
            <p:nvPr/>
          </p:nvSpPr>
          <p:spPr>
            <a:xfrm>
              <a:off x="6533156" y="168491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3" name="pl14303"/>
            <p:cNvSpPr/>
            <p:nvPr/>
          </p:nvSpPr>
          <p:spPr>
            <a:xfrm>
              <a:off x="6369275" y="188218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4" name="pl14304"/>
            <p:cNvSpPr/>
            <p:nvPr/>
          </p:nvSpPr>
          <p:spPr>
            <a:xfrm>
              <a:off x="7158236" y="204033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5" name="pl14305"/>
            <p:cNvSpPr/>
            <p:nvPr/>
          </p:nvSpPr>
          <p:spPr>
            <a:xfrm>
              <a:off x="5521496" y="178488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6" name="pl14306"/>
            <p:cNvSpPr/>
            <p:nvPr/>
          </p:nvSpPr>
          <p:spPr>
            <a:xfrm>
              <a:off x="6344081" y="199796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7" name="pl14307"/>
            <p:cNvSpPr/>
            <p:nvPr/>
          </p:nvSpPr>
          <p:spPr>
            <a:xfrm>
              <a:off x="6344081" y="199796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8" name="pl14308"/>
            <p:cNvSpPr/>
            <p:nvPr/>
          </p:nvSpPr>
          <p:spPr>
            <a:xfrm>
              <a:off x="6344081" y="199796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09" name="pl14309"/>
            <p:cNvSpPr/>
            <p:nvPr/>
          </p:nvSpPr>
          <p:spPr>
            <a:xfrm>
              <a:off x="6313049" y="1903717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0" name="pl14310"/>
            <p:cNvSpPr/>
            <p:nvPr/>
          </p:nvSpPr>
          <p:spPr>
            <a:xfrm>
              <a:off x="6061827" y="1825626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1" name="pl14311"/>
            <p:cNvSpPr/>
            <p:nvPr/>
          </p:nvSpPr>
          <p:spPr>
            <a:xfrm>
              <a:off x="6377173" y="213915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2" name="pl14312"/>
            <p:cNvSpPr/>
            <p:nvPr/>
          </p:nvSpPr>
          <p:spPr>
            <a:xfrm>
              <a:off x="6342468" y="195648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3" name="pl14313"/>
            <p:cNvSpPr/>
            <p:nvPr/>
          </p:nvSpPr>
          <p:spPr>
            <a:xfrm>
              <a:off x="7123608" y="1516111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4" name="pl14314"/>
            <p:cNvSpPr/>
            <p:nvPr/>
          </p:nvSpPr>
          <p:spPr>
            <a:xfrm>
              <a:off x="6321145" y="192719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5" name="pl14315"/>
            <p:cNvSpPr/>
            <p:nvPr/>
          </p:nvSpPr>
          <p:spPr>
            <a:xfrm>
              <a:off x="6339405" y="189113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6" name="pl14316"/>
            <p:cNvSpPr/>
            <p:nvPr/>
          </p:nvSpPr>
          <p:spPr>
            <a:xfrm>
              <a:off x="6843779" y="119236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7" name="pl14317"/>
            <p:cNvSpPr/>
            <p:nvPr/>
          </p:nvSpPr>
          <p:spPr>
            <a:xfrm>
              <a:off x="6319835" y="1938341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8" name="pl14318"/>
            <p:cNvSpPr/>
            <p:nvPr/>
          </p:nvSpPr>
          <p:spPr>
            <a:xfrm>
              <a:off x="6319835" y="1935447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19" name="pl14319"/>
            <p:cNvSpPr/>
            <p:nvPr/>
          </p:nvSpPr>
          <p:spPr>
            <a:xfrm>
              <a:off x="6457369" y="145517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0" name="pl14320"/>
            <p:cNvSpPr/>
            <p:nvPr/>
          </p:nvSpPr>
          <p:spPr>
            <a:xfrm>
              <a:off x="6395667" y="213490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1" name="pl14321"/>
            <p:cNvSpPr/>
            <p:nvPr/>
          </p:nvSpPr>
          <p:spPr>
            <a:xfrm>
              <a:off x="6395667" y="213490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2" name="pl14322"/>
            <p:cNvSpPr/>
            <p:nvPr/>
          </p:nvSpPr>
          <p:spPr>
            <a:xfrm>
              <a:off x="6460123" y="190473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3" name="pl14323"/>
            <p:cNvSpPr/>
            <p:nvPr/>
          </p:nvSpPr>
          <p:spPr>
            <a:xfrm>
              <a:off x="6460854" y="1904439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24" name="pg14324"/>
            <p:cNvSpPr/>
            <p:nvPr/>
          </p:nvSpPr>
          <p:spPr>
            <a:xfrm>
              <a:off x="6193289" y="17530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25" name="pt14325"/>
            <p:cNvSpPr/>
            <p:nvPr/>
          </p:nvSpPr>
          <p:spPr>
            <a:xfrm>
              <a:off x="6489042" y="17083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26" name="pt14326"/>
            <p:cNvSpPr/>
            <p:nvPr/>
          </p:nvSpPr>
          <p:spPr>
            <a:xfrm>
              <a:off x="6499608" y="16691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27" name="pt14327"/>
            <p:cNvSpPr/>
            <p:nvPr/>
          </p:nvSpPr>
          <p:spPr>
            <a:xfrm>
              <a:off x="6302808" y="19520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28" name="pt14328"/>
            <p:cNvSpPr/>
            <p:nvPr/>
          </p:nvSpPr>
          <p:spPr>
            <a:xfrm>
              <a:off x="6309780" y="19609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29" name="pt14329"/>
            <p:cNvSpPr/>
            <p:nvPr/>
          </p:nvSpPr>
          <p:spPr>
            <a:xfrm>
              <a:off x="6256911" y="1868994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0" name="pt14330"/>
            <p:cNvSpPr/>
            <p:nvPr/>
          </p:nvSpPr>
          <p:spPr>
            <a:xfrm>
              <a:off x="6253885" y="1761117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1" name="pt14331"/>
            <p:cNvSpPr/>
            <p:nvPr/>
          </p:nvSpPr>
          <p:spPr>
            <a:xfrm>
              <a:off x="6510622" y="1316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2" name="pg14332"/>
            <p:cNvSpPr/>
            <p:nvPr/>
          </p:nvSpPr>
          <p:spPr>
            <a:xfrm>
              <a:off x="6296152" y="206849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3" name="pg14333"/>
            <p:cNvSpPr/>
            <p:nvPr/>
          </p:nvSpPr>
          <p:spPr>
            <a:xfrm>
              <a:off x="6297508" y="19642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4" name="pt14334"/>
            <p:cNvSpPr/>
            <p:nvPr/>
          </p:nvSpPr>
          <p:spPr>
            <a:xfrm>
              <a:off x="6588641" y="2622022"/>
              <a:ext cx="74834" cy="74834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5" name="pt14335"/>
            <p:cNvSpPr/>
            <p:nvPr/>
          </p:nvSpPr>
          <p:spPr>
            <a:xfrm>
              <a:off x="6326799" y="18932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6" name="pt14336"/>
            <p:cNvSpPr/>
            <p:nvPr/>
          </p:nvSpPr>
          <p:spPr>
            <a:xfrm>
              <a:off x="6244758" y="1917968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7" name="pt14337"/>
            <p:cNvSpPr/>
            <p:nvPr/>
          </p:nvSpPr>
          <p:spPr>
            <a:xfrm>
              <a:off x="6690124" y="18822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8" name="pt14338"/>
            <p:cNvSpPr/>
            <p:nvPr/>
          </p:nvSpPr>
          <p:spPr>
            <a:xfrm>
              <a:off x="6588009" y="175112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39" name="pg14339"/>
            <p:cNvSpPr/>
            <p:nvPr/>
          </p:nvSpPr>
          <p:spPr>
            <a:xfrm>
              <a:off x="6179648" y="17880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0" name="pt14340"/>
            <p:cNvSpPr/>
            <p:nvPr/>
          </p:nvSpPr>
          <p:spPr>
            <a:xfrm>
              <a:off x="7145292" y="1713521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1" name="pg14341"/>
            <p:cNvSpPr/>
            <p:nvPr/>
          </p:nvSpPr>
          <p:spPr>
            <a:xfrm>
              <a:off x="6887589" y="1808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2" name="pg14342"/>
            <p:cNvSpPr/>
            <p:nvPr/>
          </p:nvSpPr>
          <p:spPr>
            <a:xfrm>
              <a:off x="6572489" y="182114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3" name="pt14343"/>
            <p:cNvSpPr/>
            <p:nvPr/>
          </p:nvSpPr>
          <p:spPr>
            <a:xfrm>
              <a:off x="6273864" y="20561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4" name="pt14344"/>
            <p:cNvSpPr/>
            <p:nvPr/>
          </p:nvSpPr>
          <p:spPr>
            <a:xfrm>
              <a:off x="6211530" y="25836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5" name="pt14345"/>
            <p:cNvSpPr/>
            <p:nvPr/>
          </p:nvSpPr>
          <p:spPr>
            <a:xfrm>
              <a:off x="6246374" y="1837390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6" name="pt14346"/>
            <p:cNvSpPr/>
            <p:nvPr/>
          </p:nvSpPr>
          <p:spPr>
            <a:xfrm>
              <a:off x="6644950" y="14824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7" name="pt14347"/>
            <p:cNvSpPr/>
            <p:nvPr/>
          </p:nvSpPr>
          <p:spPr>
            <a:xfrm>
              <a:off x="6685859" y="171475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48" name="pl14348"/>
            <p:cNvSpPr/>
            <p:nvPr/>
          </p:nvSpPr>
          <p:spPr>
            <a:xfrm>
              <a:off x="6225590" y="182064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49" name="pl14349"/>
            <p:cNvSpPr/>
            <p:nvPr/>
          </p:nvSpPr>
          <p:spPr>
            <a:xfrm>
              <a:off x="6260121" y="178611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0" name="pt14350"/>
            <p:cNvSpPr/>
            <p:nvPr/>
          </p:nvSpPr>
          <p:spPr>
            <a:xfrm>
              <a:off x="6348396" y="1863749"/>
              <a:ext cx="48833" cy="48833"/>
            </a:xfrm>
            <a:prstGeom prst="ellipse">
              <a:avLst/>
            </a:prstGeom>
            <a:solidFill>
              <a:srgbClr val="7570B3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51" name="pl14351"/>
            <p:cNvSpPr/>
            <p:nvPr/>
          </p:nvSpPr>
          <p:spPr>
            <a:xfrm>
              <a:off x="6184011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2" name="pl14352"/>
            <p:cNvSpPr/>
            <p:nvPr/>
          </p:nvSpPr>
          <p:spPr>
            <a:xfrm>
              <a:off x="6184011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3" name="pl14353"/>
            <p:cNvSpPr/>
            <p:nvPr/>
          </p:nvSpPr>
          <p:spPr>
            <a:xfrm>
              <a:off x="6098469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4" name="pl14354"/>
            <p:cNvSpPr/>
            <p:nvPr/>
          </p:nvSpPr>
          <p:spPr>
            <a:xfrm>
              <a:off x="6098469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5" name="pl14355"/>
            <p:cNvSpPr/>
            <p:nvPr/>
          </p:nvSpPr>
          <p:spPr>
            <a:xfrm>
              <a:off x="6088355" y="10712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6" name="pl14356"/>
            <p:cNvSpPr/>
            <p:nvPr/>
          </p:nvSpPr>
          <p:spPr>
            <a:xfrm>
              <a:off x="6122886" y="10367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57" name="pg14357"/>
            <p:cNvSpPr/>
            <p:nvPr/>
          </p:nvSpPr>
          <p:spPr>
            <a:xfrm>
              <a:off x="6247344" y="202281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58" name="pt14358"/>
            <p:cNvSpPr/>
            <p:nvPr/>
          </p:nvSpPr>
          <p:spPr>
            <a:xfrm>
              <a:off x="5879116" y="11837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59" name="pt14359"/>
            <p:cNvSpPr/>
            <p:nvPr/>
          </p:nvSpPr>
          <p:spPr>
            <a:xfrm>
              <a:off x="6556310" y="186404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60" name="pl14360"/>
            <p:cNvSpPr/>
            <p:nvPr/>
          </p:nvSpPr>
          <p:spPr>
            <a:xfrm>
              <a:off x="6264768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1" name="pl14361"/>
            <p:cNvSpPr/>
            <p:nvPr/>
          </p:nvSpPr>
          <p:spPr>
            <a:xfrm>
              <a:off x="6264768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2" name="pl14362"/>
            <p:cNvSpPr/>
            <p:nvPr/>
          </p:nvSpPr>
          <p:spPr>
            <a:xfrm>
              <a:off x="6249270" y="1936676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3" name="pl14363"/>
            <p:cNvSpPr/>
            <p:nvPr/>
          </p:nvSpPr>
          <p:spPr>
            <a:xfrm>
              <a:off x="6302186" y="188375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4" name="pl14364"/>
            <p:cNvSpPr/>
            <p:nvPr/>
          </p:nvSpPr>
          <p:spPr>
            <a:xfrm>
              <a:off x="6247232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5" name="pl14365"/>
            <p:cNvSpPr/>
            <p:nvPr/>
          </p:nvSpPr>
          <p:spPr>
            <a:xfrm>
              <a:off x="6247232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6" name="pl14366"/>
            <p:cNvSpPr/>
            <p:nvPr/>
          </p:nvSpPr>
          <p:spPr>
            <a:xfrm>
              <a:off x="6229503" y="188888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7" name="pl14367"/>
            <p:cNvSpPr/>
            <p:nvPr/>
          </p:nvSpPr>
          <p:spPr>
            <a:xfrm>
              <a:off x="6290034" y="182835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68" name="pt14368"/>
            <p:cNvSpPr/>
            <p:nvPr/>
          </p:nvSpPr>
          <p:spPr>
            <a:xfrm>
              <a:off x="6248914" y="1906804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69" name="pt14369"/>
            <p:cNvSpPr/>
            <p:nvPr/>
          </p:nvSpPr>
          <p:spPr>
            <a:xfrm>
              <a:off x="6184253" y="196253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70" name="pl14370"/>
            <p:cNvSpPr/>
            <p:nvPr/>
          </p:nvSpPr>
          <p:spPr>
            <a:xfrm>
              <a:off x="6189029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1" name="pl14371"/>
            <p:cNvSpPr/>
            <p:nvPr/>
          </p:nvSpPr>
          <p:spPr>
            <a:xfrm>
              <a:off x="6189029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2" name="pl14372"/>
            <p:cNvSpPr/>
            <p:nvPr/>
          </p:nvSpPr>
          <p:spPr>
            <a:xfrm>
              <a:off x="6173530" y="177627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3" name="pl14373"/>
            <p:cNvSpPr/>
            <p:nvPr/>
          </p:nvSpPr>
          <p:spPr>
            <a:xfrm>
              <a:off x="6226447" y="172335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4" name="pt14374"/>
            <p:cNvSpPr/>
            <p:nvPr/>
          </p:nvSpPr>
          <p:spPr>
            <a:xfrm>
              <a:off x="6239374" y="1798538"/>
              <a:ext cx="48833" cy="48833"/>
            </a:xfrm>
            <a:prstGeom prst="ellipse">
              <a:avLst/>
            </a:prstGeom>
            <a:solidFill>
              <a:srgbClr val="A6761D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75" name="pl14375"/>
            <p:cNvSpPr/>
            <p:nvPr/>
          </p:nvSpPr>
          <p:spPr>
            <a:xfrm>
              <a:off x="6335010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6" name="pl14376"/>
            <p:cNvSpPr/>
            <p:nvPr/>
          </p:nvSpPr>
          <p:spPr>
            <a:xfrm>
              <a:off x="6335010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7" name="pl14377"/>
            <p:cNvSpPr/>
            <p:nvPr/>
          </p:nvSpPr>
          <p:spPr>
            <a:xfrm>
              <a:off x="6324896" y="20172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8" name="pl14378"/>
            <p:cNvSpPr/>
            <p:nvPr/>
          </p:nvSpPr>
          <p:spPr>
            <a:xfrm>
              <a:off x="6359427" y="19827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79" name="pl14379"/>
            <p:cNvSpPr/>
            <p:nvPr/>
          </p:nvSpPr>
          <p:spPr>
            <a:xfrm>
              <a:off x="6250765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0" name="pl14380"/>
            <p:cNvSpPr/>
            <p:nvPr/>
          </p:nvSpPr>
          <p:spPr>
            <a:xfrm>
              <a:off x="6250765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1" name="pl14381"/>
            <p:cNvSpPr/>
            <p:nvPr/>
          </p:nvSpPr>
          <p:spPr>
            <a:xfrm>
              <a:off x="6221612" y="1947087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2" name="pl14382"/>
            <p:cNvSpPr/>
            <p:nvPr/>
          </p:nvSpPr>
          <p:spPr>
            <a:xfrm>
              <a:off x="6321145" y="1847554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3" name="pl14383"/>
            <p:cNvSpPr/>
            <p:nvPr/>
          </p:nvSpPr>
          <p:spPr>
            <a:xfrm>
              <a:off x="6582036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4" name="pl14384"/>
            <p:cNvSpPr/>
            <p:nvPr/>
          </p:nvSpPr>
          <p:spPr>
            <a:xfrm>
              <a:off x="6582036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5" name="pl14385"/>
            <p:cNvSpPr/>
            <p:nvPr/>
          </p:nvSpPr>
          <p:spPr>
            <a:xfrm>
              <a:off x="6564307" y="176100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6" name="pl14386"/>
            <p:cNvSpPr/>
            <p:nvPr/>
          </p:nvSpPr>
          <p:spPr>
            <a:xfrm>
              <a:off x="6624839" y="1700475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7" name="pl14387"/>
            <p:cNvSpPr/>
            <p:nvPr/>
          </p:nvSpPr>
          <p:spPr>
            <a:xfrm>
              <a:off x="5499020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8" name="pl14388"/>
            <p:cNvSpPr/>
            <p:nvPr/>
          </p:nvSpPr>
          <p:spPr>
            <a:xfrm>
              <a:off x="5499020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89" name="pl14389"/>
            <p:cNvSpPr/>
            <p:nvPr/>
          </p:nvSpPr>
          <p:spPr>
            <a:xfrm>
              <a:off x="5488907" y="1945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0" name="pl14390"/>
            <p:cNvSpPr/>
            <p:nvPr/>
          </p:nvSpPr>
          <p:spPr>
            <a:xfrm>
              <a:off x="5523437" y="1910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1" name="pt14391"/>
            <p:cNvSpPr/>
            <p:nvPr/>
          </p:nvSpPr>
          <p:spPr>
            <a:xfrm>
              <a:off x="6425002" y="14967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392" name="pl14392"/>
            <p:cNvSpPr/>
            <p:nvPr/>
          </p:nvSpPr>
          <p:spPr>
            <a:xfrm>
              <a:off x="6030560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3" name="pl14393"/>
            <p:cNvSpPr/>
            <p:nvPr/>
          </p:nvSpPr>
          <p:spPr>
            <a:xfrm>
              <a:off x="6030560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4" name="pl14394"/>
            <p:cNvSpPr/>
            <p:nvPr/>
          </p:nvSpPr>
          <p:spPr>
            <a:xfrm>
              <a:off x="6016639" y="182562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5" name="pl14395"/>
            <p:cNvSpPr/>
            <p:nvPr/>
          </p:nvSpPr>
          <p:spPr>
            <a:xfrm>
              <a:off x="6064170" y="177809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6" name="pl14396"/>
            <p:cNvSpPr/>
            <p:nvPr/>
          </p:nvSpPr>
          <p:spPr>
            <a:xfrm>
              <a:off x="6326872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7" name="pl14397"/>
            <p:cNvSpPr/>
            <p:nvPr/>
          </p:nvSpPr>
          <p:spPr>
            <a:xfrm>
              <a:off x="6326872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8" name="pl14398"/>
            <p:cNvSpPr/>
            <p:nvPr/>
          </p:nvSpPr>
          <p:spPr>
            <a:xfrm>
              <a:off x="6312950" y="213904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399" name="pl14399"/>
            <p:cNvSpPr/>
            <p:nvPr/>
          </p:nvSpPr>
          <p:spPr>
            <a:xfrm>
              <a:off x="6360482" y="209151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0" name="pt14400"/>
            <p:cNvSpPr/>
            <p:nvPr/>
          </p:nvSpPr>
          <p:spPr>
            <a:xfrm>
              <a:off x="6223166" y="1948092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01" name="pl14401"/>
            <p:cNvSpPr/>
            <p:nvPr/>
          </p:nvSpPr>
          <p:spPr>
            <a:xfrm>
              <a:off x="6239031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2" name="pl14402"/>
            <p:cNvSpPr/>
            <p:nvPr/>
          </p:nvSpPr>
          <p:spPr>
            <a:xfrm>
              <a:off x="6239031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3" name="pl14403"/>
            <p:cNvSpPr/>
            <p:nvPr/>
          </p:nvSpPr>
          <p:spPr>
            <a:xfrm>
              <a:off x="6228917" y="1819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4" name="pl14404"/>
            <p:cNvSpPr/>
            <p:nvPr/>
          </p:nvSpPr>
          <p:spPr>
            <a:xfrm>
              <a:off x="6263448" y="1784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5" name="pt14405"/>
            <p:cNvSpPr/>
            <p:nvPr/>
          </p:nvSpPr>
          <p:spPr>
            <a:xfrm>
              <a:off x="6336834" y="209881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06" name="pt14406"/>
            <p:cNvSpPr/>
            <p:nvPr/>
          </p:nvSpPr>
          <p:spPr>
            <a:xfrm>
              <a:off x="6537808" y="182784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07" name="pt14407"/>
            <p:cNvSpPr/>
            <p:nvPr/>
          </p:nvSpPr>
          <p:spPr>
            <a:xfrm>
              <a:off x="6419907" y="1930241"/>
              <a:ext cx="67219" cy="67219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08" name="pl14408"/>
            <p:cNvSpPr/>
            <p:nvPr/>
          </p:nvSpPr>
          <p:spPr>
            <a:xfrm>
              <a:off x="6368425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09" name="pl14409"/>
            <p:cNvSpPr/>
            <p:nvPr/>
          </p:nvSpPr>
          <p:spPr>
            <a:xfrm>
              <a:off x="6368425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0" name="pl14410"/>
            <p:cNvSpPr/>
            <p:nvPr/>
          </p:nvSpPr>
          <p:spPr>
            <a:xfrm>
              <a:off x="6354504" y="190936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1" name="pl14411"/>
            <p:cNvSpPr/>
            <p:nvPr/>
          </p:nvSpPr>
          <p:spPr>
            <a:xfrm>
              <a:off x="6402035" y="186183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2" name="pl14412"/>
            <p:cNvSpPr/>
            <p:nvPr/>
          </p:nvSpPr>
          <p:spPr>
            <a:xfrm>
              <a:off x="6247319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3" name="pl14413"/>
            <p:cNvSpPr/>
            <p:nvPr/>
          </p:nvSpPr>
          <p:spPr>
            <a:xfrm>
              <a:off x="6247319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4" name="pl14414"/>
            <p:cNvSpPr/>
            <p:nvPr/>
          </p:nvSpPr>
          <p:spPr>
            <a:xfrm>
              <a:off x="6222458" y="191636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5" name="pl14415"/>
            <p:cNvSpPr/>
            <p:nvPr/>
          </p:nvSpPr>
          <p:spPr>
            <a:xfrm>
              <a:off x="6307339" y="1831485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6" name="pl14416"/>
            <p:cNvSpPr/>
            <p:nvPr/>
          </p:nvSpPr>
          <p:spPr>
            <a:xfrm>
              <a:off x="6335320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7" name="pl14417"/>
            <p:cNvSpPr/>
            <p:nvPr/>
          </p:nvSpPr>
          <p:spPr>
            <a:xfrm>
              <a:off x="6335320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8" name="pl14418"/>
            <p:cNvSpPr/>
            <p:nvPr/>
          </p:nvSpPr>
          <p:spPr>
            <a:xfrm>
              <a:off x="6325206" y="18805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19" name="pl14419"/>
            <p:cNvSpPr/>
            <p:nvPr/>
          </p:nvSpPr>
          <p:spPr>
            <a:xfrm>
              <a:off x="6359737" y="18460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0" name="pg14420"/>
            <p:cNvSpPr/>
            <p:nvPr/>
          </p:nvSpPr>
          <p:spPr>
            <a:xfrm>
              <a:off x="7108994" y="2124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21" name="pl14421"/>
            <p:cNvSpPr/>
            <p:nvPr/>
          </p:nvSpPr>
          <p:spPr>
            <a:xfrm>
              <a:off x="5796422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2" name="pl14422"/>
            <p:cNvSpPr/>
            <p:nvPr/>
          </p:nvSpPr>
          <p:spPr>
            <a:xfrm>
              <a:off x="5796422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3" name="pl14423"/>
            <p:cNvSpPr/>
            <p:nvPr/>
          </p:nvSpPr>
          <p:spPr>
            <a:xfrm>
              <a:off x="5786308" y="11845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4" name="pl14424"/>
            <p:cNvSpPr/>
            <p:nvPr/>
          </p:nvSpPr>
          <p:spPr>
            <a:xfrm>
              <a:off x="5820839" y="11499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5" name="pl14425"/>
            <p:cNvSpPr/>
            <p:nvPr/>
          </p:nvSpPr>
          <p:spPr>
            <a:xfrm>
              <a:off x="6334399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6" name="pl14426"/>
            <p:cNvSpPr/>
            <p:nvPr/>
          </p:nvSpPr>
          <p:spPr>
            <a:xfrm>
              <a:off x="6334399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7" name="pl14427"/>
            <p:cNvSpPr/>
            <p:nvPr/>
          </p:nvSpPr>
          <p:spPr>
            <a:xfrm>
              <a:off x="6308585" y="1681687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8" name="pl14428"/>
            <p:cNvSpPr/>
            <p:nvPr/>
          </p:nvSpPr>
          <p:spPr>
            <a:xfrm>
              <a:off x="6396718" y="1593554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29" name="pg14429"/>
            <p:cNvSpPr/>
            <p:nvPr/>
          </p:nvSpPr>
          <p:spPr>
            <a:xfrm>
              <a:off x="6183847" y="254250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30" name="pl14430"/>
            <p:cNvSpPr/>
            <p:nvPr/>
          </p:nvSpPr>
          <p:spPr>
            <a:xfrm>
              <a:off x="6221226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1" name="pl14431"/>
            <p:cNvSpPr/>
            <p:nvPr/>
          </p:nvSpPr>
          <p:spPr>
            <a:xfrm>
              <a:off x="6221226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2" name="pl14432"/>
            <p:cNvSpPr/>
            <p:nvPr/>
          </p:nvSpPr>
          <p:spPr>
            <a:xfrm>
              <a:off x="6199689" y="1847442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3" name="pl14433"/>
            <p:cNvSpPr/>
            <p:nvPr/>
          </p:nvSpPr>
          <p:spPr>
            <a:xfrm>
              <a:off x="6273221" y="1773910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4" name="pt14434"/>
            <p:cNvSpPr/>
            <p:nvPr/>
          </p:nvSpPr>
          <p:spPr>
            <a:xfrm>
              <a:off x="6304792" y="1924888"/>
              <a:ext cx="67219" cy="67219"/>
            </a:xfrm>
            <a:prstGeom prst="ellipse">
              <a:avLst/>
            </a:prstGeom>
            <a:solidFill>
              <a:srgbClr val="D95F02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35" name="pl14435"/>
            <p:cNvSpPr/>
            <p:nvPr/>
          </p:nvSpPr>
          <p:spPr>
            <a:xfrm>
              <a:off x="6267327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6" name="pl14436"/>
            <p:cNvSpPr/>
            <p:nvPr/>
          </p:nvSpPr>
          <p:spPr>
            <a:xfrm>
              <a:off x="6267327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7" name="pl14437"/>
            <p:cNvSpPr/>
            <p:nvPr/>
          </p:nvSpPr>
          <p:spPr>
            <a:xfrm>
              <a:off x="6247139" y="1903717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8" name="pl14438"/>
            <p:cNvSpPr/>
            <p:nvPr/>
          </p:nvSpPr>
          <p:spPr>
            <a:xfrm>
              <a:off x="6316066" y="183479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39" name="pt14439"/>
            <p:cNvSpPr/>
            <p:nvPr/>
          </p:nvSpPr>
          <p:spPr>
            <a:xfrm>
              <a:off x="6488387" y="19985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40" name="pt14440"/>
            <p:cNvSpPr/>
            <p:nvPr/>
          </p:nvSpPr>
          <p:spPr>
            <a:xfrm>
              <a:off x="7148573" y="19884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41" name="pt14441"/>
            <p:cNvSpPr/>
            <p:nvPr/>
          </p:nvSpPr>
          <p:spPr>
            <a:xfrm>
              <a:off x="6523079" y="151430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42" name="pl14442"/>
            <p:cNvSpPr/>
            <p:nvPr/>
          </p:nvSpPr>
          <p:spPr>
            <a:xfrm>
              <a:off x="6463504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3" name="pl14443"/>
            <p:cNvSpPr/>
            <p:nvPr/>
          </p:nvSpPr>
          <p:spPr>
            <a:xfrm>
              <a:off x="6463504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4" name="pl14444"/>
            <p:cNvSpPr/>
            <p:nvPr/>
          </p:nvSpPr>
          <p:spPr>
            <a:xfrm>
              <a:off x="6449583" y="144379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5" name="pl14445"/>
            <p:cNvSpPr/>
            <p:nvPr/>
          </p:nvSpPr>
          <p:spPr>
            <a:xfrm>
              <a:off x="6497114" y="139626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6" name="pt14446"/>
            <p:cNvSpPr/>
            <p:nvPr/>
          </p:nvSpPr>
          <p:spPr>
            <a:xfrm>
              <a:off x="6789299" y="2528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47" name="pl14447"/>
            <p:cNvSpPr/>
            <p:nvPr/>
          </p:nvSpPr>
          <p:spPr>
            <a:xfrm>
              <a:off x="6462127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8" name="pl14448"/>
            <p:cNvSpPr/>
            <p:nvPr/>
          </p:nvSpPr>
          <p:spPr>
            <a:xfrm>
              <a:off x="6462127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49" name="pl14449"/>
            <p:cNvSpPr/>
            <p:nvPr/>
          </p:nvSpPr>
          <p:spPr>
            <a:xfrm>
              <a:off x="6448206" y="269951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0" name="pl14450"/>
            <p:cNvSpPr/>
            <p:nvPr/>
          </p:nvSpPr>
          <p:spPr>
            <a:xfrm>
              <a:off x="6495737" y="265198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1" name="pl14451"/>
            <p:cNvSpPr/>
            <p:nvPr/>
          </p:nvSpPr>
          <p:spPr>
            <a:xfrm>
              <a:off x="6233566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2" name="pl14452"/>
            <p:cNvSpPr/>
            <p:nvPr/>
          </p:nvSpPr>
          <p:spPr>
            <a:xfrm>
              <a:off x="6233566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3" name="pl14453"/>
            <p:cNvSpPr/>
            <p:nvPr/>
          </p:nvSpPr>
          <p:spPr>
            <a:xfrm>
              <a:off x="6219644" y="18396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4" name="pl14454"/>
            <p:cNvSpPr/>
            <p:nvPr/>
          </p:nvSpPr>
          <p:spPr>
            <a:xfrm>
              <a:off x="6267175" y="179209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5" name="pt14455"/>
            <p:cNvSpPr/>
            <p:nvPr/>
          </p:nvSpPr>
          <p:spPr>
            <a:xfrm>
              <a:off x="6282415" y="1898132"/>
              <a:ext cx="74834" cy="74834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56" name="pl14456"/>
            <p:cNvSpPr/>
            <p:nvPr/>
          </p:nvSpPr>
          <p:spPr>
            <a:xfrm>
              <a:off x="5533479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7" name="pl14457"/>
            <p:cNvSpPr/>
            <p:nvPr/>
          </p:nvSpPr>
          <p:spPr>
            <a:xfrm>
              <a:off x="5533479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8" name="pl14458"/>
            <p:cNvSpPr/>
            <p:nvPr/>
          </p:nvSpPr>
          <p:spPr>
            <a:xfrm>
              <a:off x="5516770" y="214254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59" name="pl14459"/>
            <p:cNvSpPr/>
            <p:nvPr/>
          </p:nvSpPr>
          <p:spPr>
            <a:xfrm>
              <a:off x="5573818" y="208550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0" name="pl14460"/>
            <p:cNvSpPr/>
            <p:nvPr/>
          </p:nvSpPr>
          <p:spPr>
            <a:xfrm>
              <a:off x="6248774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1" name="pl14461"/>
            <p:cNvSpPr/>
            <p:nvPr/>
          </p:nvSpPr>
          <p:spPr>
            <a:xfrm>
              <a:off x="6248774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2" name="pl14462"/>
            <p:cNvSpPr/>
            <p:nvPr/>
          </p:nvSpPr>
          <p:spPr>
            <a:xfrm>
              <a:off x="6227237" y="206384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3" name="pl14463"/>
            <p:cNvSpPr/>
            <p:nvPr/>
          </p:nvSpPr>
          <p:spPr>
            <a:xfrm>
              <a:off x="6300769" y="1990308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4" name="pt14464"/>
            <p:cNvSpPr/>
            <p:nvPr/>
          </p:nvSpPr>
          <p:spPr>
            <a:xfrm>
              <a:off x="6314369" y="1836232"/>
              <a:ext cx="109811" cy="109811"/>
            </a:xfrm>
            <a:prstGeom prst="ellipse">
              <a:avLst/>
            </a:prstGeom>
            <a:solidFill>
              <a:srgbClr val="D95F02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65" name="pt14465"/>
            <p:cNvSpPr/>
            <p:nvPr/>
          </p:nvSpPr>
          <p:spPr>
            <a:xfrm>
              <a:off x="6236714" y="1797300"/>
              <a:ext cx="48833" cy="48833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66" name="pt14466"/>
            <p:cNvSpPr/>
            <p:nvPr/>
          </p:nvSpPr>
          <p:spPr>
            <a:xfrm>
              <a:off x="6452469" y="1936762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67" name="pg14467"/>
            <p:cNvSpPr/>
            <p:nvPr/>
          </p:nvSpPr>
          <p:spPr>
            <a:xfrm>
              <a:off x="6404046" y="14981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68" name="pl14468"/>
            <p:cNvSpPr/>
            <p:nvPr/>
          </p:nvSpPr>
          <p:spPr>
            <a:xfrm>
              <a:off x="5585469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69" name="pl14469"/>
            <p:cNvSpPr/>
            <p:nvPr/>
          </p:nvSpPr>
          <p:spPr>
            <a:xfrm>
              <a:off x="5585469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0" name="pl14470"/>
            <p:cNvSpPr/>
            <p:nvPr/>
          </p:nvSpPr>
          <p:spPr>
            <a:xfrm>
              <a:off x="5571547" y="220271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1" name="pl14471"/>
            <p:cNvSpPr/>
            <p:nvPr/>
          </p:nvSpPr>
          <p:spPr>
            <a:xfrm>
              <a:off x="5619078" y="2155183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2" name="pt14472"/>
            <p:cNvSpPr/>
            <p:nvPr/>
          </p:nvSpPr>
          <p:spPr>
            <a:xfrm>
              <a:off x="6223356" y="1916637"/>
              <a:ext cx="109811" cy="109811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73" name="pt14473"/>
            <p:cNvSpPr/>
            <p:nvPr/>
          </p:nvSpPr>
          <p:spPr>
            <a:xfrm>
              <a:off x="6317818" y="1911030"/>
              <a:ext cx="48833" cy="48833"/>
            </a:xfrm>
            <a:prstGeom prst="ellipse">
              <a:avLst/>
            </a:prstGeom>
            <a:solidFill>
              <a:srgbClr val="7570B3">
                <a:alpha val="4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74" name="pg14474"/>
            <p:cNvSpPr/>
            <p:nvPr/>
          </p:nvSpPr>
          <p:spPr>
            <a:xfrm>
              <a:off x="6441861" y="13903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75" name="pt14475"/>
            <p:cNvSpPr/>
            <p:nvPr/>
          </p:nvSpPr>
          <p:spPr>
            <a:xfrm>
              <a:off x="6273584" y="1955836"/>
              <a:ext cx="48833" cy="48833"/>
            </a:xfrm>
            <a:prstGeom prst="ellipse">
              <a:avLst/>
            </a:prstGeom>
            <a:solidFill>
              <a:srgbClr val="7570B3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76" name="pt14476"/>
            <p:cNvSpPr/>
            <p:nvPr/>
          </p:nvSpPr>
          <p:spPr>
            <a:xfrm>
              <a:off x="6331210" y="199350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77" name="pl14477"/>
            <p:cNvSpPr/>
            <p:nvPr/>
          </p:nvSpPr>
          <p:spPr>
            <a:xfrm>
              <a:off x="6165147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8" name="pl14478"/>
            <p:cNvSpPr/>
            <p:nvPr/>
          </p:nvSpPr>
          <p:spPr>
            <a:xfrm>
              <a:off x="6165147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79" name="pl14479"/>
            <p:cNvSpPr/>
            <p:nvPr/>
          </p:nvSpPr>
          <p:spPr>
            <a:xfrm>
              <a:off x="6155033" y="27169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0" name="pl14480"/>
            <p:cNvSpPr/>
            <p:nvPr/>
          </p:nvSpPr>
          <p:spPr>
            <a:xfrm>
              <a:off x="6189564" y="26823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81" name="pt14481"/>
            <p:cNvSpPr/>
            <p:nvPr/>
          </p:nvSpPr>
          <p:spPr>
            <a:xfrm>
              <a:off x="6214412" y="1839253"/>
              <a:ext cx="160668" cy="160668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2" name="pg14482"/>
            <p:cNvSpPr/>
            <p:nvPr/>
          </p:nvSpPr>
          <p:spPr>
            <a:xfrm>
              <a:off x="6399051" y="167430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3" name="pt14483"/>
            <p:cNvSpPr/>
            <p:nvPr/>
          </p:nvSpPr>
          <p:spPr>
            <a:xfrm>
              <a:off x="6186365" y="21956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4" name="pt14484"/>
            <p:cNvSpPr/>
            <p:nvPr/>
          </p:nvSpPr>
          <p:spPr>
            <a:xfrm>
              <a:off x="6209680" y="21728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5" name="pg14485"/>
            <p:cNvSpPr/>
            <p:nvPr/>
          </p:nvSpPr>
          <p:spPr>
            <a:xfrm>
              <a:off x="6464575" y="18981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6" name="pt14486"/>
            <p:cNvSpPr/>
            <p:nvPr/>
          </p:nvSpPr>
          <p:spPr>
            <a:xfrm>
              <a:off x="6226237" y="1805844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7" name="pt14487"/>
            <p:cNvSpPr/>
            <p:nvPr/>
          </p:nvSpPr>
          <p:spPr>
            <a:xfrm>
              <a:off x="6552769" y="1678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8" name="pt14488"/>
            <p:cNvSpPr/>
            <p:nvPr/>
          </p:nvSpPr>
          <p:spPr>
            <a:xfrm>
              <a:off x="6273084" y="1898164"/>
              <a:ext cx="80678" cy="80678"/>
            </a:xfrm>
            <a:prstGeom prst="ellipse">
              <a:avLst/>
            </a:prstGeom>
            <a:solidFill>
              <a:srgbClr val="7570B3">
                <a:alpha val="4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89" name="pt14489"/>
            <p:cNvSpPr/>
            <p:nvPr/>
          </p:nvSpPr>
          <p:spPr>
            <a:xfrm>
              <a:off x="6269700" y="1901438"/>
              <a:ext cx="74834" cy="74834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0" name="pt14490"/>
            <p:cNvSpPr/>
            <p:nvPr/>
          </p:nvSpPr>
          <p:spPr>
            <a:xfrm>
              <a:off x="6263936" y="21000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1" name="pt14491"/>
            <p:cNvSpPr/>
            <p:nvPr/>
          </p:nvSpPr>
          <p:spPr>
            <a:xfrm>
              <a:off x="6446895" y="14503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2" name="pt14492"/>
            <p:cNvSpPr/>
            <p:nvPr/>
          </p:nvSpPr>
          <p:spPr>
            <a:xfrm>
              <a:off x="5636519" y="15145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3" name="pt14493"/>
            <p:cNvSpPr/>
            <p:nvPr/>
          </p:nvSpPr>
          <p:spPr>
            <a:xfrm>
              <a:off x="6199675" y="1153653"/>
              <a:ext cx="48833" cy="48833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4" name="pt14494"/>
            <p:cNvSpPr/>
            <p:nvPr/>
          </p:nvSpPr>
          <p:spPr>
            <a:xfrm>
              <a:off x="7022065" y="1357954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5" name="pt14495"/>
            <p:cNvSpPr/>
            <p:nvPr/>
          </p:nvSpPr>
          <p:spPr>
            <a:xfrm>
              <a:off x="6240957" y="169581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6" name="pt14496"/>
            <p:cNvSpPr/>
            <p:nvPr/>
          </p:nvSpPr>
          <p:spPr>
            <a:xfrm>
              <a:off x="6426951" y="1920795"/>
              <a:ext cx="80678" cy="80678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7" name="pt14497"/>
            <p:cNvSpPr/>
            <p:nvPr/>
          </p:nvSpPr>
          <p:spPr>
            <a:xfrm>
              <a:off x="5841345" y="12782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8" name="pt14498"/>
            <p:cNvSpPr/>
            <p:nvPr/>
          </p:nvSpPr>
          <p:spPr>
            <a:xfrm>
              <a:off x="6257254" y="17029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499" name="pt14499"/>
            <p:cNvSpPr/>
            <p:nvPr/>
          </p:nvSpPr>
          <p:spPr>
            <a:xfrm>
              <a:off x="6199029" y="1747786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0" name="pl14500"/>
            <p:cNvSpPr/>
            <p:nvPr/>
          </p:nvSpPr>
          <p:spPr>
            <a:xfrm>
              <a:off x="6199029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1" name="pl14501"/>
            <p:cNvSpPr/>
            <p:nvPr/>
          </p:nvSpPr>
          <p:spPr>
            <a:xfrm>
              <a:off x="6199029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02" name="pg14502"/>
            <p:cNvSpPr/>
            <p:nvPr/>
          </p:nvSpPr>
          <p:spPr>
            <a:xfrm>
              <a:off x="6052858" y="19103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3" name="pt14503"/>
            <p:cNvSpPr/>
            <p:nvPr/>
          </p:nvSpPr>
          <p:spPr>
            <a:xfrm>
              <a:off x="5852520" y="12942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4" name="pt14504"/>
            <p:cNvSpPr/>
            <p:nvPr/>
          </p:nvSpPr>
          <p:spPr>
            <a:xfrm>
              <a:off x="6408549" y="18507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5" name="pt14505"/>
            <p:cNvSpPr/>
            <p:nvPr/>
          </p:nvSpPr>
          <p:spPr>
            <a:xfrm>
              <a:off x="6336209" y="1963631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6" name="pt14506"/>
            <p:cNvSpPr/>
            <p:nvPr/>
          </p:nvSpPr>
          <p:spPr>
            <a:xfrm>
              <a:off x="6609458" y="2636001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7" name="pt14507"/>
            <p:cNvSpPr/>
            <p:nvPr/>
          </p:nvSpPr>
          <p:spPr>
            <a:xfrm>
              <a:off x="6246739" y="1899539"/>
              <a:ext cx="80678" cy="80678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8" name="pt14508"/>
            <p:cNvSpPr/>
            <p:nvPr/>
          </p:nvSpPr>
          <p:spPr>
            <a:xfrm>
              <a:off x="6305775" y="20359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09" name="pt14509"/>
            <p:cNvSpPr/>
            <p:nvPr/>
          </p:nvSpPr>
          <p:spPr>
            <a:xfrm>
              <a:off x="7165954" y="18103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0" name="pt14510"/>
            <p:cNvSpPr/>
            <p:nvPr/>
          </p:nvSpPr>
          <p:spPr>
            <a:xfrm>
              <a:off x="6309213" y="152824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1" name="pt14511"/>
            <p:cNvSpPr/>
            <p:nvPr/>
          </p:nvSpPr>
          <p:spPr>
            <a:xfrm>
              <a:off x="6353609" y="156713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2" name="pt14512"/>
            <p:cNvSpPr/>
            <p:nvPr/>
          </p:nvSpPr>
          <p:spPr>
            <a:xfrm>
              <a:off x="6170946" y="26912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3" name="pt14513"/>
            <p:cNvSpPr/>
            <p:nvPr/>
          </p:nvSpPr>
          <p:spPr>
            <a:xfrm>
              <a:off x="6263902" y="1938433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4" name="pt14514"/>
            <p:cNvSpPr/>
            <p:nvPr/>
          </p:nvSpPr>
          <p:spPr>
            <a:xfrm>
              <a:off x="6363185" y="15478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5" name="pt14515"/>
            <p:cNvSpPr/>
            <p:nvPr/>
          </p:nvSpPr>
          <p:spPr>
            <a:xfrm>
              <a:off x="5859430" y="122143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6" name="pt14516"/>
            <p:cNvSpPr/>
            <p:nvPr/>
          </p:nvSpPr>
          <p:spPr>
            <a:xfrm>
              <a:off x="6354719" y="15928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7" name="pt14517"/>
            <p:cNvSpPr/>
            <p:nvPr/>
          </p:nvSpPr>
          <p:spPr>
            <a:xfrm>
              <a:off x="7104239" y="14916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8" name="pt14518"/>
            <p:cNvSpPr/>
            <p:nvPr/>
          </p:nvSpPr>
          <p:spPr>
            <a:xfrm>
              <a:off x="6374471" y="187887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19" name="pg14519"/>
            <p:cNvSpPr/>
            <p:nvPr/>
          </p:nvSpPr>
          <p:spPr>
            <a:xfrm>
              <a:off x="6184036" y="1759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0" name="pt14520"/>
            <p:cNvSpPr/>
            <p:nvPr/>
          </p:nvSpPr>
          <p:spPr>
            <a:xfrm>
              <a:off x="6530476" y="16932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1" name="pt14521"/>
            <p:cNvSpPr/>
            <p:nvPr/>
          </p:nvSpPr>
          <p:spPr>
            <a:xfrm>
              <a:off x="5544433" y="21146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2" name="pt14522"/>
            <p:cNvSpPr/>
            <p:nvPr/>
          </p:nvSpPr>
          <p:spPr>
            <a:xfrm>
              <a:off x="6358571" y="155931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3" name="pt14523"/>
            <p:cNvSpPr/>
            <p:nvPr/>
          </p:nvSpPr>
          <p:spPr>
            <a:xfrm>
              <a:off x="6324949" y="10090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4" name="pt14524"/>
            <p:cNvSpPr/>
            <p:nvPr/>
          </p:nvSpPr>
          <p:spPr>
            <a:xfrm>
              <a:off x="6420337" y="10115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5" name="pt14525"/>
            <p:cNvSpPr/>
            <p:nvPr/>
          </p:nvSpPr>
          <p:spPr>
            <a:xfrm>
              <a:off x="5612652" y="151271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26" name="pt14526"/>
            <p:cNvSpPr/>
            <p:nvPr/>
          </p:nvSpPr>
          <p:spPr>
            <a:xfrm>
              <a:off x="6857967" y="227366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7" name="pl14527"/>
            <p:cNvSpPr/>
            <p:nvPr/>
          </p:nvSpPr>
          <p:spPr>
            <a:xfrm>
              <a:off x="6857967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8" name="pl14528"/>
            <p:cNvSpPr/>
            <p:nvPr/>
          </p:nvSpPr>
          <p:spPr>
            <a:xfrm>
              <a:off x="6857967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29" name="pt14529"/>
            <p:cNvSpPr/>
            <p:nvPr/>
          </p:nvSpPr>
          <p:spPr>
            <a:xfrm>
              <a:off x="6420500" y="169147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0" name="pt14530"/>
            <p:cNvSpPr/>
            <p:nvPr/>
          </p:nvSpPr>
          <p:spPr>
            <a:xfrm>
              <a:off x="6272306" y="1876641"/>
              <a:ext cx="67219" cy="67219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1" name="pt14531"/>
            <p:cNvSpPr/>
            <p:nvPr/>
          </p:nvSpPr>
          <p:spPr>
            <a:xfrm>
              <a:off x="6313965" y="1921123"/>
              <a:ext cx="48833" cy="48833"/>
            </a:xfrm>
            <a:prstGeom prst="ellipse">
              <a:avLst/>
            </a:prstGeom>
            <a:solidFill>
              <a:srgbClr val="D95F02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2" name="pt14532"/>
            <p:cNvSpPr/>
            <p:nvPr/>
          </p:nvSpPr>
          <p:spPr>
            <a:xfrm>
              <a:off x="6476544" y="137318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3" name="pt14533"/>
            <p:cNvSpPr/>
            <p:nvPr/>
          </p:nvSpPr>
          <p:spPr>
            <a:xfrm>
              <a:off x="6242094" y="2248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4" name="pt14534"/>
            <p:cNvSpPr/>
            <p:nvPr/>
          </p:nvSpPr>
          <p:spPr>
            <a:xfrm>
              <a:off x="6380477" y="19532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5" name="pt14535"/>
            <p:cNvSpPr/>
            <p:nvPr/>
          </p:nvSpPr>
          <p:spPr>
            <a:xfrm>
              <a:off x="6359930" y="193379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6" name="pt14536"/>
            <p:cNvSpPr/>
            <p:nvPr/>
          </p:nvSpPr>
          <p:spPr>
            <a:xfrm>
              <a:off x="6303764" y="19579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7" name="pt14537"/>
            <p:cNvSpPr/>
            <p:nvPr/>
          </p:nvSpPr>
          <p:spPr>
            <a:xfrm>
              <a:off x="6206151" y="2118019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8" name="pt14538"/>
            <p:cNvSpPr/>
            <p:nvPr/>
          </p:nvSpPr>
          <p:spPr>
            <a:xfrm>
              <a:off x="6240485" y="1830738"/>
              <a:ext cx="67219" cy="67219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39" name="pt14539"/>
            <p:cNvSpPr/>
            <p:nvPr/>
          </p:nvSpPr>
          <p:spPr>
            <a:xfrm>
              <a:off x="6305050" y="1919064"/>
              <a:ext cx="74834" cy="74834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0" name="pt14540"/>
            <p:cNvSpPr/>
            <p:nvPr/>
          </p:nvSpPr>
          <p:spPr>
            <a:xfrm>
              <a:off x="6308352" y="20261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1" name="pt14541"/>
            <p:cNvSpPr/>
            <p:nvPr/>
          </p:nvSpPr>
          <p:spPr>
            <a:xfrm>
              <a:off x="6305225" y="20191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2" name="pt14542"/>
            <p:cNvSpPr/>
            <p:nvPr/>
          </p:nvSpPr>
          <p:spPr>
            <a:xfrm>
              <a:off x="6503006" y="16870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3" name="pt14543"/>
            <p:cNvSpPr/>
            <p:nvPr/>
          </p:nvSpPr>
          <p:spPr>
            <a:xfrm>
              <a:off x="6138576" y="138950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4" name="pt14544"/>
            <p:cNvSpPr/>
            <p:nvPr/>
          </p:nvSpPr>
          <p:spPr>
            <a:xfrm>
              <a:off x="6641568" y="1885035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5" name="pt14545"/>
            <p:cNvSpPr/>
            <p:nvPr/>
          </p:nvSpPr>
          <p:spPr>
            <a:xfrm>
              <a:off x="6338646" y="17282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6" name="pt14546"/>
            <p:cNvSpPr/>
            <p:nvPr/>
          </p:nvSpPr>
          <p:spPr>
            <a:xfrm>
              <a:off x="6327230" y="1876803"/>
              <a:ext cx="74834" cy="74834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7" name="pt14547"/>
            <p:cNvSpPr/>
            <p:nvPr/>
          </p:nvSpPr>
          <p:spPr>
            <a:xfrm>
              <a:off x="6290918" y="20613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8" name="pt14548"/>
            <p:cNvSpPr/>
            <p:nvPr/>
          </p:nvSpPr>
          <p:spPr>
            <a:xfrm>
              <a:off x="6277798" y="200577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49" name="pt14549"/>
            <p:cNvSpPr/>
            <p:nvPr/>
          </p:nvSpPr>
          <p:spPr>
            <a:xfrm>
              <a:off x="6655417" y="16309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0" name="pt14550"/>
            <p:cNvSpPr/>
            <p:nvPr/>
          </p:nvSpPr>
          <p:spPr>
            <a:xfrm>
              <a:off x="6256313" y="1891105"/>
              <a:ext cx="74834" cy="74834"/>
            </a:xfrm>
            <a:prstGeom prst="ellipse">
              <a:avLst/>
            </a:prstGeom>
            <a:solidFill>
              <a:srgbClr val="7570B3">
                <a:alpha val="5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1" name="pt14551"/>
            <p:cNvSpPr/>
            <p:nvPr/>
          </p:nvSpPr>
          <p:spPr>
            <a:xfrm>
              <a:off x="6352701" y="1862972"/>
              <a:ext cx="48833" cy="48833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2" name="pt14552"/>
            <p:cNvSpPr/>
            <p:nvPr/>
          </p:nvSpPr>
          <p:spPr>
            <a:xfrm>
              <a:off x="6707471" y="15833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3" name="pt14553"/>
            <p:cNvSpPr/>
            <p:nvPr/>
          </p:nvSpPr>
          <p:spPr>
            <a:xfrm>
              <a:off x="6302283" y="1898441"/>
              <a:ext cx="67219" cy="67219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4" name="pt14554"/>
            <p:cNvSpPr/>
            <p:nvPr/>
          </p:nvSpPr>
          <p:spPr>
            <a:xfrm>
              <a:off x="6412803" y="18447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5" name="pg14555"/>
            <p:cNvSpPr/>
            <p:nvPr/>
          </p:nvSpPr>
          <p:spPr>
            <a:xfrm>
              <a:off x="7089435" y="214401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6" name="pt14556"/>
            <p:cNvSpPr/>
            <p:nvPr/>
          </p:nvSpPr>
          <p:spPr>
            <a:xfrm>
              <a:off x="6595449" y="10357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7" name="pt14557"/>
            <p:cNvSpPr/>
            <p:nvPr/>
          </p:nvSpPr>
          <p:spPr>
            <a:xfrm>
              <a:off x="5549431" y="20584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8" name="pt14558"/>
            <p:cNvSpPr/>
            <p:nvPr/>
          </p:nvSpPr>
          <p:spPr>
            <a:xfrm>
              <a:off x="6253014" y="1886919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59" name="pt14559"/>
            <p:cNvSpPr/>
            <p:nvPr/>
          </p:nvSpPr>
          <p:spPr>
            <a:xfrm>
              <a:off x="6282275" y="19471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0" name="pt14560"/>
            <p:cNvSpPr/>
            <p:nvPr/>
          </p:nvSpPr>
          <p:spPr>
            <a:xfrm>
              <a:off x="6337670" y="1943094"/>
              <a:ext cx="48833" cy="48833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1" name="pt14561"/>
            <p:cNvSpPr/>
            <p:nvPr/>
          </p:nvSpPr>
          <p:spPr>
            <a:xfrm>
              <a:off x="6454569" y="1675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2" name="pt14562"/>
            <p:cNvSpPr/>
            <p:nvPr/>
          </p:nvSpPr>
          <p:spPr>
            <a:xfrm>
              <a:off x="5518989" y="20600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3" name="pt14563"/>
            <p:cNvSpPr/>
            <p:nvPr/>
          </p:nvSpPr>
          <p:spPr>
            <a:xfrm>
              <a:off x="6223661" y="17218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4" name="pt14564"/>
            <p:cNvSpPr/>
            <p:nvPr/>
          </p:nvSpPr>
          <p:spPr>
            <a:xfrm>
              <a:off x="6879479" y="24646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5" name="pt14565"/>
            <p:cNvSpPr/>
            <p:nvPr/>
          </p:nvSpPr>
          <p:spPr>
            <a:xfrm>
              <a:off x="6270034" y="1886362"/>
              <a:ext cx="74834" cy="74834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6" name="pt14566"/>
            <p:cNvSpPr/>
            <p:nvPr/>
          </p:nvSpPr>
          <p:spPr>
            <a:xfrm>
              <a:off x="5950290" y="2603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7" name="pt14567"/>
            <p:cNvSpPr/>
            <p:nvPr/>
          </p:nvSpPr>
          <p:spPr>
            <a:xfrm>
              <a:off x="5489856" y="19230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68" name="pl14568"/>
            <p:cNvSpPr/>
            <p:nvPr/>
          </p:nvSpPr>
          <p:spPr>
            <a:xfrm>
              <a:off x="6887593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69" name="pl14569"/>
            <p:cNvSpPr/>
            <p:nvPr/>
          </p:nvSpPr>
          <p:spPr>
            <a:xfrm>
              <a:off x="6887593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0" name="pl14570"/>
            <p:cNvSpPr/>
            <p:nvPr/>
          </p:nvSpPr>
          <p:spPr>
            <a:xfrm>
              <a:off x="6877479" y="183712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1" name="pl14571"/>
            <p:cNvSpPr/>
            <p:nvPr/>
          </p:nvSpPr>
          <p:spPr>
            <a:xfrm>
              <a:off x="6912009" y="180259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572" name="pt14572"/>
            <p:cNvSpPr/>
            <p:nvPr/>
          </p:nvSpPr>
          <p:spPr>
            <a:xfrm>
              <a:off x="6291140" y="1918181"/>
              <a:ext cx="74834" cy="74834"/>
            </a:xfrm>
            <a:prstGeom prst="ellipse">
              <a:avLst/>
            </a:prstGeom>
            <a:solidFill>
              <a:srgbClr val="7570B3">
                <a:alpha val="9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3" name="pt14573"/>
            <p:cNvSpPr/>
            <p:nvPr/>
          </p:nvSpPr>
          <p:spPr>
            <a:xfrm>
              <a:off x="6385016" y="15929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4" name="pt14574"/>
            <p:cNvSpPr/>
            <p:nvPr/>
          </p:nvSpPr>
          <p:spPr>
            <a:xfrm>
              <a:off x="6229358" y="188021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5" name="pt14575"/>
            <p:cNvSpPr/>
            <p:nvPr/>
          </p:nvSpPr>
          <p:spPr>
            <a:xfrm>
              <a:off x="6345889" y="16000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6" name="pt14576"/>
            <p:cNvSpPr/>
            <p:nvPr/>
          </p:nvSpPr>
          <p:spPr>
            <a:xfrm>
              <a:off x="6524405" y="191882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7" name="pt14577"/>
            <p:cNvSpPr/>
            <p:nvPr/>
          </p:nvSpPr>
          <p:spPr>
            <a:xfrm>
              <a:off x="6436422" y="20602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8" name="pt14578"/>
            <p:cNvSpPr/>
            <p:nvPr/>
          </p:nvSpPr>
          <p:spPr>
            <a:xfrm>
              <a:off x="6242673" y="195469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79" name="pt14579"/>
            <p:cNvSpPr/>
            <p:nvPr/>
          </p:nvSpPr>
          <p:spPr>
            <a:xfrm>
              <a:off x="6292866" y="19321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0" name="pt14580"/>
            <p:cNvSpPr/>
            <p:nvPr/>
          </p:nvSpPr>
          <p:spPr>
            <a:xfrm>
              <a:off x="6171291" y="198282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1" name="pt14581"/>
            <p:cNvSpPr/>
            <p:nvPr/>
          </p:nvSpPr>
          <p:spPr>
            <a:xfrm>
              <a:off x="5638128" y="15373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2" name="pg14582"/>
            <p:cNvSpPr/>
            <p:nvPr/>
          </p:nvSpPr>
          <p:spPr>
            <a:xfrm>
              <a:off x="6174399" y="172597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3" name="pt14583"/>
            <p:cNvSpPr/>
            <p:nvPr/>
          </p:nvSpPr>
          <p:spPr>
            <a:xfrm>
              <a:off x="6340591" y="1957151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4" name="pt14584"/>
            <p:cNvSpPr/>
            <p:nvPr/>
          </p:nvSpPr>
          <p:spPr>
            <a:xfrm>
              <a:off x="6255093" y="1842088"/>
              <a:ext cx="74834" cy="74834"/>
            </a:xfrm>
            <a:prstGeom prst="ellipse">
              <a:avLst/>
            </a:pr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5" name="pt14585"/>
            <p:cNvSpPr/>
            <p:nvPr/>
          </p:nvSpPr>
          <p:spPr>
            <a:xfrm>
              <a:off x="6208161" y="18903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6" name="pt14586"/>
            <p:cNvSpPr/>
            <p:nvPr/>
          </p:nvSpPr>
          <p:spPr>
            <a:xfrm>
              <a:off x="6243375" y="1882871"/>
              <a:ext cx="89944" cy="89944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7" name="pg14587"/>
            <p:cNvSpPr/>
            <p:nvPr/>
          </p:nvSpPr>
          <p:spPr>
            <a:xfrm>
              <a:off x="6232451" y="204380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8" name="pt14588"/>
            <p:cNvSpPr/>
            <p:nvPr/>
          </p:nvSpPr>
          <p:spPr>
            <a:xfrm>
              <a:off x="6201831" y="1923037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89" name="pt14589"/>
            <p:cNvSpPr/>
            <p:nvPr/>
          </p:nvSpPr>
          <p:spPr>
            <a:xfrm>
              <a:off x="6268040" y="1884614"/>
              <a:ext cx="80678" cy="80678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0" name="pt14590"/>
            <p:cNvSpPr/>
            <p:nvPr/>
          </p:nvSpPr>
          <p:spPr>
            <a:xfrm>
              <a:off x="5667815" y="23844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1" name="pt14591"/>
            <p:cNvSpPr/>
            <p:nvPr/>
          </p:nvSpPr>
          <p:spPr>
            <a:xfrm>
              <a:off x="6448877" y="15960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2" name="pt14592"/>
            <p:cNvSpPr/>
            <p:nvPr/>
          </p:nvSpPr>
          <p:spPr>
            <a:xfrm>
              <a:off x="6288586" y="1919824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3" name="pt14593"/>
            <p:cNvSpPr/>
            <p:nvPr/>
          </p:nvSpPr>
          <p:spPr>
            <a:xfrm>
              <a:off x="6432475" y="14303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4" name="pt14594"/>
            <p:cNvSpPr/>
            <p:nvPr/>
          </p:nvSpPr>
          <p:spPr>
            <a:xfrm>
              <a:off x="6319049" y="2135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5" name="pt14595"/>
            <p:cNvSpPr/>
            <p:nvPr/>
          </p:nvSpPr>
          <p:spPr>
            <a:xfrm>
              <a:off x="6333788" y="20836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6" name="pt14596"/>
            <p:cNvSpPr/>
            <p:nvPr/>
          </p:nvSpPr>
          <p:spPr>
            <a:xfrm>
              <a:off x="6517127" y="17187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7" name="pt14597"/>
            <p:cNvSpPr/>
            <p:nvPr/>
          </p:nvSpPr>
          <p:spPr>
            <a:xfrm>
              <a:off x="5530298" y="1673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8" name="pt14598"/>
            <p:cNvSpPr/>
            <p:nvPr/>
          </p:nvSpPr>
          <p:spPr>
            <a:xfrm>
              <a:off x="5518445" y="16718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599" name="pg14599"/>
            <p:cNvSpPr/>
            <p:nvPr/>
          </p:nvSpPr>
          <p:spPr>
            <a:xfrm>
              <a:off x="6377060" y="151977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0" name="pt14600"/>
            <p:cNvSpPr/>
            <p:nvPr/>
          </p:nvSpPr>
          <p:spPr>
            <a:xfrm>
              <a:off x="6250185" y="1896937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1" name="pt14601"/>
            <p:cNvSpPr/>
            <p:nvPr/>
          </p:nvSpPr>
          <p:spPr>
            <a:xfrm>
              <a:off x="6757993" y="1718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2" name="pt14602"/>
            <p:cNvSpPr/>
            <p:nvPr/>
          </p:nvSpPr>
          <p:spPr>
            <a:xfrm>
              <a:off x="6300076" y="1874924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3" name="pg14603"/>
            <p:cNvSpPr/>
            <p:nvPr/>
          </p:nvSpPr>
          <p:spPr>
            <a:xfrm>
              <a:off x="6256970" y="18649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4" name="pt14604"/>
            <p:cNvSpPr/>
            <p:nvPr/>
          </p:nvSpPr>
          <p:spPr>
            <a:xfrm>
              <a:off x="6281092" y="1932371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5" name="pt14605"/>
            <p:cNvSpPr/>
            <p:nvPr/>
          </p:nvSpPr>
          <p:spPr>
            <a:xfrm>
              <a:off x="6446611" y="16904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6" name="pt14606"/>
            <p:cNvSpPr/>
            <p:nvPr/>
          </p:nvSpPr>
          <p:spPr>
            <a:xfrm>
              <a:off x="5614805" y="15174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7" name="pt14607"/>
            <p:cNvSpPr/>
            <p:nvPr/>
          </p:nvSpPr>
          <p:spPr>
            <a:xfrm>
              <a:off x="6869271" y="22906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8" name="pt14608"/>
            <p:cNvSpPr/>
            <p:nvPr/>
          </p:nvSpPr>
          <p:spPr>
            <a:xfrm>
              <a:off x="6930313" y="12516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09" name="pl14609"/>
            <p:cNvSpPr/>
            <p:nvPr/>
          </p:nvSpPr>
          <p:spPr>
            <a:xfrm>
              <a:off x="6453591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0" name="pl14610"/>
            <p:cNvSpPr/>
            <p:nvPr/>
          </p:nvSpPr>
          <p:spPr>
            <a:xfrm>
              <a:off x="6453591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1" name="pl14611"/>
            <p:cNvSpPr/>
            <p:nvPr/>
          </p:nvSpPr>
          <p:spPr>
            <a:xfrm>
              <a:off x="6443477" y="19584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2" name="pl14612"/>
            <p:cNvSpPr/>
            <p:nvPr/>
          </p:nvSpPr>
          <p:spPr>
            <a:xfrm>
              <a:off x="6478008" y="19239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3" name="pt14613"/>
            <p:cNvSpPr/>
            <p:nvPr/>
          </p:nvSpPr>
          <p:spPr>
            <a:xfrm>
              <a:off x="6272614" y="196244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14" name="pt14614"/>
            <p:cNvSpPr/>
            <p:nvPr/>
          </p:nvSpPr>
          <p:spPr>
            <a:xfrm>
              <a:off x="6449492" y="1937677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15" name="pt14615"/>
            <p:cNvSpPr/>
            <p:nvPr/>
          </p:nvSpPr>
          <p:spPr>
            <a:xfrm>
              <a:off x="7026751" y="1361147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16" name="pl14616"/>
            <p:cNvSpPr/>
            <p:nvPr/>
          </p:nvSpPr>
          <p:spPr>
            <a:xfrm>
              <a:off x="6724639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7" name="pl14617"/>
            <p:cNvSpPr/>
            <p:nvPr/>
          </p:nvSpPr>
          <p:spPr>
            <a:xfrm>
              <a:off x="6724639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8" name="pl14618"/>
            <p:cNvSpPr/>
            <p:nvPr/>
          </p:nvSpPr>
          <p:spPr>
            <a:xfrm>
              <a:off x="6714525" y="19533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19" name="pl14619"/>
            <p:cNvSpPr/>
            <p:nvPr/>
          </p:nvSpPr>
          <p:spPr>
            <a:xfrm>
              <a:off x="6749056" y="19188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0" name="pt14620"/>
            <p:cNvSpPr/>
            <p:nvPr/>
          </p:nvSpPr>
          <p:spPr>
            <a:xfrm>
              <a:off x="6224393" y="196278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1" name="pt14621"/>
            <p:cNvSpPr/>
            <p:nvPr/>
          </p:nvSpPr>
          <p:spPr>
            <a:xfrm>
              <a:off x="6242248" y="1906280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2" name="pt14622"/>
            <p:cNvSpPr/>
            <p:nvPr/>
          </p:nvSpPr>
          <p:spPr>
            <a:xfrm>
              <a:off x="6301445" y="1910276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3" name="pt14623"/>
            <p:cNvSpPr/>
            <p:nvPr/>
          </p:nvSpPr>
          <p:spPr>
            <a:xfrm>
              <a:off x="6701423" y="19149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4" name="pt14624"/>
            <p:cNvSpPr/>
            <p:nvPr/>
          </p:nvSpPr>
          <p:spPr>
            <a:xfrm>
              <a:off x="6270849" y="1938191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5" name="pt14625"/>
            <p:cNvSpPr/>
            <p:nvPr/>
          </p:nvSpPr>
          <p:spPr>
            <a:xfrm>
              <a:off x="6218830" y="180532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26" name="pl14626"/>
            <p:cNvSpPr/>
            <p:nvPr/>
          </p:nvSpPr>
          <p:spPr>
            <a:xfrm>
              <a:off x="6358595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7" name="pl14627"/>
            <p:cNvSpPr/>
            <p:nvPr/>
          </p:nvSpPr>
          <p:spPr>
            <a:xfrm>
              <a:off x="6358595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8" name="pl14628"/>
            <p:cNvSpPr/>
            <p:nvPr/>
          </p:nvSpPr>
          <p:spPr>
            <a:xfrm>
              <a:off x="6343096" y="1973938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29" name="pl14629"/>
            <p:cNvSpPr/>
            <p:nvPr/>
          </p:nvSpPr>
          <p:spPr>
            <a:xfrm>
              <a:off x="6396012" y="1921022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0" name="pl14630"/>
            <p:cNvSpPr/>
            <p:nvPr/>
          </p:nvSpPr>
          <p:spPr>
            <a:xfrm>
              <a:off x="5504887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1" name="pl14631"/>
            <p:cNvSpPr/>
            <p:nvPr/>
          </p:nvSpPr>
          <p:spPr>
            <a:xfrm>
              <a:off x="5504887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2" name="pl14632"/>
            <p:cNvSpPr/>
            <p:nvPr/>
          </p:nvSpPr>
          <p:spPr>
            <a:xfrm>
              <a:off x="5494773" y="19618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3" name="pl14633"/>
            <p:cNvSpPr/>
            <p:nvPr/>
          </p:nvSpPr>
          <p:spPr>
            <a:xfrm>
              <a:off x="5529304" y="192736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4" name="pt14634"/>
            <p:cNvSpPr/>
            <p:nvPr/>
          </p:nvSpPr>
          <p:spPr>
            <a:xfrm>
              <a:off x="6234660" y="186953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35" name="pl14635"/>
            <p:cNvSpPr/>
            <p:nvPr/>
          </p:nvSpPr>
          <p:spPr>
            <a:xfrm>
              <a:off x="6728266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6" name="pl14636"/>
            <p:cNvSpPr/>
            <p:nvPr/>
          </p:nvSpPr>
          <p:spPr>
            <a:xfrm>
              <a:off x="6728266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7" name="pl14637"/>
            <p:cNvSpPr/>
            <p:nvPr/>
          </p:nvSpPr>
          <p:spPr>
            <a:xfrm>
              <a:off x="6718152" y="19389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8" name="pl14638"/>
            <p:cNvSpPr/>
            <p:nvPr/>
          </p:nvSpPr>
          <p:spPr>
            <a:xfrm>
              <a:off x="6752683" y="19043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39" name="pl14639"/>
            <p:cNvSpPr/>
            <p:nvPr/>
          </p:nvSpPr>
          <p:spPr>
            <a:xfrm>
              <a:off x="6311214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0" name="pl14640"/>
            <p:cNvSpPr/>
            <p:nvPr/>
          </p:nvSpPr>
          <p:spPr>
            <a:xfrm>
              <a:off x="6311214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1" name="pl14641"/>
            <p:cNvSpPr/>
            <p:nvPr/>
          </p:nvSpPr>
          <p:spPr>
            <a:xfrm>
              <a:off x="6301100" y="270352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2" name="pl14642"/>
            <p:cNvSpPr/>
            <p:nvPr/>
          </p:nvSpPr>
          <p:spPr>
            <a:xfrm>
              <a:off x="6335631" y="26689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3" name="pt14643"/>
            <p:cNvSpPr/>
            <p:nvPr/>
          </p:nvSpPr>
          <p:spPr>
            <a:xfrm>
              <a:off x="6657940" y="10872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44" name="pt14644"/>
            <p:cNvSpPr/>
            <p:nvPr/>
          </p:nvSpPr>
          <p:spPr>
            <a:xfrm>
              <a:off x="6289780" y="20326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45" name="pl14645"/>
            <p:cNvSpPr/>
            <p:nvPr/>
          </p:nvSpPr>
          <p:spPr>
            <a:xfrm>
              <a:off x="6161864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6" name="pl14646"/>
            <p:cNvSpPr/>
            <p:nvPr/>
          </p:nvSpPr>
          <p:spPr>
            <a:xfrm>
              <a:off x="6161864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7" name="pt14647"/>
            <p:cNvSpPr/>
            <p:nvPr/>
          </p:nvSpPr>
          <p:spPr>
            <a:xfrm>
              <a:off x="6376659" y="211314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8" name="pl14648"/>
            <p:cNvSpPr/>
            <p:nvPr/>
          </p:nvSpPr>
          <p:spPr>
            <a:xfrm>
              <a:off x="6376659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49" name="pl14649"/>
            <p:cNvSpPr/>
            <p:nvPr/>
          </p:nvSpPr>
          <p:spPr>
            <a:xfrm>
              <a:off x="6376659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50" name="pt14650"/>
            <p:cNvSpPr/>
            <p:nvPr/>
          </p:nvSpPr>
          <p:spPr>
            <a:xfrm>
              <a:off x="6042841" y="134445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1" name="pt14651"/>
            <p:cNvSpPr/>
            <p:nvPr/>
          </p:nvSpPr>
          <p:spPr>
            <a:xfrm>
              <a:off x="5868136" y="126632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2" name="pt14652"/>
            <p:cNvSpPr/>
            <p:nvPr/>
          </p:nvSpPr>
          <p:spPr>
            <a:xfrm>
              <a:off x="6374526" y="2202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3" name="pt14653"/>
            <p:cNvSpPr/>
            <p:nvPr/>
          </p:nvSpPr>
          <p:spPr>
            <a:xfrm>
              <a:off x="5795457" y="115384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4" name="pt14654"/>
            <p:cNvSpPr/>
            <p:nvPr/>
          </p:nvSpPr>
          <p:spPr>
            <a:xfrm>
              <a:off x="6300342" y="1923423"/>
              <a:ext cx="48833" cy="48833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5" name="pg14655"/>
            <p:cNvSpPr/>
            <p:nvPr/>
          </p:nvSpPr>
          <p:spPr>
            <a:xfrm>
              <a:off x="6299473" y="18354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6" name="pt14656"/>
            <p:cNvSpPr/>
            <p:nvPr/>
          </p:nvSpPr>
          <p:spPr>
            <a:xfrm>
              <a:off x="6383685" y="22032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7" name="pt14657"/>
            <p:cNvSpPr/>
            <p:nvPr/>
          </p:nvSpPr>
          <p:spPr>
            <a:xfrm>
              <a:off x="6177826" y="22217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8" name="pt14658"/>
            <p:cNvSpPr/>
            <p:nvPr/>
          </p:nvSpPr>
          <p:spPr>
            <a:xfrm>
              <a:off x="6790096" y="25418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59" name="pt14659"/>
            <p:cNvSpPr/>
            <p:nvPr/>
          </p:nvSpPr>
          <p:spPr>
            <a:xfrm>
              <a:off x="6571913" y="18192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0" name="pt14660"/>
            <p:cNvSpPr/>
            <p:nvPr/>
          </p:nvSpPr>
          <p:spPr>
            <a:xfrm>
              <a:off x="6389963" y="16085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1" name="pt14661"/>
            <p:cNvSpPr/>
            <p:nvPr/>
          </p:nvSpPr>
          <p:spPr>
            <a:xfrm>
              <a:off x="5597141" y="21831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2" name="pt14662"/>
            <p:cNvSpPr/>
            <p:nvPr/>
          </p:nvSpPr>
          <p:spPr>
            <a:xfrm>
              <a:off x="6482824" y="16931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3" name="pt14663"/>
            <p:cNvSpPr/>
            <p:nvPr/>
          </p:nvSpPr>
          <p:spPr>
            <a:xfrm>
              <a:off x="6272463" y="1943689"/>
              <a:ext cx="48833" cy="48833"/>
            </a:xfrm>
            <a:prstGeom prst="ellipse">
              <a:avLst/>
            </a:prstGeom>
            <a:solidFill>
              <a:srgbClr val="7570B3">
                <a:alpha val="8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4" name="pt14664"/>
            <p:cNvSpPr/>
            <p:nvPr/>
          </p:nvSpPr>
          <p:spPr>
            <a:xfrm>
              <a:off x="6622902" y="18571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5" name="pl14665"/>
            <p:cNvSpPr/>
            <p:nvPr/>
          </p:nvSpPr>
          <p:spPr>
            <a:xfrm>
              <a:off x="6371899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6" name="pl14666"/>
            <p:cNvSpPr/>
            <p:nvPr/>
          </p:nvSpPr>
          <p:spPr>
            <a:xfrm>
              <a:off x="6371899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67" name="pt14667"/>
            <p:cNvSpPr/>
            <p:nvPr/>
          </p:nvSpPr>
          <p:spPr>
            <a:xfrm>
              <a:off x="6257876" y="18512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8" name="pt14668"/>
            <p:cNvSpPr/>
            <p:nvPr/>
          </p:nvSpPr>
          <p:spPr>
            <a:xfrm>
              <a:off x="6530260" y="1508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69" name="pt14669"/>
            <p:cNvSpPr/>
            <p:nvPr/>
          </p:nvSpPr>
          <p:spPr>
            <a:xfrm>
              <a:off x="6247466" y="1855397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0" name="pt14670"/>
            <p:cNvSpPr/>
            <p:nvPr/>
          </p:nvSpPr>
          <p:spPr>
            <a:xfrm>
              <a:off x="6717568" y="16023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1" name="pt14671"/>
            <p:cNvSpPr/>
            <p:nvPr/>
          </p:nvSpPr>
          <p:spPr>
            <a:xfrm>
              <a:off x="6477417" y="1660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2" name="pt14672"/>
            <p:cNvSpPr/>
            <p:nvPr/>
          </p:nvSpPr>
          <p:spPr>
            <a:xfrm>
              <a:off x="5951364" y="25973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3" name="pt14673"/>
            <p:cNvSpPr/>
            <p:nvPr/>
          </p:nvSpPr>
          <p:spPr>
            <a:xfrm>
              <a:off x="6276046" y="27189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4" name="pt14674"/>
            <p:cNvSpPr/>
            <p:nvPr/>
          </p:nvSpPr>
          <p:spPr>
            <a:xfrm>
              <a:off x="7068872" y="22425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5" name="pt14675"/>
            <p:cNvSpPr/>
            <p:nvPr/>
          </p:nvSpPr>
          <p:spPr>
            <a:xfrm>
              <a:off x="6243257" y="195843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6" name="pt14676"/>
            <p:cNvSpPr/>
            <p:nvPr/>
          </p:nvSpPr>
          <p:spPr>
            <a:xfrm>
              <a:off x="6554847" y="16297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7" name="pt14677"/>
            <p:cNvSpPr/>
            <p:nvPr/>
          </p:nvSpPr>
          <p:spPr>
            <a:xfrm>
              <a:off x="6285122" y="1869730"/>
              <a:ext cx="67219" cy="67219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8" name="pt14678"/>
            <p:cNvSpPr/>
            <p:nvPr/>
          </p:nvSpPr>
          <p:spPr>
            <a:xfrm>
              <a:off x="6291024" y="18765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79" name="pt14679"/>
            <p:cNvSpPr/>
            <p:nvPr/>
          </p:nvSpPr>
          <p:spPr>
            <a:xfrm>
              <a:off x="6307200" y="195426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0" name="pt14680"/>
            <p:cNvSpPr/>
            <p:nvPr/>
          </p:nvSpPr>
          <p:spPr>
            <a:xfrm>
              <a:off x="6099905" y="1037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1" name="pt14681"/>
            <p:cNvSpPr/>
            <p:nvPr/>
          </p:nvSpPr>
          <p:spPr>
            <a:xfrm>
              <a:off x="6221618" y="10218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2" name="pt14682"/>
            <p:cNvSpPr/>
            <p:nvPr/>
          </p:nvSpPr>
          <p:spPr>
            <a:xfrm>
              <a:off x="6280786" y="19541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3" name="pt14683"/>
            <p:cNvSpPr/>
            <p:nvPr/>
          </p:nvSpPr>
          <p:spPr>
            <a:xfrm>
              <a:off x="6886014" y="24452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4" name="pt14684"/>
            <p:cNvSpPr/>
            <p:nvPr/>
          </p:nvSpPr>
          <p:spPr>
            <a:xfrm>
              <a:off x="6335914" y="238503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5" name="pt14685"/>
            <p:cNvSpPr/>
            <p:nvPr/>
          </p:nvSpPr>
          <p:spPr>
            <a:xfrm>
              <a:off x="6389383" y="19470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6" name="pt14686"/>
            <p:cNvSpPr/>
            <p:nvPr/>
          </p:nvSpPr>
          <p:spPr>
            <a:xfrm>
              <a:off x="6425790" y="18386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7" name="pt14687"/>
            <p:cNvSpPr/>
            <p:nvPr/>
          </p:nvSpPr>
          <p:spPr>
            <a:xfrm>
              <a:off x="6252242" y="1860121"/>
              <a:ext cx="89944" cy="89944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8" name="pt14688"/>
            <p:cNvSpPr/>
            <p:nvPr/>
          </p:nvSpPr>
          <p:spPr>
            <a:xfrm>
              <a:off x="6266216" y="1883836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89" name="pt14689"/>
            <p:cNvSpPr/>
            <p:nvPr/>
          </p:nvSpPr>
          <p:spPr>
            <a:xfrm>
              <a:off x="6643869" y="16324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90" name="pt14690"/>
            <p:cNvSpPr/>
            <p:nvPr/>
          </p:nvSpPr>
          <p:spPr>
            <a:xfrm>
              <a:off x="5894459" y="1179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91" name="pt14691"/>
            <p:cNvSpPr/>
            <p:nvPr/>
          </p:nvSpPr>
          <p:spPr>
            <a:xfrm>
              <a:off x="6345880" y="2399345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2" name="pl14692"/>
            <p:cNvSpPr/>
            <p:nvPr/>
          </p:nvSpPr>
          <p:spPr>
            <a:xfrm>
              <a:off x="6345880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3" name="pl14693"/>
            <p:cNvSpPr/>
            <p:nvPr/>
          </p:nvSpPr>
          <p:spPr>
            <a:xfrm>
              <a:off x="6345880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4" name="pt14694"/>
            <p:cNvSpPr/>
            <p:nvPr/>
          </p:nvSpPr>
          <p:spPr>
            <a:xfrm>
              <a:off x="5995651" y="1074440"/>
              <a:ext cx="48833" cy="48833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95" name="pt14695"/>
            <p:cNvSpPr/>
            <p:nvPr/>
          </p:nvSpPr>
          <p:spPr>
            <a:xfrm>
              <a:off x="6270684" y="20490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96" name="pt14696"/>
            <p:cNvSpPr/>
            <p:nvPr/>
          </p:nvSpPr>
          <p:spPr>
            <a:xfrm>
              <a:off x="6306261" y="19510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697" name="pl14697"/>
            <p:cNvSpPr/>
            <p:nvPr/>
          </p:nvSpPr>
          <p:spPr>
            <a:xfrm>
              <a:off x="6211218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8" name="pl14698"/>
            <p:cNvSpPr/>
            <p:nvPr/>
          </p:nvSpPr>
          <p:spPr>
            <a:xfrm>
              <a:off x="6211218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699" name="pt14699"/>
            <p:cNvSpPr/>
            <p:nvPr/>
          </p:nvSpPr>
          <p:spPr>
            <a:xfrm>
              <a:off x="6350615" y="1859979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0" name="pt14700"/>
            <p:cNvSpPr/>
            <p:nvPr/>
          </p:nvSpPr>
          <p:spPr>
            <a:xfrm>
              <a:off x="6598656" y="2628545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1" name="pt14701"/>
            <p:cNvSpPr/>
            <p:nvPr/>
          </p:nvSpPr>
          <p:spPr>
            <a:xfrm>
              <a:off x="6316348" y="19378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2" name="pt14702"/>
            <p:cNvSpPr/>
            <p:nvPr/>
          </p:nvSpPr>
          <p:spPr>
            <a:xfrm>
              <a:off x="6370093" y="15385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3" name="pt14703"/>
            <p:cNvSpPr/>
            <p:nvPr/>
          </p:nvSpPr>
          <p:spPr>
            <a:xfrm>
              <a:off x="6461736" y="16950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4" name="pt14704"/>
            <p:cNvSpPr/>
            <p:nvPr/>
          </p:nvSpPr>
          <p:spPr>
            <a:xfrm>
              <a:off x="6204957" y="257284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5" name="pt14705"/>
            <p:cNvSpPr/>
            <p:nvPr/>
          </p:nvSpPr>
          <p:spPr>
            <a:xfrm>
              <a:off x="6247175" y="1951196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6" name="pt14706"/>
            <p:cNvSpPr/>
            <p:nvPr/>
          </p:nvSpPr>
          <p:spPr>
            <a:xfrm>
              <a:off x="6274261" y="1905616"/>
              <a:ext cx="80678" cy="80678"/>
            </a:xfrm>
            <a:prstGeom prst="ellipse">
              <a:avLst/>
            </a:prstGeom>
            <a:solidFill>
              <a:srgbClr val="7570B3">
                <a:alpha val="8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7" name="pt14707"/>
            <p:cNvSpPr/>
            <p:nvPr/>
          </p:nvSpPr>
          <p:spPr>
            <a:xfrm>
              <a:off x="6341202" y="192426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8" name="pt14708"/>
            <p:cNvSpPr/>
            <p:nvPr/>
          </p:nvSpPr>
          <p:spPr>
            <a:xfrm>
              <a:off x="6337681" y="1924127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09" name="pt14709"/>
            <p:cNvSpPr/>
            <p:nvPr/>
          </p:nvSpPr>
          <p:spPr>
            <a:xfrm>
              <a:off x="6295228" y="196793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0" name="pt14710"/>
            <p:cNvSpPr/>
            <p:nvPr/>
          </p:nvSpPr>
          <p:spPr>
            <a:xfrm>
              <a:off x="6256887" y="172139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1" name="pt14711"/>
            <p:cNvSpPr/>
            <p:nvPr/>
          </p:nvSpPr>
          <p:spPr>
            <a:xfrm>
              <a:off x="7063049" y="223246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2" name="pt14712"/>
            <p:cNvSpPr/>
            <p:nvPr/>
          </p:nvSpPr>
          <p:spPr>
            <a:xfrm>
              <a:off x="6241722" y="1881720"/>
              <a:ext cx="67219" cy="67219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3" name="pt14713"/>
            <p:cNvSpPr/>
            <p:nvPr/>
          </p:nvSpPr>
          <p:spPr>
            <a:xfrm>
              <a:off x="6003976" y="1075131"/>
              <a:ext cx="48833" cy="48833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4" name="pt14714"/>
            <p:cNvSpPr/>
            <p:nvPr/>
          </p:nvSpPr>
          <p:spPr>
            <a:xfrm>
              <a:off x="6315551" y="21433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5" name="pt14715"/>
            <p:cNvSpPr/>
            <p:nvPr/>
          </p:nvSpPr>
          <p:spPr>
            <a:xfrm>
              <a:off x="6370479" y="16491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6" name="pt14716"/>
            <p:cNvSpPr/>
            <p:nvPr/>
          </p:nvSpPr>
          <p:spPr>
            <a:xfrm>
              <a:off x="6280685" y="271948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7" name="pg14717"/>
            <p:cNvSpPr/>
            <p:nvPr/>
          </p:nvSpPr>
          <p:spPr>
            <a:xfrm>
              <a:off x="6232595" y="19332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8" name="pt14718"/>
            <p:cNvSpPr/>
            <p:nvPr/>
          </p:nvSpPr>
          <p:spPr>
            <a:xfrm>
              <a:off x="6852540" y="15543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19" name="pt14719"/>
            <p:cNvSpPr/>
            <p:nvPr/>
          </p:nvSpPr>
          <p:spPr>
            <a:xfrm>
              <a:off x="6569152" y="172050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0" name="pt14720"/>
            <p:cNvSpPr/>
            <p:nvPr/>
          </p:nvSpPr>
          <p:spPr>
            <a:xfrm>
              <a:off x="6327720" y="1951092"/>
              <a:ext cx="48833" cy="48833"/>
            </a:xfrm>
            <a:prstGeom prst="ellipse">
              <a:avLst/>
            </a:prstGeom>
            <a:solidFill>
              <a:srgbClr val="7570B3">
                <a:alpha val="4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1" name="pt14721"/>
            <p:cNvSpPr/>
            <p:nvPr/>
          </p:nvSpPr>
          <p:spPr>
            <a:xfrm>
              <a:off x="6867912" y="22790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2" name="pt14722"/>
            <p:cNvSpPr/>
            <p:nvPr/>
          </p:nvSpPr>
          <p:spPr>
            <a:xfrm>
              <a:off x="6338938" y="1467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3" name="pg14723"/>
            <p:cNvSpPr/>
            <p:nvPr/>
          </p:nvSpPr>
          <p:spPr>
            <a:xfrm>
              <a:off x="6573550" y="1748267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4" name="pt14724"/>
            <p:cNvSpPr/>
            <p:nvPr/>
          </p:nvSpPr>
          <p:spPr>
            <a:xfrm>
              <a:off x="6407596" y="18465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25" name="pl14725"/>
            <p:cNvSpPr/>
            <p:nvPr/>
          </p:nvSpPr>
          <p:spPr>
            <a:xfrm>
              <a:off x="6130114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6" name="pl14726"/>
            <p:cNvSpPr/>
            <p:nvPr/>
          </p:nvSpPr>
          <p:spPr>
            <a:xfrm>
              <a:off x="6130114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7" name="pl14727"/>
            <p:cNvSpPr/>
            <p:nvPr/>
          </p:nvSpPr>
          <p:spPr>
            <a:xfrm>
              <a:off x="6120000" y="20178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8" name="pl14728"/>
            <p:cNvSpPr/>
            <p:nvPr/>
          </p:nvSpPr>
          <p:spPr>
            <a:xfrm>
              <a:off x="6154531" y="19833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29" name="pg14729"/>
            <p:cNvSpPr/>
            <p:nvPr/>
          </p:nvSpPr>
          <p:spPr>
            <a:xfrm>
              <a:off x="6198716" y="17474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0" name="pt14730"/>
            <p:cNvSpPr/>
            <p:nvPr/>
          </p:nvSpPr>
          <p:spPr>
            <a:xfrm>
              <a:off x="6786477" y="17173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1" name="pg14731"/>
            <p:cNvSpPr/>
            <p:nvPr/>
          </p:nvSpPr>
          <p:spPr>
            <a:xfrm>
              <a:off x="6212945" y="17749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2" name="pt14732"/>
            <p:cNvSpPr/>
            <p:nvPr/>
          </p:nvSpPr>
          <p:spPr>
            <a:xfrm>
              <a:off x="6234123" y="1864905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3" name="pg14733"/>
            <p:cNvSpPr/>
            <p:nvPr/>
          </p:nvSpPr>
          <p:spPr>
            <a:xfrm>
              <a:off x="6371217" y="14683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4" name="pt14734"/>
            <p:cNvSpPr/>
            <p:nvPr/>
          </p:nvSpPr>
          <p:spPr>
            <a:xfrm>
              <a:off x="6913664" y="24528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5" name="pt14735"/>
            <p:cNvSpPr/>
            <p:nvPr/>
          </p:nvSpPr>
          <p:spPr>
            <a:xfrm>
              <a:off x="6283876" y="1899054"/>
              <a:ext cx="67219" cy="67219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6" name="pt14736"/>
            <p:cNvSpPr/>
            <p:nvPr/>
          </p:nvSpPr>
          <p:spPr>
            <a:xfrm>
              <a:off x="6217191" y="179672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7" name="pt14737"/>
            <p:cNvSpPr/>
            <p:nvPr/>
          </p:nvSpPr>
          <p:spPr>
            <a:xfrm>
              <a:off x="6162367" y="1958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8" name="pt14738"/>
            <p:cNvSpPr/>
            <p:nvPr/>
          </p:nvSpPr>
          <p:spPr>
            <a:xfrm>
              <a:off x="6418837" y="10109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39" name="pt14739"/>
            <p:cNvSpPr/>
            <p:nvPr/>
          </p:nvSpPr>
          <p:spPr>
            <a:xfrm>
              <a:off x="6447399" y="10309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0" name="pt14740"/>
            <p:cNvSpPr/>
            <p:nvPr/>
          </p:nvSpPr>
          <p:spPr>
            <a:xfrm>
              <a:off x="5644394" y="21828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1" name="pt14741"/>
            <p:cNvSpPr/>
            <p:nvPr/>
          </p:nvSpPr>
          <p:spPr>
            <a:xfrm>
              <a:off x="6487108" y="1699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2" name="pl14742"/>
            <p:cNvSpPr/>
            <p:nvPr/>
          </p:nvSpPr>
          <p:spPr>
            <a:xfrm>
              <a:off x="6406758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3" name="pl14743"/>
            <p:cNvSpPr/>
            <p:nvPr/>
          </p:nvSpPr>
          <p:spPr>
            <a:xfrm>
              <a:off x="6406758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4" name="pl14744"/>
            <p:cNvSpPr/>
            <p:nvPr/>
          </p:nvSpPr>
          <p:spPr>
            <a:xfrm>
              <a:off x="6396644" y="187895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5" name="pl14745"/>
            <p:cNvSpPr/>
            <p:nvPr/>
          </p:nvSpPr>
          <p:spPr>
            <a:xfrm>
              <a:off x="6431175" y="18444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46" name="pt14746"/>
            <p:cNvSpPr/>
            <p:nvPr/>
          </p:nvSpPr>
          <p:spPr>
            <a:xfrm>
              <a:off x="6275723" y="1897491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7" name="pt14747"/>
            <p:cNvSpPr/>
            <p:nvPr/>
          </p:nvSpPr>
          <p:spPr>
            <a:xfrm>
              <a:off x="6684677" y="15121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8" name="pt14748"/>
            <p:cNvSpPr/>
            <p:nvPr/>
          </p:nvSpPr>
          <p:spPr>
            <a:xfrm>
              <a:off x="6297767" y="1853954"/>
              <a:ext cx="80678" cy="80678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49" name="pt14749"/>
            <p:cNvSpPr/>
            <p:nvPr/>
          </p:nvSpPr>
          <p:spPr>
            <a:xfrm>
              <a:off x="6270428" y="1906944"/>
              <a:ext cx="80678" cy="80678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0" name="pt14750"/>
            <p:cNvSpPr/>
            <p:nvPr/>
          </p:nvSpPr>
          <p:spPr>
            <a:xfrm>
              <a:off x="6277222" y="17081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1" name="pt14751"/>
            <p:cNvSpPr/>
            <p:nvPr/>
          </p:nvSpPr>
          <p:spPr>
            <a:xfrm>
              <a:off x="5784442" y="24789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2" name="pt14752"/>
            <p:cNvSpPr/>
            <p:nvPr/>
          </p:nvSpPr>
          <p:spPr>
            <a:xfrm>
              <a:off x="6277308" y="193715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3" name="pt14753"/>
            <p:cNvSpPr/>
            <p:nvPr/>
          </p:nvSpPr>
          <p:spPr>
            <a:xfrm>
              <a:off x="6232705" y="22842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4" name="pt14754"/>
            <p:cNvSpPr/>
            <p:nvPr/>
          </p:nvSpPr>
          <p:spPr>
            <a:xfrm>
              <a:off x="6444571" y="1686314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5" name="pt14755"/>
            <p:cNvSpPr/>
            <p:nvPr/>
          </p:nvSpPr>
          <p:spPr>
            <a:xfrm>
              <a:off x="6232320" y="1857077"/>
              <a:ext cx="89944" cy="89944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6" name="pt14756"/>
            <p:cNvSpPr/>
            <p:nvPr/>
          </p:nvSpPr>
          <p:spPr>
            <a:xfrm>
              <a:off x="6491114" y="166325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7" name="pt14757"/>
            <p:cNvSpPr/>
            <p:nvPr/>
          </p:nvSpPr>
          <p:spPr>
            <a:xfrm>
              <a:off x="5538175" y="1565377"/>
              <a:ext cx="48833" cy="48833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8" name="pt14758"/>
            <p:cNvSpPr/>
            <p:nvPr/>
          </p:nvSpPr>
          <p:spPr>
            <a:xfrm>
              <a:off x="6288582" y="194107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59" name="pt14759"/>
            <p:cNvSpPr/>
            <p:nvPr/>
          </p:nvSpPr>
          <p:spPr>
            <a:xfrm>
              <a:off x="6371814" y="1600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0" name="pt14760"/>
            <p:cNvSpPr/>
            <p:nvPr/>
          </p:nvSpPr>
          <p:spPr>
            <a:xfrm>
              <a:off x="6247824" y="194678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1" name="pt14761"/>
            <p:cNvSpPr/>
            <p:nvPr/>
          </p:nvSpPr>
          <p:spPr>
            <a:xfrm>
              <a:off x="6412614" y="14947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2" name="pt14762"/>
            <p:cNvSpPr/>
            <p:nvPr/>
          </p:nvSpPr>
          <p:spPr>
            <a:xfrm>
              <a:off x="6598665" y="2642975"/>
              <a:ext cx="48833" cy="48833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3" name="pt14763"/>
            <p:cNvSpPr/>
            <p:nvPr/>
          </p:nvSpPr>
          <p:spPr>
            <a:xfrm>
              <a:off x="6241055" y="1894819"/>
              <a:ext cx="80678" cy="80678"/>
            </a:xfrm>
            <a:prstGeom prst="ellipse">
              <a:avLst/>
            </a:prstGeom>
            <a:solidFill>
              <a:srgbClr val="D95F02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4" name="pt14764"/>
            <p:cNvSpPr/>
            <p:nvPr/>
          </p:nvSpPr>
          <p:spPr>
            <a:xfrm>
              <a:off x="6418896" y="161329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5" name="pt14765"/>
            <p:cNvSpPr/>
            <p:nvPr/>
          </p:nvSpPr>
          <p:spPr>
            <a:xfrm>
              <a:off x="5533971" y="208448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6" name="pt14766"/>
            <p:cNvSpPr/>
            <p:nvPr/>
          </p:nvSpPr>
          <p:spPr>
            <a:xfrm>
              <a:off x="5913309" y="1274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7" name="pt14767"/>
            <p:cNvSpPr/>
            <p:nvPr/>
          </p:nvSpPr>
          <p:spPr>
            <a:xfrm>
              <a:off x="6129712" y="197671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8" name="pt14768"/>
            <p:cNvSpPr/>
            <p:nvPr/>
          </p:nvSpPr>
          <p:spPr>
            <a:xfrm>
              <a:off x="6529036" y="1045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69" name="pt14769"/>
            <p:cNvSpPr/>
            <p:nvPr/>
          </p:nvSpPr>
          <p:spPr>
            <a:xfrm>
              <a:off x="6283736" y="1903176"/>
              <a:ext cx="80678" cy="80678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0" name="pg14770"/>
            <p:cNvSpPr/>
            <p:nvPr/>
          </p:nvSpPr>
          <p:spPr>
            <a:xfrm>
              <a:off x="6824806" y="11543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1" name="pt14771"/>
            <p:cNvSpPr/>
            <p:nvPr/>
          </p:nvSpPr>
          <p:spPr>
            <a:xfrm>
              <a:off x="6224957" y="173046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2" name="pt14772"/>
            <p:cNvSpPr/>
            <p:nvPr/>
          </p:nvSpPr>
          <p:spPr>
            <a:xfrm>
              <a:off x="6297512" y="1877480"/>
              <a:ext cx="48833" cy="48833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3" name="pt14773"/>
            <p:cNvSpPr/>
            <p:nvPr/>
          </p:nvSpPr>
          <p:spPr>
            <a:xfrm>
              <a:off x="6127249" y="13590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4" name="pt14774"/>
            <p:cNvSpPr/>
            <p:nvPr/>
          </p:nvSpPr>
          <p:spPr>
            <a:xfrm>
              <a:off x="6231753" y="181319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5" name="pt14775"/>
            <p:cNvSpPr/>
            <p:nvPr/>
          </p:nvSpPr>
          <p:spPr>
            <a:xfrm>
              <a:off x="6211775" y="168914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6" name="pt14776"/>
            <p:cNvSpPr/>
            <p:nvPr/>
          </p:nvSpPr>
          <p:spPr>
            <a:xfrm>
              <a:off x="6496019" y="184073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7" name="pt14777"/>
            <p:cNvSpPr/>
            <p:nvPr/>
          </p:nvSpPr>
          <p:spPr>
            <a:xfrm>
              <a:off x="6288482" y="1995170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8" name="pg14778"/>
            <p:cNvSpPr/>
            <p:nvPr/>
          </p:nvSpPr>
          <p:spPr>
            <a:xfrm>
              <a:off x="6238120" y="190119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79" name="pt14779"/>
            <p:cNvSpPr/>
            <p:nvPr/>
          </p:nvSpPr>
          <p:spPr>
            <a:xfrm>
              <a:off x="6229078" y="190490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0" name="pt14780"/>
            <p:cNvSpPr/>
            <p:nvPr/>
          </p:nvSpPr>
          <p:spPr>
            <a:xfrm>
              <a:off x="6621805" y="18622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1" name="pt14781"/>
            <p:cNvSpPr/>
            <p:nvPr/>
          </p:nvSpPr>
          <p:spPr>
            <a:xfrm>
              <a:off x="7144208" y="1707973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2" name="pt14782"/>
            <p:cNvSpPr/>
            <p:nvPr/>
          </p:nvSpPr>
          <p:spPr>
            <a:xfrm>
              <a:off x="6248081" y="22291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3" name="pt14783"/>
            <p:cNvSpPr/>
            <p:nvPr/>
          </p:nvSpPr>
          <p:spPr>
            <a:xfrm>
              <a:off x="6560526" y="16011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4" name="pt14784"/>
            <p:cNvSpPr/>
            <p:nvPr/>
          </p:nvSpPr>
          <p:spPr>
            <a:xfrm>
              <a:off x="6034430" y="180281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5" name="pt14785"/>
            <p:cNvSpPr/>
            <p:nvPr/>
          </p:nvSpPr>
          <p:spPr>
            <a:xfrm>
              <a:off x="6098634" y="18989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6" name="pt14786"/>
            <p:cNvSpPr/>
            <p:nvPr/>
          </p:nvSpPr>
          <p:spPr>
            <a:xfrm>
              <a:off x="6414567" y="142911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7" name="pt14787"/>
            <p:cNvSpPr/>
            <p:nvPr/>
          </p:nvSpPr>
          <p:spPr>
            <a:xfrm>
              <a:off x="6196839" y="1952526"/>
              <a:ext cx="80678" cy="80678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8" name="pt14788"/>
            <p:cNvSpPr/>
            <p:nvPr/>
          </p:nvSpPr>
          <p:spPr>
            <a:xfrm>
              <a:off x="6251640" y="168915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89" name="pt14789"/>
            <p:cNvSpPr/>
            <p:nvPr/>
          </p:nvSpPr>
          <p:spPr>
            <a:xfrm>
              <a:off x="6345445" y="14886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0" name="pt14790"/>
            <p:cNvSpPr/>
            <p:nvPr/>
          </p:nvSpPr>
          <p:spPr>
            <a:xfrm>
              <a:off x="7164799" y="18482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1" name="pt14791"/>
            <p:cNvSpPr/>
            <p:nvPr/>
          </p:nvSpPr>
          <p:spPr>
            <a:xfrm>
              <a:off x="6265904" y="16937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2" name="pt14792"/>
            <p:cNvSpPr/>
            <p:nvPr/>
          </p:nvSpPr>
          <p:spPr>
            <a:xfrm>
              <a:off x="6260196" y="1887865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3" name="pt14793"/>
            <p:cNvSpPr/>
            <p:nvPr/>
          </p:nvSpPr>
          <p:spPr>
            <a:xfrm>
              <a:off x="6273233" y="1949356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4" name="pt14794"/>
            <p:cNvSpPr/>
            <p:nvPr/>
          </p:nvSpPr>
          <p:spPr>
            <a:xfrm>
              <a:off x="6939750" y="1266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5" name="pt14795"/>
            <p:cNvSpPr/>
            <p:nvPr/>
          </p:nvSpPr>
          <p:spPr>
            <a:xfrm>
              <a:off x="6645279" y="17696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6" name="pt14796"/>
            <p:cNvSpPr/>
            <p:nvPr/>
          </p:nvSpPr>
          <p:spPr>
            <a:xfrm>
              <a:off x="6105778" y="20023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7" name="pt14797"/>
            <p:cNvSpPr/>
            <p:nvPr/>
          </p:nvSpPr>
          <p:spPr>
            <a:xfrm>
              <a:off x="6298970" y="1920623"/>
              <a:ext cx="67219" cy="67219"/>
            </a:xfrm>
            <a:prstGeom prst="ellipse">
              <a:avLst/>
            </a:prstGeom>
            <a:solidFill>
              <a:srgbClr val="D95F02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798" name="pl14798"/>
            <p:cNvSpPr/>
            <p:nvPr/>
          </p:nvSpPr>
          <p:spPr>
            <a:xfrm>
              <a:off x="6198783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799" name="pl14799"/>
            <p:cNvSpPr/>
            <p:nvPr/>
          </p:nvSpPr>
          <p:spPr>
            <a:xfrm>
              <a:off x="6198783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0" name="pl14800"/>
            <p:cNvSpPr/>
            <p:nvPr/>
          </p:nvSpPr>
          <p:spPr>
            <a:xfrm>
              <a:off x="6178124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1" name="pl14801"/>
            <p:cNvSpPr/>
            <p:nvPr/>
          </p:nvSpPr>
          <p:spPr>
            <a:xfrm>
              <a:off x="6178124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2" name="pl14802"/>
            <p:cNvSpPr/>
            <p:nvPr/>
          </p:nvSpPr>
          <p:spPr>
            <a:xfrm>
              <a:off x="6174751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3" name="pl14803"/>
            <p:cNvSpPr/>
            <p:nvPr/>
          </p:nvSpPr>
          <p:spPr>
            <a:xfrm>
              <a:off x="6174751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04" name="pg14804"/>
            <p:cNvSpPr/>
            <p:nvPr/>
          </p:nvSpPr>
          <p:spPr>
            <a:xfrm>
              <a:off x="6250051" y="183653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05" name="pg14805"/>
            <p:cNvSpPr/>
            <p:nvPr/>
          </p:nvSpPr>
          <p:spPr>
            <a:xfrm>
              <a:off x="6344305" y="213816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06" name="pg14806"/>
            <p:cNvSpPr/>
            <p:nvPr/>
          </p:nvSpPr>
          <p:spPr>
            <a:xfrm>
              <a:off x="6246382" y="1655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07" name="pt14807"/>
            <p:cNvSpPr/>
            <p:nvPr/>
          </p:nvSpPr>
          <p:spPr>
            <a:xfrm>
              <a:off x="6240576" y="1893160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08" name="pt14808"/>
            <p:cNvSpPr/>
            <p:nvPr/>
          </p:nvSpPr>
          <p:spPr>
            <a:xfrm>
              <a:off x="6263929" y="1891341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09" name="pt14809"/>
            <p:cNvSpPr/>
            <p:nvPr/>
          </p:nvSpPr>
          <p:spPr>
            <a:xfrm>
              <a:off x="6203534" y="193361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0" name="pt14810"/>
            <p:cNvSpPr/>
            <p:nvPr/>
          </p:nvSpPr>
          <p:spPr>
            <a:xfrm>
              <a:off x="6251336" y="1882907"/>
              <a:ext cx="48833" cy="48833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1" name="pt14811"/>
            <p:cNvSpPr/>
            <p:nvPr/>
          </p:nvSpPr>
          <p:spPr>
            <a:xfrm>
              <a:off x="6240884" y="1797695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2" name="pt14812"/>
            <p:cNvSpPr/>
            <p:nvPr/>
          </p:nvSpPr>
          <p:spPr>
            <a:xfrm>
              <a:off x="6287891" y="192116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3" name="pt14813"/>
            <p:cNvSpPr/>
            <p:nvPr/>
          </p:nvSpPr>
          <p:spPr>
            <a:xfrm>
              <a:off x="6273087" y="1903473"/>
              <a:ext cx="80678" cy="80678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4" name="pl14814"/>
            <p:cNvSpPr/>
            <p:nvPr/>
          </p:nvSpPr>
          <p:spPr>
            <a:xfrm>
              <a:off x="6239677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5" name="pl14815"/>
            <p:cNvSpPr/>
            <p:nvPr/>
          </p:nvSpPr>
          <p:spPr>
            <a:xfrm>
              <a:off x="6239677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6" name="pl14816"/>
            <p:cNvSpPr/>
            <p:nvPr/>
          </p:nvSpPr>
          <p:spPr>
            <a:xfrm>
              <a:off x="6229563" y="1816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7" name="pl14817"/>
            <p:cNvSpPr/>
            <p:nvPr/>
          </p:nvSpPr>
          <p:spPr>
            <a:xfrm>
              <a:off x="6264093" y="17820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18" name="pt14818"/>
            <p:cNvSpPr/>
            <p:nvPr/>
          </p:nvSpPr>
          <p:spPr>
            <a:xfrm>
              <a:off x="6220721" y="189387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19" name="pt14819"/>
            <p:cNvSpPr/>
            <p:nvPr/>
          </p:nvSpPr>
          <p:spPr>
            <a:xfrm>
              <a:off x="5705741" y="1225375"/>
              <a:ext cx="48833" cy="48833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0" name="pt14820"/>
            <p:cNvSpPr/>
            <p:nvPr/>
          </p:nvSpPr>
          <p:spPr>
            <a:xfrm>
              <a:off x="6237966" y="1920762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1" name="pt14821"/>
            <p:cNvSpPr/>
            <p:nvPr/>
          </p:nvSpPr>
          <p:spPr>
            <a:xfrm>
              <a:off x="6295278" y="1873280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2" name="pt14822"/>
            <p:cNvSpPr/>
            <p:nvPr/>
          </p:nvSpPr>
          <p:spPr>
            <a:xfrm>
              <a:off x="7023356" y="23094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3" name="pt14823"/>
            <p:cNvSpPr/>
            <p:nvPr/>
          </p:nvSpPr>
          <p:spPr>
            <a:xfrm>
              <a:off x="5672537" y="23445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4" name="pt14824"/>
            <p:cNvSpPr/>
            <p:nvPr/>
          </p:nvSpPr>
          <p:spPr>
            <a:xfrm>
              <a:off x="6317989" y="1864246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5" name="pt14825"/>
            <p:cNvSpPr/>
            <p:nvPr/>
          </p:nvSpPr>
          <p:spPr>
            <a:xfrm>
              <a:off x="6919880" y="15477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6" name="pt14826"/>
            <p:cNvSpPr/>
            <p:nvPr/>
          </p:nvSpPr>
          <p:spPr>
            <a:xfrm>
              <a:off x="6608693" y="155320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7" name="pt14827"/>
            <p:cNvSpPr/>
            <p:nvPr/>
          </p:nvSpPr>
          <p:spPr>
            <a:xfrm>
              <a:off x="6990320" y="23615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28" name="pl14828"/>
            <p:cNvSpPr/>
            <p:nvPr/>
          </p:nvSpPr>
          <p:spPr>
            <a:xfrm>
              <a:off x="6186936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29" name="pl14829"/>
            <p:cNvSpPr/>
            <p:nvPr/>
          </p:nvSpPr>
          <p:spPr>
            <a:xfrm>
              <a:off x="6186936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0" name="pl14830"/>
            <p:cNvSpPr/>
            <p:nvPr/>
          </p:nvSpPr>
          <p:spPr>
            <a:xfrm>
              <a:off x="6176822" y="11774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1" name="pl14831"/>
            <p:cNvSpPr/>
            <p:nvPr/>
          </p:nvSpPr>
          <p:spPr>
            <a:xfrm>
              <a:off x="6211353" y="1142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32" name="pt14832"/>
            <p:cNvSpPr/>
            <p:nvPr/>
          </p:nvSpPr>
          <p:spPr>
            <a:xfrm>
              <a:off x="6321094" y="1862928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3" name="pt14833"/>
            <p:cNvSpPr/>
            <p:nvPr/>
          </p:nvSpPr>
          <p:spPr>
            <a:xfrm>
              <a:off x="6294428" y="20084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4" name="pt14834"/>
            <p:cNvSpPr/>
            <p:nvPr/>
          </p:nvSpPr>
          <p:spPr>
            <a:xfrm>
              <a:off x="6137351" y="13785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5" name="pt14835"/>
            <p:cNvSpPr/>
            <p:nvPr/>
          </p:nvSpPr>
          <p:spPr>
            <a:xfrm>
              <a:off x="6268967" y="1874992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6" name="pt14836"/>
            <p:cNvSpPr/>
            <p:nvPr/>
          </p:nvSpPr>
          <p:spPr>
            <a:xfrm>
              <a:off x="6647412" y="16210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7" name="pt14837"/>
            <p:cNvSpPr/>
            <p:nvPr/>
          </p:nvSpPr>
          <p:spPr>
            <a:xfrm>
              <a:off x="6271058" y="1881848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8" name="pt14838"/>
            <p:cNvSpPr/>
            <p:nvPr/>
          </p:nvSpPr>
          <p:spPr>
            <a:xfrm>
              <a:off x="6525962" y="151159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39" name="pt14839"/>
            <p:cNvSpPr/>
            <p:nvPr/>
          </p:nvSpPr>
          <p:spPr>
            <a:xfrm>
              <a:off x="6250787" y="1852172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0" name="pt14840"/>
            <p:cNvSpPr/>
            <p:nvPr/>
          </p:nvSpPr>
          <p:spPr>
            <a:xfrm>
              <a:off x="6310881" y="19487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1" name="pt14841"/>
            <p:cNvSpPr/>
            <p:nvPr/>
          </p:nvSpPr>
          <p:spPr>
            <a:xfrm>
              <a:off x="6301251" y="1883280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2" name="pt14842"/>
            <p:cNvSpPr/>
            <p:nvPr/>
          </p:nvSpPr>
          <p:spPr>
            <a:xfrm>
              <a:off x="6182312" y="1146981"/>
              <a:ext cx="67219" cy="67219"/>
            </a:xfrm>
            <a:prstGeom prst="ellipse">
              <a:avLst/>
            </a:prstGeom>
            <a:solidFill>
              <a:srgbClr val="D95F02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3" name="pt14843"/>
            <p:cNvSpPr/>
            <p:nvPr/>
          </p:nvSpPr>
          <p:spPr>
            <a:xfrm>
              <a:off x="6613378" y="185939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4" name="pt14844"/>
            <p:cNvSpPr/>
            <p:nvPr/>
          </p:nvSpPr>
          <p:spPr>
            <a:xfrm>
              <a:off x="6268731" y="1871387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5" name="pg14845"/>
            <p:cNvSpPr/>
            <p:nvPr/>
          </p:nvSpPr>
          <p:spPr>
            <a:xfrm>
              <a:off x="6166357" y="17703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6" name="pt14846"/>
            <p:cNvSpPr/>
            <p:nvPr/>
          </p:nvSpPr>
          <p:spPr>
            <a:xfrm>
              <a:off x="6582310" y="18724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7" name="pt14847"/>
            <p:cNvSpPr/>
            <p:nvPr/>
          </p:nvSpPr>
          <p:spPr>
            <a:xfrm>
              <a:off x="6336511" y="14489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8" name="pt14848"/>
            <p:cNvSpPr/>
            <p:nvPr/>
          </p:nvSpPr>
          <p:spPr>
            <a:xfrm>
              <a:off x="6222218" y="21512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49" name="pt14849"/>
            <p:cNvSpPr/>
            <p:nvPr/>
          </p:nvSpPr>
          <p:spPr>
            <a:xfrm>
              <a:off x="6671392" y="15227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0" name="pt14850"/>
            <p:cNvSpPr/>
            <p:nvPr/>
          </p:nvSpPr>
          <p:spPr>
            <a:xfrm>
              <a:off x="6134329" y="2599480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1" name="pt14851"/>
            <p:cNvSpPr/>
            <p:nvPr/>
          </p:nvSpPr>
          <p:spPr>
            <a:xfrm>
              <a:off x="6587224" y="10358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2" name="pg14852"/>
            <p:cNvSpPr/>
            <p:nvPr/>
          </p:nvSpPr>
          <p:spPr>
            <a:xfrm>
              <a:off x="6835248" y="22466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3" name="pt14853"/>
            <p:cNvSpPr/>
            <p:nvPr/>
          </p:nvSpPr>
          <p:spPr>
            <a:xfrm>
              <a:off x="6261124" y="1894493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4" name="pt14854"/>
            <p:cNvSpPr/>
            <p:nvPr/>
          </p:nvSpPr>
          <p:spPr>
            <a:xfrm>
              <a:off x="5776360" y="24704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5" name="pg14855"/>
            <p:cNvSpPr/>
            <p:nvPr/>
          </p:nvSpPr>
          <p:spPr>
            <a:xfrm>
              <a:off x="6321434" y="146873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6" name="pt14856"/>
            <p:cNvSpPr/>
            <p:nvPr/>
          </p:nvSpPr>
          <p:spPr>
            <a:xfrm>
              <a:off x="5539137" y="1557884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7" name="pt14857"/>
            <p:cNvSpPr/>
            <p:nvPr/>
          </p:nvSpPr>
          <p:spPr>
            <a:xfrm>
              <a:off x="6326612" y="199294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8" name="pt14858"/>
            <p:cNvSpPr/>
            <p:nvPr/>
          </p:nvSpPr>
          <p:spPr>
            <a:xfrm>
              <a:off x="5849009" y="12202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59" name="pt14859"/>
            <p:cNvSpPr/>
            <p:nvPr/>
          </p:nvSpPr>
          <p:spPr>
            <a:xfrm>
              <a:off x="6640869" y="17318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0" name="pt14860"/>
            <p:cNvSpPr/>
            <p:nvPr/>
          </p:nvSpPr>
          <p:spPr>
            <a:xfrm>
              <a:off x="6372091" y="16390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1" name="pt14861"/>
            <p:cNvSpPr/>
            <p:nvPr/>
          </p:nvSpPr>
          <p:spPr>
            <a:xfrm>
              <a:off x="6284905" y="1875692"/>
              <a:ext cx="48833" cy="48833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2" name="pg14862"/>
            <p:cNvSpPr/>
            <p:nvPr/>
          </p:nvSpPr>
          <p:spPr>
            <a:xfrm>
              <a:off x="6497343" y="149786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3" name="pt14863"/>
            <p:cNvSpPr/>
            <p:nvPr/>
          </p:nvSpPr>
          <p:spPr>
            <a:xfrm>
              <a:off x="6507237" y="19231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4" name="pt14864"/>
            <p:cNvSpPr/>
            <p:nvPr/>
          </p:nvSpPr>
          <p:spPr>
            <a:xfrm>
              <a:off x="5703804" y="1218307"/>
              <a:ext cx="67219" cy="67219"/>
            </a:xfrm>
            <a:prstGeom prst="ellipse">
              <a:avLst/>
            </a:prstGeom>
            <a:solidFill>
              <a:srgbClr val="7570B3">
                <a:alpha val="3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5" name="pt14865"/>
            <p:cNvSpPr/>
            <p:nvPr/>
          </p:nvSpPr>
          <p:spPr>
            <a:xfrm>
              <a:off x="6330543" y="198794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6" name="pt14866"/>
            <p:cNvSpPr/>
            <p:nvPr/>
          </p:nvSpPr>
          <p:spPr>
            <a:xfrm>
              <a:off x="6613981" y="177196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7" name="pt14867"/>
            <p:cNvSpPr/>
            <p:nvPr/>
          </p:nvSpPr>
          <p:spPr>
            <a:xfrm>
              <a:off x="6693638" y="17891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8" name="pt14868"/>
            <p:cNvSpPr/>
            <p:nvPr/>
          </p:nvSpPr>
          <p:spPr>
            <a:xfrm>
              <a:off x="6636569" y="16181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69" name="pt14869"/>
            <p:cNvSpPr/>
            <p:nvPr/>
          </p:nvSpPr>
          <p:spPr>
            <a:xfrm>
              <a:off x="6189252" y="16798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0" name="pt14870"/>
            <p:cNvSpPr/>
            <p:nvPr/>
          </p:nvSpPr>
          <p:spPr>
            <a:xfrm>
              <a:off x="6256581" y="1894289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1" name="pt14871"/>
            <p:cNvSpPr/>
            <p:nvPr/>
          </p:nvSpPr>
          <p:spPr>
            <a:xfrm>
              <a:off x="6369643" y="20149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2" name="pt14872"/>
            <p:cNvSpPr/>
            <p:nvPr/>
          </p:nvSpPr>
          <p:spPr>
            <a:xfrm>
              <a:off x="6659945" y="1087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3" name="pt14873"/>
            <p:cNvSpPr/>
            <p:nvPr/>
          </p:nvSpPr>
          <p:spPr>
            <a:xfrm>
              <a:off x="5719081" y="1232931"/>
              <a:ext cx="48833" cy="48833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4" name="pt14874"/>
            <p:cNvSpPr/>
            <p:nvPr/>
          </p:nvSpPr>
          <p:spPr>
            <a:xfrm>
              <a:off x="6288103" y="192538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5" name="pt14875"/>
            <p:cNvSpPr/>
            <p:nvPr/>
          </p:nvSpPr>
          <p:spPr>
            <a:xfrm>
              <a:off x="6251213" y="1881053"/>
              <a:ext cx="80678" cy="80678"/>
            </a:xfrm>
            <a:prstGeom prst="ellipse">
              <a:avLst/>
            </a:prstGeom>
            <a:solidFill>
              <a:srgbClr val="D95F02">
                <a:alpha val="4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6" name="pt14876"/>
            <p:cNvSpPr/>
            <p:nvPr/>
          </p:nvSpPr>
          <p:spPr>
            <a:xfrm>
              <a:off x="6254327" y="1900650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7" name="pt14877"/>
            <p:cNvSpPr/>
            <p:nvPr/>
          </p:nvSpPr>
          <p:spPr>
            <a:xfrm>
              <a:off x="6202369" y="22014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8" name="pt14878"/>
            <p:cNvSpPr/>
            <p:nvPr/>
          </p:nvSpPr>
          <p:spPr>
            <a:xfrm>
              <a:off x="5543722" y="21256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79" name="pt14879"/>
            <p:cNvSpPr/>
            <p:nvPr/>
          </p:nvSpPr>
          <p:spPr>
            <a:xfrm>
              <a:off x="6131450" y="2590939"/>
              <a:ext cx="67219" cy="67219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0" name="pt14880"/>
            <p:cNvSpPr/>
            <p:nvPr/>
          </p:nvSpPr>
          <p:spPr>
            <a:xfrm>
              <a:off x="6217521" y="10190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1" name="pt14881"/>
            <p:cNvSpPr/>
            <p:nvPr/>
          </p:nvSpPr>
          <p:spPr>
            <a:xfrm>
              <a:off x="6243687" y="1885040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2" name="pt14882"/>
            <p:cNvSpPr/>
            <p:nvPr/>
          </p:nvSpPr>
          <p:spPr>
            <a:xfrm>
              <a:off x="6345131" y="2394629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3" name="pl14883"/>
            <p:cNvSpPr/>
            <p:nvPr/>
          </p:nvSpPr>
          <p:spPr>
            <a:xfrm>
              <a:off x="6345131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4" name="pl14884"/>
            <p:cNvSpPr/>
            <p:nvPr/>
          </p:nvSpPr>
          <p:spPr>
            <a:xfrm>
              <a:off x="6345131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885" name="pt14885"/>
            <p:cNvSpPr/>
            <p:nvPr/>
          </p:nvSpPr>
          <p:spPr>
            <a:xfrm>
              <a:off x="6267176" y="1892089"/>
              <a:ext cx="48833" cy="48833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6" name="pt14886"/>
            <p:cNvSpPr/>
            <p:nvPr/>
          </p:nvSpPr>
          <p:spPr>
            <a:xfrm>
              <a:off x="6150573" y="1758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7" name="pg14887"/>
            <p:cNvSpPr/>
            <p:nvPr/>
          </p:nvSpPr>
          <p:spPr>
            <a:xfrm>
              <a:off x="6364712" y="1805028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8" name="pg14888"/>
            <p:cNvSpPr/>
            <p:nvPr/>
          </p:nvSpPr>
          <p:spPr>
            <a:xfrm>
              <a:off x="6369135" y="163344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89" name="pt14889"/>
            <p:cNvSpPr/>
            <p:nvPr/>
          </p:nvSpPr>
          <p:spPr>
            <a:xfrm>
              <a:off x="6256660" y="21203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0" name="pg14890"/>
            <p:cNvSpPr/>
            <p:nvPr/>
          </p:nvSpPr>
          <p:spPr>
            <a:xfrm>
              <a:off x="6239855" y="192322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1" name="pt14891"/>
            <p:cNvSpPr/>
            <p:nvPr/>
          </p:nvSpPr>
          <p:spPr>
            <a:xfrm>
              <a:off x="6315992" y="195830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2" name="pg14892"/>
            <p:cNvSpPr/>
            <p:nvPr/>
          </p:nvSpPr>
          <p:spPr>
            <a:xfrm>
              <a:off x="6175834" y="179460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3" name="pt14893"/>
            <p:cNvSpPr/>
            <p:nvPr/>
          </p:nvSpPr>
          <p:spPr>
            <a:xfrm>
              <a:off x="6425399" y="184515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4" name="pt14894"/>
            <p:cNvSpPr/>
            <p:nvPr/>
          </p:nvSpPr>
          <p:spPr>
            <a:xfrm>
              <a:off x="6246933" y="19121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5" name="pt14895"/>
            <p:cNvSpPr/>
            <p:nvPr/>
          </p:nvSpPr>
          <p:spPr>
            <a:xfrm>
              <a:off x="6286228" y="1908438"/>
              <a:ext cx="67219" cy="67219"/>
            </a:xfrm>
            <a:prstGeom prst="ellipse">
              <a:avLst/>
            </a:prstGeom>
            <a:solidFill>
              <a:srgbClr val="7570B3">
                <a:alpha val="4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6" name="pt14896"/>
            <p:cNvSpPr/>
            <p:nvPr/>
          </p:nvSpPr>
          <p:spPr>
            <a:xfrm>
              <a:off x="6234345" y="217545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7" name="pt14897"/>
            <p:cNvSpPr/>
            <p:nvPr/>
          </p:nvSpPr>
          <p:spPr>
            <a:xfrm>
              <a:off x="6360650" y="1846601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8" name="pt14898"/>
            <p:cNvSpPr/>
            <p:nvPr/>
          </p:nvSpPr>
          <p:spPr>
            <a:xfrm>
              <a:off x="7133819" y="20381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899" name="pt14899"/>
            <p:cNvSpPr/>
            <p:nvPr/>
          </p:nvSpPr>
          <p:spPr>
            <a:xfrm>
              <a:off x="5646063" y="21923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0" name="pt14900"/>
            <p:cNvSpPr/>
            <p:nvPr/>
          </p:nvSpPr>
          <p:spPr>
            <a:xfrm>
              <a:off x="5790890" y="11862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1" name="pt14901"/>
            <p:cNvSpPr/>
            <p:nvPr/>
          </p:nvSpPr>
          <p:spPr>
            <a:xfrm>
              <a:off x="6224432" y="186983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2" name="pt14902"/>
            <p:cNvSpPr/>
            <p:nvPr/>
          </p:nvSpPr>
          <p:spPr>
            <a:xfrm>
              <a:off x="6293182" y="192799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3" name="pt14903"/>
            <p:cNvSpPr/>
            <p:nvPr/>
          </p:nvSpPr>
          <p:spPr>
            <a:xfrm>
              <a:off x="6313693" y="194074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4" name="pt14904"/>
            <p:cNvSpPr/>
            <p:nvPr/>
          </p:nvSpPr>
          <p:spPr>
            <a:xfrm>
              <a:off x="6158971" y="17680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5" name="pt14905"/>
            <p:cNvSpPr/>
            <p:nvPr/>
          </p:nvSpPr>
          <p:spPr>
            <a:xfrm>
              <a:off x="6247212" y="22396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6" name="pt14906"/>
            <p:cNvSpPr/>
            <p:nvPr/>
          </p:nvSpPr>
          <p:spPr>
            <a:xfrm>
              <a:off x="6400140" y="15995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7" name="pt14907"/>
            <p:cNvSpPr/>
            <p:nvPr/>
          </p:nvSpPr>
          <p:spPr>
            <a:xfrm>
              <a:off x="6529041" y="10573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8" name="pg14908"/>
            <p:cNvSpPr/>
            <p:nvPr/>
          </p:nvSpPr>
          <p:spPr>
            <a:xfrm>
              <a:off x="5545449" y="211417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09" name="pt14909"/>
            <p:cNvSpPr/>
            <p:nvPr/>
          </p:nvSpPr>
          <p:spPr>
            <a:xfrm>
              <a:off x="6693853" y="17777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0" name="pt14910"/>
            <p:cNvSpPr/>
            <p:nvPr/>
          </p:nvSpPr>
          <p:spPr>
            <a:xfrm>
              <a:off x="5565574" y="21541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1" name="pt14911"/>
            <p:cNvSpPr/>
            <p:nvPr/>
          </p:nvSpPr>
          <p:spPr>
            <a:xfrm>
              <a:off x="6293719" y="169308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2" name="pt14912"/>
            <p:cNvSpPr/>
            <p:nvPr/>
          </p:nvSpPr>
          <p:spPr>
            <a:xfrm>
              <a:off x="7157627" y="18200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3" name="pt14913"/>
            <p:cNvSpPr/>
            <p:nvPr/>
          </p:nvSpPr>
          <p:spPr>
            <a:xfrm>
              <a:off x="6600649" y="17685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4" name="pt14914"/>
            <p:cNvSpPr/>
            <p:nvPr/>
          </p:nvSpPr>
          <p:spPr>
            <a:xfrm>
              <a:off x="6346829" y="192702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15" name="pl14915"/>
            <p:cNvSpPr/>
            <p:nvPr/>
          </p:nvSpPr>
          <p:spPr>
            <a:xfrm>
              <a:off x="6244066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6" name="pl14916"/>
            <p:cNvSpPr/>
            <p:nvPr/>
          </p:nvSpPr>
          <p:spPr>
            <a:xfrm>
              <a:off x="6244066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7" name="pl14917"/>
            <p:cNvSpPr/>
            <p:nvPr/>
          </p:nvSpPr>
          <p:spPr>
            <a:xfrm>
              <a:off x="6211749" y="1963549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8" name="pl14918"/>
            <p:cNvSpPr/>
            <p:nvPr/>
          </p:nvSpPr>
          <p:spPr>
            <a:xfrm>
              <a:off x="6322085" y="1853213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19" name="pt14919"/>
            <p:cNvSpPr/>
            <p:nvPr/>
          </p:nvSpPr>
          <p:spPr>
            <a:xfrm>
              <a:off x="5709694" y="23912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0" name="pt14920"/>
            <p:cNvSpPr/>
            <p:nvPr/>
          </p:nvSpPr>
          <p:spPr>
            <a:xfrm>
              <a:off x="6522686" y="150603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1" name="pt14921"/>
            <p:cNvSpPr/>
            <p:nvPr/>
          </p:nvSpPr>
          <p:spPr>
            <a:xfrm>
              <a:off x="6175887" y="198915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2" name="pt14922"/>
            <p:cNvSpPr/>
            <p:nvPr/>
          </p:nvSpPr>
          <p:spPr>
            <a:xfrm>
              <a:off x="6429375" y="192270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3" name="pt14923"/>
            <p:cNvSpPr/>
            <p:nvPr/>
          </p:nvSpPr>
          <p:spPr>
            <a:xfrm>
              <a:off x="6203819" y="196962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4" name="pl14924"/>
            <p:cNvSpPr/>
            <p:nvPr/>
          </p:nvSpPr>
          <p:spPr>
            <a:xfrm>
              <a:off x="6257065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5" name="pl14925"/>
            <p:cNvSpPr/>
            <p:nvPr/>
          </p:nvSpPr>
          <p:spPr>
            <a:xfrm>
              <a:off x="6257065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6" name="pl14926"/>
            <p:cNvSpPr/>
            <p:nvPr/>
          </p:nvSpPr>
          <p:spPr>
            <a:xfrm>
              <a:off x="6239336" y="199350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7" name="pl14927"/>
            <p:cNvSpPr/>
            <p:nvPr/>
          </p:nvSpPr>
          <p:spPr>
            <a:xfrm>
              <a:off x="6299867" y="1932972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28" name="pg14928"/>
            <p:cNvSpPr/>
            <p:nvPr/>
          </p:nvSpPr>
          <p:spPr>
            <a:xfrm>
              <a:off x="6259246" y="204488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29" name="pt14929"/>
            <p:cNvSpPr/>
            <p:nvPr/>
          </p:nvSpPr>
          <p:spPr>
            <a:xfrm>
              <a:off x="6498856" y="16951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0" name="pg14930"/>
            <p:cNvSpPr/>
            <p:nvPr/>
          </p:nvSpPr>
          <p:spPr>
            <a:xfrm>
              <a:off x="6435707" y="18831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1" name="pg14931"/>
            <p:cNvSpPr/>
            <p:nvPr/>
          </p:nvSpPr>
          <p:spPr>
            <a:xfrm>
              <a:off x="6443041" y="18800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2" name="pt14932"/>
            <p:cNvSpPr/>
            <p:nvPr/>
          </p:nvSpPr>
          <p:spPr>
            <a:xfrm>
              <a:off x="5615298" y="15429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3" name="pt14933"/>
            <p:cNvSpPr/>
            <p:nvPr/>
          </p:nvSpPr>
          <p:spPr>
            <a:xfrm>
              <a:off x="6292074" y="1919144"/>
              <a:ext cx="80678" cy="80678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4" name="pg14934"/>
            <p:cNvSpPr/>
            <p:nvPr/>
          </p:nvSpPr>
          <p:spPr>
            <a:xfrm>
              <a:off x="6560565" y="1588461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5" name="pt14935"/>
            <p:cNvSpPr/>
            <p:nvPr/>
          </p:nvSpPr>
          <p:spPr>
            <a:xfrm>
              <a:off x="6351078" y="1862126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6" name="pt14936"/>
            <p:cNvSpPr/>
            <p:nvPr/>
          </p:nvSpPr>
          <p:spPr>
            <a:xfrm>
              <a:off x="6268647" y="1899016"/>
              <a:ext cx="48833" cy="48833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7" name="pt14937"/>
            <p:cNvSpPr/>
            <p:nvPr/>
          </p:nvSpPr>
          <p:spPr>
            <a:xfrm>
              <a:off x="6287664" y="1919196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8" name="pt14938"/>
            <p:cNvSpPr/>
            <p:nvPr/>
          </p:nvSpPr>
          <p:spPr>
            <a:xfrm>
              <a:off x="5909155" y="128641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39" name="pt14939"/>
            <p:cNvSpPr/>
            <p:nvPr/>
          </p:nvSpPr>
          <p:spPr>
            <a:xfrm>
              <a:off x="6448776" y="26755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0" name="pt14940"/>
            <p:cNvSpPr/>
            <p:nvPr/>
          </p:nvSpPr>
          <p:spPr>
            <a:xfrm>
              <a:off x="6996657" y="232866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1" name="pt14941"/>
            <p:cNvSpPr/>
            <p:nvPr/>
          </p:nvSpPr>
          <p:spPr>
            <a:xfrm>
              <a:off x="6603103" y="17693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2" name="pt14942"/>
            <p:cNvSpPr/>
            <p:nvPr/>
          </p:nvSpPr>
          <p:spPr>
            <a:xfrm>
              <a:off x="6563648" y="16604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3" name="pl14943"/>
            <p:cNvSpPr/>
            <p:nvPr/>
          </p:nvSpPr>
          <p:spPr>
            <a:xfrm>
              <a:off x="6261774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4" name="pl14944"/>
            <p:cNvSpPr/>
            <p:nvPr/>
          </p:nvSpPr>
          <p:spPr>
            <a:xfrm>
              <a:off x="6261774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5" name="pl14945"/>
            <p:cNvSpPr/>
            <p:nvPr/>
          </p:nvSpPr>
          <p:spPr>
            <a:xfrm>
              <a:off x="6251660" y="19338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6" name="pl14946"/>
            <p:cNvSpPr/>
            <p:nvPr/>
          </p:nvSpPr>
          <p:spPr>
            <a:xfrm>
              <a:off x="6286190" y="18993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47" name="pt14947"/>
            <p:cNvSpPr/>
            <p:nvPr/>
          </p:nvSpPr>
          <p:spPr>
            <a:xfrm>
              <a:off x="5674369" y="236386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8" name="pt14948"/>
            <p:cNvSpPr/>
            <p:nvPr/>
          </p:nvSpPr>
          <p:spPr>
            <a:xfrm>
              <a:off x="6274685" y="197235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49" name="pt14949"/>
            <p:cNvSpPr/>
            <p:nvPr/>
          </p:nvSpPr>
          <p:spPr>
            <a:xfrm>
              <a:off x="6272252" y="1885340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0" name="pt14950"/>
            <p:cNvSpPr/>
            <p:nvPr/>
          </p:nvSpPr>
          <p:spPr>
            <a:xfrm>
              <a:off x="6316973" y="10117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1" name="pg14951"/>
            <p:cNvSpPr/>
            <p:nvPr/>
          </p:nvSpPr>
          <p:spPr>
            <a:xfrm>
              <a:off x="6363353" y="160986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2" name="pt14952"/>
            <p:cNvSpPr/>
            <p:nvPr/>
          </p:nvSpPr>
          <p:spPr>
            <a:xfrm>
              <a:off x="6493319" y="26680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3" name="pl14953"/>
            <p:cNvSpPr/>
            <p:nvPr/>
          </p:nvSpPr>
          <p:spPr>
            <a:xfrm>
              <a:off x="6371369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4" name="pl14954"/>
            <p:cNvSpPr/>
            <p:nvPr/>
          </p:nvSpPr>
          <p:spPr>
            <a:xfrm>
              <a:off x="6371369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5" name="pl14955"/>
            <p:cNvSpPr/>
            <p:nvPr/>
          </p:nvSpPr>
          <p:spPr>
            <a:xfrm>
              <a:off x="6361256" y="15082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6" name="pl14956"/>
            <p:cNvSpPr/>
            <p:nvPr/>
          </p:nvSpPr>
          <p:spPr>
            <a:xfrm>
              <a:off x="6395786" y="14736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57" name="pg14957"/>
            <p:cNvSpPr/>
            <p:nvPr/>
          </p:nvSpPr>
          <p:spPr>
            <a:xfrm>
              <a:off x="6263068" y="203034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8" name="pt14958"/>
            <p:cNvSpPr/>
            <p:nvPr/>
          </p:nvSpPr>
          <p:spPr>
            <a:xfrm>
              <a:off x="5871127" y="12832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59" name="pg14959"/>
            <p:cNvSpPr/>
            <p:nvPr/>
          </p:nvSpPr>
          <p:spPr>
            <a:xfrm>
              <a:off x="6310471" y="26788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0" name="pt14960"/>
            <p:cNvSpPr/>
            <p:nvPr/>
          </p:nvSpPr>
          <p:spPr>
            <a:xfrm>
              <a:off x="6245342" y="195613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1" name="pt14961"/>
            <p:cNvSpPr/>
            <p:nvPr/>
          </p:nvSpPr>
          <p:spPr>
            <a:xfrm>
              <a:off x="6651050" y="16412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2" name="pt14962"/>
            <p:cNvSpPr/>
            <p:nvPr/>
          </p:nvSpPr>
          <p:spPr>
            <a:xfrm>
              <a:off x="6540527" y="15841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3" name="pt14963"/>
            <p:cNvSpPr/>
            <p:nvPr/>
          </p:nvSpPr>
          <p:spPr>
            <a:xfrm>
              <a:off x="5513654" y="17751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4" name="pl14964"/>
            <p:cNvSpPr/>
            <p:nvPr/>
          </p:nvSpPr>
          <p:spPr>
            <a:xfrm>
              <a:off x="6216781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5" name="pl14965"/>
            <p:cNvSpPr/>
            <p:nvPr/>
          </p:nvSpPr>
          <p:spPr>
            <a:xfrm>
              <a:off x="6216781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6" name="pl14966"/>
            <p:cNvSpPr/>
            <p:nvPr/>
          </p:nvSpPr>
          <p:spPr>
            <a:xfrm>
              <a:off x="6206667" y="19124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7" name="pl14967"/>
            <p:cNvSpPr/>
            <p:nvPr/>
          </p:nvSpPr>
          <p:spPr>
            <a:xfrm>
              <a:off x="6241197" y="1877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68" name="pt14968"/>
            <p:cNvSpPr/>
            <p:nvPr/>
          </p:nvSpPr>
          <p:spPr>
            <a:xfrm>
              <a:off x="6765772" y="15817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69" name="pt14969"/>
            <p:cNvSpPr/>
            <p:nvPr/>
          </p:nvSpPr>
          <p:spPr>
            <a:xfrm>
              <a:off x="6351654" y="21233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0" name="pt14970"/>
            <p:cNvSpPr/>
            <p:nvPr/>
          </p:nvSpPr>
          <p:spPr>
            <a:xfrm>
              <a:off x="6492817" y="168142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1" name="pt14971"/>
            <p:cNvSpPr/>
            <p:nvPr/>
          </p:nvSpPr>
          <p:spPr>
            <a:xfrm>
              <a:off x="6140883" y="2609290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2" name="pt14972"/>
            <p:cNvSpPr/>
            <p:nvPr/>
          </p:nvSpPr>
          <p:spPr>
            <a:xfrm>
              <a:off x="6236452" y="1958478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3" name="pt14973"/>
            <p:cNvSpPr/>
            <p:nvPr/>
          </p:nvSpPr>
          <p:spPr>
            <a:xfrm>
              <a:off x="6353339" y="1857765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4" name="pt14974"/>
            <p:cNvSpPr/>
            <p:nvPr/>
          </p:nvSpPr>
          <p:spPr>
            <a:xfrm>
              <a:off x="7129533" y="200672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5" name="pt14975"/>
            <p:cNvSpPr/>
            <p:nvPr/>
          </p:nvSpPr>
          <p:spPr>
            <a:xfrm>
              <a:off x="5497080" y="17604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6" name="pt14976"/>
            <p:cNvSpPr/>
            <p:nvPr/>
          </p:nvSpPr>
          <p:spPr>
            <a:xfrm>
              <a:off x="6301278" y="1955161"/>
              <a:ext cx="85604" cy="85604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7" name="pt14977"/>
            <p:cNvSpPr/>
            <p:nvPr/>
          </p:nvSpPr>
          <p:spPr>
            <a:xfrm>
              <a:off x="6219818" y="25786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8" name="pt14978"/>
            <p:cNvSpPr/>
            <p:nvPr/>
          </p:nvSpPr>
          <p:spPr>
            <a:xfrm>
              <a:off x="6272710" y="1872902"/>
              <a:ext cx="80678" cy="80678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79" name="pt14979"/>
            <p:cNvSpPr/>
            <p:nvPr/>
          </p:nvSpPr>
          <p:spPr>
            <a:xfrm>
              <a:off x="6037410" y="18027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0" name="pt14980"/>
            <p:cNvSpPr/>
            <p:nvPr/>
          </p:nvSpPr>
          <p:spPr>
            <a:xfrm>
              <a:off x="6531062" y="150100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1" name="pt14981"/>
            <p:cNvSpPr/>
            <p:nvPr/>
          </p:nvSpPr>
          <p:spPr>
            <a:xfrm>
              <a:off x="6392582" y="22192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2" name="pt14982"/>
            <p:cNvSpPr/>
            <p:nvPr/>
          </p:nvSpPr>
          <p:spPr>
            <a:xfrm>
              <a:off x="6344769" y="198579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3" name="pl14983"/>
            <p:cNvSpPr/>
            <p:nvPr/>
          </p:nvSpPr>
          <p:spPr>
            <a:xfrm>
              <a:off x="6329044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4" name="pl14984"/>
            <p:cNvSpPr/>
            <p:nvPr/>
          </p:nvSpPr>
          <p:spPr>
            <a:xfrm>
              <a:off x="6329044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5" name="pl14985"/>
            <p:cNvSpPr/>
            <p:nvPr/>
          </p:nvSpPr>
          <p:spPr>
            <a:xfrm>
              <a:off x="6318930" y="19620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6" name="pl14986"/>
            <p:cNvSpPr/>
            <p:nvPr/>
          </p:nvSpPr>
          <p:spPr>
            <a:xfrm>
              <a:off x="6353461" y="19274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87" name="pt14987"/>
            <p:cNvSpPr/>
            <p:nvPr/>
          </p:nvSpPr>
          <p:spPr>
            <a:xfrm>
              <a:off x="7099191" y="149452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8" name="pt14988"/>
            <p:cNvSpPr/>
            <p:nvPr/>
          </p:nvSpPr>
          <p:spPr>
            <a:xfrm>
              <a:off x="6305795" y="1893580"/>
              <a:ext cx="67219" cy="67219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89" name="pt14989"/>
            <p:cNvSpPr/>
            <p:nvPr/>
          </p:nvSpPr>
          <p:spPr>
            <a:xfrm>
              <a:off x="6819362" y="117598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0" name="pl14990"/>
            <p:cNvSpPr/>
            <p:nvPr/>
          </p:nvSpPr>
          <p:spPr>
            <a:xfrm>
              <a:off x="6819362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1" name="pl14991"/>
            <p:cNvSpPr/>
            <p:nvPr/>
          </p:nvSpPr>
          <p:spPr>
            <a:xfrm>
              <a:off x="6819362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2" name="pt14992"/>
            <p:cNvSpPr/>
            <p:nvPr/>
          </p:nvSpPr>
          <p:spPr>
            <a:xfrm>
              <a:off x="6282417" y="1900923"/>
              <a:ext cx="74834" cy="74834"/>
            </a:xfrm>
            <a:prstGeom prst="ellipse">
              <a:avLst/>
            </a:prstGeom>
            <a:solidFill>
              <a:srgbClr val="7570B3">
                <a:alpha val="4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93" name="pl14993"/>
            <p:cNvSpPr/>
            <p:nvPr/>
          </p:nvSpPr>
          <p:spPr>
            <a:xfrm>
              <a:off x="6442920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4" name="pl14994"/>
            <p:cNvSpPr/>
            <p:nvPr/>
          </p:nvSpPr>
          <p:spPr>
            <a:xfrm>
              <a:off x="6442920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5" name="pl14995"/>
            <p:cNvSpPr/>
            <p:nvPr/>
          </p:nvSpPr>
          <p:spPr>
            <a:xfrm>
              <a:off x="6432806" y="145517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6" name="pl14996"/>
            <p:cNvSpPr/>
            <p:nvPr/>
          </p:nvSpPr>
          <p:spPr>
            <a:xfrm>
              <a:off x="6467337" y="14206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97" name="pg14997"/>
            <p:cNvSpPr/>
            <p:nvPr/>
          </p:nvSpPr>
          <p:spPr>
            <a:xfrm>
              <a:off x="6355328" y="209456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98" name="pg14998"/>
            <p:cNvSpPr/>
            <p:nvPr/>
          </p:nvSpPr>
          <p:spPr>
            <a:xfrm>
              <a:off x="6427244" y="187112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4999" name="pt14999"/>
            <p:cNvSpPr/>
            <p:nvPr/>
          </p:nvSpPr>
          <p:spPr>
            <a:xfrm>
              <a:off x="6250437" y="197999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000" name="pl15000"/>
            <p:cNvSpPr/>
            <p:nvPr/>
          </p:nvSpPr>
          <p:spPr>
            <a:xfrm>
              <a:off x="6803114" y="400396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1" name="pl15001"/>
            <p:cNvSpPr/>
            <p:nvPr/>
          </p:nvSpPr>
          <p:spPr>
            <a:xfrm>
              <a:off x="6889749" y="340229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2" name="pl15002"/>
            <p:cNvSpPr/>
            <p:nvPr/>
          </p:nvSpPr>
          <p:spPr>
            <a:xfrm>
              <a:off x="6909337" y="3406387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3" name="pl15003"/>
            <p:cNvSpPr/>
            <p:nvPr/>
          </p:nvSpPr>
          <p:spPr>
            <a:xfrm>
              <a:off x="6406100" y="418361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4" name="pl15004"/>
            <p:cNvSpPr/>
            <p:nvPr/>
          </p:nvSpPr>
          <p:spPr>
            <a:xfrm>
              <a:off x="6409169" y="411016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5" name="pl15005"/>
            <p:cNvSpPr/>
            <p:nvPr/>
          </p:nvSpPr>
          <p:spPr>
            <a:xfrm>
              <a:off x="6388552" y="3627130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6" name="pl15006"/>
            <p:cNvSpPr/>
            <p:nvPr/>
          </p:nvSpPr>
          <p:spPr>
            <a:xfrm>
              <a:off x="6780651" y="396837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7" name="pl15007"/>
            <p:cNvSpPr/>
            <p:nvPr/>
          </p:nvSpPr>
          <p:spPr>
            <a:xfrm>
              <a:off x="6421934" y="447149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8" name="pl15008"/>
            <p:cNvSpPr/>
            <p:nvPr/>
          </p:nvSpPr>
          <p:spPr>
            <a:xfrm>
              <a:off x="6189158" y="3719805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09" name="pl15009"/>
            <p:cNvSpPr/>
            <p:nvPr/>
          </p:nvSpPr>
          <p:spPr>
            <a:xfrm>
              <a:off x="6397568" y="418784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0" name="pl15010"/>
            <p:cNvSpPr/>
            <p:nvPr/>
          </p:nvSpPr>
          <p:spPr>
            <a:xfrm>
              <a:off x="6380273" y="420408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1" name="pl15011"/>
            <p:cNvSpPr/>
            <p:nvPr/>
          </p:nvSpPr>
          <p:spPr>
            <a:xfrm>
              <a:off x="6295256" y="3643531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2" name="pl15012"/>
            <p:cNvSpPr/>
            <p:nvPr/>
          </p:nvSpPr>
          <p:spPr>
            <a:xfrm>
              <a:off x="6044181" y="455368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3" name="pl15013"/>
            <p:cNvSpPr/>
            <p:nvPr/>
          </p:nvSpPr>
          <p:spPr>
            <a:xfrm>
              <a:off x="6312151" y="3640456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4" name="pl15014"/>
            <p:cNvSpPr/>
            <p:nvPr/>
          </p:nvSpPr>
          <p:spPr>
            <a:xfrm>
              <a:off x="6339499" y="362906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5" name="pl15015"/>
            <p:cNvSpPr/>
            <p:nvPr/>
          </p:nvSpPr>
          <p:spPr>
            <a:xfrm>
              <a:off x="6229057" y="368877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6" name="pl15016"/>
            <p:cNvSpPr/>
            <p:nvPr/>
          </p:nvSpPr>
          <p:spPr>
            <a:xfrm>
              <a:off x="6228756" y="3667624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7" name="pl15017"/>
            <p:cNvSpPr/>
            <p:nvPr/>
          </p:nvSpPr>
          <p:spPr>
            <a:xfrm>
              <a:off x="6217886" y="368877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8" name="pl15018"/>
            <p:cNvSpPr/>
            <p:nvPr/>
          </p:nvSpPr>
          <p:spPr>
            <a:xfrm>
              <a:off x="6229057" y="368838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19" name="pl15019"/>
            <p:cNvSpPr/>
            <p:nvPr/>
          </p:nvSpPr>
          <p:spPr>
            <a:xfrm>
              <a:off x="6229057" y="368742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0" name="pl15020"/>
            <p:cNvSpPr/>
            <p:nvPr/>
          </p:nvSpPr>
          <p:spPr>
            <a:xfrm>
              <a:off x="6469890" y="385563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1" name="pl15021"/>
            <p:cNvSpPr/>
            <p:nvPr/>
          </p:nvSpPr>
          <p:spPr>
            <a:xfrm>
              <a:off x="6265086" y="362505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2" name="pl15022"/>
            <p:cNvSpPr/>
            <p:nvPr/>
          </p:nvSpPr>
          <p:spPr>
            <a:xfrm>
              <a:off x="6219576" y="3656356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3" name="pl15023"/>
            <p:cNvSpPr/>
            <p:nvPr/>
          </p:nvSpPr>
          <p:spPr>
            <a:xfrm>
              <a:off x="6230796" y="365803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4" name="pl15024"/>
            <p:cNvSpPr/>
            <p:nvPr/>
          </p:nvSpPr>
          <p:spPr>
            <a:xfrm>
              <a:off x="5956112" y="3187337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5" name="pl15025"/>
            <p:cNvSpPr/>
            <p:nvPr/>
          </p:nvSpPr>
          <p:spPr>
            <a:xfrm>
              <a:off x="6244332" y="3689185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6" name="pl15026"/>
            <p:cNvSpPr/>
            <p:nvPr/>
          </p:nvSpPr>
          <p:spPr>
            <a:xfrm>
              <a:off x="6243957" y="3689185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7" name="pl15027"/>
            <p:cNvSpPr/>
            <p:nvPr/>
          </p:nvSpPr>
          <p:spPr>
            <a:xfrm>
              <a:off x="6244332" y="3689185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8" name="pl15028"/>
            <p:cNvSpPr/>
            <p:nvPr/>
          </p:nvSpPr>
          <p:spPr>
            <a:xfrm>
              <a:off x="6244332" y="3689185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29" name="pl15029"/>
            <p:cNvSpPr/>
            <p:nvPr/>
          </p:nvSpPr>
          <p:spPr>
            <a:xfrm>
              <a:off x="6241754" y="3689185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0" name="pl15030"/>
            <p:cNvSpPr/>
            <p:nvPr/>
          </p:nvSpPr>
          <p:spPr>
            <a:xfrm>
              <a:off x="6244332" y="3689185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1" name="pl15031"/>
            <p:cNvSpPr/>
            <p:nvPr/>
          </p:nvSpPr>
          <p:spPr>
            <a:xfrm>
              <a:off x="6515005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2" name="pl15032"/>
            <p:cNvSpPr/>
            <p:nvPr/>
          </p:nvSpPr>
          <p:spPr>
            <a:xfrm>
              <a:off x="6515005" y="388863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3" name="pl15033"/>
            <p:cNvSpPr/>
            <p:nvPr/>
          </p:nvSpPr>
          <p:spPr>
            <a:xfrm>
              <a:off x="5780223" y="3352397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4" name="pl15034"/>
            <p:cNvSpPr/>
            <p:nvPr/>
          </p:nvSpPr>
          <p:spPr>
            <a:xfrm>
              <a:off x="5780223" y="333157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5" name="pl15035"/>
            <p:cNvSpPr/>
            <p:nvPr/>
          </p:nvSpPr>
          <p:spPr>
            <a:xfrm>
              <a:off x="6243030" y="3702576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6" name="pl15036"/>
            <p:cNvSpPr/>
            <p:nvPr/>
          </p:nvSpPr>
          <p:spPr>
            <a:xfrm>
              <a:off x="6660812" y="3196701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7" name="pl15037"/>
            <p:cNvSpPr/>
            <p:nvPr/>
          </p:nvSpPr>
          <p:spPr>
            <a:xfrm>
              <a:off x="6142186" y="3702346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8" name="pl15038"/>
            <p:cNvSpPr/>
            <p:nvPr/>
          </p:nvSpPr>
          <p:spPr>
            <a:xfrm>
              <a:off x="6179420" y="365982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39" name="pl15039"/>
            <p:cNvSpPr/>
            <p:nvPr/>
          </p:nvSpPr>
          <p:spPr>
            <a:xfrm>
              <a:off x="6166427" y="314623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0" name="pl15040"/>
            <p:cNvSpPr/>
            <p:nvPr/>
          </p:nvSpPr>
          <p:spPr>
            <a:xfrm>
              <a:off x="5653053" y="360122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1" name="pl15041"/>
            <p:cNvSpPr/>
            <p:nvPr/>
          </p:nvSpPr>
          <p:spPr>
            <a:xfrm>
              <a:off x="5658746" y="3612163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2" name="pl15042"/>
            <p:cNvSpPr/>
            <p:nvPr/>
          </p:nvSpPr>
          <p:spPr>
            <a:xfrm>
              <a:off x="5915497" y="396602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3" name="pl15043"/>
            <p:cNvSpPr/>
            <p:nvPr/>
          </p:nvSpPr>
          <p:spPr>
            <a:xfrm>
              <a:off x="6499340" y="461391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4" name="pl15044"/>
            <p:cNvSpPr/>
            <p:nvPr/>
          </p:nvSpPr>
          <p:spPr>
            <a:xfrm>
              <a:off x="6174619" y="368941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5" name="pl15045"/>
            <p:cNvSpPr/>
            <p:nvPr/>
          </p:nvSpPr>
          <p:spPr>
            <a:xfrm>
              <a:off x="6174016" y="3671549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6" name="pl15046"/>
            <p:cNvSpPr/>
            <p:nvPr/>
          </p:nvSpPr>
          <p:spPr>
            <a:xfrm>
              <a:off x="6391533" y="405789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7" name="pl15047"/>
            <p:cNvSpPr/>
            <p:nvPr/>
          </p:nvSpPr>
          <p:spPr>
            <a:xfrm>
              <a:off x="6374486" y="4085002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8" name="pl15048"/>
            <p:cNvSpPr/>
            <p:nvPr/>
          </p:nvSpPr>
          <p:spPr>
            <a:xfrm>
              <a:off x="6206087" y="364368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49" name="pl15049"/>
            <p:cNvSpPr/>
            <p:nvPr/>
          </p:nvSpPr>
          <p:spPr>
            <a:xfrm>
              <a:off x="6193803" y="364368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0" name="pl15050"/>
            <p:cNvSpPr/>
            <p:nvPr/>
          </p:nvSpPr>
          <p:spPr>
            <a:xfrm>
              <a:off x="6209217" y="364368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1" name="pl15051"/>
            <p:cNvSpPr/>
            <p:nvPr/>
          </p:nvSpPr>
          <p:spPr>
            <a:xfrm>
              <a:off x="6200724" y="363064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2" name="pl15052"/>
            <p:cNvSpPr/>
            <p:nvPr/>
          </p:nvSpPr>
          <p:spPr>
            <a:xfrm>
              <a:off x="6209217" y="363681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3" name="pl15053"/>
            <p:cNvSpPr/>
            <p:nvPr/>
          </p:nvSpPr>
          <p:spPr>
            <a:xfrm>
              <a:off x="6199544" y="364368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4" name="pl15054"/>
            <p:cNvSpPr/>
            <p:nvPr/>
          </p:nvSpPr>
          <p:spPr>
            <a:xfrm>
              <a:off x="6219576" y="362094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5" name="pl15055"/>
            <p:cNvSpPr/>
            <p:nvPr/>
          </p:nvSpPr>
          <p:spPr>
            <a:xfrm>
              <a:off x="6223731" y="358950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6" name="pl15056"/>
            <p:cNvSpPr/>
            <p:nvPr/>
          </p:nvSpPr>
          <p:spPr>
            <a:xfrm>
              <a:off x="6513614" y="4015538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7" name="pl15057"/>
            <p:cNvSpPr/>
            <p:nvPr/>
          </p:nvSpPr>
          <p:spPr>
            <a:xfrm>
              <a:off x="6523834" y="4015538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8" name="pl15058"/>
            <p:cNvSpPr/>
            <p:nvPr/>
          </p:nvSpPr>
          <p:spPr>
            <a:xfrm>
              <a:off x="6523834" y="4015538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59" name="pl15059"/>
            <p:cNvSpPr/>
            <p:nvPr/>
          </p:nvSpPr>
          <p:spPr>
            <a:xfrm>
              <a:off x="6523834" y="4015538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0" name="pl15060"/>
            <p:cNvSpPr/>
            <p:nvPr/>
          </p:nvSpPr>
          <p:spPr>
            <a:xfrm>
              <a:off x="6523834" y="4015538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1" name="pl15061"/>
            <p:cNvSpPr/>
            <p:nvPr/>
          </p:nvSpPr>
          <p:spPr>
            <a:xfrm>
              <a:off x="6523834" y="4015538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2" name="pl15062"/>
            <p:cNvSpPr/>
            <p:nvPr/>
          </p:nvSpPr>
          <p:spPr>
            <a:xfrm>
              <a:off x="6444967" y="4015538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3" name="pl15063"/>
            <p:cNvSpPr/>
            <p:nvPr/>
          </p:nvSpPr>
          <p:spPr>
            <a:xfrm>
              <a:off x="6523834" y="4015538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4" name="pl15064"/>
            <p:cNvSpPr/>
            <p:nvPr/>
          </p:nvSpPr>
          <p:spPr>
            <a:xfrm>
              <a:off x="6523834" y="400330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5" name="pl15065"/>
            <p:cNvSpPr/>
            <p:nvPr/>
          </p:nvSpPr>
          <p:spPr>
            <a:xfrm>
              <a:off x="6523834" y="4015538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6" name="pl15066"/>
            <p:cNvSpPr/>
            <p:nvPr/>
          </p:nvSpPr>
          <p:spPr>
            <a:xfrm>
              <a:off x="6523834" y="4015538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7" name="pl15067"/>
            <p:cNvSpPr/>
            <p:nvPr/>
          </p:nvSpPr>
          <p:spPr>
            <a:xfrm>
              <a:off x="6523834" y="4006348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8" name="pl15068"/>
            <p:cNvSpPr/>
            <p:nvPr/>
          </p:nvSpPr>
          <p:spPr>
            <a:xfrm>
              <a:off x="6519917" y="4015538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69" name="pl15069"/>
            <p:cNvSpPr/>
            <p:nvPr/>
          </p:nvSpPr>
          <p:spPr>
            <a:xfrm>
              <a:off x="6508501" y="4015538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0" name="pl15070"/>
            <p:cNvSpPr/>
            <p:nvPr/>
          </p:nvSpPr>
          <p:spPr>
            <a:xfrm>
              <a:off x="6523834" y="4015538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1" name="pl15071"/>
            <p:cNvSpPr/>
            <p:nvPr/>
          </p:nvSpPr>
          <p:spPr>
            <a:xfrm>
              <a:off x="6523834" y="4015538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2" name="pl15072"/>
            <p:cNvSpPr/>
            <p:nvPr/>
          </p:nvSpPr>
          <p:spPr>
            <a:xfrm>
              <a:off x="6523834" y="4015538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3" name="pl15073"/>
            <p:cNvSpPr/>
            <p:nvPr/>
          </p:nvSpPr>
          <p:spPr>
            <a:xfrm>
              <a:off x="6303610" y="363072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4" name="pl15074"/>
            <p:cNvSpPr/>
            <p:nvPr/>
          </p:nvSpPr>
          <p:spPr>
            <a:xfrm>
              <a:off x="6252091" y="358597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5" name="pl15075"/>
            <p:cNvSpPr/>
            <p:nvPr/>
          </p:nvSpPr>
          <p:spPr>
            <a:xfrm>
              <a:off x="6252091" y="357382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6" name="pl15076"/>
            <p:cNvSpPr/>
            <p:nvPr/>
          </p:nvSpPr>
          <p:spPr>
            <a:xfrm>
              <a:off x="6242838" y="3620887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7" name="pl15077"/>
            <p:cNvSpPr/>
            <p:nvPr/>
          </p:nvSpPr>
          <p:spPr>
            <a:xfrm>
              <a:off x="6221232" y="3620887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8" name="pl15078"/>
            <p:cNvSpPr/>
            <p:nvPr/>
          </p:nvSpPr>
          <p:spPr>
            <a:xfrm>
              <a:off x="6252091" y="360532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79" name="pl15079"/>
            <p:cNvSpPr/>
            <p:nvPr/>
          </p:nvSpPr>
          <p:spPr>
            <a:xfrm>
              <a:off x="6252091" y="3608932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0" name="pl15080"/>
            <p:cNvSpPr/>
            <p:nvPr/>
          </p:nvSpPr>
          <p:spPr>
            <a:xfrm>
              <a:off x="6252091" y="358191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1" name="pl15081"/>
            <p:cNvSpPr/>
            <p:nvPr/>
          </p:nvSpPr>
          <p:spPr>
            <a:xfrm>
              <a:off x="6252091" y="3614427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2" name="pl15082"/>
            <p:cNvSpPr/>
            <p:nvPr/>
          </p:nvSpPr>
          <p:spPr>
            <a:xfrm>
              <a:off x="6228756" y="3620887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3" name="pl15083"/>
            <p:cNvSpPr/>
            <p:nvPr/>
          </p:nvSpPr>
          <p:spPr>
            <a:xfrm>
              <a:off x="6230506" y="3620887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4" name="pl15084"/>
            <p:cNvSpPr/>
            <p:nvPr/>
          </p:nvSpPr>
          <p:spPr>
            <a:xfrm>
              <a:off x="6252091" y="3620887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5" name="pl15085"/>
            <p:cNvSpPr/>
            <p:nvPr/>
          </p:nvSpPr>
          <p:spPr>
            <a:xfrm>
              <a:off x="6109636" y="368916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6" name="pl15086"/>
            <p:cNvSpPr/>
            <p:nvPr/>
          </p:nvSpPr>
          <p:spPr>
            <a:xfrm>
              <a:off x="6167609" y="370088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7" name="pl15087"/>
            <p:cNvSpPr/>
            <p:nvPr/>
          </p:nvSpPr>
          <p:spPr>
            <a:xfrm>
              <a:off x="6286691" y="365109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8" name="pl15088"/>
            <p:cNvSpPr/>
            <p:nvPr/>
          </p:nvSpPr>
          <p:spPr>
            <a:xfrm>
              <a:off x="5983474" y="354900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89" name="pl15089"/>
            <p:cNvSpPr/>
            <p:nvPr/>
          </p:nvSpPr>
          <p:spPr>
            <a:xfrm>
              <a:off x="6736712" y="324206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0" name="pl15090"/>
            <p:cNvSpPr/>
            <p:nvPr/>
          </p:nvSpPr>
          <p:spPr>
            <a:xfrm>
              <a:off x="5780223" y="3352397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1" name="pl15091"/>
            <p:cNvSpPr/>
            <p:nvPr/>
          </p:nvSpPr>
          <p:spPr>
            <a:xfrm>
              <a:off x="6440777" y="399838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2" name="pl15092"/>
            <p:cNvSpPr/>
            <p:nvPr/>
          </p:nvSpPr>
          <p:spPr>
            <a:xfrm>
              <a:off x="6461834" y="385561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3" name="pl15093"/>
            <p:cNvSpPr/>
            <p:nvPr/>
          </p:nvSpPr>
          <p:spPr>
            <a:xfrm>
              <a:off x="6461834" y="398086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4" name="pl15094"/>
            <p:cNvSpPr/>
            <p:nvPr/>
          </p:nvSpPr>
          <p:spPr>
            <a:xfrm>
              <a:off x="6403128" y="445405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5" name="pl15095"/>
            <p:cNvSpPr/>
            <p:nvPr/>
          </p:nvSpPr>
          <p:spPr>
            <a:xfrm>
              <a:off x="6407670" y="445405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6" name="pl15096"/>
            <p:cNvSpPr/>
            <p:nvPr/>
          </p:nvSpPr>
          <p:spPr>
            <a:xfrm>
              <a:off x="6407318" y="441469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7" name="pl15097"/>
            <p:cNvSpPr/>
            <p:nvPr/>
          </p:nvSpPr>
          <p:spPr>
            <a:xfrm>
              <a:off x="6404974" y="445405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8" name="pl15098"/>
            <p:cNvSpPr/>
            <p:nvPr/>
          </p:nvSpPr>
          <p:spPr>
            <a:xfrm>
              <a:off x="6384639" y="445405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99" name="pl15099"/>
            <p:cNvSpPr/>
            <p:nvPr/>
          </p:nvSpPr>
          <p:spPr>
            <a:xfrm>
              <a:off x="6407670" y="444727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0" name="pl15100"/>
            <p:cNvSpPr/>
            <p:nvPr/>
          </p:nvSpPr>
          <p:spPr>
            <a:xfrm>
              <a:off x="6265248" y="356200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1" name="pl15101"/>
            <p:cNvSpPr/>
            <p:nvPr/>
          </p:nvSpPr>
          <p:spPr>
            <a:xfrm>
              <a:off x="5665499" y="419166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2" name="pl15102"/>
            <p:cNvSpPr/>
            <p:nvPr/>
          </p:nvSpPr>
          <p:spPr>
            <a:xfrm>
              <a:off x="6537840" y="380378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3" name="pl15103"/>
            <p:cNvSpPr/>
            <p:nvPr/>
          </p:nvSpPr>
          <p:spPr>
            <a:xfrm>
              <a:off x="6528127" y="383684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4" name="pl15104"/>
            <p:cNvSpPr/>
            <p:nvPr/>
          </p:nvSpPr>
          <p:spPr>
            <a:xfrm>
              <a:off x="6523332" y="3811413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5" name="pl15105"/>
            <p:cNvSpPr/>
            <p:nvPr/>
          </p:nvSpPr>
          <p:spPr>
            <a:xfrm>
              <a:off x="6528096" y="382119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6" name="pl15106"/>
            <p:cNvSpPr/>
            <p:nvPr/>
          </p:nvSpPr>
          <p:spPr>
            <a:xfrm>
              <a:off x="6537840" y="383684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7" name="pl15107"/>
            <p:cNvSpPr/>
            <p:nvPr/>
          </p:nvSpPr>
          <p:spPr>
            <a:xfrm>
              <a:off x="6532742" y="382411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8" name="pl15108"/>
            <p:cNvSpPr/>
            <p:nvPr/>
          </p:nvSpPr>
          <p:spPr>
            <a:xfrm>
              <a:off x="6537840" y="383684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09" name="pl15109"/>
            <p:cNvSpPr/>
            <p:nvPr/>
          </p:nvSpPr>
          <p:spPr>
            <a:xfrm>
              <a:off x="6521118" y="383684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0" name="pl15110"/>
            <p:cNvSpPr/>
            <p:nvPr/>
          </p:nvSpPr>
          <p:spPr>
            <a:xfrm>
              <a:off x="6537840" y="383684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1" name="pl15111"/>
            <p:cNvSpPr/>
            <p:nvPr/>
          </p:nvSpPr>
          <p:spPr>
            <a:xfrm>
              <a:off x="6527121" y="383287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2" name="pl15112"/>
            <p:cNvSpPr/>
            <p:nvPr/>
          </p:nvSpPr>
          <p:spPr>
            <a:xfrm>
              <a:off x="6522809" y="383671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3" name="pl15113"/>
            <p:cNvSpPr/>
            <p:nvPr/>
          </p:nvSpPr>
          <p:spPr>
            <a:xfrm>
              <a:off x="6537840" y="383684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4" name="pl15114"/>
            <p:cNvSpPr/>
            <p:nvPr/>
          </p:nvSpPr>
          <p:spPr>
            <a:xfrm>
              <a:off x="6537840" y="383684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5" name="pl15115"/>
            <p:cNvSpPr/>
            <p:nvPr/>
          </p:nvSpPr>
          <p:spPr>
            <a:xfrm>
              <a:off x="6537840" y="382510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6" name="pl15116"/>
            <p:cNvSpPr/>
            <p:nvPr/>
          </p:nvSpPr>
          <p:spPr>
            <a:xfrm>
              <a:off x="6537840" y="383684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7" name="pl15117"/>
            <p:cNvSpPr/>
            <p:nvPr/>
          </p:nvSpPr>
          <p:spPr>
            <a:xfrm>
              <a:off x="6537840" y="3833802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8" name="pl15118"/>
            <p:cNvSpPr/>
            <p:nvPr/>
          </p:nvSpPr>
          <p:spPr>
            <a:xfrm>
              <a:off x="6537840" y="382826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19" name="pl15119"/>
            <p:cNvSpPr/>
            <p:nvPr/>
          </p:nvSpPr>
          <p:spPr>
            <a:xfrm>
              <a:off x="6537840" y="383684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0" name="pl15120"/>
            <p:cNvSpPr/>
            <p:nvPr/>
          </p:nvSpPr>
          <p:spPr>
            <a:xfrm>
              <a:off x="6537840" y="3826633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1" name="pl15121"/>
            <p:cNvSpPr/>
            <p:nvPr/>
          </p:nvSpPr>
          <p:spPr>
            <a:xfrm>
              <a:off x="6483518" y="383684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2" name="pl15122"/>
            <p:cNvSpPr/>
            <p:nvPr/>
          </p:nvSpPr>
          <p:spPr>
            <a:xfrm>
              <a:off x="6526255" y="383684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3" name="pl15123"/>
            <p:cNvSpPr/>
            <p:nvPr/>
          </p:nvSpPr>
          <p:spPr>
            <a:xfrm>
              <a:off x="6527913" y="383684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4" name="pl15124"/>
            <p:cNvSpPr/>
            <p:nvPr/>
          </p:nvSpPr>
          <p:spPr>
            <a:xfrm>
              <a:off x="6537840" y="378669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5" name="pl15125"/>
            <p:cNvSpPr/>
            <p:nvPr/>
          </p:nvSpPr>
          <p:spPr>
            <a:xfrm>
              <a:off x="6537840" y="380895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6" name="pl15126"/>
            <p:cNvSpPr/>
            <p:nvPr/>
          </p:nvSpPr>
          <p:spPr>
            <a:xfrm>
              <a:off x="6537840" y="3818114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7" name="pl15127"/>
            <p:cNvSpPr/>
            <p:nvPr/>
          </p:nvSpPr>
          <p:spPr>
            <a:xfrm>
              <a:off x="6174745" y="364728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8" name="pl15128"/>
            <p:cNvSpPr/>
            <p:nvPr/>
          </p:nvSpPr>
          <p:spPr>
            <a:xfrm>
              <a:off x="6509789" y="382189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29" name="pl15129"/>
            <p:cNvSpPr/>
            <p:nvPr/>
          </p:nvSpPr>
          <p:spPr>
            <a:xfrm>
              <a:off x="6282927" y="356131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0" name="pl15130"/>
            <p:cNvSpPr/>
            <p:nvPr/>
          </p:nvSpPr>
          <p:spPr>
            <a:xfrm>
              <a:off x="6277482" y="356131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1" name="pl15131"/>
            <p:cNvSpPr/>
            <p:nvPr/>
          </p:nvSpPr>
          <p:spPr>
            <a:xfrm>
              <a:off x="6259970" y="3600421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2" name="pl15132"/>
            <p:cNvSpPr/>
            <p:nvPr/>
          </p:nvSpPr>
          <p:spPr>
            <a:xfrm>
              <a:off x="6259970" y="360414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3" name="pl15133"/>
            <p:cNvSpPr/>
            <p:nvPr/>
          </p:nvSpPr>
          <p:spPr>
            <a:xfrm>
              <a:off x="6259970" y="361372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4" name="pl15134"/>
            <p:cNvSpPr/>
            <p:nvPr/>
          </p:nvSpPr>
          <p:spPr>
            <a:xfrm>
              <a:off x="6258990" y="360532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5" name="pl15135"/>
            <p:cNvSpPr/>
            <p:nvPr/>
          </p:nvSpPr>
          <p:spPr>
            <a:xfrm>
              <a:off x="6228136" y="361372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6" name="pl15136"/>
            <p:cNvSpPr/>
            <p:nvPr/>
          </p:nvSpPr>
          <p:spPr>
            <a:xfrm>
              <a:off x="6256876" y="3608932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7" name="pl15137"/>
            <p:cNvSpPr/>
            <p:nvPr/>
          </p:nvSpPr>
          <p:spPr>
            <a:xfrm>
              <a:off x="6259970" y="360593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8" name="pl15138"/>
            <p:cNvSpPr/>
            <p:nvPr/>
          </p:nvSpPr>
          <p:spPr>
            <a:xfrm>
              <a:off x="6259970" y="357930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39" name="pl15139"/>
            <p:cNvSpPr/>
            <p:nvPr/>
          </p:nvSpPr>
          <p:spPr>
            <a:xfrm>
              <a:off x="6259970" y="361372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0" name="pl15140"/>
            <p:cNvSpPr/>
            <p:nvPr/>
          </p:nvSpPr>
          <p:spPr>
            <a:xfrm>
              <a:off x="6259970" y="361372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1" name="pl15141"/>
            <p:cNvSpPr/>
            <p:nvPr/>
          </p:nvSpPr>
          <p:spPr>
            <a:xfrm>
              <a:off x="6259970" y="360151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2" name="pl15142"/>
            <p:cNvSpPr/>
            <p:nvPr/>
          </p:nvSpPr>
          <p:spPr>
            <a:xfrm>
              <a:off x="6174814" y="370171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3" name="pl15143"/>
            <p:cNvSpPr/>
            <p:nvPr/>
          </p:nvSpPr>
          <p:spPr>
            <a:xfrm>
              <a:off x="6682067" y="409497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4" name="pl15144"/>
            <p:cNvSpPr/>
            <p:nvPr/>
          </p:nvSpPr>
          <p:spPr>
            <a:xfrm>
              <a:off x="6030397" y="444804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5" name="pl15145"/>
            <p:cNvSpPr/>
            <p:nvPr/>
          </p:nvSpPr>
          <p:spPr>
            <a:xfrm>
              <a:off x="6024457" y="444804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6" name="pl15146"/>
            <p:cNvSpPr/>
            <p:nvPr/>
          </p:nvSpPr>
          <p:spPr>
            <a:xfrm>
              <a:off x="5780223" y="3319434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7" name="pl15147"/>
            <p:cNvSpPr/>
            <p:nvPr/>
          </p:nvSpPr>
          <p:spPr>
            <a:xfrm>
              <a:off x="6239774" y="353997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8" name="pl15148"/>
            <p:cNvSpPr/>
            <p:nvPr/>
          </p:nvSpPr>
          <p:spPr>
            <a:xfrm>
              <a:off x="6206087" y="366600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49" name="pl15149"/>
            <p:cNvSpPr/>
            <p:nvPr/>
          </p:nvSpPr>
          <p:spPr>
            <a:xfrm>
              <a:off x="6193803" y="366276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0" name="pl15150"/>
            <p:cNvSpPr/>
            <p:nvPr/>
          </p:nvSpPr>
          <p:spPr>
            <a:xfrm>
              <a:off x="6195971" y="368417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1" name="pl15151"/>
            <p:cNvSpPr/>
            <p:nvPr/>
          </p:nvSpPr>
          <p:spPr>
            <a:xfrm>
              <a:off x="6214510" y="3676533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2" name="pl15152"/>
            <p:cNvSpPr/>
            <p:nvPr/>
          </p:nvSpPr>
          <p:spPr>
            <a:xfrm>
              <a:off x="6202062" y="368417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3" name="pl15153"/>
            <p:cNvSpPr/>
            <p:nvPr/>
          </p:nvSpPr>
          <p:spPr>
            <a:xfrm>
              <a:off x="6214510" y="367294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4" name="pl15154"/>
            <p:cNvSpPr/>
            <p:nvPr/>
          </p:nvSpPr>
          <p:spPr>
            <a:xfrm>
              <a:off x="6214510" y="368417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5" name="pl15155"/>
            <p:cNvSpPr/>
            <p:nvPr/>
          </p:nvSpPr>
          <p:spPr>
            <a:xfrm>
              <a:off x="6207874" y="368417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6" name="pl15156"/>
            <p:cNvSpPr/>
            <p:nvPr/>
          </p:nvSpPr>
          <p:spPr>
            <a:xfrm>
              <a:off x="6210749" y="368417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7" name="pl15157"/>
            <p:cNvSpPr/>
            <p:nvPr/>
          </p:nvSpPr>
          <p:spPr>
            <a:xfrm>
              <a:off x="6214510" y="3669678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8" name="pl15158"/>
            <p:cNvSpPr/>
            <p:nvPr/>
          </p:nvSpPr>
          <p:spPr>
            <a:xfrm>
              <a:off x="6208069" y="368417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59" name="pl15159"/>
            <p:cNvSpPr/>
            <p:nvPr/>
          </p:nvSpPr>
          <p:spPr>
            <a:xfrm>
              <a:off x="6205919" y="368417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0" name="pl15160"/>
            <p:cNvSpPr/>
            <p:nvPr/>
          </p:nvSpPr>
          <p:spPr>
            <a:xfrm>
              <a:off x="6197737" y="368417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1" name="pl15161"/>
            <p:cNvSpPr/>
            <p:nvPr/>
          </p:nvSpPr>
          <p:spPr>
            <a:xfrm>
              <a:off x="6214510" y="3656356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2" name="pl15162"/>
            <p:cNvSpPr/>
            <p:nvPr/>
          </p:nvSpPr>
          <p:spPr>
            <a:xfrm>
              <a:off x="6214510" y="366237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3" name="pl15163"/>
            <p:cNvSpPr/>
            <p:nvPr/>
          </p:nvSpPr>
          <p:spPr>
            <a:xfrm>
              <a:off x="6214510" y="3667477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4" name="pl15164"/>
            <p:cNvSpPr/>
            <p:nvPr/>
          </p:nvSpPr>
          <p:spPr>
            <a:xfrm>
              <a:off x="6214510" y="3671679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5" name="pl15165"/>
            <p:cNvSpPr/>
            <p:nvPr/>
          </p:nvSpPr>
          <p:spPr>
            <a:xfrm>
              <a:off x="6209467" y="368417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6" name="pl15166"/>
            <p:cNvSpPr/>
            <p:nvPr/>
          </p:nvSpPr>
          <p:spPr>
            <a:xfrm>
              <a:off x="6214510" y="367653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7" name="pl15167"/>
            <p:cNvSpPr/>
            <p:nvPr/>
          </p:nvSpPr>
          <p:spPr>
            <a:xfrm>
              <a:off x="6214510" y="3649023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8" name="pl15168"/>
            <p:cNvSpPr/>
            <p:nvPr/>
          </p:nvSpPr>
          <p:spPr>
            <a:xfrm>
              <a:off x="6214510" y="367071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69" name="pl15169"/>
            <p:cNvSpPr/>
            <p:nvPr/>
          </p:nvSpPr>
          <p:spPr>
            <a:xfrm>
              <a:off x="6171802" y="368417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0" name="pl15170"/>
            <p:cNvSpPr/>
            <p:nvPr/>
          </p:nvSpPr>
          <p:spPr>
            <a:xfrm>
              <a:off x="6178655" y="368417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1" name="pl15171"/>
            <p:cNvSpPr/>
            <p:nvPr/>
          </p:nvSpPr>
          <p:spPr>
            <a:xfrm>
              <a:off x="6157384" y="368417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2" name="pl15172"/>
            <p:cNvSpPr/>
            <p:nvPr/>
          </p:nvSpPr>
          <p:spPr>
            <a:xfrm>
              <a:off x="6198582" y="368417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3" name="pl15173"/>
            <p:cNvSpPr/>
            <p:nvPr/>
          </p:nvSpPr>
          <p:spPr>
            <a:xfrm>
              <a:off x="6214510" y="368417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4" name="pl15174"/>
            <p:cNvSpPr/>
            <p:nvPr/>
          </p:nvSpPr>
          <p:spPr>
            <a:xfrm>
              <a:off x="6192424" y="3673050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5" name="pl15175"/>
            <p:cNvSpPr/>
            <p:nvPr/>
          </p:nvSpPr>
          <p:spPr>
            <a:xfrm>
              <a:off x="6214510" y="3667624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6" name="pl15176"/>
            <p:cNvSpPr/>
            <p:nvPr/>
          </p:nvSpPr>
          <p:spPr>
            <a:xfrm>
              <a:off x="6214510" y="368417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7" name="pl15177"/>
            <p:cNvSpPr/>
            <p:nvPr/>
          </p:nvSpPr>
          <p:spPr>
            <a:xfrm>
              <a:off x="6214510" y="3650578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8" name="pl15178"/>
            <p:cNvSpPr/>
            <p:nvPr/>
          </p:nvSpPr>
          <p:spPr>
            <a:xfrm>
              <a:off x="6214510" y="368197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79" name="pl15179"/>
            <p:cNvSpPr/>
            <p:nvPr/>
          </p:nvSpPr>
          <p:spPr>
            <a:xfrm>
              <a:off x="6201195" y="368417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0" name="pl15180"/>
            <p:cNvSpPr/>
            <p:nvPr/>
          </p:nvSpPr>
          <p:spPr>
            <a:xfrm>
              <a:off x="6214510" y="368417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1" name="pl15181"/>
            <p:cNvSpPr/>
            <p:nvPr/>
          </p:nvSpPr>
          <p:spPr>
            <a:xfrm>
              <a:off x="6208033" y="368417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2" name="pl15182"/>
            <p:cNvSpPr/>
            <p:nvPr/>
          </p:nvSpPr>
          <p:spPr>
            <a:xfrm>
              <a:off x="6211981" y="368417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3" name="pl15183"/>
            <p:cNvSpPr/>
            <p:nvPr/>
          </p:nvSpPr>
          <p:spPr>
            <a:xfrm>
              <a:off x="6204228" y="368417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4" name="pl15184"/>
            <p:cNvSpPr/>
            <p:nvPr/>
          </p:nvSpPr>
          <p:spPr>
            <a:xfrm>
              <a:off x="6193596" y="368417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5" name="pl15185"/>
            <p:cNvSpPr/>
            <p:nvPr/>
          </p:nvSpPr>
          <p:spPr>
            <a:xfrm>
              <a:off x="6214510" y="368417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6" name="pl15186"/>
            <p:cNvSpPr/>
            <p:nvPr/>
          </p:nvSpPr>
          <p:spPr>
            <a:xfrm>
              <a:off x="6206271" y="368417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7" name="pl15187"/>
            <p:cNvSpPr/>
            <p:nvPr/>
          </p:nvSpPr>
          <p:spPr>
            <a:xfrm>
              <a:off x="6214510" y="3670866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8" name="pl15188"/>
            <p:cNvSpPr/>
            <p:nvPr/>
          </p:nvSpPr>
          <p:spPr>
            <a:xfrm>
              <a:off x="6214510" y="368417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89" name="pl15189"/>
            <p:cNvSpPr/>
            <p:nvPr/>
          </p:nvSpPr>
          <p:spPr>
            <a:xfrm>
              <a:off x="6190408" y="368417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0" name="pl15190"/>
            <p:cNvSpPr/>
            <p:nvPr/>
          </p:nvSpPr>
          <p:spPr>
            <a:xfrm>
              <a:off x="6187055" y="368417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1" name="pl15191"/>
            <p:cNvSpPr/>
            <p:nvPr/>
          </p:nvSpPr>
          <p:spPr>
            <a:xfrm>
              <a:off x="6195926" y="368417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2" name="pl15192"/>
            <p:cNvSpPr/>
            <p:nvPr/>
          </p:nvSpPr>
          <p:spPr>
            <a:xfrm>
              <a:off x="6199544" y="365945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3" name="pl15193"/>
            <p:cNvSpPr/>
            <p:nvPr/>
          </p:nvSpPr>
          <p:spPr>
            <a:xfrm>
              <a:off x="6540415" y="406881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4" name="pl15194"/>
            <p:cNvSpPr/>
            <p:nvPr/>
          </p:nvSpPr>
          <p:spPr>
            <a:xfrm>
              <a:off x="6564712" y="406166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5" name="pl15195"/>
            <p:cNvSpPr/>
            <p:nvPr/>
          </p:nvSpPr>
          <p:spPr>
            <a:xfrm>
              <a:off x="6853924" y="4447572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6" name="pl15196"/>
            <p:cNvSpPr/>
            <p:nvPr/>
          </p:nvSpPr>
          <p:spPr>
            <a:xfrm>
              <a:off x="6212268" y="364608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7" name="pl15197"/>
            <p:cNvSpPr/>
            <p:nvPr/>
          </p:nvSpPr>
          <p:spPr>
            <a:xfrm>
              <a:off x="5942070" y="419846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8" name="pl15198"/>
            <p:cNvSpPr/>
            <p:nvPr/>
          </p:nvSpPr>
          <p:spPr>
            <a:xfrm>
              <a:off x="6167804" y="367575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99" name="pl15199"/>
            <p:cNvSpPr/>
            <p:nvPr/>
          </p:nvSpPr>
          <p:spPr>
            <a:xfrm>
              <a:off x="6178212" y="3673050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0" name="pl15200"/>
            <p:cNvSpPr/>
            <p:nvPr/>
          </p:nvSpPr>
          <p:spPr>
            <a:xfrm>
              <a:off x="6381418" y="447710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1" name="pl15201"/>
            <p:cNvSpPr/>
            <p:nvPr/>
          </p:nvSpPr>
          <p:spPr>
            <a:xfrm>
              <a:off x="6400565" y="447710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2" name="pl15202"/>
            <p:cNvSpPr/>
            <p:nvPr/>
          </p:nvSpPr>
          <p:spPr>
            <a:xfrm>
              <a:off x="6746125" y="439961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3" name="pl15203"/>
            <p:cNvSpPr/>
            <p:nvPr/>
          </p:nvSpPr>
          <p:spPr>
            <a:xfrm>
              <a:off x="7051514" y="360833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4" name="pl15204"/>
            <p:cNvSpPr/>
            <p:nvPr/>
          </p:nvSpPr>
          <p:spPr>
            <a:xfrm>
              <a:off x="6392273" y="4189642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5" name="pl15205"/>
            <p:cNvSpPr/>
            <p:nvPr/>
          </p:nvSpPr>
          <p:spPr>
            <a:xfrm>
              <a:off x="6393388" y="418784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6" name="pl15206"/>
            <p:cNvSpPr/>
            <p:nvPr/>
          </p:nvSpPr>
          <p:spPr>
            <a:xfrm>
              <a:off x="6391645" y="4189642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7" name="pl15207"/>
            <p:cNvSpPr/>
            <p:nvPr/>
          </p:nvSpPr>
          <p:spPr>
            <a:xfrm>
              <a:off x="5849127" y="4415873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8" name="pl15208"/>
            <p:cNvSpPr/>
            <p:nvPr/>
          </p:nvSpPr>
          <p:spPr>
            <a:xfrm>
              <a:off x="6337661" y="4095485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09" name="pl15209"/>
            <p:cNvSpPr/>
            <p:nvPr/>
          </p:nvSpPr>
          <p:spPr>
            <a:xfrm>
              <a:off x="6539097" y="404578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0" name="pl15210"/>
            <p:cNvSpPr/>
            <p:nvPr/>
          </p:nvSpPr>
          <p:spPr>
            <a:xfrm>
              <a:off x="6539097" y="404578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1" name="pl15211"/>
            <p:cNvSpPr/>
            <p:nvPr/>
          </p:nvSpPr>
          <p:spPr>
            <a:xfrm>
              <a:off x="6539097" y="404578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2" name="pl15212"/>
            <p:cNvSpPr/>
            <p:nvPr/>
          </p:nvSpPr>
          <p:spPr>
            <a:xfrm>
              <a:off x="6401246" y="312428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3" name="pl15213"/>
            <p:cNvSpPr/>
            <p:nvPr/>
          </p:nvSpPr>
          <p:spPr>
            <a:xfrm>
              <a:off x="6520067" y="385828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4" name="pl15214"/>
            <p:cNvSpPr/>
            <p:nvPr/>
          </p:nvSpPr>
          <p:spPr>
            <a:xfrm>
              <a:off x="6209453" y="361213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5" name="pl15215"/>
            <p:cNvSpPr/>
            <p:nvPr/>
          </p:nvSpPr>
          <p:spPr>
            <a:xfrm>
              <a:off x="6244332" y="367517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6" name="pl15216"/>
            <p:cNvSpPr/>
            <p:nvPr/>
          </p:nvSpPr>
          <p:spPr>
            <a:xfrm>
              <a:off x="6209167" y="366847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7" name="pl15217"/>
            <p:cNvSpPr/>
            <p:nvPr/>
          </p:nvSpPr>
          <p:spPr>
            <a:xfrm>
              <a:off x="5926670" y="4127638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8" name="pl15218"/>
            <p:cNvSpPr/>
            <p:nvPr/>
          </p:nvSpPr>
          <p:spPr>
            <a:xfrm>
              <a:off x="5933337" y="4126670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19" name="pl15219"/>
            <p:cNvSpPr/>
            <p:nvPr/>
          </p:nvSpPr>
          <p:spPr>
            <a:xfrm>
              <a:off x="6244332" y="368080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0" name="pl15220"/>
            <p:cNvSpPr/>
            <p:nvPr/>
          </p:nvSpPr>
          <p:spPr>
            <a:xfrm>
              <a:off x="6583721" y="3157762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1" name="pl15221"/>
            <p:cNvSpPr/>
            <p:nvPr/>
          </p:nvSpPr>
          <p:spPr>
            <a:xfrm>
              <a:off x="6370297" y="4095485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2" name="pl15222"/>
            <p:cNvSpPr/>
            <p:nvPr/>
          </p:nvSpPr>
          <p:spPr>
            <a:xfrm>
              <a:off x="6365701" y="409595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3" name="pl15223"/>
            <p:cNvSpPr/>
            <p:nvPr/>
          </p:nvSpPr>
          <p:spPr>
            <a:xfrm>
              <a:off x="6364072" y="409595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4" name="pl15224"/>
            <p:cNvSpPr/>
            <p:nvPr/>
          </p:nvSpPr>
          <p:spPr>
            <a:xfrm>
              <a:off x="6285389" y="363832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5" name="pl15225"/>
            <p:cNvSpPr/>
            <p:nvPr/>
          </p:nvSpPr>
          <p:spPr>
            <a:xfrm>
              <a:off x="6162242" y="3151303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6" name="pl15226"/>
            <p:cNvSpPr/>
            <p:nvPr/>
          </p:nvSpPr>
          <p:spPr>
            <a:xfrm>
              <a:off x="6125533" y="372133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7" name="pl15227"/>
            <p:cNvSpPr/>
            <p:nvPr/>
          </p:nvSpPr>
          <p:spPr>
            <a:xfrm>
              <a:off x="6627678" y="3787227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8" name="pl15228"/>
            <p:cNvSpPr/>
            <p:nvPr/>
          </p:nvSpPr>
          <p:spPr>
            <a:xfrm>
              <a:off x="6438880" y="3979277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29" name="pl15229"/>
            <p:cNvSpPr/>
            <p:nvPr/>
          </p:nvSpPr>
          <p:spPr>
            <a:xfrm>
              <a:off x="6515005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0" name="pl15230"/>
            <p:cNvSpPr/>
            <p:nvPr/>
          </p:nvSpPr>
          <p:spPr>
            <a:xfrm>
              <a:off x="6522988" y="4005713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1" name="pl15231"/>
            <p:cNvSpPr/>
            <p:nvPr/>
          </p:nvSpPr>
          <p:spPr>
            <a:xfrm>
              <a:off x="6523834" y="389425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2" name="pl15232"/>
            <p:cNvSpPr/>
            <p:nvPr/>
          </p:nvSpPr>
          <p:spPr>
            <a:xfrm>
              <a:off x="5746853" y="336508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3" name="pl15233"/>
            <p:cNvSpPr/>
            <p:nvPr/>
          </p:nvSpPr>
          <p:spPr>
            <a:xfrm>
              <a:off x="6404574" y="424961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4" name="pl15234"/>
            <p:cNvSpPr/>
            <p:nvPr/>
          </p:nvSpPr>
          <p:spPr>
            <a:xfrm>
              <a:off x="6400947" y="424961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5" name="pl15235"/>
            <p:cNvSpPr/>
            <p:nvPr/>
          </p:nvSpPr>
          <p:spPr>
            <a:xfrm>
              <a:off x="5905581" y="3965127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6" name="pl15236"/>
            <p:cNvSpPr/>
            <p:nvPr/>
          </p:nvSpPr>
          <p:spPr>
            <a:xfrm>
              <a:off x="6281094" y="366997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7" name="pl15237"/>
            <p:cNvSpPr/>
            <p:nvPr/>
          </p:nvSpPr>
          <p:spPr>
            <a:xfrm>
              <a:off x="6285389" y="363180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8" name="pl15238"/>
            <p:cNvSpPr/>
            <p:nvPr/>
          </p:nvSpPr>
          <p:spPr>
            <a:xfrm>
              <a:off x="6213303" y="360139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39" name="pl15239"/>
            <p:cNvSpPr/>
            <p:nvPr/>
          </p:nvSpPr>
          <p:spPr>
            <a:xfrm>
              <a:off x="6538598" y="3796118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0" name="pl15240"/>
            <p:cNvSpPr/>
            <p:nvPr/>
          </p:nvSpPr>
          <p:spPr>
            <a:xfrm>
              <a:off x="6536225" y="382973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1" name="pl15241"/>
            <p:cNvSpPr/>
            <p:nvPr/>
          </p:nvSpPr>
          <p:spPr>
            <a:xfrm>
              <a:off x="6531700" y="382973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2" name="pl15242"/>
            <p:cNvSpPr/>
            <p:nvPr/>
          </p:nvSpPr>
          <p:spPr>
            <a:xfrm>
              <a:off x="6537086" y="382973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3" name="pl15243"/>
            <p:cNvSpPr/>
            <p:nvPr/>
          </p:nvSpPr>
          <p:spPr>
            <a:xfrm>
              <a:off x="7055188" y="370393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4" name="pl15244"/>
            <p:cNvSpPr/>
            <p:nvPr/>
          </p:nvSpPr>
          <p:spPr>
            <a:xfrm>
              <a:off x="5609601" y="387866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5" name="pl15245"/>
            <p:cNvSpPr/>
            <p:nvPr/>
          </p:nvSpPr>
          <p:spPr>
            <a:xfrm>
              <a:off x="5588946" y="3886382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6" name="pl15246"/>
            <p:cNvSpPr/>
            <p:nvPr/>
          </p:nvSpPr>
          <p:spPr>
            <a:xfrm>
              <a:off x="6780651" y="401291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7" name="pl15247"/>
            <p:cNvSpPr/>
            <p:nvPr/>
          </p:nvSpPr>
          <p:spPr>
            <a:xfrm>
              <a:off x="6404574" y="4348330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8" name="pl15248"/>
            <p:cNvSpPr/>
            <p:nvPr/>
          </p:nvSpPr>
          <p:spPr>
            <a:xfrm>
              <a:off x="5659581" y="412368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49" name="pl15249"/>
            <p:cNvSpPr/>
            <p:nvPr/>
          </p:nvSpPr>
          <p:spPr>
            <a:xfrm>
              <a:off x="5921659" y="414650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0" name="pl15250"/>
            <p:cNvSpPr/>
            <p:nvPr/>
          </p:nvSpPr>
          <p:spPr>
            <a:xfrm>
              <a:off x="5933337" y="413192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1" name="pl15251"/>
            <p:cNvSpPr/>
            <p:nvPr/>
          </p:nvSpPr>
          <p:spPr>
            <a:xfrm>
              <a:off x="5930587" y="414650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2" name="pl15252"/>
            <p:cNvSpPr/>
            <p:nvPr/>
          </p:nvSpPr>
          <p:spPr>
            <a:xfrm>
              <a:off x="5939636" y="414650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3" name="pl15253"/>
            <p:cNvSpPr/>
            <p:nvPr/>
          </p:nvSpPr>
          <p:spPr>
            <a:xfrm>
              <a:off x="6860375" y="333267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4" name="pl15254"/>
            <p:cNvSpPr/>
            <p:nvPr/>
          </p:nvSpPr>
          <p:spPr>
            <a:xfrm>
              <a:off x="6244332" y="3689185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5" name="pl15255"/>
            <p:cNvSpPr/>
            <p:nvPr/>
          </p:nvSpPr>
          <p:spPr>
            <a:xfrm>
              <a:off x="6196303" y="361239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6" name="pl15256"/>
            <p:cNvSpPr/>
            <p:nvPr/>
          </p:nvSpPr>
          <p:spPr>
            <a:xfrm>
              <a:off x="6183958" y="360015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7" name="pl15257"/>
            <p:cNvSpPr/>
            <p:nvPr/>
          </p:nvSpPr>
          <p:spPr>
            <a:xfrm>
              <a:off x="6194247" y="360001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8" name="pl15258"/>
            <p:cNvSpPr/>
            <p:nvPr/>
          </p:nvSpPr>
          <p:spPr>
            <a:xfrm>
              <a:off x="6190454" y="359794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59" name="pl15259"/>
            <p:cNvSpPr/>
            <p:nvPr/>
          </p:nvSpPr>
          <p:spPr>
            <a:xfrm>
              <a:off x="6186719" y="360200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0" name="pl15260"/>
            <p:cNvSpPr/>
            <p:nvPr/>
          </p:nvSpPr>
          <p:spPr>
            <a:xfrm>
              <a:off x="6749358" y="439961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1" name="pl15261"/>
            <p:cNvSpPr/>
            <p:nvPr/>
          </p:nvSpPr>
          <p:spPr>
            <a:xfrm>
              <a:off x="6924138" y="3940595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2" name="pl15262"/>
            <p:cNvSpPr/>
            <p:nvPr/>
          </p:nvSpPr>
          <p:spPr>
            <a:xfrm>
              <a:off x="6515005" y="3887937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3" name="pl15263"/>
            <p:cNvSpPr/>
            <p:nvPr/>
          </p:nvSpPr>
          <p:spPr>
            <a:xfrm>
              <a:off x="7075296" y="408943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4" name="pl15264"/>
            <p:cNvSpPr/>
            <p:nvPr/>
          </p:nvSpPr>
          <p:spPr>
            <a:xfrm>
              <a:off x="6124831" y="3643789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5" name="pl15265"/>
            <p:cNvSpPr/>
            <p:nvPr/>
          </p:nvSpPr>
          <p:spPr>
            <a:xfrm>
              <a:off x="6135584" y="364836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6" name="pl15266"/>
            <p:cNvSpPr/>
            <p:nvPr/>
          </p:nvSpPr>
          <p:spPr>
            <a:xfrm>
              <a:off x="6370297" y="4056495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7" name="pl15267"/>
            <p:cNvSpPr/>
            <p:nvPr/>
          </p:nvSpPr>
          <p:spPr>
            <a:xfrm>
              <a:off x="6391822" y="4056495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8" name="pl15268"/>
            <p:cNvSpPr/>
            <p:nvPr/>
          </p:nvSpPr>
          <p:spPr>
            <a:xfrm>
              <a:off x="6409169" y="418361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69" name="pl15269"/>
            <p:cNvSpPr/>
            <p:nvPr/>
          </p:nvSpPr>
          <p:spPr>
            <a:xfrm>
              <a:off x="6121239" y="459340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0" name="pl15270"/>
            <p:cNvSpPr/>
            <p:nvPr/>
          </p:nvSpPr>
          <p:spPr>
            <a:xfrm>
              <a:off x="6564712" y="409497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1" name="pl15271"/>
            <p:cNvSpPr/>
            <p:nvPr/>
          </p:nvSpPr>
          <p:spPr>
            <a:xfrm>
              <a:off x="6214561" y="3622525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2" name="pl15272"/>
            <p:cNvSpPr/>
            <p:nvPr/>
          </p:nvSpPr>
          <p:spPr>
            <a:xfrm>
              <a:off x="5960074" y="451742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3" name="pl15273"/>
            <p:cNvSpPr/>
            <p:nvPr/>
          </p:nvSpPr>
          <p:spPr>
            <a:xfrm>
              <a:off x="6863543" y="436470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4" name="pl15274"/>
            <p:cNvSpPr/>
            <p:nvPr/>
          </p:nvSpPr>
          <p:spPr>
            <a:xfrm>
              <a:off x="6581686" y="446165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5" name="pl15275"/>
            <p:cNvSpPr/>
            <p:nvPr/>
          </p:nvSpPr>
          <p:spPr>
            <a:xfrm>
              <a:off x="6162187" y="3655316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6" name="pl15276"/>
            <p:cNvSpPr/>
            <p:nvPr/>
          </p:nvSpPr>
          <p:spPr>
            <a:xfrm>
              <a:off x="6523834" y="4015538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7" name="pl15277"/>
            <p:cNvSpPr/>
            <p:nvPr/>
          </p:nvSpPr>
          <p:spPr>
            <a:xfrm>
              <a:off x="5594788" y="406534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8" name="pl15278"/>
            <p:cNvSpPr/>
            <p:nvPr/>
          </p:nvSpPr>
          <p:spPr>
            <a:xfrm>
              <a:off x="6780651" y="396298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79" name="pl15279"/>
            <p:cNvSpPr/>
            <p:nvPr/>
          </p:nvSpPr>
          <p:spPr>
            <a:xfrm>
              <a:off x="6802210" y="396298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0" name="pl15280"/>
            <p:cNvSpPr/>
            <p:nvPr/>
          </p:nvSpPr>
          <p:spPr>
            <a:xfrm>
              <a:off x="6805276" y="395848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1" name="pl15281"/>
            <p:cNvSpPr/>
            <p:nvPr/>
          </p:nvSpPr>
          <p:spPr>
            <a:xfrm>
              <a:off x="6364072" y="409512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2" name="pl15282"/>
            <p:cNvSpPr/>
            <p:nvPr/>
          </p:nvSpPr>
          <p:spPr>
            <a:xfrm>
              <a:off x="6370297" y="409512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3" name="pl15283"/>
            <p:cNvSpPr/>
            <p:nvPr/>
          </p:nvSpPr>
          <p:spPr>
            <a:xfrm>
              <a:off x="6393818" y="4058739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4" name="pl15284"/>
            <p:cNvSpPr/>
            <p:nvPr/>
          </p:nvSpPr>
          <p:spPr>
            <a:xfrm>
              <a:off x="6188230" y="365304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5" name="pl15285"/>
            <p:cNvSpPr/>
            <p:nvPr/>
          </p:nvSpPr>
          <p:spPr>
            <a:xfrm>
              <a:off x="5859007" y="441542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6" name="pl15286"/>
            <p:cNvSpPr/>
            <p:nvPr/>
          </p:nvSpPr>
          <p:spPr>
            <a:xfrm>
              <a:off x="6521291" y="383902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7" name="pl15287"/>
            <p:cNvSpPr/>
            <p:nvPr/>
          </p:nvSpPr>
          <p:spPr>
            <a:xfrm>
              <a:off x="6627876" y="458972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8" name="pl15288"/>
            <p:cNvSpPr/>
            <p:nvPr/>
          </p:nvSpPr>
          <p:spPr>
            <a:xfrm>
              <a:off x="5701747" y="426888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89" name="pl15289"/>
            <p:cNvSpPr/>
            <p:nvPr/>
          </p:nvSpPr>
          <p:spPr>
            <a:xfrm>
              <a:off x="6141969" y="372133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0" name="pl15290"/>
            <p:cNvSpPr/>
            <p:nvPr/>
          </p:nvSpPr>
          <p:spPr>
            <a:xfrm>
              <a:off x="6203025" y="364368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1" name="pl15291"/>
            <p:cNvSpPr/>
            <p:nvPr/>
          </p:nvSpPr>
          <p:spPr>
            <a:xfrm>
              <a:off x="6200285" y="365575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2" name="pl15292"/>
            <p:cNvSpPr/>
            <p:nvPr/>
          </p:nvSpPr>
          <p:spPr>
            <a:xfrm>
              <a:off x="6228791" y="3649969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3" name="pl15293"/>
            <p:cNvSpPr/>
            <p:nvPr/>
          </p:nvSpPr>
          <p:spPr>
            <a:xfrm>
              <a:off x="6222908" y="367071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4" name="pl15294"/>
            <p:cNvSpPr/>
            <p:nvPr/>
          </p:nvSpPr>
          <p:spPr>
            <a:xfrm>
              <a:off x="5925631" y="415752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5" name="pl15295"/>
            <p:cNvSpPr/>
            <p:nvPr/>
          </p:nvSpPr>
          <p:spPr>
            <a:xfrm>
              <a:off x="6308399" y="412401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6" name="pl15296"/>
            <p:cNvSpPr/>
            <p:nvPr/>
          </p:nvSpPr>
          <p:spPr>
            <a:xfrm>
              <a:off x="5936419" y="419846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7" name="pl15297"/>
            <p:cNvSpPr/>
            <p:nvPr/>
          </p:nvSpPr>
          <p:spPr>
            <a:xfrm>
              <a:off x="6549154" y="4156474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8" name="pl15298"/>
            <p:cNvSpPr/>
            <p:nvPr/>
          </p:nvSpPr>
          <p:spPr>
            <a:xfrm>
              <a:off x="6549154" y="4156474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99" name="pl15299"/>
            <p:cNvSpPr/>
            <p:nvPr/>
          </p:nvSpPr>
          <p:spPr>
            <a:xfrm>
              <a:off x="6549154" y="4156474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0" name="pl15300"/>
            <p:cNvSpPr/>
            <p:nvPr/>
          </p:nvSpPr>
          <p:spPr>
            <a:xfrm>
              <a:off x="6549154" y="4156474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1" name="pl15301"/>
            <p:cNvSpPr/>
            <p:nvPr/>
          </p:nvSpPr>
          <p:spPr>
            <a:xfrm>
              <a:off x="6515005" y="396525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2" name="pl15302"/>
            <p:cNvSpPr/>
            <p:nvPr/>
          </p:nvSpPr>
          <p:spPr>
            <a:xfrm>
              <a:off x="6549154" y="410573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3" name="pl15303"/>
            <p:cNvSpPr/>
            <p:nvPr/>
          </p:nvSpPr>
          <p:spPr>
            <a:xfrm>
              <a:off x="6524798" y="4072486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4" name="pl15304"/>
            <p:cNvSpPr/>
            <p:nvPr/>
          </p:nvSpPr>
          <p:spPr>
            <a:xfrm>
              <a:off x="6546218" y="4156474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5" name="pl15305"/>
            <p:cNvSpPr/>
            <p:nvPr/>
          </p:nvSpPr>
          <p:spPr>
            <a:xfrm>
              <a:off x="6549154" y="4156474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6" name="pl15306"/>
            <p:cNvSpPr/>
            <p:nvPr/>
          </p:nvSpPr>
          <p:spPr>
            <a:xfrm>
              <a:off x="6535659" y="4156474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7" name="pl15307"/>
            <p:cNvSpPr/>
            <p:nvPr/>
          </p:nvSpPr>
          <p:spPr>
            <a:xfrm>
              <a:off x="6244332" y="3689185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8" name="pl15308"/>
            <p:cNvSpPr/>
            <p:nvPr/>
          </p:nvSpPr>
          <p:spPr>
            <a:xfrm>
              <a:off x="5753341" y="3352397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09" name="pl15309"/>
            <p:cNvSpPr/>
            <p:nvPr/>
          </p:nvSpPr>
          <p:spPr>
            <a:xfrm>
              <a:off x="6552219" y="407661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0" name="pl15310"/>
            <p:cNvSpPr/>
            <p:nvPr/>
          </p:nvSpPr>
          <p:spPr>
            <a:xfrm>
              <a:off x="7098792" y="390847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1" name="pl15311"/>
            <p:cNvSpPr/>
            <p:nvPr/>
          </p:nvSpPr>
          <p:spPr>
            <a:xfrm>
              <a:off x="6772987" y="4110309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2" name="pl15312"/>
            <p:cNvSpPr/>
            <p:nvPr/>
          </p:nvSpPr>
          <p:spPr>
            <a:xfrm>
              <a:off x="6755398" y="409339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3" name="pl15313"/>
            <p:cNvSpPr/>
            <p:nvPr/>
          </p:nvSpPr>
          <p:spPr>
            <a:xfrm>
              <a:off x="5738049" y="3451435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4" name="pl15314"/>
            <p:cNvSpPr/>
            <p:nvPr/>
          </p:nvSpPr>
          <p:spPr>
            <a:xfrm>
              <a:off x="6581668" y="385943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5" name="pl15315"/>
            <p:cNvSpPr/>
            <p:nvPr/>
          </p:nvSpPr>
          <p:spPr>
            <a:xfrm>
              <a:off x="6581668" y="385943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6" name="pl15316"/>
            <p:cNvSpPr/>
            <p:nvPr/>
          </p:nvSpPr>
          <p:spPr>
            <a:xfrm>
              <a:off x="5951216" y="419846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7" name="pl15317"/>
            <p:cNvSpPr/>
            <p:nvPr/>
          </p:nvSpPr>
          <p:spPr>
            <a:xfrm>
              <a:off x="6202686" y="364368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8" name="pl15318"/>
            <p:cNvSpPr/>
            <p:nvPr/>
          </p:nvSpPr>
          <p:spPr>
            <a:xfrm>
              <a:off x="6202686" y="364602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19" name="pl15319"/>
            <p:cNvSpPr/>
            <p:nvPr/>
          </p:nvSpPr>
          <p:spPr>
            <a:xfrm>
              <a:off x="6846075" y="4447572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0" name="pl15320"/>
            <p:cNvSpPr/>
            <p:nvPr/>
          </p:nvSpPr>
          <p:spPr>
            <a:xfrm>
              <a:off x="6548213" y="404089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1" name="pl15321"/>
            <p:cNvSpPr/>
            <p:nvPr/>
          </p:nvSpPr>
          <p:spPr>
            <a:xfrm>
              <a:off x="6655365" y="376684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2" name="pl15322"/>
            <p:cNvSpPr/>
            <p:nvPr/>
          </p:nvSpPr>
          <p:spPr>
            <a:xfrm>
              <a:off x="6655365" y="378274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3" name="pl15323"/>
            <p:cNvSpPr/>
            <p:nvPr/>
          </p:nvSpPr>
          <p:spPr>
            <a:xfrm>
              <a:off x="6734177" y="401291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4" name="pl15324"/>
            <p:cNvSpPr/>
            <p:nvPr/>
          </p:nvSpPr>
          <p:spPr>
            <a:xfrm>
              <a:off x="6734177" y="407388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5" name="pl15325"/>
            <p:cNvSpPr/>
            <p:nvPr/>
          </p:nvSpPr>
          <p:spPr>
            <a:xfrm>
              <a:off x="6682067" y="407388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6" name="pl15326"/>
            <p:cNvSpPr/>
            <p:nvPr/>
          </p:nvSpPr>
          <p:spPr>
            <a:xfrm>
              <a:off x="6734177" y="407388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7" name="pl15327"/>
            <p:cNvSpPr/>
            <p:nvPr/>
          </p:nvSpPr>
          <p:spPr>
            <a:xfrm>
              <a:off x="5729093" y="345183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8" name="pl15328"/>
            <p:cNvSpPr/>
            <p:nvPr/>
          </p:nvSpPr>
          <p:spPr>
            <a:xfrm>
              <a:off x="6235279" y="3689185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29" name="pl15329"/>
            <p:cNvSpPr/>
            <p:nvPr/>
          </p:nvSpPr>
          <p:spPr>
            <a:xfrm>
              <a:off x="6397568" y="418361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0" name="pl15330"/>
            <p:cNvSpPr/>
            <p:nvPr/>
          </p:nvSpPr>
          <p:spPr>
            <a:xfrm>
              <a:off x="6393337" y="418784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1" name="pl15331"/>
            <p:cNvSpPr/>
            <p:nvPr/>
          </p:nvSpPr>
          <p:spPr>
            <a:xfrm>
              <a:off x="6397568" y="4142439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2" name="pl15332"/>
            <p:cNvSpPr/>
            <p:nvPr/>
          </p:nvSpPr>
          <p:spPr>
            <a:xfrm>
              <a:off x="6192424" y="366550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3" name="pl15333"/>
            <p:cNvSpPr/>
            <p:nvPr/>
          </p:nvSpPr>
          <p:spPr>
            <a:xfrm>
              <a:off x="6485930" y="385563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4" name="pl15334"/>
            <p:cNvSpPr/>
            <p:nvPr/>
          </p:nvSpPr>
          <p:spPr>
            <a:xfrm>
              <a:off x="6503452" y="383684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5" name="pl15335"/>
            <p:cNvSpPr/>
            <p:nvPr/>
          </p:nvSpPr>
          <p:spPr>
            <a:xfrm>
              <a:off x="6495097" y="385563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6" name="pl15336"/>
            <p:cNvSpPr/>
            <p:nvPr/>
          </p:nvSpPr>
          <p:spPr>
            <a:xfrm>
              <a:off x="6191855" y="365868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7" name="pl15337"/>
            <p:cNvSpPr/>
            <p:nvPr/>
          </p:nvSpPr>
          <p:spPr>
            <a:xfrm>
              <a:off x="6137730" y="452335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8" name="pl15338"/>
            <p:cNvSpPr/>
            <p:nvPr/>
          </p:nvSpPr>
          <p:spPr>
            <a:xfrm>
              <a:off x="6537840" y="3825152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39" name="pl15339"/>
            <p:cNvSpPr/>
            <p:nvPr/>
          </p:nvSpPr>
          <p:spPr>
            <a:xfrm>
              <a:off x="6539135" y="3810016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0" name="pl15340"/>
            <p:cNvSpPr/>
            <p:nvPr/>
          </p:nvSpPr>
          <p:spPr>
            <a:xfrm>
              <a:off x="6538598" y="3825152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1" name="pl15341"/>
            <p:cNvSpPr/>
            <p:nvPr/>
          </p:nvSpPr>
          <p:spPr>
            <a:xfrm>
              <a:off x="6538791" y="381989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2" name="pl15342"/>
            <p:cNvSpPr/>
            <p:nvPr/>
          </p:nvSpPr>
          <p:spPr>
            <a:xfrm>
              <a:off x="6539135" y="382482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3" name="pl15343"/>
            <p:cNvSpPr/>
            <p:nvPr/>
          </p:nvSpPr>
          <p:spPr>
            <a:xfrm>
              <a:off x="6460808" y="307578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4" name="pl15344"/>
            <p:cNvSpPr/>
            <p:nvPr/>
          </p:nvSpPr>
          <p:spPr>
            <a:xfrm>
              <a:off x="5960074" y="4526185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5" name="pl15345"/>
            <p:cNvSpPr/>
            <p:nvPr/>
          </p:nvSpPr>
          <p:spPr>
            <a:xfrm>
              <a:off x="6174337" y="314227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6" name="pl15346"/>
            <p:cNvSpPr/>
            <p:nvPr/>
          </p:nvSpPr>
          <p:spPr>
            <a:xfrm>
              <a:off x="6598800" y="383928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7" name="pl15347"/>
            <p:cNvSpPr/>
            <p:nvPr/>
          </p:nvSpPr>
          <p:spPr>
            <a:xfrm>
              <a:off x="5569729" y="391763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8" name="pl15348"/>
            <p:cNvSpPr/>
            <p:nvPr/>
          </p:nvSpPr>
          <p:spPr>
            <a:xfrm>
              <a:off x="5558648" y="391763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49" name="pl15349"/>
            <p:cNvSpPr/>
            <p:nvPr/>
          </p:nvSpPr>
          <p:spPr>
            <a:xfrm>
              <a:off x="5569729" y="3902669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0" name="pl15350"/>
            <p:cNvSpPr/>
            <p:nvPr/>
          </p:nvSpPr>
          <p:spPr>
            <a:xfrm>
              <a:off x="5728849" y="336508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1" name="pl15351"/>
            <p:cNvSpPr/>
            <p:nvPr/>
          </p:nvSpPr>
          <p:spPr>
            <a:xfrm>
              <a:off x="5597214" y="3712785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2" name="pl15352"/>
            <p:cNvSpPr/>
            <p:nvPr/>
          </p:nvSpPr>
          <p:spPr>
            <a:xfrm>
              <a:off x="5789412" y="401659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3" name="pl15353"/>
            <p:cNvSpPr/>
            <p:nvPr/>
          </p:nvSpPr>
          <p:spPr>
            <a:xfrm>
              <a:off x="5792502" y="401939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4" name="pl15354"/>
            <p:cNvSpPr/>
            <p:nvPr/>
          </p:nvSpPr>
          <p:spPr>
            <a:xfrm>
              <a:off x="5588946" y="3902669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5" name="pl15355"/>
            <p:cNvSpPr/>
            <p:nvPr/>
          </p:nvSpPr>
          <p:spPr>
            <a:xfrm>
              <a:off x="5967665" y="4170542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6" name="pl15356"/>
            <p:cNvSpPr/>
            <p:nvPr/>
          </p:nvSpPr>
          <p:spPr>
            <a:xfrm>
              <a:off x="5967665" y="4165805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7" name="pl15357"/>
            <p:cNvSpPr/>
            <p:nvPr/>
          </p:nvSpPr>
          <p:spPr>
            <a:xfrm>
              <a:off x="5950032" y="4165635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8" name="pl15358"/>
            <p:cNvSpPr/>
            <p:nvPr/>
          </p:nvSpPr>
          <p:spPr>
            <a:xfrm>
              <a:off x="6550880" y="420001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59" name="pl15359"/>
            <p:cNvSpPr/>
            <p:nvPr/>
          </p:nvSpPr>
          <p:spPr>
            <a:xfrm>
              <a:off x="6389353" y="420408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0" name="pl15360"/>
            <p:cNvSpPr/>
            <p:nvPr/>
          </p:nvSpPr>
          <p:spPr>
            <a:xfrm>
              <a:off x="7025687" y="4126199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1" name="pl15361"/>
            <p:cNvSpPr/>
            <p:nvPr/>
          </p:nvSpPr>
          <p:spPr>
            <a:xfrm>
              <a:off x="6244332" y="3674842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2" name="pl15362"/>
            <p:cNvSpPr/>
            <p:nvPr/>
          </p:nvSpPr>
          <p:spPr>
            <a:xfrm>
              <a:off x="6248901" y="3685175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3" name="pl15363"/>
            <p:cNvSpPr/>
            <p:nvPr/>
          </p:nvSpPr>
          <p:spPr>
            <a:xfrm>
              <a:off x="5950032" y="4165635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4" name="pl15364"/>
            <p:cNvSpPr/>
            <p:nvPr/>
          </p:nvSpPr>
          <p:spPr>
            <a:xfrm>
              <a:off x="6490568" y="396525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5" name="pl15365"/>
            <p:cNvSpPr/>
            <p:nvPr/>
          </p:nvSpPr>
          <p:spPr>
            <a:xfrm>
              <a:off x="6222121" y="461571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6" name="pl15366"/>
            <p:cNvSpPr/>
            <p:nvPr/>
          </p:nvSpPr>
          <p:spPr>
            <a:xfrm>
              <a:off x="6575771" y="406166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7" name="pl15367"/>
            <p:cNvSpPr/>
            <p:nvPr/>
          </p:nvSpPr>
          <p:spPr>
            <a:xfrm>
              <a:off x="6244332" y="3680319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8" name="pl15368"/>
            <p:cNvSpPr/>
            <p:nvPr/>
          </p:nvSpPr>
          <p:spPr>
            <a:xfrm>
              <a:off x="5764042" y="430604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69" name="pl15369"/>
            <p:cNvSpPr/>
            <p:nvPr/>
          </p:nvSpPr>
          <p:spPr>
            <a:xfrm>
              <a:off x="6951798" y="3570830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0" name="pl15370"/>
            <p:cNvSpPr/>
            <p:nvPr/>
          </p:nvSpPr>
          <p:spPr>
            <a:xfrm>
              <a:off x="6943723" y="356266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1" name="pl15371"/>
            <p:cNvSpPr/>
            <p:nvPr/>
          </p:nvSpPr>
          <p:spPr>
            <a:xfrm>
              <a:off x="6951798" y="354943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2" name="pl15372"/>
            <p:cNvSpPr/>
            <p:nvPr/>
          </p:nvSpPr>
          <p:spPr>
            <a:xfrm>
              <a:off x="6581686" y="447049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3" name="pl15373"/>
            <p:cNvSpPr/>
            <p:nvPr/>
          </p:nvSpPr>
          <p:spPr>
            <a:xfrm>
              <a:off x="6261306" y="356919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4" name="pl15374"/>
            <p:cNvSpPr/>
            <p:nvPr/>
          </p:nvSpPr>
          <p:spPr>
            <a:xfrm>
              <a:off x="6924138" y="3947657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5" name="pl15375"/>
            <p:cNvSpPr/>
            <p:nvPr/>
          </p:nvSpPr>
          <p:spPr>
            <a:xfrm>
              <a:off x="6222859" y="3678939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6" name="pl15376"/>
            <p:cNvSpPr/>
            <p:nvPr/>
          </p:nvSpPr>
          <p:spPr>
            <a:xfrm>
              <a:off x="6200285" y="366550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7" name="pl15377"/>
            <p:cNvSpPr/>
            <p:nvPr/>
          </p:nvSpPr>
          <p:spPr>
            <a:xfrm>
              <a:off x="6209167" y="366847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8" name="pl15378"/>
            <p:cNvSpPr/>
            <p:nvPr/>
          </p:nvSpPr>
          <p:spPr>
            <a:xfrm>
              <a:off x="6294333" y="366612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79" name="pl15379"/>
            <p:cNvSpPr/>
            <p:nvPr/>
          </p:nvSpPr>
          <p:spPr>
            <a:xfrm>
              <a:off x="5586148" y="388939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0" name="pl15380"/>
            <p:cNvSpPr/>
            <p:nvPr/>
          </p:nvSpPr>
          <p:spPr>
            <a:xfrm>
              <a:off x="6800828" y="329668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1" name="pl15381"/>
            <p:cNvSpPr/>
            <p:nvPr/>
          </p:nvSpPr>
          <p:spPr>
            <a:xfrm>
              <a:off x="6259510" y="366256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2" name="pl15382"/>
            <p:cNvSpPr/>
            <p:nvPr/>
          </p:nvSpPr>
          <p:spPr>
            <a:xfrm>
              <a:off x="6232923" y="366256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3" name="pl15383"/>
            <p:cNvSpPr/>
            <p:nvPr/>
          </p:nvSpPr>
          <p:spPr>
            <a:xfrm>
              <a:off x="6236694" y="366256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4" name="pl15384"/>
            <p:cNvSpPr/>
            <p:nvPr/>
          </p:nvSpPr>
          <p:spPr>
            <a:xfrm>
              <a:off x="6259510" y="364778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5" name="pl15385"/>
            <p:cNvSpPr/>
            <p:nvPr/>
          </p:nvSpPr>
          <p:spPr>
            <a:xfrm>
              <a:off x="6259510" y="3649133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6" name="pl15386"/>
            <p:cNvSpPr/>
            <p:nvPr/>
          </p:nvSpPr>
          <p:spPr>
            <a:xfrm>
              <a:off x="6228654" y="366256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7" name="pl15387"/>
            <p:cNvSpPr/>
            <p:nvPr/>
          </p:nvSpPr>
          <p:spPr>
            <a:xfrm>
              <a:off x="6242838" y="364541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8" name="pl15388"/>
            <p:cNvSpPr/>
            <p:nvPr/>
          </p:nvSpPr>
          <p:spPr>
            <a:xfrm>
              <a:off x="6247050" y="366256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89" name="pl15389"/>
            <p:cNvSpPr/>
            <p:nvPr/>
          </p:nvSpPr>
          <p:spPr>
            <a:xfrm>
              <a:off x="6252205" y="366256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0" name="pl15390"/>
            <p:cNvSpPr/>
            <p:nvPr/>
          </p:nvSpPr>
          <p:spPr>
            <a:xfrm>
              <a:off x="6234915" y="366256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1" name="pl15391"/>
            <p:cNvSpPr/>
            <p:nvPr/>
          </p:nvSpPr>
          <p:spPr>
            <a:xfrm>
              <a:off x="6247524" y="366256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2" name="pl15392"/>
            <p:cNvSpPr/>
            <p:nvPr/>
          </p:nvSpPr>
          <p:spPr>
            <a:xfrm>
              <a:off x="6259510" y="3627664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3" name="pl15393"/>
            <p:cNvSpPr/>
            <p:nvPr/>
          </p:nvSpPr>
          <p:spPr>
            <a:xfrm>
              <a:off x="6259510" y="366256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4" name="pl15394"/>
            <p:cNvSpPr/>
            <p:nvPr/>
          </p:nvSpPr>
          <p:spPr>
            <a:xfrm>
              <a:off x="6238619" y="366256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5" name="pl15395"/>
            <p:cNvSpPr/>
            <p:nvPr/>
          </p:nvSpPr>
          <p:spPr>
            <a:xfrm>
              <a:off x="6259510" y="3657949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6" name="pl15396"/>
            <p:cNvSpPr/>
            <p:nvPr/>
          </p:nvSpPr>
          <p:spPr>
            <a:xfrm>
              <a:off x="6241463" y="366256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7" name="pl15397"/>
            <p:cNvSpPr/>
            <p:nvPr/>
          </p:nvSpPr>
          <p:spPr>
            <a:xfrm>
              <a:off x="6224057" y="363681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8" name="pl15398"/>
            <p:cNvSpPr/>
            <p:nvPr/>
          </p:nvSpPr>
          <p:spPr>
            <a:xfrm>
              <a:off x="6259510" y="366256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399" name="pl15399"/>
            <p:cNvSpPr/>
            <p:nvPr/>
          </p:nvSpPr>
          <p:spPr>
            <a:xfrm>
              <a:off x="6228791" y="366256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0" name="pl15400"/>
            <p:cNvSpPr/>
            <p:nvPr/>
          </p:nvSpPr>
          <p:spPr>
            <a:xfrm>
              <a:off x="6259510" y="365556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1" name="pl15401"/>
            <p:cNvSpPr/>
            <p:nvPr/>
          </p:nvSpPr>
          <p:spPr>
            <a:xfrm>
              <a:off x="6259510" y="3652497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2" name="pl15402"/>
            <p:cNvSpPr/>
            <p:nvPr/>
          </p:nvSpPr>
          <p:spPr>
            <a:xfrm>
              <a:off x="6259510" y="3626823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3" name="pl15403"/>
            <p:cNvSpPr/>
            <p:nvPr/>
          </p:nvSpPr>
          <p:spPr>
            <a:xfrm>
              <a:off x="6259510" y="364180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4" name="pl15404"/>
            <p:cNvSpPr/>
            <p:nvPr/>
          </p:nvSpPr>
          <p:spPr>
            <a:xfrm>
              <a:off x="6259510" y="365895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5" name="pl15405"/>
            <p:cNvSpPr/>
            <p:nvPr/>
          </p:nvSpPr>
          <p:spPr>
            <a:xfrm>
              <a:off x="6259510" y="366256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6" name="pl15406"/>
            <p:cNvSpPr/>
            <p:nvPr/>
          </p:nvSpPr>
          <p:spPr>
            <a:xfrm>
              <a:off x="6259510" y="3659651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7" name="pl15407"/>
            <p:cNvSpPr/>
            <p:nvPr/>
          </p:nvSpPr>
          <p:spPr>
            <a:xfrm>
              <a:off x="6225862" y="366256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8" name="pl15408"/>
            <p:cNvSpPr/>
            <p:nvPr/>
          </p:nvSpPr>
          <p:spPr>
            <a:xfrm>
              <a:off x="6259510" y="366256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09" name="pl15409"/>
            <p:cNvSpPr/>
            <p:nvPr/>
          </p:nvSpPr>
          <p:spPr>
            <a:xfrm>
              <a:off x="6259510" y="363809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0" name="pl15410"/>
            <p:cNvSpPr/>
            <p:nvPr/>
          </p:nvSpPr>
          <p:spPr>
            <a:xfrm>
              <a:off x="6258579" y="366256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1" name="pl15411"/>
            <p:cNvSpPr/>
            <p:nvPr/>
          </p:nvSpPr>
          <p:spPr>
            <a:xfrm>
              <a:off x="6248901" y="366256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2" name="pl15412"/>
            <p:cNvSpPr/>
            <p:nvPr/>
          </p:nvSpPr>
          <p:spPr>
            <a:xfrm>
              <a:off x="6259510" y="362490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3" name="pl15413"/>
            <p:cNvSpPr/>
            <p:nvPr/>
          </p:nvSpPr>
          <p:spPr>
            <a:xfrm>
              <a:off x="6259510" y="364513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4" name="pl15414"/>
            <p:cNvSpPr/>
            <p:nvPr/>
          </p:nvSpPr>
          <p:spPr>
            <a:xfrm>
              <a:off x="6249955" y="366256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5" name="pl15415"/>
            <p:cNvSpPr/>
            <p:nvPr/>
          </p:nvSpPr>
          <p:spPr>
            <a:xfrm>
              <a:off x="6241848" y="366256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6" name="pl15416"/>
            <p:cNvSpPr/>
            <p:nvPr/>
          </p:nvSpPr>
          <p:spPr>
            <a:xfrm>
              <a:off x="6259510" y="3654809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7" name="pl15417"/>
            <p:cNvSpPr/>
            <p:nvPr/>
          </p:nvSpPr>
          <p:spPr>
            <a:xfrm>
              <a:off x="6278616" y="365847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8" name="pl15418"/>
            <p:cNvSpPr/>
            <p:nvPr/>
          </p:nvSpPr>
          <p:spPr>
            <a:xfrm>
              <a:off x="6581686" y="447049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19" name="pl15419"/>
            <p:cNvSpPr/>
            <p:nvPr/>
          </p:nvSpPr>
          <p:spPr>
            <a:xfrm>
              <a:off x="6163574" y="3702346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0" name="pl15420"/>
            <p:cNvSpPr/>
            <p:nvPr/>
          </p:nvSpPr>
          <p:spPr>
            <a:xfrm>
              <a:off x="6621372" y="4597599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1" name="pl15421"/>
            <p:cNvSpPr/>
            <p:nvPr/>
          </p:nvSpPr>
          <p:spPr>
            <a:xfrm>
              <a:off x="6570543" y="3797708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2" name="pl15422"/>
            <p:cNvSpPr/>
            <p:nvPr/>
          </p:nvSpPr>
          <p:spPr>
            <a:xfrm>
              <a:off x="6535593" y="3805975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3" name="pl15423"/>
            <p:cNvSpPr/>
            <p:nvPr/>
          </p:nvSpPr>
          <p:spPr>
            <a:xfrm>
              <a:off x="6770515" y="4091866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4" name="pl15424"/>
            <p:cNvSpPr/>
            <p:nvPr/>
          </p:nvSpPr>
          <p:spPr>
            <a:xfrm>
              <a:off x="5838372" y="326104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5" name="pl15425"/>
            <p:cNvSpPr/>
            <p:nvPr/>
          </p:nvSpPr>
          <p:spPr>
            <a:xfrm>
              <a:off x="6234181" y="368838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6" name="pl15426"/>
            <p:cNvSpPr/>
            <p:nvPr/>
          </p:nvSpPr>
          <p:spPr>
            <a:xfrm>
              <a:off x="6980852" y="4262912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7" name="pl15427"/>
            <p:cNvSpPr/>
            <p:nvPr/>
          </p:nvSpPr>
          <p:spPr>
            <a:xfrm>
              <a:off x="6970912" y="427964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8" name="pl15428"/>
            <p:cNvSpPr/>
            <p:nvPr/>
          </p:nvSpPr>
          <p:spPr>
            <a:xfrm>
              <a:off x="6492785" y="462707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29" name="pl15429"/>
            <p:cNvSpPr/>
            <p:nvPr/>
          </p:nvSpPr>
          <p:spPr>
            <a:xfrm>
              <a:off x="6452984" y="3924536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0" name="pl15430"/>
            <p:cNvSpPr/>
            <p:nvPr/>
          </p:nvSpPr>
          <p:spPr>
            <a:xfrm>
              <a:off x="6999685" y="348057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1" name="pl15431"/>
            <p:cNvSpPr/>
            <p:nvPr/>
          </p:nvSpPr>
          <p:spPr>
            <a:xfrm>
              <a:off x="6523834" y="387564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2" name="pl15432"/>
            <p:cNvSpPr/>
            <p:nvPr/>
          </p:nvSpPr>
          <p:spPr>
            <a:xfrm>
              <a:off x="6587807" y="404533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3" name="pl15433"/>
            <p:cNvSpPr/>
            <p:nvPr/>
          </p:nvSpPr>
          <p:spPr>
            <a:xfrm>
              <a:off x="6532331" y="383684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4" name="pl15434"/>
            <p:cNvSpPr/>
            <p:nvPr/>
          </p:nvSpPr>
          <p:spPr>
            <a:xfrm>
              <a:off x="6566059" y="380254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5" name="pl15435"/>
            <p:cNvSpPr/>
            <p:nvPr/>
          </p:nvSpPr>
          <p:spPr>
            <a:xfrm>
              <a:off x="6566059" y="3784196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6" name="pl15436"/>
            <p:cNvSpPr/>
            <p:nvPr/>
          </p:nvSpPr>
          <p:spPr>
            <a:xfrm>
              <a:off x="7086967" y="380041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7" name="pl15437"/>
            <p:cNvSpPr/>
            <p:nvPr/>
          </p:nvSpPr>
          <p:spPr>
            <a:xfrm>
              <a:off x="5774085" y="437780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8" name="pl15438"/>
            <p:cNvSpPr/>
            <p:nvPr/>
          </p:nvSpPr>
          <p:spPr>
            <a:xfrm>
              <a:off x="6244332" y="3689185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39" name="pl15439"/>
            <p:cNvSpPr/>
            <p:nvPr/>
          </p:nvSpPr>
          <p:spPr>
            <a:xfrm>
              <a:off x="6236141" y="368742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0" name="pl15440"/>
            <p:cNvSpPr/>
            <p:nvPr/>
          </p:nvSpPr>
          <p:spPr>
            <a:xfrm>
              <a:off x="5951173" y="419846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1" name="pl15441"/>
            <p:cNvSpPr/>
            <p:nvPr/>
          </p:nvSpPr>
          <p:spPr>
            <a:xfrm>
              <a:off x="6174394" y="368945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2" name="pl15442"/>
            <p:cNvSpPr/>
            <p:nvPr/>
          </p:nvSpPr>
          <p:spPr>
            <a:xfrm>
              <a:off x="6248901" y="3685175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3" name="pl15443"/>
            <p:cNvSpPr/>
            <p:nvPr/>
          </p:nvSpPr>
          <p:spPr>
            <a:xfrm>
              <a:off x="6520578" y="3890859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4" name="pl15444"/>
            <p:cNvSpPr/>
            <p:nvPr/>
          </p:nvSpPr>
          <p:spPr>
            <a:xfrm>
              <a:off x="6516798" y="3907965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5" name="pl15445"/>
            <p:cNvSpPr/>
            <p:nvPr/>
          </p:nvSpPr>
          <p:spPr>
            <a:xfrm>
              <a:off x="6433078" y="403207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6" name="pl15446"/>
            <p:cNvSpPr/>
            <p:nvPr/>
          </p:nvSpPr>
          <p:spPr>
            <a:xfrm>
              <a:off x="6433078" y="3979277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7" name="pl15447"/>
            <p:cNvSpPr/>
            <p:nvPr/>
          </p:nvSpPr>
          <p:spPr>
            <a:xfrm>
              <a:off x="6407793" y="405058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8" name="pl15448"/>
            <p:cNvSpPr/>
            <p:nvPr/>
          </p:nvSpPr>
          <p:spPr>
            <a:xfrm>
              <a:off x="6421291" y="405058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49" name="pl15449"/>
            <p:cNvSpPr/>
            <p:nvPr/>
          </p:nvSpPr>
          <p:spPr>
            <a:xfrm>
              <a:off x="6428733" y="405058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0" name="pl15450"/>
            <p:cNvSpPr/>
            <p:nvPr/>
          </p:nvSpPr>
          <p:spPr>
            <a:xfrm>
              <a:off x="6239445" y="3591040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1" name="pl15451"/>
            <p:cNvSpPr/>
            <p:nvPr/>
          </p:nvSpPr>
          <p:spPr>
            <a:xfrm>
              <a:off x="6231220" y="360722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2" name="pl15452"/>
            <p:cNvSpPr/>
            <p:nvPr/>
          </p:nvSpPr>
          <p:spPr>
            <a:xfrm>
              <a:off x="6242442" y="360722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3" name="pl15453"/>
            <p:cNvSpPr/>
            <p:nvPr/>
          </p:nvSpPr>
          <p:spPr>
            <a:xfrm>
              <a:off x="6241738" y="3573583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54" name="pt15454"/>
            <p:cNvSpPr/>
            <p:nvPr/>
          </p:nvSpPr>
          <p:spPr>
            <a:xfrm>
              <a:off x="6386559" y="30998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55" name="pt15455"/>
            <p:cNvSpPr/>
            <p:nvPr/>
          </p:nvSpPr>
          <p:spPr>
            <a:xfrm>
              <a:off x="6172477" y="3632390"/>
              <a:ext cx="67219" cy="67219"/>
            </a:xfrm>
            <a:prstGeom prst="ellipse">
              <a:avLst/>
            </a:prstGeom>
            <a:solidFill>
              <a:srgbClr val="D95F02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56" name="pt15456"/>
            <p:cNvSpPr/>
            <p:nvPr/>
          </p:nvSpPr>
          <p:spPr>
            <a:xfrm>
              <a:off x="6778698" y="3983524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57" name="pt15457"/>
            <p:cNvSpPr/>
            <p:nvPr/>
          </p:nvSpPr>
          <p:spPr>
            <a:xfrm>
              <a:off x="6252252" y="36399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58" name="pt15458"/>
            <p:cNvSpPr/>
            <p:nvPr/>
          </p:nvSpPr>
          <p:spPr>
            <a:xfrm>
              <a:off x="6875727" y="337277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59" name="pg15459"/>
            <p:cNvSpPr/>
            <p:nvPr/>
          </p:nvSpPr>
          <p:spPr>
            <a:xfrm>
              <a:off x="6368830" y="414327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0" name="pt15460"/>
            <p:cNvSpPr/>
            <p:nvPr/>
          </p:nvSpPr>
          <p:spPr>
            <a:xfrm>
              <a:off x="6230086" y="3677526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1" name="pl15461"/>
            <p:cNvSpPr/>
            <p:nvPr/>
          </p:nvSpPr>
          <p:spPr>
            <a:xfrm>
              <a:off x="6374977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2" name="pl15462"/>
            <p:cNvSpPr/>
            <p:nvPr/>
          </p:nvSpPr>
          <p:spPr>
            <a:xfrm>
              <a:off x="6374977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3" name="pl15463"/>
            <p:cNvSpPr/>
            <p:nvPr/>
          </p:nvSpPr>
          <p:spPr>
            <a:xfrm>
              <a:off x="6364863" y="362713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4" name="pl15464"/>
            <p:cNvSpPr/>
            <p:nvPr/>
          </p:nvSpPr>
          <p:spPr>
            <a:xfrm>
              <a:off x="6399393" y="359259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65" name="pt15465"/>
            <p:cNvSpPr/>
            <p:nvPr/>
          </p:nvSpPr>
          <p:spPr>
            <a:xfrm>
              <a:off x="6208486" y="3625552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6" name="pg15466"/>
            <p:cNvSpPr/>
            <p:nvPr/>
          </p:nvSpPr>
          <p:spPr>
            <a:xfrm>
              <a:off x="5950590" y="35110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7" name="pt15467"/>
            <p:cNvSpPr/>
            <p:nvPr/>
          </p:nvSpPr>
          <p:spPr>
            <a:xfrm>
              <a:off x="6740312" y="397257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8" name="pt15468"/>
            <p:cNvSpPr/>
            <p:nvPr/>
          </p:nvSpPr>
          <p:spPr>
            <a:xfrm>
              <a:off x="6156386" y="3625348"/>
              <a:ext cx="74834" cy="74834"/>
            </a:xfrm>
            <a:prstGeom prst="ellipse">
              <a:avLst/>
            </a:prstGeom>
            <a:solidFill>
              <a:srgbClr val="7570B3">
                <a:alpha val="7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69" name="pt15469"/>
            <p:cNvSpPr/>
            <p:nvPr/>
          </p:nvSpPr>
          <p:spPr>
            <a:xfrm>
              <a:off x="6768600" y="393476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0" name="pt15470"/>
            <p:cNvSpPr/>
            <p:nvPr/>
          </p:nvSpPr>
          <p:spPr>
            <a:xfrm>
              <a:off x="6409023" y="44693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1" name="pt15471"/>
            <p:cNvSpPr/>
            <p:nvPr/>
          </p:nvSpPr>
          <p:spPr>
            <a:xfrm>
              <a:off x="6489197" y="40172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2" name="pg15472"/>
            <p:cNvSpPr/>
            <p:nvPr/>
          </p:nvSpPr>
          <p:spPr>
            <a:xfrm>
              <a:off x="6407168" y="39984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3" name="pt15473"/>
            <p:cNvSpPr/>
            <p:nvPr/>
          </p:nvSpPr>
          <p:spPr>
            <a:xfrm>
              <a:off x="6594069" y="377017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4" name="pt15474"/>
            <p:cNvSpPr/>
            <p:nvPr/>
          </p:nvSpPr>
          <p:spPr>
            <a:xfrm>
              <a:off x="6865332" y="3377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5" name="pg15475"/>
            <p:cNvSpPr/>
            <p:nvPr/>
          </p:nvSpPr>
          <p:spPr>
            <a:xfrm>
              <a:off x="6482863" y="380334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6" name="pt15476"/>
            <p:cNvSpPr/>
            <p:nvPr/>
          </p:nvSpPr>
          <p:spPr>
            <a:xfrm>
              <a:off x="6641370" y="31722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7" name="pt15477"/>
            <p:cNvSpPr/>
            <p:nvPr/>
          </p:nvSpPr>
          <p:spPr>
            <a:xfrm>
              <a:off x="6164741" y="3710700"/>
              <a:ext cx="48833" cy="48833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8" name="pt15478"/>
            <p:cNvSpPr/>
            <p:nvPr/>
          </p:nvSpPr>
          <p:spPr>
            <a:xfrm>
              <a:off x="6171555" y="3663288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79" name="pg15479"/>
            <p:cNvSpPr/>
            <p:nvPr/>
          </p:nvSpPr>
          <p:spPr>
            <a:xfrm>
              <a:off x="6374441" y="41661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0" name="pt15480"/>
            <p:cNvSpPr/>
            <p:nvPr/>
          </p:nvSpPr>
          <p:spPr>
            <a:xfrm>
              <a:off x="6498915" y="37869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1" name="pt15481"/>
            <p:cNvSpPr/>
            <p:nvPr/>
          </p:nvSpPr>
          <p:spPr>
            <a:xfrm>
              <a:off x="5926465" y="449359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2" name="pt15482"/>
            <p:cNvSpPr/>
            <p:nvPr/>
          </p:nvSpPr>
          <p:spPr>
            <a:xfrm>
              <a:off x="6541561" y="4186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3" name="pt15483"/>
            <p:cNvSpPr/>
            <p:nvPr/>
          </p:nvSpPr>
          <p:spPr>
            <a:xfrm>
              <a:off x="6355856" y="4208130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4" name="pt15484"/>
            <p:cNvSpPr/>
            <p:nvPr/>
          </p:nvSpPr>
          <p:spPr>
            <a:xfrm>
              <a:off x="6284030" y="361911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85" name="pl15485"/>
            <p:cNvSpPr/>
            <p:nvPr/>
          </p:nvSpPr>
          <p:spPr>
            <a:xfrm>
              <a:off x="6023966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6" name="pl15486"/>
            <p:cNvSpPr/>
            <p:nvPr/>
          </p:nvSpPr>
          <p:spPr>
            <a:xfrm>
              <a:off x="6023966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7" name="pl15487"/>
            <p:cNvSpPr/>
            <p:nvPr/>
          </p:nvSpPr>
          <p:spPr>
            <a:xfrm>
              <a:off x="6013852" y="455368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8" name="pl15488"/>
            <p:cNvSpPr/>
            <p:nvPr/>
          </p:nvSpPr>
          <p:spPr>
            <a:xfrm>
              <a:off x="6048383" y="4519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89" name="pg15489"/>
            <p:cNvSpPr/>
            <p:nvPr/>
          </p:nvSpPr>
          <p:spPr>
            <a:xfrm>
              <a:off x="6305889" y="36068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90" name="pt15490"/>
            <p:cNvSpPr/>
            <p:nvPr/>
          </p:nvSpPr>
          <p:spPr>
            <a:xfrm>
              <a:off x="6526880" y="420055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91" name="pt15491"/>
            <p:cNvSpPr/>
            <p:nvPr/>
          </p:nvSpPr>
          <p:spPr>
            <a:xfrm>
              <a:off x="6550685" y="41771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92" name="pl15492"/>
            <p:cNvSpPr/>
            <p:nvPr/>
          </p:nvSpPr>
          <p:spPr>
            <a:xfrm>
              <a:off x="6186255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3" name="pl15493"/>
            <p:cNvSpPr/>
            <p:nvPr/>
          </p:nvSpPr>
          <p:spPr>
            <a:xfrm>
              <a:off x="6186255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4" name="pl15494"/>
            <p:cNvSpPr/>
            <p:nvPr/>
          </p:nvSpPr>
          <p:spPr>
            <a:xfrm>
              <a:off x="6168526" y="368877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5" name="pl15495"/>
            <p:cNvSpPr/>
            <p:nvPr/>
          </p:nvSpPr>
          <p:spPr>
            <a:xfrm>
              <a:off x="6229057" y="3628239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6" name="pt15496"/>
            <p:cNvSpPr/>
            <p:nvPr/>
          </p:nvSpPr>
          <p:spPr>
            <a:xfrm>
              <a:off x="6445474" y="3840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97" name="pt15497"/>
            <p:cNvSpPr/>
            <p:nvPr/>
          </p:nvSpPr>
          <p:spPr>
            <a:xfrm>
              <a:off x="6461514" y="38423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498" name="pl15498"/>
            <p:cNvSpPr/>
            <p:nvPr/>
          </p:nvSpPr>
          <p:spPr>
            <a:xfrm>
              <a:off x="6526056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499" name="pl15499"/>
            <p:cNvSpPr/>
            <p:nvPr/>
          </p:nvSpPr>
          <p:spPr>
            <a:xfrm>
              <a:off x="6526056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0" name="pl15500"/>
            <p:cNvSpPr/>
            <p:nvPr/>
          </p:nvSpPr>
          <p:spPr>
            <a:xfrm>
              <a:off x="6515942" y="42140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1" name="pl15501"/>
            <p:cNvSpPr/>
            <p:nvPr/>
          </p:nvSpPr>
          <p:spPr>
            <a:xfrm>
              <a:off x="6550473" y="41794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2" name="pl15502"/>
            <p:cNvSpPr/>
            <p:nvPr/>
          </p:nvSpPr>
          <p:spPr>
            <a:xfrm>
              <a:off x="6263055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3" name="pl15503"/>
            <p:cNvSpPr/>
            <p:nvPr/>
          </p:nvSpPr>
          <p:spPr>
            <a:xfrm>
              <a:off x="6263055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4" name="pl15504"/>
            <p:cNvSpPr/>
            <p:nvPr/>
          </p:nvSpPr>
          <p:spPr>
            <a:xfrm>
              <a:off x="6252941" y="3625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5" name="pl15505"/>
            <p:cNvSpPr/>
            <p:nvPr/>
          </p:nvSpPr>
          <p:spPr>
            <a:xfrm>
              <a:off x="6287472" y="3590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6" name="pt15506"/>
            <p:cNvSpPr/>
            <p:nvPr/>
          </p:nvSpPr>
          <p:spPr>
            <a:xfrm>
              <a:off x="6369401" y="4034322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07" name="pt15507"/>
            <p:cNvSpPr/>
            <p:nvPr/>
          </p:nvSpPr>
          <p:spPr>
            <a:xfrm>
              <a:off x="6197186" y="362442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08" name="pl15508"/>
            <p:cNvSpPr/>
            <p:nvPr/>
          </p:nvSpPr>
          <p:spPr>
            <a:xfrm>
              <a:off x="5935568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09" name="pl15509"/>
            <p:cNvSpPr/>
            <p:nvPr/>
          </p:nvSpPr>
          <p:spPr>
            <a:xfrm>
              <a:off x="5935568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0" name="pl15510"/>
            <p:cNvSpPr/>
            <p:nvPr/>
          </p:nvSpPr>
          <p:spPr>
            <a:xfrm>
              <a:off x="5925455" y="31873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1" name="pl15511"/>
            <p:cNvSpPr/>
            <p:nvPr/>
          </p:nvSpPr>
          <p:spPr>
            <a:xfrm>
              <a:off x="5959985" y="31528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2" name="pl15512"/>
            <p:cNvSpPr/>
            <p:nvPr/>
          </p:nvSpPr>
          <p:spPr>
            <a:xfrm>
              <a:off x="6183144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3" name="pl15513"/>
            <p:cNvSpPr/>
            <p:nvPr/>
          </p:nvSpPr>
          <p:spPr>
            <a:xfrm>
              <a:off x="6183144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4" name="pl15514"/>
            <p:cNvSpPr/>
            <p:nvPr/>
          </p:nvSpPr>
          <p:spPr>
            <a:xfrm>
              <a:off x="6157799" y="3689185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5" name="pl15515"/>
            <p:cNvSpPr/>
            <p:nvPr/>
          </p:nvSpPr>
          <p:spPr>
            <a:xfrm>
              <a:off x="6244332" y="360265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6" name="pl15516"/>
            <p:cNvSpPr/>
            <p:nvPr/>
          </p:nvSpPr>
          <p:spPr>
            <a:xfrm>
              <a:off x="6470033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7" name="pl15517"/>
            <p:cNvSpPr/>
            <p:nvPr/>
          </p:nvSpPr>
          <p:spPr>
            <a:xfrm>
              <a:off x="6470033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8" name="pl15518"/>
            <p:cNvSpPr/>
            <p:nvPr/>
          </p:nvSpPr>
          <p:spPr>
            <a:xfrm>
              <a:off x="6451405" y="396525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19" name="pl15519"/>
            <p:cNvSpPr/>
            <p:nvPr/>
          </p:nvSpPr>
          <p:spPr>
            <a:xfrm>
              <a:off x="6515005" y="390165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0" name="pt15520"/>
            <p:cNvSpPr/>
            <p:nvPr/>
          </p:nvSpPr>
          <p:spPr>
            <a:xfrm>
              <a:off x="5762418" y="33716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21" name="pl15521"/>
            <p:cNvSpPr/>
            <p:nvPr/>
          </p:nvSpPr>
          <p:spPr>
            <a:xfrm>
              <a:off x="5760087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2" name="pl15522"/>
            <p:cNvSpPr/>
            <p:nvPr/>
          </p:nvSpPr>
          <p:spPr>
            <a:xfrm>
              <a:off x="5760087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3" name="pl15523"/>
            <p:cNvSpPr/>
            <p:nvPr/>
          </p:nvSpPr>
          <p:spPr>
            <a:xfrm>
              <a:off x="5749973" y="3331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4" name="pl15524"/>
            <p:cNvSpPr/>
            <p:nvPr/>
          </p:nvSpPr>
          <p:spPr>
            <a:xfrm>
              <a:off x="5784503" y="32970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5" name="pt15525"/>
            <p:cNvSpPr/>
            <p:nvPr/>
          </p:nvSpPr>
          <p:spPr>
            <a:xfrm>
              <a:off x="6210347" y="3668966"/>
              <a:ext cx="67219" cy="67219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26" name="pl15526"/>
            <p:cNvSpPr/>
            <p:nvPr/>
          </p:nvSpPr>
          <p:spPr>
            <a:xfrm>
              <a:off x="5902253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7" name="pl15527"/>
            <p:cNvSpPr/>
            <p:nvPr/>
          </p:nvSpPr>
          <p:spPr>
            <a:xfrm>
              <a:off x="5902253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8" name="pl15528"/>
            <p:cNvSpPr/>
            <p:nvPr/>
          </p:nvSpPr>
          <p:spPr>
            <a:xfrm>
              <a:off x="5892140" y="41276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29" name="pl15529"/>
            <p:cNvSpPr/>
            <p:nvPr/>
          </p:nvSpPr>
          <p:spPr>
            <a:xfrm>
              <a:off x="5926670" y="409310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0" name="pl15530"/>
            <p:cNvSpPr/>
            <p:nvPr/>
          </p:nvSpPr>
          <p:spPr>
            <a:xfrm>
              <a:off x="6636395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1" name="pl15531"/>
            <p:cNvSpPr/>
            <p:nvPr/>
          </p:nvSpPr>
          <p:spPr>
            <a:xfrm>
              <a:off x="6636395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2" name="pl15532"/>
            <p:cNvSpPr/>
            <p:nvPr/>
          </p:nvSpPr>
          <p:spPr>
            <a:xfrm>
              <a:off x="6626281" y="32055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3" name="pl15533"/>
            <p:cNvSpPr/>
            <p:nvPr/>
          </p:nvSpPr>
          <p:spPr>
            <a:xfrm>
              <a:off x="6660812" y="31710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34" name="pt15534"/>
            <p:cNvSpPr/>
            <p:nvPr/>
          </p:nvSpPr>
          <p:spPr>
            <a:xfrm>
              <a:off x="6117769" y="3688220"/>
              <a:ext cx="48833" cy="48833"/>
            </a:xfrm>
            <a:prstGeom prst="ellipse">
              <a:avLst/>
            </a:prstGeom>
            <a:solidFill>
              <a:srgbClr val="7570B3">
                <a:alpha val="3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35" name="pt15535"/>
            <p:cNvSpPr/>
            <p:nvPr/>
          </p:nvSpPr>
          <p:spPr>
            <a:xfrm>
              <a:off x="6155003" y="3635412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36" name="pt15536"/>
            <p:cNvSpPr/>
            <p:nvPr/>
          </p:nvSpPr>
          <p:spPr>
            <a:xfrm>
              <a:off x="6142010" y="31218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37" name="pt15537"/>
            <p:cNvSpPr/>
            <p:nvPr/>
          </p:nvSpPr>
          <p:spPr>
            <a:xfrm>
              <a:off x="6370964" y="43147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38" name="pt15538"/>
            <p:cNvSpPr/>
            <p:nvPr/>
          </p:nvSpPr>
          <p:spPr>
            <a:xfrm>
              <a:off x="6215028" y="35666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39" name="pt15539"/>
            <p:cNvSpPr/>
            <p:nvPr/>
          </p:nvSpPr>
          <p:spPr>
            <a:xfrm>
              <a:off x="5625136" y="35785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40" name="pt15540"/>
            <p:cNvSpPr/>
            <p:nvPr/>
          </p:nvSpPr>
          <p:spPr>
            <a:xfrm>
              <a:off x="5896902" y="39444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41" name="pl15541"/>
            <p:cNvSpPr/>
            <p:nvPr/>
          </p:nvSpPr>
          <p:spPr>
            <a:xfrm>
              <a:off x="6475669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2" name="pl15542"/>
            <p:cNvSpPr/>
            <p:nvPr/>
          </p:nvSpPr>
          <p:spPr>
            <a:xfrm>
              <a:off x="6475669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3" name="pl15543"/>
            <p:cNvSpPr/>
            <p:nvPr/>
          </p:nvSpPr>
          <p:spPr>
            <a:xfrm>
              <a:off x="6465555" y="46139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4" name="pl15544"/>
            <p:cNvSpPr/>
            <p:nvPr/>
          </p:nvSpPr>
          <p:spPr>
            <a:xfrm>
              <a:off x="6500086" y="45793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5" name="pg15545"/>
            <p:cNvSpPr/>
            <p:nvPr/>
          </p:nvSpPr>
          <p:spPr>
            <a:xfrm>
              <a:off x="6141735" y="365144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46" name="pl15546"/>
            <p:cNvSpPr/>
            <p:nvPr/>
          </p:nvSpPr>
          <p:spPr>
            <a:xfrm>
              <a:off x="6149599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7" name="pl15547"/>
            <p:cNvSpPr/>
            <p:nvPr/>
          </p:nvSpPr>
          <p:spPr>
            <a:xfrm>
              <a:off x="6149599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8" name="pl15548"/>
            <p:cNvSpPr/>
            <p:nvPr/>
          </p:nvSpPr>
          <p:spPr>
            <a:xfrm>
              <a:off x="6139485" y="36715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49" name="pl15549"/>
            <p:cNvSpPr/>
            <p:nvPr/>
          </p:nvSpPr>
          <p:spPr>
            <a:xfrm>
              <a:off x="6174016" y="36370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0" name="pg15550"/>
            <p:cNvSpPr/>
            <p:nvPr/>
          </p:nvSpPr>
          <p:spPr>
            <a:xfrm>
              <a:off x="6357923" y="405139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51" name="pt15551"/>
            <p:cNvSpPr/>
            <p:nvPr/>
          </p:nvSpPr>
          <p:spPr>
            <a:xfrm>
              <a:off x="5548602" y="39032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52" name="pl15552"/>
            <p:cNvSpPr/>
            <p:nvPr/>
          </p:nvSpPr>
          <p:spPr>
            <a:xfrm>
              <a:off x="6158799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3" name="pl15553"/>
            <p:cNvSpPr/>
            <p:nvPr/>
          </p:nvSpPr>
          <p:spPr>
            <a:xfrm>
              <a:off x="6158799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4" name="pl15554"/>
            <p:cNvSpPr/>
            <p:nvPr/>
          </p:nvSpPr>
          <p:spPr>
            <a:xfrm>
              <a:off x="6137915" y="364368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5" name="pl15555"/>
            <p:cNvSpPr/>
            <p:nvPr/>
          </p:nvSpPr>
          <p:spPr>
            <a:xfrm>
              <a:off x="6209217" y="3572382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4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6" name="pl15556"/>
            <p:cNvSpPr/>
            <p:nvPr/>
          </p:nvSpPr>
          <p:spPr>
            <a:xfrm>
              <a:off x="6193803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7" name="pl15557"/>
            <p:cNvSpPr/>
            <p:nvPr/>
          </p:nvSpPr>
          <p:spPr>
            <a:xfrm>
              <a:off x="6193803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8" name="pl15558"/>
            <p:cNvSpPr/>
            <p:nvPr/>
          </p:nvSpPr>
          <p:spPr>
            <a:xfrm>
              <a:off x="6178304" y="362094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59" name="pl15559"/>
            <p:cNvSpPr/>
            <p:nvPr/>
          </p:nvSpPr>
          <p:spPr>
            <a:xfrm>
              <a:off x="6231220" y="356803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0" name="pl15560"/>
            <p:cNvSpPr/>
            <p:nvPr/>
          </p:nvSpPr>
          <p:spPr>
            <a:xfrm>
              <a:off x="6605752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1" name="pl15561"/>
            <p:cNvSpPr/>
            <p:nvPr/>
          </p:nvSpPr>
          <p:spPr>
            <a:xfrm>
              <a:off x="6605752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2" name="pl15562"/>
            <p:cNvSpPr/>
            <p:nvPr/>
          </p:nvSpPr>
          <p:spPr>
            <a:xfrm>
              <a:off x="6595639" y="41364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3" name="pl15563"/>
            <p:cNvSpPr/>
            <p:nvPr/>
          </p:nvSpPr>
          <p:spPr>
            <a:xfrm>
              <a:off x="6630169" y="41018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4" name="pl15564"/>
            <p:cNvSpPr/>
            <p:nvPr/>
          </p:nvSpPr>
          <p:spPr>
            <a:xfrm>
              <a:off x="6459347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5" name="pl15565"/>
            <p:cNvSpPr/>
            <p:nvPr/>
          </p:nvSpPr>
          <p:spPr>
            <a:xfrm>
              <a:off x="6459347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6" name="pl15566"/>
            <p:cNvSpPr/>
            <p:nvPr/>
          </p:nvSpPr>
          <p:spPr>
            <a:xfrm>
              <a:off x="6432636" y="4015538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7" name="pl15567"/>
            <p:cNvSpPr/>
            <p:nvPr/>
          </p:nvSpPr>
          <p:spPr>
            <a:xfrm>
              <a:off x="6523834" y="392433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68" name="pt15568"/>
            <p:cNvSpPr/>
            <p:nvPr/>
          </p:nvSpPr>
          <p:spPr>
            <a:xfrm>
              <a:off x="6291802" y="3606305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69" name="pl15569"/>
            <p:cNvSpPr/>
            <p:nvPr/>
          </p:nvSpPr>
          <p:spPr>
            <a:xfrm>
              <a:off x="6197185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0" name="pl15570"/>
            <p:cNvSpPr/>
            <p:nvPr/>
          </p:nvSpPr>
          <p:spPr>
            <a:xfrm>
              <a:off x="6197185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1" name="pl15571"/>
            <p:cNvSpPr/>
            <p:nvPr/>
          </p:nvSpPr>
          <p:spPr>
            <a:xfrm>
              <a:off x="6174443" y="3620887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2" name="pl15572"/>
            <p:cNvSpPr/>
            <p:nvPr/>
          </p:nvSpPr>
          <p:spPr>
            <a:xfrm>
              <a:off x="6252091" y="354323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3" name="pl15573"/>
            <p:cNvSpPr/>
            <p:nvPr/>
          </p:nvSpPr>
          <p:spPr>
            <a:xfrm>
              <a:off x="6085219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4" name="pl15574"/>
            <p:cNvSpPr/>
            <p:nvPr/>
          </p:nvSpPr>
          <p:spPr>
            <a:xfrm>
              <a:off x="6085219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5" name="pl15575"/>
            <p:cNvSpPr/>
            <p:nvPr/>
          </p:nvSpPr>
          <p:spPr>
            <a:xfrm>
              <a:off x="6075106" y="368916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6" name="pl15576"/>
            <p:cNvSpPr/>
            <p:nvPr/>
          </p:nvSpPr>
          <p:spPr>
            <a:xfrm>
              <a:off x="6109636" y="36546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77" name="pt15577"/>
            <p:cNvSpPr/>
            <p:nvPr/>
          </p:nvSpPr>
          <p:spPr>
            <a:xfrm>
              <a:off x="6143192" y="37188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78" name="pt15578"/>
            <p:cNvSpPr/>
            <p:nvPr/>
          </p:nvSpPr>
          <p:spPr>
            <a:xfrm>
              <a:off x="6298747" y="36266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79" name="pl15579"/>
            <p:cNvSpPr/>
            <p:nvPr/>
          </p:nvSpPr>
          <p:spPr>
            <a:xfrm>
              <a:off x="6155312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0" name="pl15580"/>
            <p:cNvSpPr/>
            <p:nvPr/>
          </p:nvSpPr>
          <p:spPr>
            <a:xfrm>
              <a:off x="6155312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1" name="pl15581"/>
            <p:cNvSpPr/>
            <p:nvPr/>
          </p:nvSpPr>
          <p:spPr>
            <a:xfrm>
              <a:off x="6136684" y="366550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2" name="pl15582"/>
            <p:cNvSpPr/>
            <p:nvPr/>
          </p:nvSpPr>
          <p:spPr>
            <a:xfrm>
              <a:off x="6200285" y="3601905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3" name="pt15583"/>
            <p:cNvSpPr/>
            <p:nvPr/>
          </p:nvSpPr>
          <p:spPr>
            <a:xfrm>
              <a:off x="6712295" y="32238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84" name="pt15584"/>
            <p:cNvSpPr/>
            <p:nvPr/>
          </p:nvSpPr>
          <p:spPr>
            <a:xfrm>
              <a:off x="5789871" y="33365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85" name="pt15585"/>
            <p:cNvSpPr/>
            <p:nvPr/>
          </p:nvSpPr>
          <p:spPr>
            <a:xfrm>
              <a:off x="5764995" y="399217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86" name="pl15586"/>
            <p:cNvSpPr/>
            <p:nvPr/>
          </p:nvSpPr>
          <p:spPr>
            <a:xfrm>
              <a:off x="6424416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7" name="pl15587"/>
            <p:cNvSpPr/>
            <p:nvPr/>
          </p:nvSpPr>
          <p:spPr>
            <a:xfrm>
              <a:off x="6424416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8" name="pl15588"/>
            <p:cNvSpPr/>
            <p:nvPr/>
          </p:nvSpPr>
          <p:spPr>
            <a:xfrm>
              <a:off x="6408918" y="399838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89" name="pl15589"/>
            <p:cNvSpPr/>
            <p:nvPr/>
          </p:nvSpPr>
          <p:spPr>
            <a:xfrm>
              <a:off x="6461834" y="3945468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0" name="pl15590"/>
            <p:cNvSpPr/>
            <p:nvPr/>
          </p:nvSpPr>
          <p:spPr>
            <a:xfrm>
              <a:off x="6362697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1" name="pl15591"/>
            <p:cNvSpPr/>
            <p:nvPr/>
          </p:nvSpPr>
          <p:spPr>
            <a:xfrm>
              <a:off x="6362697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2" name="pl15592"/>
            <p:cNvSpPr/>
            <p:nvPr/>
          </p:nvSpPr>
          <p:spPr>
            <a:xfrm>
              <a:off x="6344069" y="44540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3" name="pl15593"/>
            <p:cNvSpPr/>
            <p:nvPr/>
          </p:nvSpPr>
          <p:spPr>
            <a:xfrm>
              <a:off x="6407670" y="4390452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4" name="pl15594"/>
            <p:cNvSpPr/>
            <p:nvPr/>
          </p:nvSpPr>
          <p:spPr>
            <a:xfrm>
              <a:off x="6242252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5" name="pl15595"/>
            <p:cNvSpPr/>
            <p:nvPr/>
          </p:nvSpPr>
          <p:spPr>
            <a:xfrm>
              <a:off x="6242252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6" name="pl15596"/>
            <p:cNvSpPr/>
            <p:nvPr/>
          </p:nvSpPr>
          <p:spPr>
            <a:xfrm>
              <a:off x="6232138" y="35620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7" name="pl15597"/>
            <p:cNvSpPr/>
            <p:nvPr/>
          </p:nvSpPr>
          <p:spPr>
            <a:xfrm>
              <a:off x="6266669" y="35274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8" name="pl15598"/>
            <p:cNvSpPr/>
            <p:nvPr/>
          </p:nvSpPr>
          <p:spPr>
            <a:xfrm>
              <a:off x="5641082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599" name="pl15599"/>
            <p:cNvSpPr/>
            <p:nvPr/>
          </p:nvSpPr>
          <p:spPr>
            <a:xfrm>
              <a:off x="5641082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0" name="pl15600"/>
            <p:cNvSpPr/>
            <p:nvPr/>
          </p:nvSpPr>
          <p:spPr>
            <a:xfrm>
              <a:off x="5630968" y="41916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1" name="pl15601"/>
            <p:cNvSpPr/>
            <p:nvPr/>
          </p:nvSpPr>
          <p:spPr>
            <a:xfrm>
              <a:off x="5665499" y="41571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2" name="pl15602"/>
            <p:cNvSpPr/>
            <p:nvPr/>
          </p:nvSpPr>
          <p:spPr>
            <a:xfrm>
              <a:off x="6464780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3" name="pl15603"/>
            <p:cNvSpPr/>
            <p:nvPr/>
          </p:nvSpPr>
          <p:spPr>
            <a:xfrm>
              <a:off x="6464780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4" name="pl15604"/>
            <p:cNvSpPr/>
            <p:nvPr/>
          </p:nvSpPr>
          <p:spPr>
            <a:xfrm>
              <a:off x="6434517" y="383684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5" name="pl15605"/>
            <p:cNvSpPr/>
            <p:nvPr/>
          </p:nvSpPr>
          <p:spPr>
            <a:xfrm>
              <a:off x="6537840" y="3733524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06" name="pt15606"/>
            <p:cNvSpPr/>
            <p:nvPr/>
          </p:nvSpPr>
          <p:spPr>
            <a:xfrm>
              <a:off x="6199314" y="3642923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07" name="pt15607"/>
            <p:cNvSpPr/>
            <p:nvPr/>
          </p:nvSpPr>
          <p:spPr>
            <a:xfrm>
              <a:off x="6166364" y="3625674"/>
              <a:ext cx="85604" cy="85604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08" name="pt15608"/>
            <p:cNvSpPr/>
            <p:nvPr/>
          </p:nvSpPr>
          <p:spPr>
            <a:xfrm>
              <a:off x="5769563" y="399497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09" name="pt15609"/>
            <p:cNvSpPr/>
            <p:nvPr/>
          </p:nvSpPr>
          <p:spPr>
            <a:xfrm>
              <a:off x="5534231" y="38968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10" name="pl15610"/>
            <p:cNvSpPr/>
            <p:nvPr/>
          </p:nvSpPr>
          <p:spPr>
            <a:xfrm>
              <a:off x="6485372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1" name="pl15611"/>
            <p:cNvSpPr/>
            <p:nvPr/>
          </p:nvSpPr>
          <p:spPr>
            <a:xfrm>
              <a:off x="6485372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2" name="pl15612"/>
            <p:cNvSpPr/>
            <p:nvPr/>
          </p:nvSpPr>
          <p:spPr>
            <a:xfrm>
              <a:off x="6475258" y="38218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3" name="pl15613"/>
            <p:cNvSpPr/>
            <p:nvPr/>
          </p:nvSpPr>
          <p:spPr>
            <a:xfrm>
              <a:off x="6509789" y="37873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4" name="pt15614"/>
            <p:cNvSpPr/>
            <p:nvPr/>
          </p:nvSpPr>
          <p:spPr>
            <a:xfrm>
              <a:off x="6257885" y="3527708"/>
              <a:ext cx="67219" cy="67219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15" name="pt15615"/>
            <p:cNvSpPr/>
            <p:nvPr/>
          </p:nvSpPr>
          <p:spPr>
            <a:xfrm>
              <a:off x="6206483" y="3560242"/>
              <a:ext cx="106973" cy="106973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16" name="pt15616"/>
            <p:cNvSpPr/>
            <p:nvPr/>
          </p:nvSpPr>
          <p:spPr>
            <a:xfrm>
              <a:off x="6150397" y="36945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17" name="pt15617"/>
            <p:cNvSpPr/>
            <p:nvPr/>
          </p:nvSpPr>
          <p:spPr>
            <a:xfrm>
              <a:off x="6670641" y="40891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18" name="pl15618"/>
            <p:cNvSpPr/>
            <p:nvPr/>
          </p:nvSpPr>
          <p:spPr>
            <a:xfrm>
              <a:off x="6013574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19" name="pl15619"/>
            <p:cNvSpPr/>
            <p:nvPr/>
          </p:nvSpPr>
          <p:spPr>
            <a:xfrm>
              <a:off x="6013574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0" name="pl15620"/>
            <p:cNvSpPr/>
            <p:nvPr/>
          </p:nvSpPr>
          <p:spPr>
            <a:xfrm>
              <a:off x="6003460" y="44509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1" name="pl15621"/>
            <p:cNvSpPr/>
            <p:nvPr/>
          </p:nvSpPr>
          <p:spPr>
            <a:xfrm>
              <a:off x="6037991" y="44164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2" name="pl15622"/>
            <p:cNvSpPr/>
            <p:nvPr/>
          </p:nvSpPr>
          <p:spPr>
            <a:xfrm>
              <a:off x="6000040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3" name="pl15623"/>
            <p:cNvSpPr/>
            <p:nvPr/>
          </p:nvSpPr>
          <p:spPr>
            <a:xfrm>
              <a:off x="6000040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4" name="pl15624"/>
            <p:cNvSpPr/>
            <p:nvPr/>
          </p:nvSpPr>
          <p:spPr>
            <a:xfrm>
              <a:off x="5989926" y="444804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5" name="pl15625"/>
            <p:cNvSpPr/>
            <p:nvPr/>
          </p:nvSpPr>
          <p:spPr>
            <a:xfrm>
              <a:off x="6024457" y="441351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6" name="pt15626"/>
            <p:cNvSpPr/>
            <p:nvPr/>
          </p:nvSpPr>
          <p:spPr>
            <a:xfrm>
              <a:off x="6571621" y="40943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27" name="pt15627"/>
            <p:cNvSpPr/>
            <p:nvPr/>
          </p:nvSpPr>
          <p:spPr>
            <a:xfrm>
              <a:off x="5806276" y="32950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28" name="pl15628"/>
            <p:cNvSpPr/>
            <p:nvPr/>
          </p:nvSpPr>
          <p:spPr>
            <a:xfrm>
              <a:off x="6208128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29" name="pl15629"/>
            <p:cNvSpPr/>
            <p:nvPr/>
          </p:nvSpPr>
          <p:spPr>
            <a:xfrm>
              <a:off x="6208128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0" name="pl15630"/>
            <p:cNvSpPr/>
            <p:nvPr/>
          </p:nvSpPr>
          <p:spPr>
            <a:xfrm>
              <a:off x="6194207" y="35735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1" name="pl15631"/>
            <p:cNvSpPr/>
            <p:nvPr/>
          </p:nvSpPr>
          <p:spPr>
            <a:xfrm>
              <a:off x="6241738" y="35260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32" name="pt15632"/>
            <p:cNvSpPr/>
            <p:nvPr/>
          </p:nvSpPr>
          <p:spPr>
            <a:xfrm>
              <a:off x="6129116" y="3598776"/>
              <a:ext cx="170789" cy="170789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3" name="pg15633"/>
            <p:cNvSpPr/>
            <p:nvPr/>
          </p:nvSpPr>
          <p:spPr>
            <a:xfrm>
              <a:off x="6519740" y="406076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4" name="pt15634"/>
            <p:cNvSpPr/>
            <p:nvPr/>
          </p:nvSpPr>
          <p:spPr>
            <a:xfrm>
              <a:off x="6820314" y="441396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5" name="pg15635"/>
            <p:cNvSpPr/>
            <p:nvPr/>
          </p:nvSpPr>
          <p:spPr>
            <a:xfrm>
              <a:off x="6216042" y="353370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6" name="pg15636"/>
            <p:cNvSpPr/>
            <p:nvPr/>
          </p:nvSpPr>
          <p:spPr>
            <a:xfrm>
              <a:off x="6169178" y="366750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7" name="pt15637"/>
            <p:cNvSpPr/>
            <p:nvPr/>
          </p:nvSpPr>
          <p:spPr>
            <a:xfrm>
              <a:off x="6224597" y="3678508"/>
              <a:ext cx="48833" cy="48833"/>
            </a:xfrm>
            <a:prstGeom prst="ellipse">
              <a:avLst/>
            </a:prstGeom>
            <a:solidFill>
              <a:srgbClr val="D95F02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8" name="pt15638"/>
            <p:cNvSpPr/>
            <p:nvPr/>
          </p:nvSpPr>
          <p:spPr>
            <a:xfrm>
              <a:off x="6503679" y="37967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39" name="pt15639"/>
            <p:cNvSpPr/>
            <p:nvPr/>
          </p:nvSpPr>
          <p:spPr>
            <a:xfrm>
              <a:off x="6187851" y="36216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0" name="pt15640"/>
            <p:cNvSpPr/>
            <p:nvPr/>
          </p:nvSpPr>
          <p:spPr>
            <a:xfrm>
              <a:off x="6096822" y="45689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1" name="pt15641"/>
            <p:cNvSpPr/>
            <p:nvPr/>
          </p:nvSpPr>
          <p:spPr>
            <a:xfrm>
              <a:off x="5580139" y="36883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2" name="pt15642"/>
            <p:cNvSpPr/>
            <p:nvPr/>
          </p:nvSpPr>
          <p:spPr>
            <a:xfrm>
              <a:off x="6591455" y="38497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3" name="pt15643"/>
            <p:cNvSpPr/>
            <p:nvPr/>
          </p:nvSpPr>
          <p:spPr>
            <a:xfrm>
              <a:off x="5917653" y="41882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4" name="pt15644"/>
            <p:cNvSpPr/>
            <p:nvPr/>
          </p:nvSpPr>
          <p:spPr>
            <a:xfrm>
              <a:off x="5909682" y="41022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45" name="pl15645"/>
            <p:cNvSpPr/>
            <p:nvPr/>
          </p:nvSpPr>
          <p:spPr>
            <a:xfrm>
              <a:off x="6144602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6" name="pl15646"/>
            <p:cNvSpPr/>
            <p:nvPr/>
          </p:nvSpPr>
          <p:spPr>
            <a:xfrm>
              <a:off x="6144602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7" name="pl15647"/>
            <p:cNvSpPr/>
            <p:nvPr/>
          </p:nvSpPr>
          <p:spPr>
            <a:xfrm>
              <a:off x="6130681" y="367575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8" name="pl15648"/>
            <p:cNvSpPr/>
            <p:nvPr/>
          </p:nvSpPr>
          <p:spPr>
            <a:xfrm>
              <a:off x="6178212" y="362822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49" name="pt15649"/>
            <p:cNvSpPr/>
            <p:nvPr/>
          </p:nvSpPr>
          <p:spPr>
            <a:xfrm>
              <a:off x="6242639" y="3576004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0" name="pt15650"/>
            <p:cNvSpPr/>
            <p:nvPr/>
          </p:nvSpPr>
          <p:spPr>
            <a:xfrm>
              <a:off x="6203085" y="3639340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1" name="pt15651"/>
            <p:cNvSpPr/>
            <p:nvPr/>
          </p:nvSpPr>
          <p:spPr>
            <a:xfrm>
              <a:off x="6687443" y="37424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2" name="pt15652"/>
            <p:cNvSpPr/>
            <p:nvPr/>
          </p:nvSpPr>
          <p:spPr>
            <a:xfrm>
              <a:off x="6365711" y="44396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3" name="pt15653"/>
            <p:cNvSpPr/>
            <p:nvPr/>
          </p:nvSpPr>
          <p:spPr>
            <a:xfrm>
              <a:off x="6975268" y="34561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4" name="pt15654"/>
            <p:cNvSpPr/>
            <p:nvPr/>
          </p:nvSpPr>
          <p:spPr>
            <a:xfrm>
              <a:off x="6137826" y="31349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5" name="pt15655"/>
            <p:cNvSpPr/>
            <p:nvPr/>
          </p:nvSpPr>
          <p:spPr>
            <a:xfrm>
              <a:off x="6367856" y="416863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6" name="pl15656"/>
            <p:cNvSpPr/>
            <p:nvPr/>
          </p:nvSpPr>
          <p:spPr>
            <a:xfrm>
              <a:off x="6367856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7" name="pl15657"/>
            <p:cNvSpPr/>
            <p:nvPr/>
          </p:nvSpPr>
          <p:spPr>
            <a:xfrm>
              <a:off x="6367856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58" name="pg15658"/>
            <p:cNvSpPr/>
            <p:nvPr/>
          </p:nvSpPr>
          <p:spPr>
            <a:xfrm>
              <a:off x="6721708" y="43803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59" name="pt15659"/>
            <p:cNvSpPr/>
            <p:nvPr/>
          </p:nvSpPr>
          <p:spPr>
            <a:xfrm>
              <a:off x="6504132" y="4001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0" name="pt15660"/>
            <p:cNvSpPr/>
            <p:nvPr/>
          </p:nvSpPr>
          <p:spPr>
            <a:xfrm>
              <a:off x="5947166" y="41565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1" name="pt15661"/>
            <p:cNvSpPr/>
            <p:nvPr/>
          </p:nvSpPr>
          <p:spPr>
            <a:xfrm>
              <a:off x="7027097" y="35839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2" name="pt15662"/>
            <p:cNvSpPr/>
            <p:nvPr/>
          </p:nvSpPr>
          <p:spPr>
            <a:xfrm>
              <a:off x="5743496" y="42816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3" name="pt15663"/>
            <p:cNvSpPr/>
            <p:nvPr/>
          </p:nvSpPr>
          <p:spPr>
            <a:xfrm>
              <a:off x="5931695" y="3168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4" name="pt15664"/>
            <p:cNvSpPr/>
            <p:nvPr/>
          </p:nvSpPr>
          <p:spPr>
            <a:xfrm>
              <a:off x="6249317" y="3540215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5" name="pt15665"/>
            <p:cNvSpPr/>
            <p:nvPr/>
          </p:nvSpPr>
          <p:spPr>
            <a:xfrm>
              <a:off x="6532659" y="37717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6" name="pg15666"/>
            <p:cNvSpPr/>
            <p:nvPr/>
          </p:nvSpPr>
          <p:spPr>
            <a:xfrm>
              <a:off x="6355971" y="415222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7" name="pt15667"/>
            <p:cNvSpPr/>
            <p:nvPr/>
          </p:nvSpPr>
          <p:spPr>
            <a:xfrm>
              <a:off x="6563314" y="37781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8" name="pt15668"/>
            <p:cNvSpPr/>
            <p:nvPr/>
          </p:nvSpPr>
          <p:spPr>
            <a:xfrm>
              <a:off x="6594267" y="45639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69" name="pg15669"/>
            <p:cNvSpPr/>
            <p:nvPr/>
          </p:nvSpPr>
          <p:spPr>
            <a:xfrm>
              <a:off x="6709529" y="320409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0" name="pt15670"/>
            <p:cNvSpPr/>
            <p:nvPr/>
          </p:nvSpPr>
          <p:spPr>
            <a:xfrm>
              <a:off x="6781467" y="32728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1" name="pt15671"/>
            <p:cNvSpPr/>
            <p:nvPr/>
          </p:nvSpPr>
          <p:spPr>
            <a:xfrm>
              <a:off x="5825397" y="43822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2" name="pt15672"/>
            <p:cNvSpPr/>
            <p:nvPr/>
          </p:nvSpPr>
          <p:spPr>
            <a:xfrm>
              <a:off x="6304052" y="40904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3" name="pl15673"/>
            <p:cNvSpPr/>
            <p:nvPr/>
          </p:nvSpPr>
          <p:spPr>
            <a:xfrm>
              <a:off x="6337159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4" name="pl15674"/>
            <p:cNvSpPr/>
            <p:nvPr/>
          </p:nvSpPr>
          <p:spPr>
            <a:xfrm>
              <a:off x="6337159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75" name="pt15675"/>
            <p:cNvSpPr/>
            <p:nvPr/>
          </p:nvSpPr>
          <p:spPr>
            <a:xfrm>
              <a:off x="6341284" y="4080883"/>
              <a:ext cx="48833" cy="48833"/>
            </a:xfrm>
            <a:prstGeom prst="ellipse">
              <a:avLst/>
            </a:prstGeom>
            <a:solidFill>
              <a:srgbClr val="1B9E77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6" name="pt15676"/>
            <p:cNvSpPr/>
            <p:nvPr/>
          </p:nvSpPr>
          <p:spPr>
            <a:xfrm>
              <a:off x="6538388" y="38171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7" name="pt15677"/>
            <p:cNvSpPr/>
            <p:nvPr/>
          </p:nvSpPr>
          <p:spPr>
            <a:xfrm>
              <a:off x="5901215" y="41373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8" name="pt15678"/>
            <p:cNvSpPr/>
            <p:nvPr/>
          </p:nvSpPr>
          <p:spPr>
            <a:xfrm>
              <a:off x="6437444" y="3056461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79" name="pt15679"/>
            <p:cNvSpPr/>
            <p:nvPr/>
          </p:nvSpPr>
          <p:spPr>
            <a:xfrm>
              <a:off x="6278542" y="361417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0" name="pt15680"/>
            <p:cNvSpPr/>
            <p:nvPr/>
          </p:nvSpPr>
          <p:spPr>
            <a:xfrm>
              <a:off x="6498758" y="400544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1" name="pt15681"/>
            <p:cNvSpPr/>
            <p:nvPr/>
          </p:nvSpPr>
          <p:spPr>
            <a:xfrm>
              <a:off x="6491189" y="40388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2" name="pt15682"/>
            <p:cNvSpPr/>
            <p:nvPr/>
          </p:nvSpPr>
          <p:spPr>
            <a:xfrm>
              <a:off x="6376829" y="31080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3" name="pt15683"/>
            <p:cNvSpPr/>
            <p:nvPr/>
          </p:nvSpPr>
          <p:spPr>
            <a:xfrm>
              <a:off x="6261646" y="361552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4" name="pt15684"/>
            <p:cNvSpPr/>
            <p:nvPr/>
          </p:nvSpPr>
          <p:spPr>
            <a:xfrm>
              <a:off x="6195045" y="3650892"/>
              <a:ext cx="67219" cy="67219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5" name="pt15685"/>
            <p:cNvSpPr/>
            <p:nvPr/>
          </p:nvSpPr>
          <p:spPr>
            <a:xfrm>
              <a:off x="6736905" y="405825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86" name="pl15686"/>
            <p:cNvSpPr/>
            <p:nvPr/>
          </p:nvSpPr>
          <p:spPr>
            <a:xfrm>
              <a:off x="6495650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7" name="pl15687"/>
            <p:cNvSpPr/>
            <p:nvPr/>
          </p:nvSpPr>
          <p:spPr>
            <a:xfrm>
              <a:off x="6495650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8" name="pl15688"/>
            <p:cNvSpPr/>
            <p:nvPr/>
          </p:nvSpPr>
          <p:spPr>
            <a:xfrm>
              <a:off x="6485537" y="38680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89" name="pl15689"/>
            <p:cNvSpPr/>
            <p:nvPr/>
          </p:nvSpPr>
          <p:spPr>
            <a:xfrm>
              <a:off x="6520067" y="383353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690" name="pt15690"/>
            <p:cNvSpPr/>
            <p:nvPr/>
          </p:nvSpPr>
          <p:spPr>
            <a:xfrm>
              <a:off x="6143387" y="365166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1" name="pt15691"/>
            <p:cNvSpPr/>
            <p:nvPr/>
          </p:nvSpPr>
          <p:spPr>
            <a:xfrm>
              <a:off x="6205421" y="3608000"/>
              <a:ext cx="74834" cy="74834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2" name="pg15692"/>
            <p:cNvSpPr/>
            <p:nvPr/>
          </p:nvSpPr>
          <p:spPr>
            <a:xfrm>
              <a:off x="6523293" y="37855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3" name="pt15693"/>
            <p:cNvSpPr/>
            <p:nvPr/>
          </p:nvSpPr>
          <p:spPr>
            <a:xfrm>
              <a:off x="6113742" y="44989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4" name="pt15694"/>
            <p:cNvSpPr/>
            <p:nvPr/>
          </p:nvSpPr>
          <p:spPr>
            <a:xfrm>
              <a:off x="6183457" y="3667341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5" name="pt15695"/>
            <p:cNvSpPr/>
            <p:nvPr/>
          </p:nvSpPr>
          <p:spPr>
            <a:xfrm>
              <a:off x="6388324" y="443788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6" name="pg15696"/>
            <p:cNvSpPr/>
            <p:nvPr/>
          </p:nvSpPr>
          <p:spPr>
            <a:xfrm>
              <a:off x="5888775" y="411054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7" name="pt15697"/>
            <p:cNvSpPr/>
            <p:nvPr/>
          </p:nvSpPr>
          <p:spPr>
            <a:xfrm>
              <a:off x="6185036" y="358771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8" name="pt15698"/>
            <p:cNvSpPr/>
            <p:nvPr/>
          </p:nvSpPr>
          <p:spPr>
            <a:xfrm>
              <a:off x="6209633" y="3637760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699" name="pt15699"/>
            <p:cNvSpPr/>
            <p:nvPr/>
          </p:nvSpPr>
          <p:spPr>
            <a:xfrm>
              <a:off x="5948829" y="41413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0" name="pt15700"/>
            <p:cNvSpPr/>
            <p:nvPr/>
          </p:nvSpPr>
          <p:spPr>
            <a:xfrm>
              <a:off x="5895920" y="40945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1" name="pt15701"/>
            <p:cNvSpPr/>
            <p:nvPr/>
          </p:nvSpPr>
          <p:spPr>
            <a:xfrm>
              <a:off x="6218595" y="3647195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2" name="pt15702"/>
            <p:cNvSpPr/>
            <p:nvPr/>
          </p:nvSpPr>
          <p:spPr>
            <a:xfrm>
              <a:off x="5824710" y="44047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3" name="pt15703"/>
            <p:cNvSpPr/>
            <p:nvPr/>
          </p:nvSpPr>
          <p:spPr>
            <a:xfrm>
              <a:off x="6509040" y="40110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4" name="pt15704"/>
            <p:cNvSpPr/>
            <p:nvPr/>
          </p:nvSpPr>
          <p:spPr>
            <a:xfrm>
              <a:off x="6559304" y="3146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5" name="pt15705"/>
            <p:cNvSpPr/>
            <p:nvPr/>
          </p:nvSpPr>
          <p:spPr>
            <a:xfrm>
              <a:off x="5881887" y="393241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6" name="pt15706"/>
            <p:cNvSpPr/>
            <p:nvPr/>
          </p:nvSpPr>
          <p:spPr>
            <a:xfrm>
              <a:off x="6376530" y="42481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7" name="pt15707"/>
            <p:cNvSpPr/>
            <p:nvPr/>
          </p:nvSpPr>
          <p:spPr>
            <a:xfrm>
              <a:off x="6330462" y="4064484"/>
              <a:ext cx="67219" cy="67219"/>
            </a:xfrm>
            <a:prstGeom prst="ellipse">
              <a:avLst/>
            </a:prstGeom>
            <a:solidFill>
              <a:srgbClr val="1B9E77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8" name="pt15708"/>
            <p:cNvSpPr/>
            <p:nvPr/>
          </p:nvSpPr>
          <p:spPr>
            <a:xfrm>
              <a:off x="6242325" y="3579728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09" name="pl15709"/>
            <p:cNvSpPr/>
            <p:nvPr/>
          </p:nvSpPr>
          <p:spPr>
            <a:xfrm>
              <a:off x="5813955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0" name="pl15710"/>
            <p:cNvSpPr/>
            <p:nvPr/>
          </p:nvSpPr>
          <p:spPr>
            <a:xfrm>
              <a:off x="5813955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1" name="pl15711"/>
            <p:cNvSpPr/>
            <p:nvPr/>
          </p:nvSpPr>
          <p:spPr>
            <a:xfrm>
              <a:off x="5803842" y="32618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2" name="pl15712"/>
            <p:cNvSpPr/>
            <p:nvPr/>
          </p:nvSpPr>
          <p:spPr>
            <a:xfrm>
              <a:off x="5838372" y="322734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13" name="pt15713"/>
            <p:cNvSpPr/>
            <p:nvPr/>
          </p:nvSpPr>
          <p:spPr>
            <a:xfrm>
              <a:off x="6180951" y="3588915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4" name="pt15714"/>
            <p:cNvSpPr/>
            <p:nvPr/>
          </p:nvSpPr>
          <p:spPr>
            <a:xfrm>
              <a:off x="6544269" y="4433082"/>
              <a:ext cx="74834" cy="74834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5" name="pg15715"/>
            <p:cNvSpPr/>
            <p:nvPr/>
          </p:nvSpPr>
          <p:spPr>
            <a:xfrm>
              <a:off x="6327494" y="405315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6" name="pt15716"/>
            <p:cNvSpPr/>
            <p:nvPr/>
          </p:nvSpPr>
          <p:spPr>
            <a:xfrm>
              <a:off x="6267225" y="36139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7" name="pt15717"/>
            <p:cNvSpPr/>
            <p:nvPr/>
          </p:nvSpPr>
          <p:spPr>
            <a:xfrm>
              <a:off x="6186332" y="3668743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8" name="pt15718"/>
            <p:cNvSpPr/>
            <p:nvPr/>
          </p:nvSpPr>
          <p:spPr>
            <a:xfrm>
              <a:off x="6508325" y="37996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19" name="pt15719"/>
            <p:cNvSpPr/>
            <p:nvPr/>
          </p:nvSpPr>
          <p:spPr>
            <a:xfrm>
              <a:off x="6355920" y="4166667"/>
              <a:ext cx="74834" cy="74834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0" name="pg15720"/>
            <p:cNvSpPr/>
            <p:nvPr/>
          </p:nvSpPr>
          <p:spPr>
            <a:xfrm>
              <a:off x="6123944" y="309311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1" name="pt15721"/>
            <p:cNvSpPr/>
            <p:nvPr/>
          </p:nvSpPr>
          <p:spPr>
            <a:xfrm>
              <a:off x="6521801" y="41512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2" name="pt15722"/>
            <p:cNvSpPr/>
            <p:nvPr/>
          </p:nvSpPr>
          <p:spPr>
            <a:xfrm>
              <a:off x="6201306" y="3636068"/>
              <a:ext cx="67219" cy="67219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3" name="pt15723"/>
            <p:cNvSpPr/>
            <p:nvPr/>
          </p:nvSpPr>
          <p:spPr>
            <a:xfrm>
              <a:off x="6101116" y="3714828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4" name="pt15724"/>
            <p:cNvSpPr/>
            <p:nvPr/>
          </p:nvSpPr>
          <p:spPr>
            <a:xfrm>
              <a:off x="5595864" y="38542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5" name="pt15725"/>
            <p:cNvSpPr/>
            <p:nvPr/>
          </p:nvSpPr>
          <p:spPr>
            <a:xfrm>
              <a:off x="6183652" y="3684098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6" name="pt15726"/>
            <p:cNvSpPr/>
            <p:nvPr/>
          </p:nvSpPr>
          <p:spPr>
            <a:xfrm>
              <a:off x="6643734" y="37628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7" name="pt15727"/>
            <p:cNvSpPr/>
            <p:nvPr/>
          </p:nvSpPr>
          <p:spPr>
            <a:xfrm>
              <a:off x="6415567" y="39418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8" name="pt15728"/>
            <p:cNvSpPr/>
            <p:nvPr/>
          </p:nvSpPr>
          <p:spPr>
            <a:xfrm>
              <a:off x="5561731" y="38649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29" name="pt15729"/>
            <p:cNvSpPr/>
            <p:nvPr/>
          </p:nvSpPr>
          <p:spPr>
            <a:xfrm>
              <a:off x="6485570" y="396829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0" name="pt15730"/>
            <p:cNvSpPr/>
            <p:nvPr/>
          </p:nvSpPr>
          <p:spPr>
            <a:xfrm>
              <a:off x="5628637" y="3576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1" name="pg15731"/>
            <p:cNvSpPr/>
            <p:nvPr/>
          </p:nvSpPr>
          <p:spPr>
            <a:xfrm>
              <a:off x="6490961" y="384198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2" name="pt15732"/>
            <p:cNvSpPr/>
            <p:nvPr/>
          </p:nvSpPr>
          <p:spPr>
            <a:xfrm>
              <a:off x="6715748" y="43660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3" name="pg15733"/>
            <p:cNvSpPr/>
            <p:nvPr/>
          </p:nvSpPr>
          <p:spPr>
            <a:xfrm>
              <a:off x="6173035" y="36525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4" name="pt15734"/>
            <p:cNvSpPr/>
            <p:nvPr/>
          </p:nvSpPr>
          <p:spPr>
            <a:xfrm>
              <a:off x="6176307" y="3606225"/>
              <a:ext cx="48833" cy="48833"/>
            </a:xfrm>
            <a:prstGeom prst="ellipse">
              <a:avLst/>
            </a:prstGeom>
            <a:solidFill>
              <a:srgbClr val="7570B3">
                <a:alpha val="5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5" name="pt15735"/>
            <p:cNvSpPr/>
            <p:nvPr/>
          </p:nvSpPr>
          <p:spPr>
            <a:xfrm>
              <a:off x="5715924" y="332766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6" name="pt15736"/>
            <p:cNvSpPr/>
            <p:nvPr/>
          </p:nvSpPr>
          <p:spPr>
            <a:xfrm>
              <a:off x="6931054" y="35567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7" name="pt15737"/>
            <p:cNvSpPr/>
            <p:nvPr/>
          </p:nvSpPr>
          <p:spPr>
            <a:xfrm>
              <a:off x="6575702" y="38266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8" name="pt15738"/>
            <p:cNvSpPr/>
            <p:nvPr/>
          </p:nvSpPr>
          <p:spPr>
            <a:xfrm>
              <a:off x="6368682" y="421219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39" name="pt15739"/>
            <p:cNvSpPr/>
            <p:nvPr/>
          </p:nvSpPr>
          <p:spPr>
            <a:xfrm>
              <a:off x="5881164" y="3940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40" name="pt15740"/>
            <p:cNvSpPr/>
            <p:nvPr/>
          </p:nvSpPr>
          <p:spPr>
            <a:xfrm>
              <a:off x="6289507" y="365645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41" name="pl15741"/>
            <p:cNvSpPr/>
            <p:nvPr/>
          </p:nvSpPr>
          <p:spPr>
            <a:xfrm>
              <a:off x="6265757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2" name="pl15742"/>
            <p:cNvSpPr/>
            <p:nvPr/>
          </p:nvSpPr>
          <p:spPr>
            <a:xfrm>
              <a:off x="6265757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3" name="pl15743"/>
            <p:cNvSpPr/>
            <p:nvPr/>
          </p:nvSpPr>
          <p:spPr>
            <a:xfrm>
              <a:off x="6255643" y="36318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4" name="pl15744"/>
            <p:cNvSpPr/>
            <p:nvPr/>
          </p:nvSpPr>
          <p:spPr>
            <a:xfrm>
              <a:off x="6290174" y="35972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5" name="pl15745"/>
            <p:cNvSpPr/>
            <p:nvPr/>
          </p:nvSpPr>
          <p:spPr>
            <a:xfrm>
              <a:off x="6188886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6" name="pl15746"/>
            <p:cNvSpPr/>
            <p:nvPr/>
          </p:nvSpPr>
          <p:spPr>
            <a:xfrm>
              <a:off x="6188886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7" name="pl15747"/>
            <p:cNvSpPr/>
            <p:nvPr/>
          </p:nvSpPr>
          <p:spPr>
            <a:xfrm>
              <a:off x="6178772" y="36013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8" name="pl15748"/>
            <p:cNvSpPr/>
            <p:nvPr/>
          </p:nvSpPr>
          <p:spPr>
            <a:xfrm>
              <a:off x="6213303" y="35668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49" name="pl15749"/>
            <p:cNvSpPr/>
            <p:nvPr/>
          </p:nvSpPr>
          <p:spPr>
            <a:xfrm>
              <a:off x="6495796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0" name="pl15750"/>
            <p:cNvSpPr/>
            <p:nvPr/>
          </p:nvSpPr>
          <p:spPr>
            <a:xfrm>
              <a:off x="6495796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1" name="pt15751"/>
            <p:cNvSpPr/>
            <p:nvPr/>
          </p:nvSpPr>
          <p:spPr>
            <a:xfrm>
              <a:off x="6514374" y="379547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2" name="pl15752"/>
            <p:cNvSpPr/>
            <p:nvPr/>
          </p:nvSpPr>
          <p:spPr>
            <a:xfrm>
              <a:off x="6514374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3" name="pl15753"/>
            <p:cNvSpPr/>
            <p:nvPr/>
          </p:nvSpPr>
          <p:spPr>
            <a:xfrm>
              <a:off x="6514374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54" name="pt15754"/>
            <p:cNvSpPr/>
            <p:nvPr/>
          </p:nvSpPr>
          <p:spPr>
            <a:xfrm>
              <a:off x="6968008" y="42384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55" name="pt15755"/>
            <p:cNvSpPr/>
            <p:nvPr/>
          </p:nvSpPr>
          <p:spPr>
            <a:xfrm>
              <a:off x="7030771" y="3679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56" name="pt15756"/>
            <p:cNvSpPr/>
            <p:nvPr/>
          </p:nvSpPr>
          <p:spPr>
            <a:xfrm>
              <a:off x="6173320" y="3677426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57" name="pt15757"/>
            <p:cNvSpPr/>
            <p:nvPr/>
          </p:nvSpPr>
          <p:spPr>
            <a:xfrm>
              <a:off x="6470681" y="38375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58" name="pt15758"/>
            <p:cNvSpPr/>
            <p:nvPr/>
          </p:nvSpPr>
          <p:spPr>
            <a:xfrm>
              <a:off x="6506805" y="40352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59" name="pg15759"/>
            <p:cNvSpPr/>
            <p:nvPr/>
          </p:nvSpPr>
          <p:spPr>
            <a:xfrm>
              <a:off x="6165248" y="359362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0" name="pt15760"/>
            <p:cNvSpPr/>
            <p:nvPr/>
          </p:nvSpPr>
          <p:spPr>
            <a:xfrm>
              <a:off x="5575992" y="385277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1" name="pt15761"/>
            <p:cNvSpPr/>
            <p:nvPr/>
          </p:nvSpPr>
          <p:spPr>
            <a:xfrm>
              <a:off x="6800399" y="40029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2" name="pt15762"/>
            <p:cNvSpPr/>
            <p:nvPr/>
          </p:nvSpPr>
          <p:spPr>
            <a:xfrm>
              <a:off x="6583221" y="38458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3" name="pt15763"/>
            <p:cNvSpPr/>
            <p:nvPr/>
          </p:nvSpPr>
          <p:spPr>
            <a:xfrm>
              <a:off x="6373709" y="43810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4" name="pt15764"/>
            <p:cNvSpPr/>
            <p:nvPr/>
          </p:nvSpPr>
          <p:spPr>
            <a:xfrm>
              <a:off x="6374183" y="410882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5" name="pt15765"/>
            <p:cNvSpPr/>
            <p:nvPr/>
          </p:nvSpPr>
          <p:spPr>
            <a:xfrm>
              <a:off x="6187623" y="3628760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6" name="pt15766"/>
            <p:cNvSpPr/>
            <p:nvPr/>
          </p:nvSpPr>
          <p:spPr>
            <a:xfrm>
              <a:off x="5635164" y="4099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7" name="pt15767"/>
            <p:cNvSpPr/>
            <p:nvPr/>
          </p:nvSpPr>
          <p:spPr>
            <a:xfrm>
              <a:off x="5899297" y="4106165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8" name="pt15768"/>
            <p:cNvSpPr/>
            <p:nvPr/>
          </p:nvSpPr>
          <p:spPr>
            <a:xfrm>
              <a:off x="6841553" y="3310123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69" name="pt15769"/>
            <p:cNvSpPr/>
            <p:nvPr/>
          </p:nvSpPr>
          <p:spPr>
            <a:xfrm>
              <a:off x="6213914" y="3633867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0" name="pt15770"/>
            <p:cNvSpPr/>
            <p:nvPr/>
          </p:nvSpPr>
          <p:spPr>
            <a:xfrm>
              <a:off x="6215357" y="35155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1" name="pt15771"/>
            <p:cNvSpPr/>
            <p:nvPr/>
          </p:nvSpPr>
          <p:spPr>
            <a:xfrm>
              <a:off x="6231918" y="3594054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2" name="pt15772"/>
            <p:cNvSpPr/>
            <p:nvPr/>
          </p:nvSpPr>
          <p:spPr>
            <a:xfrm>
              <a:off x="6222163" y="3669189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3" name="pt15773"/>
            <p:cNvSpPr/>
            <p:nvPr/>
          </p:nvSpPr>
          <p:spPr>
            <a:xfrm>
              <a:off x="6249436" y="36432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4" name="pt15774"/>
            <p:cNvSpPr/>
            <p:nvPr/>
          </p:nvSpPr>
          <p:spPr>
            <a:xfrm>
              <a:off x="6380557" y="4436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5" name="pt15775"/>
            <p:cNvSpPr/>
            <p:nvPr/>
          </p:nvSpPr>
          <p:spPr>
            <a:xfrm>
              <a:off x="6225381" y="3571716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6" name="pt15776"/>
            <p:cNvSpPr/>
            <p:nvPr/>
          </p:nvSpPr>
          <p:spPr>
            <a:xfrm>
              <a:off x="6360222" y="44420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7" name="pt15777"/>
            <p:cNvSpPr/>
            <p:nvPr/>
          </p:nvSpPr>
          <p:spPr>
            <a:xfrm>
              <a:off x="6205009" y="3638069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8" name="pt15778"/>
            <p:cNvSpPr/>
            <p:nvPr/>
          </p:nvSpPr>
          <p:spPr>
            <a:xfrm>
              <a:off x="6153500" y="3569588"/>
              <a:ext cx="85604" cy="85604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79" name="pt15779"/>
            <p:cNvSpPr/>
            <p:nvPr/>
          </p:nvSpPr>
          <p:spPr>
            <a:xfrm>
              <a:off x="6185050" y="3674554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0" name="pt15780"/>
            <p:cNvSpPr/>
            <p:nvPr/>
          </p:nvSpPr>
          <p:spPr>
            <a:xfrm>
              <a:off x="6734446" y="43810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1" name="pt15781"/>
            <p:cNvSpPr/>
            <p:nvPr/>
          </p:nvSpPr>
          <p:spPr>
            <a:xfrm>
              <a:off x="6900475" y="39161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2" name="pt15782"/>
            <p:cNvSpPr/>
            <p:nvPr/>
          </p:nvSpPr>
          <p:spPr>
            <a:xfrm>
              <a:off x="6498090" y="38543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3" name="pg15783"/>
            <p:cNvSpPr/>
            <p:nvPr/>
          </p:nvSpPr>
          <p:spPr>
            <a:xfrm>
              <a:off x="6190847" y="3551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4" name="pt15784"/>
            <p:cNvSpPr/>
            <p:nvPr/>
          </p:nvSpPr>
          <p:spPr>
            <a:xfrm>
              <a:off x="7050879" y="40650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5" name="pt15785"/>
            <p:cNvSpPr/>
            <p:nvPr/>
          </p:nvSpPr>
          <p:spPr>
            <a:xfrm>
              <a:off x="6487508" y="38572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6" name="pt15786"/>
            <p:cNvSpPr/>
            <p:nvPr/>
          </p:nvSpPr>
          <p:spPr>
            <a:xfrm>
              <a:off x="6387682" y="407655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7" name="pt15787"/>
            <p:cNvSpPr/>
            <p:nvPr/>
          </p:nvSpPr>
          <p:spPr>
            <a:xfrm>
              <a:off x="6100414" y="3619372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8" name="pt15788"/>
            <p:cNvSpPr/>
            <p:nvPr/>
          </p:nvSpPr>
          <p:spPr>
            <a:xfrm>
              <a:off x="6111168" y="3623951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89" name="pt15789"/>
            <p:cNvSpPr/>
            <p:nvPr/>
          </p:nvSpPr>
          <p:spPr>
            <a:xfrm>
              <a:off x="6253081" y="362433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0" name="pl15790"/>
            <p:cNvSpPr/>
            <p:nvPr/>
          </p:nvSpPr>
          <p:spPr>
            <a:xfrm>
              <a:off x="6358213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1" name="pl15791"/>
            <p:cNvSpPr/>
            <p:nvPr/>
          </p:nvSpPr>
          <p:spPr>
            <a:xfrm>
              <a:off x="6358213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792" name="pt15792"/>
            <p:cNvSpPr/>
            <p:nvPr/>
          </p:nvSpPr>
          <p:spPr>
            <a:xfrm>
              <a:off x="6890528" y="391404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3" name="pt15793"/>
            <p:cNvSpPr/>
            <p:nvPr/>
          </p:nvSpPr>
          <p:spPr>
            <a:xfrm>
              <a:off x="6390936" y="4183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4" name="pt15794"/>
            <p:cNvSpPr/>
            <p:nvPr/>
          </p:nvSpPr>
          <p:spPr>
            <a:xfrm>
              <a:off x="6099528" y="45789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5" name="pt15795"/>
            <p:cNvSpPr/>
            <p:nvPr/>
          </p:nvSpPr>
          <p:spPr>
            <a:xfrm>
              <a:off x="6207854" y="3642927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6" name="pt15796"/>
            <p:cNvSpPr/>
            <p:nvPr/>
          </p:nvSpPr>
          <p:spPr>
            <a:xfrm>
              <a:off x="7027332" y="36032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7" name="pt15797"/>
            <p:cNvSpPr/>
            <p:nvPr/>
          </p:nvSpPr>
          <p:spPr>
            <a:xfrm>
              <a:off x="6644650" y="405755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8" name="pt15798"/>
            <p:cNvSpPr/>
            <p:nvPr/>
          </p:nvSpPr>
          <p:spPr>
            <a:xfrm>
              <a:off x="6190718" y="3611605"/>
              <a:ext cx="74834" cy="74834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99" name="pt15799"/>
            <p:cNvSpPr/>
            <p:nvPr/>
          </p:nvSpPr>
          <p:spPr>
            <a:xfrm>
              <a:off x="5937491" y="44930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0" name="pl15800"/>
            <p:cNvSpPr/>
            <p:nvPr/>
          </p:nvSpPr>
          <p:spPr>
            <a:xfrm>
              <a:off x="6839126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1" name="pl15801"/>
            <p:cNvSpPr/>
            <p:nvPr/>
          </p:nvSpPr>
          <p:spPr>
            <a:xfrm>
              <a:off x="6839126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02" name="pt15802"/>
            <p:cNvSpPr/>
            <p:nvPr/>
          </p:nvSpPr>
          <p:spPr>
            <a:xfrm>
              <a:off x="6186640" y="3599396"/>
              <a:ext cx="74834" cy="74834"/>
            </a:xfrm>
            <a:prstGeom prst="ellipse">
              <a:avLst/>
            </a:prstGeom>
            <a:solidFill>
              <a:srgbClr val="D95F02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3" name="pt15803"/>
            <p:cNvSpPr/>
            <p:nvPr/>
          </p:nvSpPr>
          <p:spPr>
            <a:xfrm>
              <a:off x="7003312" y="41017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4" name="pt15804"/>
            <p:cNvSpPr/>
            <p:nvPr/>
          </p:nvSpPr>
          <p:spPr>
            <a:xfrm>
              <a:off x="6159541" y="3575733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5" name="pt15805"/>
            <p:cNvSpPr/>
            <p:nvPr/>
          </p:nvSpPr>
          <p:spPr>
            <a:xfrm>
              <a:off x="6835958" y="3308259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6" name="pt15806"/>
            <p:cNvSpPr/>
            <p:nvPr/>
          </p:nvSpPr>
          <p:spPr>
            <a:xfrm>
              <a:off x="6411357" y="4024286"/>
              <a:ext cx="67219" cy="67219"/>
            </a:xfrm>
            <a:prstGeom prst="ellipse">
              <a:avLst/>
            </a:prstGeom>
            <a:solidFill>
              <a:srgbClr val="1B9E77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7" name="pt15807"/>
            <p:cNvSpPr/>
            <p:nvPr/>
          </p:nvSpPr>
          <p:spPr>
            <a:xfrm>
              <a:off x="6561921" y="4437236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8" name="pt15808"/>
            <p:cNvSpPr/>
            <p:nvPr/>
          </p:nvSpPr>
          <p:spPr>
            <a:xfrm>
              <a:off x="6223267" y="3575322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09" name="pt15809"/>
            <p:cNvSpPr/>
            <p:nvPr/>
          </p:nvSpPr>
          <p:spPr>
            <a:xfrm>
              <a:off x="6124770" y="3617898"/>
              <a:ext cx="74834" cy="74834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0" name="pt15810"/>
            <p:cNvSpPr/>
            <p:nvPr/>
          </p:nvSpPr>
          <p:spPr>
            <a:xfrm>
              <a:off x="6404316" y="4063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1" name="pt15811"/>
            <p:cNvSpPr/>
            <p:nvPr/>
          </p:nvSpPr>
          <p:spPr>
            <a:xfrm>
              <a:off x="6516580" y="3993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2" name="pt15812"/>
            <p:cNvSpPr/>
            <p:nvPr/>
          </p:nvSpPr>
          <p:spPr>
            <a:xfrm>
              <a:off x="5570372" y="40409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3" name="pg15813"/>
            <p:cNvSpPr/>
            <p:nvPr/>
          </p:nvSpPr>
          <p:spPr>
            <a:xfrm>
              <a:off x="6237882" y="35679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4" name="pt15814"/>
            <p:cNvSpPr/>
            <p:nvPr/>
          </p:nvSpPr>
          <p:spPr>
            <a:xfrm>
              <a:off x="6539421" y="38268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5" name="pt15815"/>
            <p:cNvSpPr/>
            <p:nvPr/>
          </p:nvSpPr>
          <p:spPr>
            <a:xfrm>
              <a:off x="6198491" y="3646811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6" name="pt15816"/>
            <p:cNvSpPr/>
            <p:nvPr/>
          </p:nvSpPr>
          <p:spPr>
            <a:xfrm>
              <a:off x="6839467" y="44253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7" name="pg15817"/>
            <p:cNvSpPr/>
            <p:nvPr/>
          </p:nvSpPr>
          <p:spPr>
            <a:xfrm>
              <a:off x="6767859" y="392557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8" name="pt15818"/>
            <p:cNvSpPr/>
            <p:nvPr/>
          </p:nvSpPr>
          <p:spPr>
            <a:xfrm>
              <a:off x="6502704" y="38084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19" name="pg15819"/>
            <p:cNvSpPr/>
            <p:nvPr/>
          </p:nvSpPr>
          <p:spPr>
            <a:xfrm>
              <a:off x="6337069" y="4057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0" name="pg15820"/>
            <p:cNvSpPr/>
            <p:nvPr/>
          </p:nvSpPr>
          <p:spPr>
            <a:xfrm>
              <a:off x="6360517" y="402548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1" name="pt15821"/>
            <p:cNvSpPr/>
            <p:nvPr/>
          </p:nvSpPr>
          <p:spPr>
            <a:xfrm>
              <a:off x="6163813" y="3628630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2" name="pt15822"/>
            <p:cNvSpPr/>
            <p:nvPr/>
          </p:nvSpPr>
          <p:spPr>
            <a:xfrm>
              <a:off x="6260723" y="3632514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3" name="pt15823"/>
            <p:cNvSpPr/>
            <p:nvPr/>
          </p:nvSpPr>
          <p:spPr>
            <a:xfrm>
              <a:off x="5845399" y="43910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4" name="pt15824"/>
            <p:cNvSpPr/>
            <p:nvPr/>
          </p:nvSpPr>
          <p:spPr>
            <a:xfrm>
              <a:off x="6496874" y="38197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5" name="pt15825"/>
            <p:cNvSpPr/>
            <p:nvPr/>
          </p:nvSpPr>
          <p:spPr>
            <a:xfrm>
              <a:off x="6609536" y="45653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26" name="pl15826"/>
            <p:cNvSpPr/>
            <p:nvPr/>
          </p:nvSpPr>
          <p:spPr>
            <a:xfrm>
              <a:off x="5677330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7" name="pl15827"/>
            <p:cNvSpPr/>
            <p:nvPr/>
          </p:nvSpPr>
          <p:spPr>
            <a:xfrm>
              <a:off x="5677330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8" name="pl15828"/>
            <p:cNvSpPr/>
            <p:nvPr/>
          </p:nvSpPr>
          <p:spPr>
            <a:xfrm>
              <a:off x="5667216" y="427242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29" name="pl15829"/>
            <p:cNvSpPr/>
            <p:nvPr/>
          </p:nvSpPr>
          <p:spPr>
            <a:xfrm>
              <a:off x="5701747" y="423789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0" name="pl15830"/>
            <p:cNvSpPr/>
            <p:nvPr/>
          </p:nvSpPr>
          <p:spPr>
            <a:xfrm>
              <a:off x="6117552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1" name="pl15831"/>
            <p:cNvSpPr/>
            <p:nvPr/>
          </p:nvSpPr>
          <p:spPr>
            <a:xfrm>
              <a:off x="6117552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2" name="pl15832"/>
            <p:cNvSpPr/>
            <p:nvPr/>
          </p:nvSpPr>
          <p:spPr>
            <a:xfrm>
              <a:off x="6107438" y="3731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3" name="pl15833"/>
            <p:cNvSpPr/>
            <p:nvPr/>
          </p:nvSpPr>
          <p:spPr>
            <a:xfrm>
              <a:off x="6141969" y="3697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34" name="pt15834"/>
            <p:cNvSpPr/>
            <p:nvPr/>
          </p:nvSpPr>
          <p:spPr>
            <a:xfrm>
              <a:off x="6169415" y="3622149"/>
              <a:ext cx="67219" cy="67219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35" name="pt15835"/>
            <p:cNvSpPr/>
            <p:nvPr/>
          </p:nvSpPr>
          <p:spPr>
            <a:xfrm>
              <a:off x="6188452" y="3630372"/>
              <a:ext cx="80678" cy="80678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36" name="pt15836"/>
            <p:cNvSpPr/>
            <p:nvPr/>
          </p:nvSpPr>
          <p:spPr>
            <a:xfrm>
              <a:off x="5896978" y="41239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37" name="pt15837"/>
            <p:cNvSpPr/>
            <p:nvPr/>
          </p:nvSpPr>
          <p:spPr>
            <a:xfrm>
              <a:off x="6243873" y="3548309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38" name="pt15838"/>
            <p:cNvSpPr/>
            <p:nvPr/>
          </p:nvSpPr>
          <p:spPr>
            <a:xfrm>
              <a:off x="6283982" y="41227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39" name="pt15839"/>
            <p:cNvSpPr/>
            <p:nvPr/>
          </p:nvSpPr>
          <p:spPr>
            <a:xfrm>
              <a:off x="5912002" y="418232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0" name="pt15840"/>
            <p:cNvSpPr/>
            <p:nvPr/>
          </p:nvSpPr>
          <p:spPr>
            <a:xfrm>
              <a:off x="6946495" y="42715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1" name="pt15841"/>
            <p:cNvSpPr/>
            <p:nvPr/>
          </p:nvSpPr>
          <p:spPr>
            <a:xfrm>
              <a:off x="6497159" y="4104479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2" name="pt15842"/>
            <p:cNvSpPr/>
            <p:nvPr/>
          </p:nvSpPr>
          <p:spPr>
            <a:xfrm>
              <a:off x="6766807" y="41058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3" name="pt15843"/>
            <p:cNvSpPr/>
            <p:nvPr/>
          </p:nvSpPr>
          <p:spPr>
            <a:xfrm>
              <a:off x="6149978" y="3670413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4" name="pt15844"/>
            <p:cNvSpPr/>
            <p:nvPr/>
          </p:nvSpPr>
          <p:spPr>
            <a:xfrm>
              <a:off x="5722436" y="33565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5" name="pt15845"/>
            <p:cNvSpPr/>
            <p:nvPr/>
          </p:nvSpPr>
          <p:spPr>
            <a:xfrm>
              <a:off x="6231638" y="3545693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6" name="pt15846"/>
            <p:cNvSpPr/>
            <p:nvPr/>
          </p:nvSpPr>
          <p:spPr>
            <a:xfrm>
              <a:off x="6019764" y="45355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7" name="pt15847"/>
            <p:cNvSpPr/>
            <p:nvPr/>
          </p:nvSpPr>
          <p:spPr>
            <a:xfrm>
              <a:off x="6225593" y="3675068"/>
              <a:ext cx="48833" cy="48833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8" name="pt15848"/>
            <p:cNvSpPr/>
            <p:nvPr/>
          </p:nvSpPr>
          <p:spPr>
            <a:xfrm>
              <a:off x="6242543" y="36311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49" name="pt15849"/>
            <p:cNvSpPr/>
            <p:nvPr/>
          </p:nvSpPr>
          <p:spPr>
            <a:xfrm>
              <a:off x="5653724" y="41815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0" name="pt15850"/>
            <p:cNvSpPr/>
            <p:nvPr/>
          </p:nvSpPr>
          <p:spPr>
            <a:xfrm>
              <a:off x="6245194" y="3628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1" name="pt15851"/>
            <p:cNvSpPr/>
            <p:nvPr/>
          </p:nvSpPr>
          <p:spPr>
            <a:xfrm>
              <a:off x="5737421" y="330959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2" name="pt15852"/>
            <p:cNvSpPr/>
            <p:nvPr/>
          </p:nvSpPr>
          <p:spPr>
            <a:xfrm>
              <a:off x="6498392" y="38122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3" name="pt15853"/>
            <p:cNvSpPr/>
            <p:nvPr/>
          </p:nvSpPr>
          <p:spPr>
            <a:xfrm>
              <a:off x="6147385" y="3675113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4" name="pt15854"/>
            <p:cNvSpPr/>
            <p:nvPr/>
          </p:nvSpPr>
          <p:spPr>
            <a:xfrm>
              <a:off x="6227385" y="3593213"/>
              <a:ext cx="67219" cy="67219"/>
            </a:xfrm>
            <a:prstGeom prst="ellipse">
              <a:avLst/>
            </a:pr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5" name="pt15855"/>
            <p:cNvSpPr/>
            <p:nvPr/>
          </p:nvSpPr>
          <p:spPr>
            <a:xfrm>
              <a:off x="6141237" y="3664928"/>
              <a:ext cx="74834" cy="74834"/>
            </a:xfrm>
            <a:prstGeom prst="ellipse">
              <a:avLst/>
            </a:prstGeom>
            <a:solidFill>
              <a:srgbClr val="7570B3">
                <a:alpha val="7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6" name="pt15856"/>
            <p:cNvSpPr/>
            <p:nvPr/>
          </p:nvSpPr>
          <p:spPr>
            <a:xfrm>
              <a:off x="6544952" y="40818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7" name="pg15857"/>
            <p:cNvSpPr/>
            <p:nvPr/>
          </p:nvSpPr>
          <p:spPr>
            <a:xfrm>
              <a:off x="7068666" y="387050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8" name="pt15858"/>
            <p:cNvSpPr/>
            <p:nvPr/>
          </p:nvSpPr>
          <p:spPr>
            <a:xfrm>
              <a:off x="6739378" y="40766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59" name="pt15859"/>
            <p:cNvSpPr/>
            <p:nvPr/>
          </p:nvSpPr>
          <p:spPr>
            <a:xfrm>
              <a:off x="6565190" y="380567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0" name="pt15860"/>
            <p:cNvSpPr/>
            <p:nvPr/>
          </p:nvSpPr>
          <p:spPr>
            <a:xfrm>
              <a:off x="6232822" y="3672278"/>
              <a:ext cx="48833" cy="48833"/>
            </a:xfrm>
            <a:prstGeom prst="ellipse">
              <a:avLst/>
            </a:prstGeom>
            <a:solidFill>
              <a:srgbClr val="7570B3">
                <a:alpha val="3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1" name="pt15861"/>
            <p:cNvSpPr/>
            <p:nvPr/>
          </p:nvSpPr>
          <p:spPr>
            <a:xfrm>
              <a:off x="5719771" y="3427018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2" name="pt15862"/>
            <p:cNvSpPr/>
            <p:nvPr/>
          </p:nvSpPr>
          <p:spPr>
            <a:xfrm>
              <a:off x="6169830" y="3575593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3" name="pt15863"/>
            <p:cNvSpPr/>
            <p:nvPr/>
          </p:nvSpPr>
          <p:spPr>
            <a:xfrm>
              <a:off x="6217337" y="3678653"/>
              <a:ext cx="48833" cy="48833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4" name="pt15864"/>
            <p:cNvSpPr/>
            <p:nvPr/>
          </p:nvSpPr>
          <p:spPr>
            <a:xfrm>
              <a:off x="6544251" y="382201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5" name="pt15865"/>
            <p:cNvSpPr/>
            <p:nvPr/>
          </p:nvSpPr>
          <p:spPr>
            <a:xfrm>
              <a:off x="5935999" y="418445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6" name="pt15866"/>
            <p:cNvSpPr/>
            <p:nvPr/>
          </p:nvSpPr>
          <p:spPr>
            <a:xfrm>
              <a:off x="6247971" y="3604392"/>
              <a:ext cx="74834" cy="7483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7" name="pg15867"/>
            <p:cNvSpPr/>
            <p:nvPr/>
          </p:nvSpPr>
          <p:spPr>
            <a:xfrm>
              <a:off x="6106992" y="36631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8" name="pt15868"/>
            <p:cNvSpPr/>
            <p:nvPr/>
          </p:nvSpPr>
          <p:spPr>
            <a:xfrm>
              <a:off x="6530667" y="38006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69" name="pt15869"/>
            <p:cNvSpPr/>
            <p:nvPr/>
          </p:nvSpPr>
          <p:spPr>
            <a:xfrm>
              <a:off x="6526750" y="38183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0" name="pt15870"/>
            <p:cNvSpPr/>
            <p:nvPr/>
          </p:nvSpPr>
          <p:spPr>
            <a:xfrm>
              <a:off x="6229480" y="359001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1" name="pt15871"/>
            <p:cNvSpPr/>
            <p:nvPr/>
          </p:nvSpPr>
          <p:spPr>
            <a:xfrm>
              <a:off x="6204416" y="4591295"/>
              <a:ext cx="48833" cy="48833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2" name="pt15872"/>
            <p:cNvSpPr/>
            <p:nvPr/>
          </p:nvSpPr>
          <p:spPr>
            <a:xfrm>
              <a:off x="6531368" y="38093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3" name="pt15873"/>
            <p:cNvSpPr/>
            <p:nvPr/>
          </p:nvSpPr>
          <p:spPr>
            <a:xfrm>
              <a:off x="6169076" y="3612420"/>
              <a:ext cx="67219" cy="67219"/>
            </a:xfrm>
            <a:prstGeom prst="ellipse">
              <a:avLst/>
            </a:prstGeom>
            <a:solidFill>
              <a:srgbClr val="7570B3">
                <a:alpha val="3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4" name="pt15874"/>
            <p:cNvSpPr/>
            <p:nvPr/>
          </p:nvSpPr>
          <p:spPr>
            <a:xfrm>
              <a:off x="6821658" y="44293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5" name="pt15875"/>
            <p:cNvSpPr/>
            <p:nvPr/>
          </p:nvSpPr>
          <p:spPr>
            <a:xfrm>
              <a:off x="6694727" y="37583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6" name="pt15876"/>
            <p:cNvSpPr/>
            <p:nvPr/>
          </p:nvSpPr>
          <p:spPr>
            <a:xfrm>
              <a:off x="6514604" y="40072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7" name="pt15877"/>
            <p:cNvSpPr/>
            <p:nvPr/>
          </p:nvSpPr>
          <p:spPr>
            <a:xfrm>
              <a:off x="6246145" y="36345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8" name="pt15878"/>
            <p:cNvSpPr/>
            <p:nvPr/>
          </p:nvSpPr>
          <p:spPr>
            <a:xfrm>
              <a:off x="6617947" y="37602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79" name="pt15879"/>
            <p:cNvSpPr/>
            <p:nvPr/>
          </p:nvSpPr>
          <p:spPr>
            <a:xfrm>
              <a:off x="6247485" y="3636368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0" name="pt15880"/>
            <p:cNvSpPr/>
            <p:nvPr/>
          </p:nvSpPr>
          <p:spPr>
            <a:xfrm>
              <a:off x="6174165" y="3667374"/>
              <a:ext cx="48833" cy="48833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1" name="pt15881"/>
            <p:cNvSpPr/>
            <p:nvPr/>
          </p:nvSpPr>
          <p:spPr>
            <a:xfrm>
              <a:off x="6779530" y="3979552"/>
              <a:ext cx="48833" cy="48833"/>
            </a:xfrm>
            <a:prstGeom prst="ellipse">
              <a:avLst/>
            </a:prstGeom>
            <a:solidFill>
              <a:srgbClr val="7570B3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2" name="pt15882"/>
            <p:cNvSpPr/>
            <p:nvPr/>
          </p:nvSpPr>
          <p:spPr>
            <a:xfrm>
              <a:off x="6590518" y="4066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3" name="pt15883"/>
            <p:cNvSpPr/>
            <p:nvPr/>
          </p:nvSpPr>
          <p:spPr>
            <a:xfrm>
              <a:off x="6578282" y="38038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4" name="pt15884"/>
            <p:cNvSpPr/>
            <p:nvPr/>
          </p:nvSpPr>
          <p:spPr>
            <a:xfrm>
              <a:off x="6693838" y="403354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5" name="pt15885"/>
            <p:cNvSpPr/>
            <p:nvPr/>
          </p:nvSpPr>
          <p:spPr>
            <a:xfrm>
              <a:off x="5704676" y="3427754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6" name="pt15886"/>
            <p:cNvSpPr/>
            <p:nvPr/>
          </p:nvSpPr>
          <p:spPr>
            <a:xfrm>
              <a:off x="6197862" y="3655907"/>
              <a:ext cx="74834" cy="74834"/>
            </a:xfrm>
            <a:prstGeom prst="ellipse">
              <a:avLst/>
            </a:prstGeom>
            <a:solidFill>
              <a:srgbClr val="D95F02">
                <a:alpha val="6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87" name="pl15887"/>
            <p:cNvSpPr/>
            <p:nvPr/>
          </p:nvSpPr>
          <p:spPr>
            <a:xfrm>
              <a:off x="6354766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8" name="pl15888"/>
            <p:cNvSpPr/>
            <p:nvPr/>
          </p:nvSpPr>
          <p:spPr>
            <a:xfrm>
              <a:off x="6354766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89" name="pl15889"/>
            <p:cNvSpPr/>
            <p:nvPr/>
          </p:nvSpPr>
          <p:spPr>
            <a:xfrm>
              <a:off x="6516913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0" name="pl15890"/>
            <p:cNvSpPr/>
            <p:nvPr/>
          </p:nvSpPr>
          <p:spPr>
            <a:xfrm>
              <a:off x="6516913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891" name="pg15891"/>
            <p:cNvSpPr/>
            <p:nvPr/>
          </p:nvSpPr>
          <p:spPr>
            <a:xfrm>
              <a:off x="6138096" y="361031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2" name="pg15892"/>
            <p:cNvSpPr/>
            <p:nvPr/>
          </p:nvSpPr>
          <p:spPr>
            <a:xfrm>
              <a:off x="6449124" y="379289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3" name="pt15893"/>
            <p:cNvSpPr/>
            <p:nvPr/>
          </p:nvSpPr>
          <p:spPr>
            <a:xfrm>
              <a:off x="5908414" y="415566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4" name="pt15894"/>
            <p:cNvSpPr/>
            <p:nvPr/>
          </p:nvSpPr>
          <p:spPr>
            <a:xfrm>
              <a:off x="6167438" y="36342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5" name="pt15895"/>
            <p:cNvSpPr/>
            <p:nvPr/>
          </p:nvSpPr>
          <p:spPr>
            <a:xfrm>
              <a:off x="6191338" y="3630206"/>
              <a:ext cx="74834" cy="74834"/>
            </a:xfrm>
            <a:prstGeom prst="ellipse">
              <a:avLst/>
            </a:prstGeom>
            <a:solidFill>
              <a:srgbClr val="D95F02">
                <a:alpha val="5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6" name="pt15896"/>
            <p:cNvSpPr/>
            <p:nvPr/>
          </p:nvSpPr>
          <p:spPr>
            <a:xfrm>
              <a:off x="6184277" y="3663309"/>
              <a:ext cx="67219" cy="67219"/>
            </a:xfrm>
            <a:prstGeom prst="ellipse">
              <a:avLst/>
            </a:prstGeom>
            <a:solidFill>
              <a:srgbClr val="D95F02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7" name="pt15897"/>
            <p:cNvSpPr/>
            <p:nvPr/>
          </p:nvSpPr>
          <p:spPr>
            <a:xfrm>
              <a:off x="6721789" y="40597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8" name="pt15898"/>
            <p:cNvSpPr/>
            <p:nvPr/>
          </p:nvSpPr>
          <p:spPr>
            <a:xfrm>
              <a:off x="6113314" y="4512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99" name="pt15899"/>
            <p:cNvSpPr/>
            <p:nvPr/>
          </p:nvSpPr>
          <p:spPr>
            <a:xfrm>
              <a:off x="6196896" y="3616968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0" name="pt15900"/>
            <p:cNvSpPr/>
            <p:nvPr/>
          </p:nvSpPr>
          <p:spPr>
            <a:xfrm>
              <a:off x="6245007" y="362604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1" name="pt15901"/>
            <p:cNvSpPr/>
            <p:nvPr/>
          </p:nvSpPr>
          <p:spPr>
            <a:xfrm>
              <a:off x="6166037" y="3573524"/>
              <a:ext cx="48833" cy="48833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2" name="pt15902"/>
            <p:cNvSpPr/>
            <p:nvPr/>
          </p:nvSpPr>
          <p:spPr>
            <a:xfrm>
              <a:off x="7072396" y="37780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3" name="pg15903"/>
            <p:cNvSpPr/>
            <p:nvPr/>
          </p:nvSpPr>
          <p:spPr>
            <a:xfrm>
              <a:off x="6496333" y="378234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4" name="pl15904"/>
            <p:cNvSpPr/>
            <p:nvPr/>
          </p:nvSpPr>
          <p:spPr>
            <a:xfrm>
              <a:off x="6436391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5" name="pl15905"/>
            <p:cNvSpPr/>
            <p:nvPr/>
          </p:nvSpPr>
          <p:spPr>
            <a:xfrm>
              <a:off x="6436391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6" name="pl15906"/>
            <p:cNvSpPr/>
            <p:nvPr/>
          </p:nvSpPr>
          <p:spPr>
            <a:xfrm>
              <a:off x="6426277" y="30757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7" name="pl15907"/>
            <p:cNvSpPr/>
            <p:nvPr/>
          </p:nvSpPr>
          <p:spPr>
            <a:xfrm>
              <a:off x="6460808" y="30412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08" name="pt15908"/>
            <p:cNvSpPr/>
            <p:nvPr/>
          </p:nvSpPr>
          <p:spPr>
            <a:xfrm>
              <a:off x="5943286" y="45017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09" name="pt15909"/>
            <p:cNvSpPr/>
            <p:nvPr/>
          </p:nvSpPr>
          <p:spPr>
            <a:xfrm>
              <a:off x="6163912" y="31178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0" name="pt15910"/>
            <p:cNvSpPr/>
            <p:nvPr/>
          </p:nvSpPr>
          <p:spPr>
            <a:xfrm>
              <a:off x="6545043" y="40632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1" name="pt15911"/>
            <p:cNvSpPr/>
            <p:nvPr/>
          </p:nvSpPr>
          <p:spPr>
            <a:xfrm>
              <a:off x="6492381" y="39009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2" name="pt15912"/>
            <p:cNvSpPr/>
            <p:nvPr/>
          </p:nvSpPr>
          <p:spPr>
            <a:xfrm>
              <a:off x="6632916" y="38182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3" name="pg15913"/>
            <p:cNvSpPr/>
            <p:nvPr/>
          </p:nvSpPr>
          <p:spPr>
            <a:xfrm>
              <a:off x="5519336" y="385944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4" name="pt15914"/>
            <p:cNvSpPr/>
            <p:nvPr/>
          </p:nvSpPr>
          <p:spPr>
            <a:xfrm>
              <a:off x="6192253" y="3648368"/>
              <a:ext cx="67219" cy="67219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5" name="pt15915"/>
            <p:cNvSpPr/>
            <p:nvPr/>
          </p:nvSpPr>
          <p:spPr>
            <a:xfrm>
              <a:off x="5580989" y="40444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6" name="pt15916"/>
            <p:cNvSpPr/>
            <p:nvPr/>
          </p:nvSpPr>
          <p:spPr>
            <a:xfrm>
              <a:off x="6919306" y="35382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7" name="pt15917"/>
            <p:cNvSpPr/>
            <p:nvPr/>
          </p:nvSpPr>
          <p:spPr>
            <a:xfrm>
              <a:off x="6386082" y="44228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8" name="pt15918"/>
            <p:cNvSpPr/>
            <p:nvPr/>
          </p:nvSpPr>
          <p:spPr>
            <a:xfrm>
              <a:off x="6514964" y="38232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19" name="pt15919"/>
            <p:cNvSpPr/>
            <p:nvPr/>
          </p:nvSpPr>
          <p:spPr>
            <a:xfrm>
              <a:off x="5704433" y="33423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0" name="pt15920"/>
            <p:cNvSpPr/>
            <p:nvPr/>
          </p:nvSpPr>
          <p:spPr>
            <a:xfrm>
              <a:off x="5572797" y="36935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1" name="pt15921"/>
            <p:cNvSpPr/>
            <p:nvPr/>
          </p:nvSpPr>
          <p:spPr>
            <a:xfrm>
              <a:off x="6357001" y="44836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2" name="pg15922"/>
            <p:cNvSpPr/>
            <p:nvPr/>
          </p:nvSpPr>
          <p:spPr>
            <a:xfrm>
              <a:off x="5758892" y="398936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3" name="pt15923"/>
            <p:cNvSpPr/>
            <p:nvPr/>
          </p:nvSpPr>
          <p:spPr>
            <a:xfrm>
              <a:off x="6902308" y="3386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4" name="pt15924"/>
            <p:cNvSpPr/>
            <p:nvPr/>
          </p:nvSpPr>
          <p:spPr>
            <a:xfrm>
              <a:off x="5571488" y="38854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5" name="pt15925"/>
            <p:cNvSpPr/>
            <p:nvPr/>
          </p:nvSpPr>
          <p:spPr>
            <a:xfrm>
              <a:off x="6242956" y="3652398"/>
              <a:ext cx="67219" cy="67219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6" name="pt15926"/>
            <p:cNvSpPr/>
            <p:nvPr/>
          </p:nvSpPr>
          <p:spPr>
            <a:xfrm>
              <a:off x="5930247" y="4133124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7" name="pt15927"/>
            <p:cNvSpPr/>
            <p:nvPr/>
          </p:nvSpPr>
          <p:spPr>
            <a:xfrm>
              <a:off x="6517270" y="416640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8" name="pt15928"/>
            <p:cNvSpPr/>
            <p:nvPr/>
          </p:nvSpPr>
          <p:spPr>
            <a:xfrm>
              <a:off x="6364936" y="4191076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29" name="pt15929"/>
            <p:cNvSpPr/>
            <p:nvPr/>
          </p:nvSpPr>
          <p:spPr>
            <a:xfrm>
              <a:off x="7001270" y="410549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0" name="pt15930"/>
            <p:cNvSpPr/>
            <p:nvPr/>
          </p:nvSpPr>
          <p:spPr>
            <a:xfrm>
              <a:off x="6167585" y="3667272"/>
              <a:ext cx="67219" cy="67219"/>
            </a:xfrm>
            <a:prstGeom prst="ellipse">
              <a:avLst/>
            </a:prstGeom>
            <a:solidFill>
              <a:srgbClr val="D95F02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1" name="pt15931"/>
            <p:cNvSpPr/>
            <p:nvPr/>
          </p:nvSpPr>
          <p:spPr>
            <a:xfrm>
              <a:off x="6270001" y="3604483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2" name="pt15932"/>
            <p:cNvSpPr/>
            <p:nvPr/>
          </p:nvSpPr>
          <p:spPr>
            <a:xfrm>
              <a:off x="6224970" y="364123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3" name="pt15933"/>
            <p:cNvSpPr/>
            <p:nvPr/>
          </p:nvSpPr>
          <p:spPr>
            <a:xfrm>
              <a:off x="6208562" y="3644835"/>
              <a:ext cx="80678" cy="80678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4" name="pt15934"/>
            <p:cNvSpPr/>
            <p:nvPr/>
          </p:nvSpPr>
          <p:spPr>
            <a:xfrm>
              <a:off x="7054400" y="40659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5" name="pt15935"/>
            <p:cNvSpPr/>
            <p:nvPr/>
          </p:nvSpPr>
          <p:spPr>
            <a:xfrm>
              <a:off x="5640017" y="3598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6" name="pt15936"/>
            <p:cNvSpPr/>
            <p:nvPr/>
          </p:nvSpPr>
          <p:spPr>
            <a:xfrm>
              <a:off x="5996787" y="4414435"/>
              <a:ext cx="67219" cy="67219"/>
            </a:xfrm>
            <a:prstGeom prst="ellipse">
              <a:avLst/>
            </a:prstGeom>
            <a:solidFill>
              <a:srgbClr val="7570B3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7" name="pt15937"/>
            <p:cNvSpPr/>
            <p:nvPr/>
          </p:nvSpPr>
          <p:spPr>
            <a:xfrm>
              <a:off x="5912614" y="412821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8" name="pt15938"/>
            <p:cNvSpPr/>
            <p:nvPr/>
          </p:nvSpPr>
          <p:spPr>
            <a:xfrm>
              <a:off x="6231266" y="3591295"/>
              <a:ext cx="67219" cy="67219"/>
            </a:xfrm>
            <a:prstGeom prst="ellipse">
              <a:avLst/>
            </a:pr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39" name="pt15939"/>
            <p:cNvSpPr/>
            <p:nvPr/>
          </p:nvSpPr>
          <p:spPr>
            <a:xfrm>
              <a:off x="6183616" y="3664746"/>
              <a:ext cx="48833" cy="48833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0" name="pt15940"/>
            <p:cNvSpPr/>
            <p:nvPr/>
          </p:nvSpPr>
          <p:spPr>
            <a:xfrm>
              <a:off x="6504320" y="39788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1" name="pg15941"/>
            <p:cNvSpPr/>
            <p:nvPr/>
          </p:nvSpPr>
          <p:spPr>
            <a:xfrm>
              <a:off x="5668879" y="42309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2" name="pg15942"/>
            <p:cNvSpPr/>
            <p:nvPr/>
          </p:nvSpPr>
          <p:spPr>
            <a:xfrm>
              <a:off x="6405996" y="394582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3" name="pg15943"/>
            <p:cNvSpPr/>
            <p:nvPr/>
          </p:nvSpPr>
          <p:spPr>
            <a:xfrm>
              <a:off x="6214694" y="358694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4" name="pt15944"/>
            <p:cNvSpPr/>
            <p:nvPr/>
          </p:nvSpPr>
          <p:spPr>
            <a:xfrm>
              <a:off x="6187564" y="3680039"/>
              <a:ext cx="48833" cy="48833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5" name="pg15945"/>
            <p:cNvSpPr/>
            <p:nvPr/>
          </p:nvSpPr>
          <p:spPr>
            <a:xfrm>
              <a:off x="6445304" y="39286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6" name="pt15946"/>
            <p:cNvSpPr/>
            <p:nvPr/>
          </p:nvSpPr>
          <p:spPr>
            <a:xfrm>
              <a:off x="6197704" y="4592543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7" name="pt15947"/>
            <p:cNvSpPr/>
            <p:nvPr/>
          </p:nvSpPr>
          <p:spPr>
            <a:xfrm>
              <a:off x="6524298" y="39976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8" name="pt15948"/>
            <p:cNvSpPr/>
            <p:nvPr/>
          </p:nvSpPr>
          <p:spPr>
            <a:xfrm>
              <a:off x="6229221" y="3671134"/>
              <a:ext cx="48833" cy="48833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49" name="pt15949"/>
            <p:cNvSpPr/>
            <p:nvPr/>
          </p:nvSpPr>
          <p:spPr>
            <a:xfrm>
              <a:off x="6538353" y="402424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0" name="pt15950"/>
            <p:cNvSpPr/>
            <p:nvPr/>
          </p:nvSpPr>
          <p:spPr>
            <a:xfrm>
              <a:off x="6212538" y="3642901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1" name="pt15951"/>
            <p:cNvSpPr/>
            <p:nvPr/>
          </p:nvSpPr>
          <p:spPr>
            <a:xfrm>
              <a:off x="5739625" y="42906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2" name="pg15952"/>
            <p:cNvSpPr/>
            <p:nvPr/>
          </p:nvSpPr>
          <p:spPr>
            <a:xfrm>
              <a:off x="7065908" y="38807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3" name="pt15953"/>
            <p:cNvSpPr/>
            <p:nvPr/>
          </p:nvSpPr>
          <p:spPr>
            <a:xfrm>
              <a:off x="6914380" y="353341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4" name="pt15954"/>
            <p:cNvSpPr/>
            <p:nvPr/>
          </p:nvSpPr>
          <p:spPr>
            <a:xfrm>
              <a:off x="6520539" y="39819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5" name="pt15955"/>
            <p:cNvSpPr/>
            <p:nvPr/>
          </p:nvSpPr>
          <p:spPr>
            <a:xfrm>
              <a:off x="6179811" y="3690305"/>
              <a:ext cx="48833" cy="48833"/>
            </a:xfrm>
            <a:prstGeom prst="ellipse">
              <a:avLst/>
            </a:prstGeom>
            <a:solidFill>
              <a:srgbClr val="D95F02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6" name="pt15956"/>
            <p:cNvSpPr/>
            <p:nvPr/>
          </p:nvSpPr>
          <p:spPr>
            <a:xfrm>
              <a:off x="6559170" y="4456966"/>
              <a:ext cx="48833" cy="48833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57" name="pl15957"/>
            <p:cNvSpPr/>
            <p:nvPr/>
          </p:nvSpPr>
          <p:spPr>
            <a:xfrm>
              <a:off x="6242967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8" name="pl15958"/>
            <p:cNvSpPr/>
            <p:nvPr/>
          </p:nvSpPr>
          <p:spPr>
            <a:xfrm>
              <a:off x="6242967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59" name="pl15959"/>
            <p:cNvSpPr/>
            <p:nvPr/>
          </p:nvSpPr>
          <p:spPr>
            <a:xfrm>
              <a:off x="6232853" y="35691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0" name="pl15960"/>
            <p:cNvSpPr/>
            <p:nvPr/>
          </p:nvSpPr>
          <p:spPr>
            <a:xfrm>
              <a:off x="6267384" y="35346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1" name="pt15961"/>
            <p:cNvSpPr/>
            <p:nvPr/>
          </p:nvSpPr>
          <p:spPr>
            <a:xfrm>
              <a:off x="6904358" y="39275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62" name="pt15962"/>
            <p:cNvSpPr/>
            <p:nvPr/>
          </p:nvSpPr>
          <p:spPr>
            <a:xfrm>
              <a:off x="6159987" y="3668110"/>
              <a:ext cx="67219" cy="67219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63" name="pt15963"/>
            <p:cNvSpPr/>
            <p:nvPr/>
          </p:nvSpPr>
          <p:spPr>
            <a:xfrm>
              <a:off x="6185442" y="3641521"/>
              <a:ext cx="74834" cy="74834"/>
            </a:xfrm>
            <a:prstGeom prst="ellipse">
              <a:avLst/>
            </a:prstGeom>
            <a:solidFill>
              <a:srgbClr val="7570B3">
                <a:alpha val="3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64" name="pl15964"/>
            <p:cNvSpPr/>
            <p:nvPr/>
          </p:nvSpPr>
          <p:spPr>
            <a:xfrm>
              <a:off x="6285947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5" name="pl15965"/>
            <p:cNvSpPr/>
            <p:nvPr/>
          </p:nvSpPr>
          <p:spPr>
            <a:xfrm>
              <a:off x="6285947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6" name="pl15966"/>
            <p:cNvSpPr/>
            <p:nvPr/>
          </p:nvSpPr>
          <p:spPr>
            <a:xfrm>
              <a:off x="6275833" y="3667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7" name="pl15967"/>
            <p:cNvSpPr/>
            <p:nvPr/>
          </p:nvSpPr>
          <p:spPr>
            <a:xfrm>
              <a:off x="6310363" y="3633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8" name="pl15968"/>
            <p:cNvSpPr/>
            <p:nvPr/>
          </p:nvSpPr>
          <p:spPr>
            <a:xfrm>
              <a:off x="6511242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69" name="pl15969"/>
            <p:cNvSpPr/>
            <p:nvPr/>
          </p:nvSpPr>
          <p:spPr>
            <a:xfrm>
              <a:off x="6511242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0" name="pl15970"/>
            <p:cNvSpPr/>
            <p:nvPr/>
          </p:nvSpPr>
          <p:spPr>
            <a:xfrm>
              <a:off x="6501128" y="4210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1" name="pl15971"/>
            <p:cNvSpPr/>
            <p:nvPr/>
          </p:nvSpPr>
          <p:spPr>
            <a:xfrm>
              <a:off x="6535659" y="417549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2" name="pt15972"/>
            <p:cNvSpPr/>
            <p:nvPr/>
          </p:nvSpPr>
          <p:spPr>
            <a:xfrm>
              <a:off x="6495500" y="40111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73" name="pg15973"/>
            <p:cNvSpPr/>
            <p:nvPr/>
          </p:nvSpPr>
          <p:spPr>
            <a:xfrm>
              <a:off x="5534619" y="383993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74" name="pt15974"/>
            <p:cNvSpPr/>
            <p:nvPr/>
          </p:nvSpPr>
          <p:spPr>
            <a:xfrm>
              <a:off x="6376148" y="4480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75" name="pt15975"/>
            <p:cNvSpPr/>
            <p:nvPr/>
          </p:nvSpPr>
          <p:spPr>
            <a:xfrm>
              <a:off x="6484084" y="40041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76" name="pt15976"/>
            <p:cNvSpPr/>
            <p:nvPr/>
          </p:nvSpPr>
          <p:spPr>
            <a:xfrm>
              <a:off x="6367228" y="41656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7" name="pl15977"/>
            <p:cNvSpPr/>
            <p:nvPr/>
          </p:nvSpPr>
          <p:spPr>
            <a:xfrm>
              <a:off x="6367228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8" name="pl15978"/>
            <p:cNvSpPr/>
            <p:nvPr/>
          </p:nvSpPr>
          <p:spPr>
            <a:xfrm>
              <a:off x="6367228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79" name="pt15979"/>
            <p:cNvSpPr/>
            <p:nvPr/>
          </p:nvSpPr>
          <p:spPr>
            <a:xfrm>
              <a:off x="6238053" y="3577094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80" name="pt15980"/>
            <p:cNvSpPr/>
            <p:nvPr/>
          </p:nvSpPr>
          <p:spPr>
            <a:xfrm>
              <a:off x="6776412" y="327227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81" name="pt15981"/>
            <p:cNvSpPr/>
            <p:nvPr/>
          </p:nvSpPr>
          <p:spPr>
            <a:xfrm>
              <a:off x="6554198" y="401172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82" name="pl15982"/>
            <p:cNvSpPr/>
            <p:nvPr/>
          </p:nvSpPr>
          <p:spPr>
            <a:xfrm>
              <a:off x="6180708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3" name="pl15983"/>
            <p:cNvSpPr/>
            <p:nvPr/>
          </p:nvSpPr>
          <p:spPr>
            <a:xfrm>
              <a:off x="6180708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4" name="pl15984"/>
            <p:cNvSpPr/>
            <p:nvPr/>
          </p:nvSpPr>
          <p:spPr>
            <a:xfrm>
              <a:off x="6148067" y="366256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5" name="pl15985"/>
            <p:cNvSpPr/>
            <p:nvPr/>
          </p:nvSpPr>
          <p:spPr>
            <a:xfrm>
              <a:off x="6259510" y="355112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6" name="pl15986"/>
            <p:cNvSpPr/>
            <p:nvPr/>
          </p:nvSpPr>
          <p:spPr>
            <a:xfrm>
              <a:off x="6279359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7" name="pl15987"/>
            <p:cNvSpPr/>
            <p:nvPr/>
          </p:nvSpPr>
          <p:spPr>
            <a:xfrm>
              <a:off x="6279359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8" name="pl15988"/>
            <p:cNvSpPr/>
            <p:nvPr/>
          </p:nvSpPr>
          <p:spPr>
            <a:xfrm>
              <a:off x="6269245" y="3658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89" name="pl15989"/>
            <p:cNvSpPr/>
            <p:nvPr/>
          </p:nvSpPr>
          <p:spPr>
            <a:xfrm>
              <a:off x="6303775" y="3623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0" name="pt15990"/>
            <p:cNvSpPr/>
            <p:nvPr/>
          </p:nvSpPr>
          <p:spPr>
            <a:xfrm>
              <a:off x="6562290" y="4449390"/>
              <a:ext cx="48833" cy="48833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91" name="pt15991"/>
            <p:cNvSpPr/>
            <p:nvPr/>
          </p:nvSpPr>
          <p:spPr>
            <a:xfrm>
              <a:off x="6139157" y="368747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92" name="pt15992"/>
            <p:cNvSpPr/>
            <p:nvPr/>
          </p:nvSpPr>
          <p:spPr>
            <a:xfrm>
              <a:off x="5749668" y="43533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93" name="pt15993"/>
            <p:cNvSpPr/>
            <p:nvPr/>
          </p:nvSpPr>
          <p:spPr>
            <a:xfrm>
              <a:off x="6596956" y="45765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94" name="pl15994"/>
            <p:cNvSpPr/>
            <p:nvPr/>
          </p:nvSpPr>
          <p:spPr>
            <a:xfrm>
              <a:off x="7051048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5" name="pl15995"/>
            <p:cNvSpPr/>
            <p:nvPr/>
          </p:nvSpPr>
          <p:spPr>
            <a:xfrm>
              <a:off x="7051048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6" name="pl15996"/>
            <p:cNvSpPr/>
            <p:nvPr/>
          </p:nvSpPr>
          <p:spPr>
            <a:xfrm>
              <a:off x="7040935" y="370729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7" name="pl15997"/>
            <p:cNvSpPr/>
            <p:nvPr/>
          </p:nvSpPr>
          <p:spPr>
            <a:xfrm>
              <a:off x="7075465" y="36727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98" name="pt15998"/>
            <p:cNvSpPr/>
            <p:nvPr/>
          </p:nvSpPr>
          <p:spPr>
            <a:xfrm>
              <a:off x="6536933" y="379302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999" name="pg15999"/>
            <p:cNvSpPr/>
            <p:nvPr/>
          </p:nvSpPr>
          <p:spPr>
            <a:xfrm>
              <a:off x="6502709" y="376800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0" name="pt16000"/>
            <p:cNvSpPr/>
            <p:nvPr/>
          </p:nvSpPr>
          <p:spPr>
            <a:xfrm>
              <a:off x="6797220" y="40979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1" name="pt16001"/>
            <p:cNvSpPr/>
            <p:nvPr/>
          </p:nvSpPr>
          <p:spPr>
            <a:xfrm>
              <a:off x="6218613" y="3689631"/>
              <a:ext cx="48833" cy="48833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2" name="pt16002"/>
            <p:cNvSpPr/>
            <p:nvPr/>
          </p:nvSpPr>
          <p:spPr>
            <a:xfrm>
              <a:off x="5815112" y="3236628"/>
              <a:ext cx="48833" cy="48833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3" name="pt16003"/>
            <p:cNvSpPr/>
            <p:nvPr/>
          </p:nvSpPr>
          <p:spPr>
            <a:xfrm>
              <a:off x="6196763" y="3650969"/>
              <a:ext cx="74834" cy="74834"/>
            </a:xfrm>
            <a:prstGeom prst="ellipse">
              <a:avLst/>
            </a:prstGeom>
            <a:solidFill>
              <a:srgbClr val="7570B3">
                <a:alpha val="5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4" name="pt16004"/>
            <p:cNvSpPr/>
            <p:nvPr/>
          </p:nvSpPr>
          <p:spPr>
            <a:xfrm>
              <a:off x="6947242" y="424603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5" name="pt16005"/>
            <p:cNvSpPr/>
            <p:nvPr/>
          </p:nvSpPr>
          <p:spPr>
            <a:xfrm>
              <a:off x="6549688" y="40031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6" name="pt16006"/>
            <p:cNvSpPr/>
            <p:nvPr/>
          </p:nvSpPr>
          <p:spPr>
            <a:xfrm>
              <a:off x="6518610" y="404300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7" name="pt16007"/>
            <p:cNvSpPr/>
            <p:nvPr/>
          </p:nvSpPr>
          <p:spPr>
            <a:xfrm>
              <a:off x="6781935" y="3934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8" name="pt16008"/>
            <p:cNvSpPr/>
            <p:nvPr/>
          </p:nvSpPr>
          <p:spPr>
            <a:xfrm>
              <a:off x="6593588" y="3759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09" name="pt16009"/>
            <p:cNvSpPr/>
            <p:nvPr/>
          </p:nvSpPr>
          <p:spPr>
            <a:xfrm>
              <a:off x="6468368" y="4612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0" name="pt16010"/>
            <p:cNvSpPr/>
            <p:nvPr/>
          </p:nvSpPr>
          <p:spPr>
            <a:xfrm>
              <a:off x="6449909" y="38909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1" name="pt16011"/>
            <p:cNvSpPr/>
            <p:nvPr/>
          </p:nvSpPr>
          <p:spPr>
            <a:xfrm>
              <a:off x="6985977" y="34686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2" name="pt16012"/>
            <p:cNvSpPr/>
            <p:nvPr/>
          </p:nvSpPr>
          <p:spPr>
            <a:xfrm>
              <a:off x="6150329" y="3622869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3" name="pt16013"/>
            <p:cNvSpPr/>
            <p:nvPr/>
          </p:nvSpPr>
          <p:spPr>
            <a:xfrm>
              <a:off x="6181855" y="3677554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4" name="pg16014"/>
            <p:cNvSpPr/>
            <p:nvPr/>
          </p:nvSpPr>
          <p:spPr>
            <a:xfrm>
              <a:off x="6491821" y="38233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5" name="pt16015"/>
            <p:cNvSpPr/>
            <p:nvPr/>
          </p:nvSpPr>
          <p:spPr>
            <a:xfrm>
              <a:off x="6623890" y="40499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6" name="pt16016"/>
            <p:cNvSpPr/>
            <p:nvPr/>
          </p:nvSpPr>
          <p:spPr>
            <a:xfrm>
              <a:off x="6566379" y="31333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7" name="pg16017"/>
            <p:cNvSpPr/>
            <p:nvPr/>
          </p:nvSpPr>
          <p:spPr>
            <a:xfrm>
              <a:off x="6494913" y="380160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8" name="pg16018"/>
            <p:cNvSpPr/>
            <p:nvPr/>
          </p:nvSpPr>
          <p:spPr>
            <a:xfrm>
              <a:off x="6492645" y="382467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19" name="pt16019"/>
            <p:cNvSpPr/>
            <p:nvPr/>
          </p:nvSpPr>
          <p:spPr>
            <a:xfrm>
              <a:off x="6208238" y="3637256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0" name="pt16020"/>
            <p:cNvSpPr/>
            <p:nvPr/>
          </p:nvSpPr>
          <p:spPr>
            <a:xfrm>
              <a:off x="6494303" y="38550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1" name="pt16021"/>
            <p:cNvSpPr/>
            <p:nvPr/>
          </p:nvSpPr>
          <p:spPr>
            <a:xfrm>
              <a:off x="6556460" y="3762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2" name="pt16022"/>
            <p:cNvSpPr/>
            <p:nvPr/>
          </p:nvSpPr>
          <p:spPr>
            <a:xfrm>
              <a:off x="6574460" y="37845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3" name="pt16023"/>
            <p:cNvSpPr/>
            <p:nvPr/>
          </p:nvSpPr>
          <p:spPr>
            <a:xfrm>
              <a:off x="5646531" y="40996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4" name="pt16024"/>
            <p:cNvSpPr/>
            <p:nvPr/>
          </p:nvSpPr>
          <p:spPr>
            <a:xfrm>
              <a:off x="6465731" y="45934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5" name="pt16025"/>
            <p:cNvSpPr/>
            <p:nvPr/>
          </p:nvSpPr>
          <p:spPr>
            <a:xfrm>
              <a:off x="6528641" y="378069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6" name="pt16026"/>
            <p:cNvSpPr/>
            <p:nvPr/>
          </p:nvSpPr>
          <p:spPr>
            <a:xfrm>
              <a:off x="7062550" y="37759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7" name="pt16027"/>
            <p:cNvSpPr/>
            <p:nvPr/>
          </p:nvSpPr>
          <p:spPr>
            <a:xfrm>
              <a:off x="6250486" y="363039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8" name="pt16028"/>
            <p:cNvSpPr/>
            <p:nvPr/>
          </p:nvSpPr>
          <p:spPr>
            <a:xfrm>
              <a:off x="5704439" y="3418223"/>
              <a:ext cx="67219" cy="67219"/>
            </a:xfrm>
            <a:prstGeom prst="ellipse">
              <a:avLst/>
            </a:prstGeom>
            <a:solidFill>
              <a:srgbClr val="7570B3">
                <a:alpha val="3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29" name="pl16029"/>
            <p:cNvSpPr/>
            <p:nvPr/>
          </p:nvSpPr>
          <p:spPr>
            <a:xfrm>
              <a:off x="6162302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0" name="pl16030"/>
            <p:cNvSpPr/>
            <p:nvPr/>
          </p:nvSpPr>
          <p:spPr>
            <a:xfrm>
              <a:off x="6162302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1" name="pl16031"/>
            <p:cNvSpPr/>
            <p:nvPr/>
          </p:nvSpPr>
          <p:spPr>
            <a:xfrm>
              <a:off x="6152188" y="36020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2" name="pl16032"/>
            <p:cNvSpPr/>
            <p:nvPr/>
          </p:nvSpPr>
          <p:spPr>
            <a:xfrm>
              <a:off x="6186719" y="35674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33" name="pt16033"/>
            <p:cNvSpPr/>
            <p:nvPr/>
          </p:nvSpPr>
          <p:spPr>
            <a:xfrm>
              <a:off x="6938639" y="35250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4" name="pt16034"/>
            <p:cNvSpPr/>
            <p:nvPr/>
          </p:nvSpPr>
          <p:spPr>
            <a:xfrm>
              <a:off x="5768890" y="43677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5" name="pt16035"/>
            <p:cNvSpPr/>
            <p:nvPr/>
          </p:nvSpPr>
          <p:spPr>
            <a:xfrm>
              <a:off x="6354943" y="359545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6" name="pt16036"/>
            <p:cNvSpPr/>
            <p:nvPr/>
          </p:nvSpPr>
          <p:spPr>
            <a:xfrm>
              <a:off x="6232393" y="36927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7" name="pt16037"/>
            <p:cNvSpPr/>
            <p:nvPr/>
          </p:nvSpPr>
          <p:spPr>
            <a:xfrm>
              <a:off x="6198723" y="3650004"/>
              <a:ext cx="74834" cy="74834"/>
            </a:xfrm>
            <a:prstGeom prst="ellipse">
              <a:avLst/>
            </a:prstGeom>
            <a:solidFill>
              <a:srgbClr val="7570B3">
                <a:alpha val="7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8" name="pt16038"/>
            <p:cNvSpPr/>
            <p:nvPr/>
          </p:nvSpPr>
          <p:spPr>
            <a:xfrm>
              <a:off x="5926757" y="419410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39" name="pt16039"/>
            <p:cNvSpPr/>
            <p:nvPr/>
          </p:nvSpPr>
          <p:spPr>
            <a:xfrm>
              <a:off x="6150069" y="3649112"/>
              <a:ext cx="80678" cy="80678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0" name="pt16040"/>
            <p:cNvSpPr/>
            <p:nvPr/>
          </p:nvSpPr>
          <p:spPr>
            <a:xfrm>
              <a:off x="6253366" y="36869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1" name="pt16041"/>
            <p:cNvSpPr/>
            <p:nvPr/>
          </p:nvSpPr>
          <p:spPr>
            <a:xfrm>
              <a:off x="6162639" y="3676621"/>
              <a:ext cx="48833" cy="48833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2" name="pt16042"/>
            <p:cNvSpPr/>
            <p:nvPr/>
          </p:nvSpPr>
          <p:spPr>
            <a:xfrm>
              <a:off x="6162316" y="3686195"/>
              <a:ext cx="67219" cy="67219"/>
            </a:xfrm>
            <a:prstGeom prst="ellipse">
              <a:avLst/>
            </a:prstGeom>
            <a:solidFill>
              <a:srgbClr val="7570B3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3" name="pl16043"/>
            <p:cNvSpPr/>
            <p:nvPr/>
          </p:nvSpPr>
          <p:spPr>
            <a:xfrm>
              <a:off x="6486969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4" name="pl16044"/>
            <p:cNvSpPr/>
            <p:nvPr/>
          </p:nvSpPr>
          <p:spPr>
            <a:xfrm>
              <a:off x="6486969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45" name="pt16045"/>
            <p:cNvSpPr/>
            <p:nvPr/>
          </p:nvSpPr>
          <p:spPr>
            <a:xfrm>
              <a:off x="6165935" y="3625843"/>
              <a:ext cx="67219" cy="67219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6" name="pg16046"/>
            <p:cNvSpPr/>
            <p:nvPr/>
          </p:nvSpPr>
          <p:spPr>
            <a:xfrm>
              <a:off x="6831980" y="432673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7" name="pg16047"/>
            <p:cNvSpPr/>
            <p:nvPr/>
          </p:nvSpPr>
          <p:spPr>
            <a:xfrm>
              <a:off x="6390276" y="40077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8" name="pg16048"/>
            <p:cNvSpPr/>
            <p:nvPr/>
          </p:nvSpPr>
          <p:spPr>
            <a:xfrm>
              <a:off x="6202103" y="356688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049" name="pl16049"/>
            <p:cNvSpPr/>
            <p:nvPr/>
          </p:nvSpPr>
          <p:spPr>
            <a:xfrm>
              <a:off x="6221428" y="5672615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0" name="pl16050"/>
            <p:cNvSpPr/>
            <p:nvPr/>
          </p:nvSpPr>
          <p:spPr>
            <a:xfrm>
              <a:off x="6296687" y="5631334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1" name="pl16051"/>
            <p:cNvSpPr/>
            <p:nvPr/>
          </p:nvSpPr>
          <p:spPr>
            <a:xfrm>
              <a:off x="6281671" y="5616867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2" name="pl16052"/>
            <p:cNvSpPr/>
            <p:nvPr/>
          </p:nvSpPr>
          <p:spPr>
            <a:xfrm>
              <a:off x="6296687" y="5622077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3" name="pl16053"/>
            <p:cNvSpPr/>
            <p:nvPr/>
          </p:nvSpPr>
          <p:spPr>
            <a:xfrm>
              <a:off x="6266496" y="5693414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4" name="pl16054"/>
            <p:cNvSpPr/>
            <p:nvPr/>
          </p:nvSpPr>
          <p:spPr>
            <a:xfrm>
              <a:off x="6338954" y="6000795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5" name="pl16055"/>
            <p:cNvSpPr/>
            <p:nvPr/>
          </p:nvSpPr>
          <p:spPr>
            <a:xfrm>
              <a:off x="6338954" y="6000795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6" name="pl16056"/>
            <p:cNvSpPr/>
            <p:nvPr/>
          </p:nvSpPr>
          <p:spPr>
            <a:xfrm>
              <a:off x="6300769" y="5953335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7" name="pl16057"/>
            <p:cNvSpPr/>
            <p:nvPr/>
          </p:nvSpPr>
          <p:spPr>
            <a:xfrm>
              <a:off x="6338954" y="6000795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8" name="pl16058"/>
            <p:cNvSpPr/>
            <p:nvPr/>
          </p:nvSpPr>
          <p:spPr>
            <a:xfrm>
              <a:off x="6338954" y="6000795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59" name="pl16059"/>
            <p:cNvSpPr/>
            <p:nvPr/>
          </p:nvSpPr>
          <p:spPr>
            <a:xfrm>
              <a:off x="6292510" y="5769000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0" name="pl16060"/>
            <p:cNvSpPr/>
            <p:nvPr/>
          </p:nvSpPr>
          <p:spPr>
            <a:xfrm>
              <a:off x="6624839" y="5650501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1" name="pl16061"/>
            <p:cNvSpPr/>
            <p:nvPr/>
          </p:nvSpPr>
          <p:spPr>
            <a:xfrm>
              <a:off x="6204065" y="5700233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2" name="pl16062"/>
            <p:cNvSpPr/>
            <p:nvPr/>
          </p:nvSpPr>
          <p:spPr>
            <a:xfrm>
              <a:off x="7168625" y="5621884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3" name="pl16063"/>
            <p:cNvSpPr/>
            <p:nvPr/>
          </p:nvSpPr>
          <p:spPr>
            <a:xfrm>
              <a:off x="6912006" y="5722375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4" name="pl16064"/>
            <p:cNvSpPr/>
            <p:nvPr/>
          </p:nvSpPr>
          <p:spPr>
            <a:xfrm>
              <a:off x="6578147" y="5757678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5" name="pl16065"/>
            <p:cNvSpPr/>
            <p:nvPr/>
          </p:nvSpPr>
          <p:spPr>
            <a:xfrm>
              <a:off x="6622882" y="5768825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6" name="pl16066"/>
            <p:cNvSpPr/>
            <p:nvPr/>
          </p:nvSpPr>
          <p:spPr>
            <a:xfrm>
              <a:off x="6622882" y="5768825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7" name="pl16067"/>
            <p:cNvSpPr/>
            <p:nvPr/>
          </p:nvSpPr>
          <p:spPr>
            <a:xfrm>
              <a:off x="6298281" y="5953335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8" name="pl16068"/>
            <p:cNvSpPr/>
            <p:nvPr/>
          </p:nvSpPr>
          <p:spPr>
            <a:xfrm>
              <a:off x="6624839" y="5641669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69" name="pl16069"/>
            <p:cNvSpPr/>
            <p:nvPr/>
          </p:nvSpPr>
          <p:spPr>
            <a:xfrm>
              <a:off x="6723276" y="5632324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0" name="pl16070"/>
            <p:cNvSpPr/>
            <p:nvPr/>
          </p:nvSpPr>
          <p:spPr>
            <a:xfrm>
              <a:off x="6723276" y="5631297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1" name="pl16071"/>
            <p:cNvSpPr/>
            <p:nvPr/>
          </p:nvSpPr>
          <p:spPr>
            <a:xfrm>
              <a:off x="6369275" y="5777661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2" name="pl16072"/>
            <p:cNvSpPr/>
            <p:nvPr/>
          </p:nvSpPr>
          <p:spPr>
            <a:xfrm>
              <a:off x="6122886" y="4951829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3" name="pl16073"/>
            <p:cNvSpPr/>
            <p:nvPr/>
          </p:nvSpPr>
          <p:spPr>
            <a:xfrm>
              <a:off x="6265335" y="5945921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4" name="pl16074"/>
            <p:cNvSpPr/>
            <p:nvPr/>
          </p:nvSpPr>
          <p:spPr>
            <a:xfrm>
              <a:off x="6280954" y="5895461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5" name="pl16075"/>
            <p:cNvSpPr/>
            <p:nvPr/>
          </p:nvSpPr>
          <p:spPr>
            <a:xfrm>
              <a:off x="6589919" y="5787145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6" name="pl16076"/>
            <p:cNvSpPr/>
            <p:nvPr/>
          </p:nvSpPr>
          <p:spPr>
            <a:xfrm>
              <a:off x="6293730" y="5818017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7" name="pl16077"/>
            <p:cNvSpPr/>
            <p:nvPr/>
          </p:nvSpPr>
          <p:spPr>
            <a:xfrm>
              <a:off x="6302186" y="5826170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8" name="pl16078"/>
            <p:cNvSpPr/>
            <p:nvPr/>
          </p:nvSpPr>
          <p:spPr>
            <a:xfrm>
              <a:off x="6291552" y="5810887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79" name="pl16079"/>
            <p:cNvSpPr/>
            <p:nvPr/>
          </p:nvSpPr>
          <p:spPr>
            <a:xfrm>
              <a:off x="6290034" y="5778380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0" name="pl16080"/>
            <p:cNvSpPr/>
            <p:nvPr/>
          </p:nvSpPr>
          <p:spPr>
            <a:xfrm>
              <a:off x="6290034" y="5778380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1" name="pl16081"/>
            <p:cNvSpPr/>
            <p:nvPr/>
          </p:nvSpPr>
          <p:spPr>
            <a:xfrm>
              <a:off x="6282293" y="5765150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2" name="pl16082"/>
            <p:cNvSpPr/>
            <p:nvPr/>
          </p:nvSpPr>
          <p:spPr>
            <a:xfrm>
              <a:off x="6265362" y="5736296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3" name="pl16083"/>
            <p:cNvSpPr/>
            <p:nvPr/>
          </p:nvSpPr>
          <p:spPr>
            <a:xfrm>
              <a:off x="6290034" y="5778380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4" name="pl16084"/>
            <p:cNvSpPr/>
            <p:nvPr/>
          </p:nvSpPr>
          <p:spPr>
            <a:xfrm>
              <a:off x="6226447" y="5665767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5" name="pl16085"/>
            <p:cNvSpPr/>
            <p:nvPr/>
          </p:nvSpPr>
          <p:spPr>
            <a:xfrm>
              <a:off x="6226447" y="5665767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6" name="pl16086"/>
            <p:cNvSpPr/>
            <p:nvPr/>
          </p:nvSpPr>
          <p:spPr>
            <a:xfrm>
              <a:off x="6344081" y="5887458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7" name="pl16087"/>
            <p:cNvSpPr/>
            <p:nvPr/>
          </p:nvSpPr>
          <p:spPr>
            <a:xfrm>
              <a:off x="6321145" y="5835035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8" name="pl16088"/>
            <p:cNvSpPr/>
            <p:nvPr/>
          </p:nvSpPr>
          <p:spPr>
            <a:xfrm>
              <a:off x="6321145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89" name="pl16089"/>
            <p:cNvSpPr/>
            <p:nvPr/>
          </p:nvSpPr>
          <p:spPr>
            <a:xfrm>
              <a:off x="6321145" y="5836582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0" name="pl16090"/>
            <p:cNvSpPr/>
            <p:nvPr/>
          </p:nvSpPr>
          <p:spPr>
            <a:xfrm>
              <a:off x="6550737" y="5641831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1" name="pl16091"/>
            <p:cNvSpPr/>
            <p:nvPr/>
          </p:nvSpPr>
          <p:spPr>
            <a:xfrm>
              <a:off x="6602762" y="5643613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2" name="pl16092"/>
            <p:cNvSpPr/>
            <p:nvPr/>
          </p:nvSpPr>
          <p:spPr>
            <a:xfrm>
              <a:off x="6058847" y="5715121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3" name="pl16093"/>
            <p:cNvSpPr/>
            <p:nvPr/>
          </p:nvSpPr>
          <p:spPr>
            <a:xfrm>
              <a:off x="6360482" y="6028536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4" name="pl16094"/>
            <p:cNvSpPr/>
            <p:nvPr/>
          </p:nvSpPr>
          <p:spPr>
            <a:xfrm>
              <a:off x="6248810" y="5871196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5" name="pl16095"/>
            <p:cNvSpPr/>
            <p:nvPr/>
          </p:nvSpPr>
          <p:spPr>
            <a:xfrm>
              <a:off x="6463302" y="5623770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6" name="pl16096"/>
            <p:cNvSpPr/>
            <p:nvPr/>
          </p:nvSpPr>
          <p:spPr>
            <a:xfrm>
              <a:off x="6578147" y="5757678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7" name="pl16097"/>
            <p:cNvSpPr/>
            <p:nvPr/>
          </p:nvSpPr>
          <p:spPr>
            <a:xfrm>
              <a:off x="6402035" y="5773035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8" name="pl16098"/>
            <p:cNvSpPr/>
            <p:nvPr/>
          </p:nvSpPr>
          <p:spPr>
            <a:xfrm>
              <a:off x="6334861" y="5798862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99" name="pl16099"/>
            <p:cNvSpPr/>
            <p:nvPr/>
          </p:nvSpPr>
          <p:spPr>
            <a:xfrm>
              <a:off x="6307339" y="5805861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0" name="pl16100"/>
            <p:cNvSpPr/>
            <p:nvPr/>
          </p:nvSpPr>
          <p:spPr>
            <a:xfrm>
              <a:off x="6305915" y="5799746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1" name="pl16101"/>
            <p:cNvSpPr/>
            <p:nvPr/>
          </p:nvSpPr>
          <p:spPr>
            <a:xfrm>
              <a:off x="6293730" y="5805861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2" name="pl16102"/>
            <p:cNvSpPr/>
            <p:nvPr/>
          </p:nvSpPr>
          <p:spPr>
            <a:xfrm>
              <a:off x="6307339" y="5805861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3" name="pl16103"/>
            <p:cNvSpPr/>
            <p:nvPr/>
          </p:nvSpPr>
          <p:spPr>
            <a:xfrm>
              <a:off x="6292510" y="5769000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4" name="pl16104"/>
            <p:cNvSpPr/>
            <p:nvPr/>
          </p:nvSpPr>
          <p:spPr>
            <a:xfrm>
              <a:off x="6307339" y="5805861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5" name="pl16105"/>
            <p:cNvSpPr/>
            <p:nvPr/>
          </p:nvSpPr>
          <p:spPr>
            <a:xfrm>
              <a:off x="6281394" y="5805861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6" name="pl16106"/>
            <p:cNvSpPr/>
            <p:nvPr/>
          </p:nvSpPr>
          <p:spPr>
            <a:xfrm>
              <a:off x="6307339" y="5805861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7" name="pl16107"/>
            <p:cNvSpPr/>
            <p:nvPr/>
          </p:nvSpPr>
          <p:spPr>
            <a:xfrm>
              <a:off x="6304379" y="5788758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8" name="pl16108"/>
            <p:cNvSpPr/>
            <p:nvPr/>
          </p:nvSpPr>
          <p:spPr>
            <a:xfrm>
              <a:off x="6307339" y="5789604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09" name="pl16109"/>
            <p:cNvSpPr/>
            <p:nvPr/>
          </p:nvSpPr>
          <p:spPr>
            <a:xfrm>
              <a:off x="6307339" y="5805861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0" name="pl16110"/>
            <p:cNvSpPr/>
            <p:nvPr/>
          </p:nvSpPr>
          <p:spPr>
            <a:xfrm>
              <a:off x="6307339" y="5802736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1" name="pl16111"/>
            <p:cNvSpPr/>
            <p:nvPr/>
          </p:nvSpPr>
          <p:spPr>
            <a:xfrm>
              <a:off x="6307339" y="5805861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2" name="pl16112"/>
            <p:cNvSpPr/>
            <p:nvPr/>
          </p:nvSpPr>
          <p:spPr>
            <a:xfrm>
              <a:off x="6349866" y="5770086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3" name="pl16113"/>
            <p:cNvSpPr/>
            <p:nvPr/>
          </p:nvSpPr>
          <p:spPr>
            <a:xfrm>
              <a:off x="7122319" y="6038819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4" name="pl16114"/>
            <p:cNvSpPr/>
            <p:nvPr/>
          </p:nvSpPr>
          <p:spPr>
            <a:xfrm>
              <a:off x="5820839" y="5074010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5" name="pl16115"/>
            <p:cNvSpPr/>
            <p:nvPr/>
          </p:nvSpPr>
          <p:spPr>
            <a:xfrm>
              <a:off x="6396718" y="5540206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6" name="pl16116"/>
            <p:cNvSpPr/>
            <p:nvPr/>
          </p:nvSpPr>
          <p:spPr>
            <a:xfrm>
              <a:off x="6291979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7" name="pl16117"/>
            <p:cNvSpPr/>
            <p:nvPr/>
          </p:nvSpPr>
          <p:spPr>
            <a:xfrm>
              <a:off x="6234239" y="6490191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8" name="pl16118"/>
            <p:cNvSpPr/>
            <p:nvPr/>
          </p:nvSpPr>
          <p:spPr>
            <a:xfrm>
              <a:off x="6229373" y="6486760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19" name="pl16119"/>
            <p:cNvSpPr/>
            <p:nvPr/>
          </p:nvSpPr>
          <p:spPr>
            <a:xfrm>
              <a:off x="6234239" y="6490191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0" name="pl16120"/>
            <p:cNvSpPr/>
            <p:nvPr/>
          </p:nvSpPr>
          <p:spPr>
            <a:xfrm>
              <a:off x="6273221" y="5736937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1" name="pl16121"/>
            <p:cNvSpPr/>
            <p:nvPr/>
          </p:nvSpPr>
          <p:spPr>
            <a:xfrm>
              <a:off x="6250654" y="5719756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2" name="pl16122"/>
            <p:cNvSpPr/>
            <p:nvPr/>
          </p:nvSpPr>
          <p:spPr>
            <a:xfrm>
              <a:off x="6273221" y="5736937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3" name="pl16123"/>
            <p:cNvSpPr/>
            <p:nvPr/>
          </p:nvSpPr>
          <p:spPr>
            <a:xfrm>
              <a:off x="6273221" y="5736937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4" name="pl16124"/>
            <p:cNvSpPr/>
            <p:nvPr/>
          </p:nvSpPr>
          <p:spPr>
            <a:xfrm>
              <a:off x="6273221" y="5736937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5" name="pl16125"/>
            <p:cNvSpPr/>
            <p:nvPr/>
          </p:nvSpPr>
          <p:spPr>
            <a:xfrm>
              <a:off x="6273221" y="5736937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6" name="pl16126"/>
            <p:cNvSpPr/>
            <p:nvPr/>
          </p:nvSpPr>
          <p:spPr>
            <a:xfrm>
              <a:off x="6273221" y="5736937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7" name="pl16127"/>
            <p:cNvSpPr/>
            <p:nvPr/>
          </p:nvSpPr>
          <p:spPr>
            <a:xfrm>
              <a:off x="6273221" y="5736937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8" name="pl16128"/>
            <p:cNvSpPr/>
            <p:nvPr/>
          </p:nvSpPr>
          <p:spPr>
            <a:xfrm>
              <a:off x="6273221" y="5736937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29" name="pl16129"/>
            <p:cNvSpPr/>
            <p:nvPr/>
          </p:nvSpPr>
          <p:spPr>
            <a:xfrm>
              <a:off x="7163143" y="5902334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0" name="pl16130"/>
            <p:cNvSpPr/>
            <p:nvPr/>
          </p:nvSpPr>
          <p:spPr>
            <a:xfrm>
              <a:off x="6480505" y="5333288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1" name="pl16131"/>
            <p:cNvSpPr/>
            <p:nvPr/>
          </p:nvSpPr>
          <p:spPr>
            <a:xfrm>
              <a:off x="6497114" y="5296286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2" name="pl16132"/>
            <p:cNvSpPr/>
            <p:nvPr/>
          </p:nvSpPr>
          <p:spPr>
            <a:xfrm>
              <a:off x="6813715" y="6442145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3" name="pl16133"/>
            <p:cNvSpPr/>
            <p:nvPr/>
          </p:nvSpPr>
          <p:spPr>
            <a:xfrm>
              <a:off x="6473193" y="6589006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4" name="pl16134"/>
            <p:cNvSpPr/>
            <p:nvPr/>
          </p:nvSpPr>
          <p:spPr>
            <a:xfrm>
              <a:off x="6267175" y="5729125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5" name="pl16135"/>
            <p:cNvSpPr/>
            <p:nvPr/>
          </p:nvSpPr>
          <p:spPr>
            <a:xfrm>
              <a:off x="6319832" y="5824187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6" name="pl16136"/>
            <p:cNvSpPr/>
            <p:nvPr/>
          </p:nvSpPr>
          <p:spPr>
            <a:xfrm>
              <a:off x="5571388" y="6011392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7" name="pl16137"/>
            <p:cNvSpPr/>
            <p:nvPr/>
          </p:nvSpPr>
          <p:spPr>
            <a:xfrm>
              <a:off x="6251123" y="5953335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8" name="pl16138"/>
            <p:cNvSpPr/>
            <p:nvPr/>
          </p:nvSpPr>
          <p:spPr>
            <a:xfrm>
              <a:off x="6241770" y="5813430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39" name="pl16139"/>
            <p:cNvSpPr/>
            <p:nvPr/>
          </p:nvSpPr>
          <p:spPr>
            <a:xfrm>
              <a:off x="6300769" y="5953335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0" name="pl16140"/>
            <p:cNvSpPr/>
            <p:nvPr/>
          </p:nvSpPr>
          <p:spPr>
            <a:xfrm>
              <a:off x="6266496" y="5831813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1" name="pl16141"/>
            <p:cNvSpPr/>
            <p:nvPr/>
          </p:nvSpPr>
          <p:spPr>
            <a:xfrm>
              <a:off x="6277147" y="5953335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2" name="pl16142"/>
            <p:cNvSpPr/>
            <p:nvPr/>
          </p:nvSpPr>
          <p:spPr>
            <a:xfrm>
              <a:off x="6364648" y="5780633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3" name="pl16143"/>
            <p:cNvSpPr/>
            <p:nvPr/>
          </p:nvSpPr>
          <p:spPr>
            <a:xfrm>
              <a:off x="6369275" y="5760513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4" name="pl16144"/>
            <p:cNvSpPr/>
            <p:nvPr/>
          </p:nvSpPr>
          <p:spPr>
            <a:xfrm>
              <a:off x="6467290" y="5850629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5" name="pl16145"/>
            <p:cNvSpPr/>
            <p:nvPr/>
          </p:nvSpPr>
          <p:spPr>
            <a:xfrm>
              <a:off x="6256776" y="5861038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6" name="pl16146"/>
            <p:cNvSpPr/>
            <p:nvPr/>
          </p:nvSpPr>
          <p:spPr>
            <a:xfrm>
              <a:off x="6278262" y="5861038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7" name="pl16147"/>
            <p:cNvSpPr/>
            <p:nvPr/>
          </p:nvSpPr>
          <p:spPr>
            <a:xfrm>
              <a:off x="6267090" y="5861038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8" name="pl16148"/>
            <p:cNvSpPr/>
            <p:nvPr/>
          </p:nvSpPr>
          <p:spPr>
            <a:xfrm>
              <a:off x="6271592" y="5861038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49" name="pl16149"/>
            <p:cNvSpPr/>
            <p:nvPr/>
          </p:nvSpPr>
          <p:spPr>
            <a:xfrm>
              <a:off x="6277860" y="5861038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0" name="pl16150"/>
            <p:cNvSpPr/>
            <p:nvPr/>
          </p:nvSpPr>
          <p:spPr>
            <a:xfrm>
              <a:off x="6278262" y="5860260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1" name="pl16151"/>
            <p:cNvSpPr/>
            <p:nvPr/>
          </p:nvSpPr>
          <p:spPr>
            <a:xfrm>
              <a:off x="6277292" y="5791544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2" name="pl16152"/>
            <p:cNvSpPr/>
            <p:nvPr/>
          </p:nvSpPr>
          <p:spPr>
            <a:xfrm>
              <a:off x="6237178" y="5861038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3" name="pl16153"/>
            <p:cNvSpPr/>
            <p:nvPr/>
          </p:nvSpPr>
          <p:spPr>
            <a:xfrm>
              <a:off x="6278262" y="5861038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4" name="pl16154"/>
            <p:cNvSpPr/>
            <p:nvPr/>
          </p:nvSpPr>
          <p:spPr>
            <a:xfrm>
              <a:off x="6269759" y="5861038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5" name="pl16155"/>
            <p:cNvSpPr/>
            <p:nvPr/>
          </p:nvSpPr>
          <p:spPr>
            <a:xfrm>
              <a:off x="6260868" y="5861038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6" name="pl16156"/>
            <p:cNvSpPr/>
            <p:nvPr/>
          </p:nvSpPr>
          <p:spPr>
            <a:xfrm>
              <a:off x="6189564" y="6605138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7" name="pl16157"/>
            <p:cNvSpPr/>
            <p:nvPr/>
          </p:nvSpPr>
          <p:spPr>
            <a:xfrm>
              <a:off x="6279984" y="5760494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8" name="pl16158"/>
            <p:cNvSpPr/>
            <p:nvPr/>
          </p:nvSpPr>
          <p:spPr>
            <a:xfrm>
              <a:off x="6294747" y="5809082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59" name="pl16159"/>
            <p:cNvSpPr/>
            <p:nvPr/>
          </p:nvSpPr>
          <p:spPr>
            <a:xfrm>
              <a:off x="6294747" y="5809082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0" name="pl16160"/>
            <p:cNvSpPr/>
            <p:nvPr/>
          </p:nvSpPr>
          <p:spPr>
            <a:xfrm>
              <a:off x="6287078" y="5809082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1" name="pl16161"/>
            <p:cNvSpPr/>
            <p:nvPr/>
          </p:nvSpPr>
          <p:spPr>
            <a:xfrm>
              <a:off x="6294747" y="5799746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2" name="pl16162"/>
            <p:cNvSpPr/>
            <p:nvPr/>
          </p:nvSpPr>
          <p:spPr>
            <a:xfrm>
              <a:off x="6274095" y="5753843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3" name="pl16163"/>
            <p:cNvSpPr/>
            <p:nvPr/>
          </p:nvSpPr>
          <p:spPr>
            <a:xfrm>
              <a:off x="6293730" y="5809082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4" name="pl16164"/>
            <p:cNvSpPr/>
            <p:nvPr/>
          </p:nvSpPr>
          <p:spPr>
            <a:xfrm>
              <a:off x="6277431" y="5800831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5" name="pl16165"/>
            <p:cNvSpPr/>
            <p:nvPr/>
          </p:nvSpPr>
          <p:spPr>
            <a:xfrm>
              <a:off x="6288348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6" name="pl16166"/>
            <p:cNvSpPr/>
            <p:nvPr/>
          </p:nvSpPr>
          <p:spPr>
            <a:xfrm>
              <a:off x="6294747" y="5809082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7" name="pl16167"/>
            <p:cNvSpPr/>
            <p:nvPr/>
          </p:nvSpPr>
          <p:spPr>
            <a:xfrm>
              <a:off x="6294747" y="5809082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8" name="pl16168"/>
            <p:cNvSpPr/>
            <p:nvPr/>
          </p:nvSpPr>
          <p:spPr>
            <a:xfrm>
              <a:off x="6274602" y="5809082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69" name="pl16169"/>
            <p:cNvSpPr/>
            <p:nvPr/>
          </p:nvSpPr>
          <p:spPr>
            <a:xfrm>
              <a:off x="6281076" y="5778501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0" name="pl16170"/>
            <p:cNvSpPr/>
            <p:nvPr/>
          </p:nvSpPr>
          <p:spPr>
            <a:xfrm>
              <a:off x="6290633" y="5797748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1" name="pl16171"/>
            <p:cNvSpPr/>
            <p:nvPr/>
          </p:nvSpPr>
          <p:spPr>
            <a:xfrm>
              <a:off x="6294747" y="5809082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2" name="pl16172"/>
            <p:cNvSpPr/>
            <p:nvPr/>
          </p:nvSpPr>
          <p:spPr>
            <a:xfrm>
              <a:off x="6275331" y="5804825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3" name="pl16173"/>
            <p:cNvSpPr/>
            <p:nvPr/>
          </p:nvSpPr>
          <p:spPr>
            <a:xfrm>
              <a:off x="6294747" y="5809082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4" name="pl16174"/>
            <p:cNvSpPr/>
            <p:nvPr/>
          </p:nvSpPr>
          <p:spPr>
            <a:xfrm>
              <a:off x="6294747" y="5809082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5" name="pl16175"/>
            <p:cNvSpPr/>
            <p:nvPr/>
          </p:nvSpPr>
          <p:spPr>
            <a:xfrm>
              <a:off x="6277292" y="5791544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6" name="pl16176"/>
            <p:cNvSpPr/>
            <p:nvPr/>
          </p:nvSpPr>
          <p:spPr>
            <a:xfrm>
              <a:off x="6281394" y="5809082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7" name="pl16177"/>
            <p:cNvSpPr/>
            <p:nvPr/>
          </p:nvSpPr>
          <p:spPr>
            <a:xfrm>
              <a:off x="6283385" y="5809082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8" name="pl16178"/>
            <p:cNvSpPr/>
            <p:nvPr/>
          </p:nvSpPr>
          <p:spPr>
            <a:xfrm>
              <a:off x="6284613" y="5801777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79" name="pl16179"/>
            <p:cNvSpPr/>
            <p:nvPr/>
          </p:nvSpPr>
          <p:spPr>
            <a:xfrm>
              <a:off x="6264993" y="5807072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0" name="pl16180"/>
            <p:cNvSpPr/>
            <p:nvPr/>
          </p:nvSpPr>
          <p:spPr>
            <a:xfrm>
              <a:off x="6294747" y="5809082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1" name="pl16181"/>
            <p:cNvSpPr/>
            <p:nvPr/>
          </p:nvSpPr>
          <p:spPr>
            <a:xfrm>
              <a:off x="6284397" y="5775277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2" name="pl16182"/>
            <p:cNvSpPr/>
            <p:nvPr/>
          </p:nvSpPr>
          <p:spPr>
            <a:xfrm>
              <a:off x="6294747" y="5806385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3" name="pl16183"/>
            <p:cNvSpPr/>
            <p:nvPr/>
          </p:nvSpPr>
          <p:spPr>
            <a:xfrm>
              <a:off x="6285541" y="5808405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4" name="pl16184"/>
            <p:cNvSpPr/>
            <p:nvPr/>
          </p:nvSpPr>
          <p:spPr>
            <a:xfrm>
              <a:off x="6280998" y="5808201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5" name="pl16185"/>
            <p:cNvSpPr/>
            <p:nvPr/>
          </p:nvSpPr>
          <p:spPr>
            <a:xfrm>
              <a:off x="6291552" y="5809082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6" name="pl16186"/>
            <p:cNvSpPr/>
            <p:nvPr/>
          </p:nvSpPr>
          <p:spPr>
            <a:xfrm>
              <a:off x="6278744" y="5809082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7" name="pl16187"/>
            <p:cNvSpPr/>
            <p:nvPr/>
          </p:nvSpPr>
          <p:spPr>
            <a:xfrm>
              <a:off x="6277297" y="5808145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8" name="pl16188"/>
            <p:cNvSpPr/>
            <p:nvPr/>
          </p:nvSpPr>
          <p:spPr>
            <a:xfrm>
              <a:off x="6291592" y="5806001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89" name="pl16189"/>
            <p:cNvSpPr/>
            <p:nvPr/>
          </p:nvSpPr>
          <p:spPr>
            <a:xfrm>
              <a:off x="6294747" y="5799251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0" name="pl16190"/>
            <p:cNvSpPr/>
            <p:nvPr/>
          </p:nvSpPr>
          <p:spPr>
            <a:xfrm>
              <a:off x="6294747" y="5802736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1" name="pl16191"/>
            <p:cNvSpPr/>
            <p:nvPr/>
          </p:nvSpPr>
          <p:spPr>
            <a:xfrm>
              <a:off x="6466586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2" name="pl16192"/>
            <p:cNvSpPr/>
            <p:nvPr/>
          </p:nvSpPr>
          <p:spPr>
            <a:xfrm>
              <a:off x="6313423" y="5827998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3" name="pl16193"/>
            <p:cNvSpPr/>
            <p:nvPr/>
          </p:nvSpPr>
          <p:spPr>
            <a:xfrm>
              <a:off x="6298001" y="5827998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4" name="pl16194"/>
            <p:cNvSpPr/>
            <p:nvPr/>
          </p:nvSpPr>
          <p:spPr>
            <a:xfrm>
              <a:off x="6307117" y="5828351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5" name="pl16195"/>
            <p:cNvSpPr/>
            <p:nvPr/>
          </p:nvSpPr>
          <p:spPr>
            <a:xfrm>
              <a:off x="6458612" y="5373449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6" name="pl16196"/>
            <p:cNvSpPr/>
            <p:nvPr/>
          </p:nvSpPr>
          <p:spPr>
            <a:xfrm>
              <a:off x="6274567" y="5571181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7" name="pl16197"/>
            <p:cNvSpPr/>
            <p:nvPr/>
          </p:nvSpPr>
          <p:spPr>
            <a:xfrm>
              <a:off x="6453516" y="5850629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8" name="pl16198"/>
            <p:cNvSpPr/>
            <p:nvPr/>
          </p:nvSpPr>
          <p:spPr>
            <a:xfrm>
              <a:off x="6467290" y="5850629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199" name="pl16199"/>
            <p:cNvSpPr/>
            <p:nvPr/>
          </p:nvSpPr>
          <p:spPr>
            <a:xfrm>
              <a:off x="6077275" y="5807128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0" name="pl16200"/>
            <p:cNvSpPr/>
            <p:nvPr/>
          </p:nvSpPr>
          <p:spPr>
            <a:xfrm>
              <a:off x="6332413" y="5848978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1" name="pl16201"/>
            <p:cNvSpPr/>
            <p:nvPr/>
          </p:nvSpPr>
          <p:spPr>
            <a:xfrm>
              <a:off x="6626058" y="6548934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2" name="pl16202"/>
            <p:cNvSpPr/>
            <p:nvPr/>
          </p:nvSpPr>
          <p:spPr>
            <a:xfrm>
              <a:off x="6226248" y="5829373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3" name="pl16203"/>
            <p:cNvSpPr/>
            <p:nvPr/>
          </p:nvSpPr>
          <p:spPr>
            <a:xfrm>
              <a:off x="6227950" y="5829373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4" name="pl16204"/>
            <p:cNvSpPr/>
            <p:nvPr/>
          </p:nvSpPr>
          <p:spPr>
            <a:xfrm>
              <a:off x="6178915" y="5319343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5" name="pl16205"/>
            <p:cNvSpPr/>
            <p:nvPr/>
          </p:nvSpPr>
          <p:spPr>
            <a:xfrm>
              <a:off x="6396411" y="5499433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6" name="pl16206"/>
            <p:cNvSpPr/>
            <p:nvPr/>
          </p:nvSpPr>
          <p:spPr>
            <a:xfrm>
              <a:off x="6342822" y="5451344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7" name="pl16207"/>
            <p:cNvSpPr/>
            <p:nvPr/>
          </p:nvSpPr>
          <p:spPr>
            <a:xfrm>
              <a:off x="6387602" y="5461777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8" name="pl16208"/>
            <p:cNvSpPr/>
            <p:nvPr/>
          </p:nvSpPr>
          <p:spPr>
            <a:xfrm>
              <a:off x="6394510" y="5452429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09" name="pl16209"/>
            <p:cNvSpPr/>
            <p:nvPr/>
          </p:nvSpPr>
          <p:spPr>
            <a:xfrm>
              <a:off x="6375762" y="5420964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0" name="pl16210"/>
            <p:cNvSpPr/>
            <p:nvPr/>
          </p:nvSpPr>
          <p:spPr>
            <a:xfrm>
              <a:off x="6297031" y="5865346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1" name="pl16211"/>
            <p:cNvSpPr/>
            <p:nvPr/>
          </p:nvSpPr>
          <p:spPr>
            <a:xfrm>
              <a:off x="5896848" y="5106830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2" name="pl16212"/>
            <p:cNvSpPr/>
            <p:nvPr/>
          </p:nvSpPr>
          <p:spPr>
            <a:xfrm>
              <a:off x="5873426" y="5134144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3" name="pl16213"/>
            <p:cNvSpPr/>
            <p:nvPr/>
          </p:nvSpPr>
          <p:spPr>
            <a:xfrm>
              <a:off x="6379135" y="5506808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4" name="pl16214"/>
            <p:cNvSpPr/>
            <p:nvPr/>
          </p:nvSpPr>
          <p:spPr>
            <a:xfrm>
              <a:off x="6217645" y="5672615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5" name="pl16215"/>
            <p:cNvSpPr/>
            <p:nvPr/>
          </p:nvSpPr>
          <p:spPr>
            <a:xfrm>
              <a:off x="6215351" y="5682125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6" name="pl16216"/>
            <p:cNvSpPr/>
            <p:nvPr/>
          </p:nvSpPr>
          <p:spPr>
            <a:xfrm>
              <a:off x="5568850" y="6028584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7" name="pl16217"/>
            <p:cNvSpPr/>
            <p:nvPr/>
          </p:nvSpPr>
          <p:spPr>
            <a:xfrm>
              <a:off x="6395989" y="5486232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8" name="pl16218"/>
            <p:cNvSpPr/>
            <p:nvPr/>
          </p:nvSpPr>
          <p:spPr>
            <a:xfrm>
              <a:off x="6395634" y="5382263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19" name="pl16219"/>
            <p:cNvSpPr/>
            <p:nvPr/>
          </p:nvSpPr>
          <p:spPr>
            <a:xfrm>
              <a:off x="6395786" y="5397703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0" name="pl16220"/>
            <p:cNvSpPr/>
            <p:nvPr/>
          </p:nvSpPr>
          <p:spPr>
            <a:xfrm>
              <a:off x="6443254" y="4924830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1" name="pl16221"/>
            <p:cNvSpPr/>
            <p:nvPr/>
          </p:nvSpPr>
          <p:spPr>
            <a:xfrm>
              <a:off x="5652991" y="5428506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2" name="pl16222"/>
            <p:cNvSpPr/>
            <p:nvPr/>
          </p:nvSpPr>
          <p:spPr>
            <a:xfrm>
              <a:off x="5639222" y="5431359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3" name="pl16223"/>
            <p:cNvSpPr/>
            <p:nvPr/>
          </p:nvSpPr>
          <p:spPr>
            <a:xfrm>
              <a:off x="5639715" y="5442547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4" name="pl16224"/>
            <p:cNvSpPr/>
            <p:nvPr/>
          </p:nvSpPr>
          <p:spPr>
            <a:xfrm>
              <a:off x="6396718" y="5571181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5" name="pl16225"/>
            <p:cNvSpPr/>
            <p:nvPr/>
          </p:nvSpPr>
          <p:spPr>
            <a:xfrm>
              <a:off x="6463302" y="5623770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6" name="pl16226"/>
            <p:cNvSpPr/>
            <p:nvPr/>
          </p:nvSpPr>
          <p:spPr>
            <a:xfrm>
              <a:off x="6463302" y="5589391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7" name="pl16227"/>
            <p:cNvSpPr/>
            <p:nvPr/>
          </p:nvSpPr>
          <p:spPr>
            <a:xfrm>
              <a:off x="6463302" y="5604333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8" name="pl16228"/>
            <p:cNvSpPr/>
            <p:nvPr/>
          </p:nvSpPr>
          <p:spPr>
            <a:xfrm>
              <a:off x="6510153" y="5230186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29" name="pl16229"/>
            <p:cNvSpPr/>
            <p:nvPr/>
          </p:nvSpPr>
          <p:spPr>
            <a:xfrm>
              <a:off x="6266510" y="6107747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0" name="pl16230"/>
            <p:cNvSpPr/>
            <p:nvPr/>
          </p:nvSpPr>
          <p:spPr>
            <a:xfrm>
              <a:off x="6384004" y="5856557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1" name="pl16231"/>
            <p:cNvSpPr/>
            <p:nvPr/>
          </p:nvSpPr>
          <p:spPr>
            <a:xfrm>
              <a:off x="6382653" y="5858594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2" name="pl16232"/>
            <p:cNvSpPr/>
            <p:nvPr/>
          </p:nvSpPr>
          <p:spPr>
            <a:xfrm>
              <a:off x="6210782" y="6052486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3" name="pl16233"/>
            <p:cNvSpPr/>
            <p:nvPr/>
          </p:nvSpPr>
          <p:spPr>
            <a:xfrm>
              <a:off x="6234097" y="6052486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4" name="pl16234"/>
            <p:cNvSpPr/>
            <p:nvPr/>
          </p:nvSpPr>
          <p:spPr>
            <a:xfrm>
              <a:off x="6202243" y="6052486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5" name="pl16235"/>
            <p:cNvSpPr/>
            <p:nvPr/>
          </p:nvSpPr>
          <p:spPr>
            <a:xfrm>
              <a:off x="6246635" y="6052486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6" name="pl16236"/>
            <p:cNvSpPr/>
            <p:nvPr/>
          </p:nvSpPr>
          <p:spPr>
            <a:xfrm>
              <a:off x="6226786" y="6052486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7" name="pl16237"/>
            <p:cNvSpPr/>
            <p:nvPr/>
          </p:nvSpPr>
          <p:spPr>
            <a:xfrm>
              <a:off x="6321145" y="5836582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8" name="pl16238"/>
            <p:cNvSpPr/>
            <p:nvPr/>
          </p:nvSpPr>
          <p:spPr>
            <a:xfrm>
              <a:off x="6342468" y="5845976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39" name="pl16239"/>
            <p:cNvSpPr/>
            <p:nvPr/>
          </p:nvSpPr>
          <p:spPr>
            <a:xfrm>
              <a:off x="6328821" y="5925004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0" name="pl16240"/>
            <p:cNvSpPr/>
            <p:nvPr/>
          </p:nvSpPr>
          <p:spPr>
            <a:xfrm>
              <a:off x="6151665" y="5272961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1" name="pl16241"/>
            <p:cNvSpPr/>
            <p:nvPr/>
          </p:nvSpPr>
          <p:spPr>
            <a:xfrm>
              <a:off x="6161768" y="5292490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2" name="pl16242"/>
            <p:cNvSpPr/>
            <p:nvPr/>
          </p:nvSpPr>
          <p:spPr>
            <a:xfrm>
              <a:off x="6681907" y="5814869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3" name="pl16243"/>
            <p:cNvSpPr/>
            <p:nvPr/>
          </p:nvSpPr>
          <p:spPr>
            <a:xfrm>
              <a:off x="6681907" y="5814869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4" name="pl16244"/>
            <p:cNvSpPr/>
            <p:nvPr/>
          </p:nvSpPr>
          <p:spPr>
            <a:xfrm>
              <a:off x="6681907" y="5814869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5" name="pl16245"/>
            <p:cNvSpPr/>
            <p:nvPr/>
          </p:nvSpPr>
          <p:spPr>
            <a:xfrm>
              <a:off x="6372255" y="5631334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6" name="pl16246"/>
            <p:cNvSpPr/>
            <p:nvPr/>
          </p:nvSpPr>
          <p:spPr>
            <a:xfrm>
              <a:off x="6364648" y="5792788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7" name="pl16247"/>
            <p:cNvSpPr/>
            <p:nvPr/>
          </p:nvSpPr>
          <p:spPr>
            <a:xfrm>
              <a:off x="6315215" y="5932682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8" name="pl16248"/>
            <p:cNvSpPr/>
            <p:nvPr/>
          </p:nvSpPr>
          <p:spPr>
            <a:xfrm>
              <a:off x="6314196" y="5932682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49" name="pl16249"/>
            <p:cNvSpPr/>
            <p:nvPr/>
          </p:nvSpPr>
          <p:spPr>
            <a:xfrm>
              <a:off x="6369275" y="5776883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0" name="pl16250"/>
            <p:cNvSpPr/>
            <p:nvPr/>
          </p:nvSpPr>
          <p:spPr>
            <a:xfrm>
              <a:off x="6321145" y="5821545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1" name="pl16251"/>
            <p:cNvSpPr/>
            <p:nvPr/>
          </p:nvSpPr>
          <p:spPr>
            <a:xfrm>
              <a:off x="6335893" y="5780633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2" name="pl16252"/>
            <p:cNvSpPr/>
            <p:nvPr/>
          </p:nvSpPr>
          <p:spPr>
            <a:xfrm>
              <a:off x="6611640" y="4949686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3" name="pl16253"/>
            <p:cNvSpPr/>
            <p:nvPr/>
          </p:nvSpPr>
          <p:spPr>
            <a:xfrm>
              <a:off x="6261079" y="5631334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4" name="pl16254"/>
            <p:cNvSpPr/>
            <p:nvPr/>
          </p:nvSpPr>
          <p:spPr>
            <a:xfrm>
              <a:off x="6236192" y="5603053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5" name="pl16255"/>
            <p:cNvSpPr/>
            <p:nvPr/>
          </p:nvSpPr>
          <p:spPr>
            <a:xfrm>
              <a:off x="6307452" y="5813274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6" name="pl16256"/>
            <p:cNvSpPr/>
            <p:nvPr/>
          </p:nvSpPr>
          <p:spPr>
            <a:xfrm>
              <a:off x="5523437" y="5835012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7" name="pl16257"/>
            <p:cNvSpPr/>
            <p:nvPr/>
          </p:nvSpPr>
          <p:spPr>
            <a:xfrm>
              <a:off x="5523465" y="5846162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8" name="pl16258"/>
            <p:cNvSpPr/>
            <p:nvPr/>
          </p:nvSpPr>
          <p:spPr>
            <a:xfrm>
              <a:off x="6321145" y="5836582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59" name="pl16259"/>
            <p:cNvSpPr/>
            <p:nvPr/>
          </p:nvSpPr>
          <p:spPr>
            <a:xfrm>
              <a:off x="6328558" y="5845094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0" name="pl16260"/>
            <p:cNvSpPr/>
            <p:nvPr/>
          </p:nvSpPr>
          <p:spPr>
            <a:xfrm>
              <a:off x="6396718" y="5506846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1" name="pl16261"/>
            <p:cNvSpPr/>
            <p:nvPr/>
          </p:nvSpPr>
          <p:spPr>
            <a:xfrm>
              <a:off x="6266775" y="5807128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2" name="pl16262"/>
            <p:cNvSpPr/>
            <p:nvPr/>
          </p:nvSpPr>
          <p:spPr>
            <a:xfrm>
              <a:off x="6370306" y="5513964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3" name="pl16263"/>
            <p:cNvSpPr/>
            <p:nvPr/>
          </p:nvSpPr>
          <p:spPr>
            <a:xfrm>
              <a:off x="6558015" y="5757678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4" name="pl16264"/>
            <p:cNvSpPr/>
            <p:nvPr/>
          </p:nvSpPr>
          <p:spPr>
            <a:xfrm>
              <a:off x="6521996" y="5841933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5" name="pl16265"/>
            <p:cNvSpPr/>
            <p:nvPr/>
          </p:nvSpPr>
          <p:spPr>
            <a:xfrm>
              <a:off x="6377173" y="5983349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6" name="pl16266"/>
            <p:cNvSpPr/>
            <p:nvPr/>
          </p:nvSpPr>
          <p:spPr>
            <a:xfrm>
              <a:off x="6470031" y="5921626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7" name="pl16267"/>
            <p:cNvSpPr/>
            <p:nvPr/>
          </p:nvSpPr>
          <p:spPr>
            <a:xfrm>
              <a:off x="6317283" y="5836582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8" name="pl16268"/>
            <p:cNvSpPr/>
            <p:nvPr/>
          </p:nvSpPr>
          <p:spPr>
            <a:xfrm>
              <a:off x="5652991" y="5442547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69" name="pl16269"/>
            <p:cNvSpPr/>
            <p:nvPr/>
          </p:nvSpPr>
          <p:spPr>
            <a:xfrm>
              <a:off x="6221428" y="5664209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0" name="pl16270"/>
            <p:cNvSpPr/>
            <p:nvPr/>
          </p:nvSpPr>
          <p:spPr>
            <a:xfrm>
              <a:off x="6223137" y="5664209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1" name="pl16271"/>
            <p:cNvSpPr/>
            <p:nvPr/>
          </p:nvSpPr>
          <p:spPr>
            <a:xfrm>
              <a:off x="6223137" y="5618919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2" name="pl16272"/>
            <p:cNvSpPr/>
            <p:nvPr/>
          </p:nvSpPr>
          <p:spPr>
            <a:xfrm>
              <a:off x="6223137" y="5661697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3" name="pl16273"/>
            <p:cNvSpPr/>
            <p:nvPr/>
          </p:nvSpPr>
          <p:spPr>
            <a:xfrm>
              <a:off x="6223137" y="5648305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4" name="pl16274"/>
            <p:cNvSpPr/>
            <p:nvPr/>
          </p:nvSpPr>
          <p:spPr>
            <a:xfrm>
              <a:off x="6223137" y="5660455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5" name="pl16275"/>
            <p:cNvSpPr/>
            <p:nvPr/>
          </p:nvSpPr>
          <p:spPr>
            <a:xfrm>
              <a:off x="6273331" y="5817338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6" name="pl16276"/>
            <p:cNvSpPr/>
            <p:nvPr/>
          </p:nvSpPr>
          <p:spPr>
            <a:xfrm>
              <a:off x="6288348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7" name="pl16277"/>
            <p:cNvSpPr/>
            <p:nvPr/>
          </p:nvSpPr>
          <p:spPr>
            <a:xfrm>
              <a:off x="6266664" y="5817338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8" name="pl16278"/>
            <p:cNvSpPr/>
            <p:nvPr/>
          </p:nvSpPr>
          <p:spPr>
            <a:xfrm>
              <a:off x="6286190" y="5817338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79" name="pl16279"/>
            <p:cNvSpPr/>
            <p:nvPr/>
          </p:nvSpPr>
          <p:spPr>
            <a:xfrm>
              <a:off x="6308380" y="5814448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0" name="pl16280"/>
            <p:cNvSpPr/>
            <p:nvPr/>
          </p:nvSpPr>
          <p:spPr>
            <a:xfrm>
              <a:off x="6367398" y="6006714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1" name="pl16281"/>
            <p:cNvSpPr/>
            <p:nvPr/>
          </p:nvSpPr>
          <p:spPr>
            <a:xfrm>
              <a:off x="6466586" y="5631334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2" name="pl16282"/>
            <p:cNvSpPr/>
            <p:nvPr/>
          </p:nvSpPr>
          <p:spPr>
            <a:xfrm>
              <a:off x="5542862" y="5585740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3" name="pl16283"/>
            <p:cNvSpPr/>
            <p:nvPr/>
          </p:nvSpPr>
          <p:spPr>
            <a:xfrm>
              <a:off x="6431387" y="5419830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4" name="pl16284"/>
            <p:cNvSpPr/>
            <p:nvPr/>
          </p:nvSpPr>
          <p:spPr>
            <a:xfrm>
              <a:off x="6396718" y="5472003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5" name="pl16285"/>
            <p:cNvSpPr/>
            <p:nvPr/>
          </p:nvSpPr>
          <p:spPr>
            <a:xfrm>
              <a:off x="6431387" y="5421272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6" name="pl16286"/>
            <p:cNvSpPr/>
            <p:nvPr/>
          </p:nvSpPr>
          <p:spPr>
            <a:xfrm>
              <a:off x="6431387" y="5417880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7" name="pl16287"/>
            <p:cNvSpPr/>
            <p:nvPr/>
          </p:nvSpPr>
          <p:spPr>
            <a:xfrm>
              <a:off x="6316066" y="5788836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8" name="pl16288"/>
            <p:cNvSpPr/>
            <p:nvPr/>
          </p:nvSpPr>
          <p:spPr>
            <a:xfrm>
              <a:off x="6321431" y="5862205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89" name="pl16289"/>
            <p:cNvSpPr/>
            <p:nvPr/>
          </p:nvSpPr>
          <p:spPr>
            <a:xfrm>
              <a:off x="6321145" y="5836582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0" name="pl16290"/>
            <p:cNvSpPr/>
            <p:nvPr/>
          </p:nvSpPr>
          <p:spPr>
            <a:xfrm>
              <a:off x="6319645" y="5862205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1" name="pl16291"/>
            <p:cNvSpPr/>
            <p:nvPr/>
          </p:nvSpPr>
          <p:spPr>
            <a:xfrm>
              <a:off x="6954730" y="5165585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2" name="pl16292"/>
            <p:cNvSpPr/>
            <p:nvPr/>
          </p:nvSpPr>
          <p:spPr>
            <a:xfrm>
              <a:off x="6467290" y="5847977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3" name="pl16293"/>
            <p:cNvSpPr/>
            <p:nvPr/>
          </p:nvSpPr>
          <p:spPr>
            <a:xfrm>
              <a:off x="7046482" y="5271865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4" name="pl16294"/>
            <p:cNvSpPr/>
            <p:nvPr/>
          </p:nvSpPr>
          <p:spPr>
            <a:xfrm>
              <a:off x="6396012" y="5860704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5" name="pl16295"/>
            <p:cNvSpPr/>
            <p:nvPr/>
          </p:nvSpPr>
          <p:spPr>
            <a:xfrm>
              <a:off x="6384004" y="5856557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6" name="pl16296"/>
            <p:cNvSpPr/>
            <p:nvPr/>
          </p:nvSpPr>
          <p:spPr>
            <a:xfrm>
              <a:off x="6382653" y="5858594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7" name="pl16297"/>
            <p:cNvSpPr/>
            <p:nvPr/>
          </p:nvSpPr>
          <p:spPr>
            <a:xfrm>
              <a:off x="6682357" y="5001125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8" name="pl16298"/>
            <p:cNvSpPr/>
            <p:nvPr/>
          </p:nvSpPr>
          <p:spPr>
            <a:xfrm>
              <a:off x="6215351" y="5692536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299" name="pl16299"/>
            <p:cNvSpPr/>
            <p:nvPr/>
          </p:nvSpPr>
          <p:spPr>
            <a:xfrm>
              <a:off x="6215351" y="5651380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0" name="pl16300"/>
            <p:cNvSpPr/>
            <p:nvPr/>
          </p:nvSpPr>
          <p:spPr>
            <a:xfrm>
              <a:off x="6215351" y="5648771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1" name="pl16301"/>
            <p:cNvSpPr/>
            <p:nvPr/>
          </p:nvSpPr>
          <p:spPr>
            <a:xfrm>
              <a:off x="6215351" y="5657379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2" name="pl16302"/>
            <p:cNvSpPr/>
            <p:nvPr/>
          </p:nvSpPr>
          <p:spPr>
            <a:xfrm>
              <a:off x="6215351" y="5618987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3" name="pl16303"/>
            <p:cNvSpPr/>
            <p:nvPr/>
          </p:nvSpPr>
          <p:spPr>
            <a:xfrm>
              <a:off x="6174990" y="5672143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4" name="pl16304"/>
            <p:cNvSpPr/>
            <p:nvPr/>
          </p:nvSpPr>
          <p:spPr>
            <a:xfrm>
              <a:off x="6183388" y="5681969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5" name="pl16305"/>
            <p:cNvSpPr/>
            <p:nvPr/>
          </p:nvSpPr>
          <p:spPr>
            <a:xfrm>
              <a:off x="6215351" y="5619996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6" name="pl16306"/>
            <p:cNvSpPr/>
            <p:nvPr/>
          </p:nvSpPr>
          <p:spPr>
            <a:xfrm>
              <a:off x="6076450" y="5267559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7" name="pl16307"/>
            <p:cNvSpPr/>
            <p:nvPr/>
          </p:nvSpPr>
          <p:spPr>
            <a:xfrm>
              <a:off x="5865762" y="5192173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8" name="pl16308"/>
            <p:cNvSpPr/>
            <p:nvPr/>
          </p:nvSpPr>
          <p:spPr>
            <a:xfrm>
              <a:off x="5876937" y="5198621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09" name="pl16309"/>
            <p:cNvSpPr/>
            <p:nvPr/>
          </p:nvSpPr>
          <p:spPr>
            <a:xfrm>
              <a:off x="5896848" y="5148342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0" name="pl16310"/>
            <p:cNvSpPr/>
            <p:nvPr/>
          </p:nvSpPr>
          <p:spPr>
            <a:xfrm>
              <a:off x="5910939" y="5198621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1" name="pl16311"/>
            <p:cNvSpPr/>
            <p:nvPr/>
          </p:nvSpPr>
          <p:spPr>
            <a:xfrm>
              <a:off x="5895544" y="5197167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2" name="pl16312"/>
            <p:cNvSpPr/>
            <p:nvPr/>
          </p:nvSpPr>
          <p:spPr>
            <a:xfrm>
              <a:off x="6321145" y="5836582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3" name="pl16313"/>
            <p:cNvSpPr/>
            <p:nvPr/>
          </p:nvSpPr>
          <p:spPr>
            <a:xfrm>
              <a:off x="6307339" y="5783133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4" name="pl16314"/>
            <p:cNvSpPr/>
            <p:nvPr/>
          </p:nvSpPr>
          <p:spPr>
            <a:xfrm>
              <a:off x="6349866" y="5780633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5" name="pl16315"/>
            <p:cNvSpPr/>
            <p:nvPr/>
          </p:nvSpPr>
          <p:spPr>
            <a:xfrm>
              <a:off x="6396718" y="5522498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6" name="pl16316"/>
            <p:cNvSpPr/>
            <p:nvPr/>
          </p:nvSpPr>
          <p:spPr>
            <a:xfrm>
              <a:off x="5619078" y="6092209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7" name="pl16317"/>
            <p:cNvSpPr/>
            <p:nvPr/>
          </p:nvSpPr>
          <p:spPr>
            <a:xfrm>
              <a:off x="6466586" y="5574038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8" name="pl16318"/>
            <p:cNvSpPr/>
            <p:nvPr/>
          </p:nvSpPr>
          <p:spPr>
            <a:xfrm>
              <a:off x="5974707" y="6511292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19" name="pl16319"/>
            <p:cNvSpPr/>
            <p:nvPr/>
          </p:nvSpPr>
          <p:spPr>
            <a:xfrm>
              <a:off x="6300463" y="6632890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0" name="pl16320"/>
            <p:cNvSpPr/>
            <p:nvPr/>
          </p:nvSpPr>
          <p:spPr>
            <a:xfrm>
              <a:off x="7087465" y="6146379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1" name="pl16321"/>
            <p:cNvSpPr/>
            <p:nvPr/>
          </p:nvSpPr>
          <p:spPr>
            <a:xfrm>
              <a:off x="6237429" y="5881536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2" name="pl16322"/>
            <p:cNvSpPr/>
            <p:nvPr/>
          </p:nvSpPr>
          <p:spPr>
            <a:xfrm>
              <a:off x="6316066" y="5792835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3" name="pl16323"/>
            <p:cNvSpPr/>
            <p:nvPr/>
          </p:nvSpPr>
          <p:spPr>
            <a:xfrm>
              <a:off x="6318732" y="5787192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4" name="pl16324"/>
            <p:cNvSpPr/>
            <p:nvPr/>
          </p:nvSpPr>
          <p:spPr>
            <a:xfrm>
              <a:off x="6315440" y="5790495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5" name="pl16325"/>
            <p:cNvSpPr/>
            <p:nvPr/>
          </p:nvSpPr>
          <p:spPr>
            <a:xfrm>
              <a:off x="6318203" y="5881024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6" name="pl16326"/>
            <p:cNvSpPr/>
            <p:nvPr/>
          </p:nvSpPr>
          <p:spPr>
            <a:xfrm>
              <a:off x="6903896" y="6368319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7" name="pl16327"/>
            <p:cNvSpPr/>
            <p:nvPr/>
          </p:nvSpPr>
          <p:spPr>
            <a:xfrm>
              <a:off x="6919624" y="6366784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8" name="pl16328"/>
            <p:cNvSpPr/>
            <p:nvPr/>
          </p:nvSpPr>
          <p:spPr>
            <a:xfrm>
              <a:off x="6369524" y="6308137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29" name="pl16329"/>
            <p:cNvSpPr/>
            <p:nvPr/>
          </p:nvSpPr>
          <p:spPr>
            <a:xfrm>
              <a:off x="6369524" y="6308137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0" name="pl16330"/>
            <p:cNvSpPr/>
            <p:nvPr/>
          </p:nvSpPr>
          <p:spPr>
            <a:xfrm>
              <a:off x="6384247" y="5853940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1" name="pl16331"/>
            <p:cNvSpPr/>
            <p:nvPr/>
          </p:nvSpPr>
          <p:spPr>
            <a:xfrm>
              <a:off x="6281328" y="5782906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2" name="pl16332"/>
            <p:cNvSpPr/>
            <p:nvPr/>
          </p:nvSpPr>
          <p:spPr>
            <a:xfrm>
              <a:off x="6297215" y="5794588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3" name="pl16333"/>
            <p:cNvSpPr/>
            <p:nvPr/>
          </p:nvSpPr>
          <p:spPr>
            <a:xfrm>
              <a:off x="6297215" y="5793211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4" name="pl16334"/>
            <p:cNvSpPr/>
            <p:nvPr/>
          </p:nvSpPr>
          <p:spPr>
            <a:xfrm>
              <a:off x="6294747" y="5794588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5" name="pl16335"/>
            <p:cNvSpPr/>
            <p:nvPr/>
          </p:nvSpPr>
          <p:spPr>
            <a:xfrm>
              <a:off x="6293384" y="5788904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6" name="pl16336"/>
            <p:cNvSpPr/>
            <p:nvPr/>
          </p:nvSpPr>
          <p:spPr>
            <a:xfrm>
              <a:off x="6293148" y="5785299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7" name="pl16337"/>
            <p:cNvSpPr/>
            <p:nvPr/>
          </p:nvSpPr>
          <p:spPr>
            <a:xfrm>
              <a:off x="5912726" y="5093162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8" name="pl16338"/>
            <p:cNvSpPr/>
            <p:nvPr/>
          </p:nvSpPr>
          <p:spPr>
            <a:xfrm>
              <a:off x="6020068" y="4988351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39" name="pl16339"/>
            <p:cNvSpPr/>
            <p:nvPr/>
          </p:nvSpPr>
          <p:spPr>
            <a:xfrm>
              <a:off x="6295101" y="5953335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0" name="pl16340"/>
            <p:cNvSpPr/>
            <p:nvPr/>
          </p:nvSpPr>
          <p:spPr>
            <a:xfrm>
              <a:off x="6226898" y="5676201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1" name="pl16341"/>
            <p:cNvSpPr/>
            <p:nvPr/>
          </p:nvSpPr>
          <p:spPr>
            <a:xfrm>
              <a:off x="6254021" y="5701428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2" name="pl16342"/>
            <p:cNvSpPr/>
            <p:nvPr/>
          </p:nvSpPr>
          <p:spPr>
            <a:xfrm>
              <a:off x="6223137" y="5664209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3" name="pl16343"/>
            <p:cNvSpPr/>
            <p:nvPr/>
          </p:nvSpPr>
          <p:spPr>
            <a:xfrm>
              <a:off x="6254021" y="5701428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4" name="pl16344"/>
            <p:cNvSpPr/>
            <p:nvPr/>
          </p:nvSpPr>
          <p:spPr>
            <a:xfrm>
              <a:off x="6254021" y="5432336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5" name="pl16345"/>
            <p:cNvSpPr/>
            <p:nvPr/>
          </p:nvSpPr>
          <p:spPr>
            <a:xfrm>
              <a:off x="6369275" y="5773891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6" name="pl16346"/>
            <p:cNvSpPr/>
            <p:nvPr/>
          </p:nvSpPr>
          <p:spPr>
            <a:xfrm>
              <a:off x="6623073" y="6542457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7" name="pl16347"/>
            <p:cNvSpPr/>
            <p:nvPr/>
          </p:nvSpPr>
          <p:spPr>
            <a:xfrm>
              <a:off x="6466586" y="5608928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8" name="pl16348"/>
            <p:cNvSpPr/>
            <p:nvPr/>
          </p:nvSpPr>
          <p:spPr>
            <a:xfrm>
              <a:off x="6314600" y="5835450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49" name="pl16349"/>
            <p:cNvSpPr/>
            <p:nvPr/>
          </p:nvSpPr>
          <p:spPr>
            <a:xfrm>
              <a:off x="6296880" y="5835450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0" name="pl16350"/>
            <p:cNvSpPr/>
            <p:nvPr/>
          </p:nvSpPr>
          <p:spPr>
            <a:xfrm>
              <a:off x="6384004" y="5853346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1" name="pl16351"/>
            <p:cNvSpPr/>
            <p:nvPr/>
          </p:nvSpPr>
          <p:spPr>
            <a:xfrm>
              <a:off x="6360409" y="5816311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2" name="pl16352"/>
            <p:cNvSpPr/>
            <p:nvPr/>
          </p:nvSpPr>
          <p:spPr>
            <a:xfrm>
              <a:off x="6382653" y="5858594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3" name="pl16353"/>
            <p:cNvSpPr/>
            <p:nvPr/>
          </p:nvSpPr>
          <p:spPr>
            <a:xfrm>
              <a:off x="6349957" y="5858594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4" name="pl16354"/>
            <p:cNvSpPr/>
            <p:nvPr/>
          </p:nvSpPr>
          <p:spPr>
            <a:xfrm>
              <a:off x="6382653" y="5856557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5" name="pl16355"/>
            <p:cNvSpPr/>
            <p:nvPr/>
          </p:nvSpPr>
          <p:spPr>
            <a:xfrm>
              <a:off x="6294304" y="5631334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6" name="pl16356"/>
            <p:cNvSpPr/>
            <p:nvPr/>
          </p:nvSpPr>
          <p:spPr>
            <a:xfrm>
              <a:off x="6290321" y="5607625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7" name="pl16357"/>
            <p:cNvSpPr/>
            <p:nvPr/>
          </p:nvSpPr>
          <p:spPr>
            <a:xfrm>
              <a:off x="6394896" y="5563087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8" name="pl16358"/>
            <p:cNvSpPr/>
            <p:nvPr/>
          </p:nvSpPr>
          <p:spPr>
            <a:xfrm>
              <a:off x="6886150" y="5461698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59" name="pl16359"/>
            <p:cNvSpPr/>
            <p:nvPr/>
          </p:nvSpPr>
          <p:spPr>
            <a:xfrm>
              <a:off x="6799382" y="5477494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0" name="pl16360"/>
            <p:cNvSpPr/>
            <p:nvPr/>
          </p:nvSpPr>
          <p:spPr>
            <a:xfrm>
              <a:off x="6466586" y="5631334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1" name="pl16361"/>
            <p:cNvSpPr/>
            <p:nvPr/>
          </p:nvSpPr>
          <p:spPr>
            <a:xfrm>
              <a:off x="6613889" y="5678036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2" name="pl16362"/>
            <p:cNvSpPr/>
            <p:nvPr/>
          </p:nvSpPr>
          <p:spPr>
            <a:xfrm>
              <a:off x="6466586" y="5631334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3" name="pl16363"/>
            <p:cNvSpPr/>
            <p:nvPr/>
          </p:nvSpPr>
          <p:spPr>
            <a:xfrm>
              <a:off x="6613889" y="5678101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4" name="pl16364"/>
            <p:cNvSpPr/>
            <p:nvPr/>
          </p:nvSpPr>
          <p:spPr>
            <a:xfrm>
              <a:off x="6613889" y="5678101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5" name="pl16365"/>
            <p:cNvSpPr/>
            <p:nvPr/>
          </p:nvSpPr>
          <p:spPr>
            <a:xfrm>
              <a:off x="6154531" y="5903628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6" name="pl16366"/>
            <p:cNvSpPr/>
            <p:nvPr/>
          </p:nvSpPr>
          <p:spPr>
            <a:xfrm>
              <a:off x="6223133" y="5661358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7" name="pl16367"/>
            <p:cNvSpPr/>
            <p:nvPr/>
          </p:nvSpPr>
          <p:spPr>
            <a:xfrm>
              <a:off x="6260121" y="5710140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8" name="pl16368"/>
            <p:cNvSpPr/>
            <p:nvPr/>
          </p:nvSpPr>
          <p:spPr>
            <a:xfrm>
              <a:off x="6263363" y="5712450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69" name="pl16369"/>
            <p:cNvSpPr/>
            <p:nvPr/>
          </p:nvSpPr>
          <p:spPr>
            <a:xfrm>
              <a:off x="6263363" y="5708581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0" name="pl16370"/>
            <p:cNvSpPr/>
            <p:nvPr/>
          </p:nvSpPr>
          <p:spPr>
            <a:xfrm>
              <a:off x="6263363" y="5714868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1" name="pl16371"/>
            <p:cNvSpPr/>
            <p:nvPr/>
          </p:nvSpPr>
          <p:spPr>
            <a:xfrm>
              <a:off x="6263363" y="5714868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2" name="pl16372"/>
            <p:cNvSpPr/>
            <p:nvPr/>
          </p:nvSpPr>
          <p:spPr>
            <a:xfrm>
              <a:off x="6261131" y="5711212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3" name="pl16373"/>
            <p:cNvSpPr/>
            <p:nvPr/>
          </p:nvSpPr>
          <p:spPr>
            <a:xfrm>
              <a:off x="6263363" y="5706073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4" name="pl16374"/>
            <p:cNvSpPr/>
            <p:nvPr/>
          </p:nvSpPr>
          <p:spPr>
            <a:xfrm>
              <a:off x="6317486" y="5822159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5" name="pl16375"/>
            <p:cNvSpPr/>
            <p:nvPr/>
          </p:nvSpPr>
          <p:spPr>
            <a:xfrm>
              <a:off x="6307339" y="5805861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6" name="pl16376"/>
            <p:cNvSpPr/>
            <p:nvPr/>
          </p:nvSpPr>
          <p:spPr>
            <a:xfrm>
              <a:off x="6243247" y="5719232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7" name="pl16377"/>
            <p:cNvSpPr/>
            <p:nvPr/>
          </p:nvSpPr>
          <p:spPr>
            <a:xfrm>
              <a:off x="6453947" y="4934698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8" name="pl16378"/>
            <p:cNvSpPr/>
            <p:nvPr/>
          </p:nvSpPr>
          <p:spPr>
            <a:xfrm>
              <a:off x="5668811" y="6096721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79" name="pl16379"/>
            <p:cNvSpPr/>
            <p:nvPr/>
          </p:nvSpPr>
          <p:spPr>
            <a:xfrm>
              <a:off x="6316066" y="5783788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0" name="pl16380"/>
            <p:cNvSpPr/>
            <p:nvPr/>
          </p:nvSpPr>
          <p:spPr>
            <a:xfrm>
              <a:off x="6338106" y="5780633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1" name="pl16381"/>
            <p:cNvSpPr/>
            <p:nvPr/>
          </p:nvSpPr>
          <p:spPr>
            <a:xfrm>
              <a:off x="6338106" y="5778157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2" name="pl16382"/>
            <p:cNvSpPr/>
            <p:nvPr/>
          </p:nvSpPr>
          <p:spPr>
            <a:xfrm>
              <a:off x="6338106" y="5776840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3" name="pl16383"/>
            <p:cNvSpPr/>
            <p:nvPr/>
          </p:nvSpPr>
          <p:spPr>
            <a:xfrm>
              <a:off x="6310767" y="5836582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4" name="pl16384"/>
            <p:cNvSpPr/>
            <p:nvPr/>
          </p:nvSpPr>
          <p:spPr>
            <a:xfrm>
              <a:off x="6297649" y="5836778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5" name="pl16385"/>
            <p:cNvSpPr/>
            <p:nvPr/>
          </p:nvSpPr>
          <p:spPr>
            <a:xfrm>
              <a:off x="5800777" y="6384364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6" name="pl16386"/>
            <p:cNvSpPr/>
            <p:nvPr/>
          </p:nvSpPr>
          <p:spPr>
            <a:xfrm>
              <a:off x="6257122" y="6107747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7" name="pl16387"/>
            <p:cNvSpPr/>
            <p:nvPr/>
          </p:nvSpPr>
          <p:spPr>
            <a:xfrm>
              <a:off x="6491505" y="5622212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8" name="pl16388"/>
            <p:cNvSpPr/>
            <p:nvPr/>
          </p:nvSpPr>
          <p:spPr>
            <a:xfrm>
              <a:off x="6491505" y="5583039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89" name="pl16389"/>
            <p:cNvSpPr/>
            <p:nvPr/>
          </p:nvSpPr>
          <p:spPr>
            <a:xfrm>
              <a:off x="6466586" y="5622743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0" name="pl16390"/>
            <p:cNvSpPr/>
            <p:nvPr/>
          </p:nvSpPr>
          <p:spPr>
            <a:xfrm>
              <a:off x="6491505" y="5600937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1" name="pl16391"/>
            <p:cNvSpPr/>
            <p:nvPr/>
          </p:nvSpPr>
          <p:spPr>
            <a:xfrm>
              <a:off x="6491505" y="5607062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2" name="pl16392"/>
            <p:cNvSpPr/>
            <p:nvPr/>
          </p:nvSpPr>
          <p:spPr>
            <a:xfrm>
              <a:off x="6491505" y="5613650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3" name="pl16393"/>
            <p:cNvSpPr/>
            <p:nvPr/>
          </p:nvSpPr>
          <p:spPr>
            <a:xfrm>
              <a:off x="6491505" y="5609103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4" name="pl16394"/>
            <p:cNvSpPr/>
            <p:nvPr/>
          </p:nvSpPr>
          <p:spPr>
            <a:xfrm>
              <a:off x="6259077" y="5783449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5" name="pl16395"/>
            <p:cNvSpPr/>
            <p:nvPr/>
          </p:nvSpPr>
          <p:spPr>
            <a:xfrm>
              <a:off x="6258540" y="5778816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6" name="pl16396"/>
            <p:cNvSpPr/>
            <p:nvPr/>
          </p:nvSpPr>
          <p:spPr>
            <a:xfrm>
              <a:off x="6248848" y="5783748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7" name="pl16397"/>
            <p:cNvSpPr/>
            <p:nvPr/>
          </p:nvSpPr>
          <p:spPr>
            <a:xfrm>
              <a:off x="6466586" y="5590164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8" name="pl16398"/>
            <p:cNvSpPr/>
            <p:nvPr/>
          </p:nvSpPr>
          <p:spPr>
            <a:xfrm>
              <a:off x="6528531" y="5543636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99" name="pl16399"/>
            <p:cNvSpPr/>
            <p:nvPr/>
          </p:nvSpPr>
          <p:spPr>
            <a:xfrm>
              <a:off x="6396230" y="5513930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0" name="pl16400"/>
            <p:cNvSpPr/>
            <p:nvPr/>
          </p:nvSpPr>
          <p:spPr>
            <a:xfrm>
              <a:off x="6224593" y="5876618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1" name="pl16401"/>
            <p:cNvSpPr/>
            <p:nvPr/>
          </p:nvSpPr>
          <p:spPr>
            <a:xfrm>
              <a:off x="6274854" y="5876618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2" name="pl16402"/>
            <p:cNvSpPr/>
            <p:nvPr/>
          </p:nvSpPr>
          <p:spPr>
            <a:xfrm>
              <a:off x="6623082" y="6548934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3" name="pl16403"/>
            <p:cNvSpPr/>
            <p:nvPr/>
          </p:nvSpPr>
          <p:spPr>
            <a:xfrm>
              <a:off x="6269175" y="5824653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4" name="pl16404"/>
            <p:cNvSpPr/>
            <p:nvPr/>
          </p:nvSpPr>
          <p:spPr>
            <a:xfrm>
              <a:off x="6262382" y="5824653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5" name="pl16405"/>
            <p:cNvSpPr/>
            <p:nvPr/>
          </p:nvSpPr>
          <p:spPr>
            <a:xfrm>
              <a:off x="6456314" y="5540206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6" name="pl16406"/>
            <p:cNvSpPr/>
            <p:nvPr/>
          </p:nvSpPr>
          <p:spPr>
            <a:xfrm>
              <a:off x="6456314" y="5509988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7" name="pl16407"/>
            <p:cNvSpPr/>
            <p:nvPr/>
          </p:nvSpPr>
          <p:spPr>
            <a:xfrm>
              <a:off x="5571388" y="5972404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8" name="pl16408"/>
            <p:cNvSpPr/>
            <p:nvPr/>
          </p:nvSpPr>
          <p:spPr>
            <a:xfrm>
              <a:off x="5543406" y="5973981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09" name="pl16409"/>
            <p:cNvSpPr/>
            <p:nvPr/>
          </p:nvSpPr>
          <p:spPr>
            <a:xfrm>
              <a:off x="6167130" y="5892370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0" name="pl16410"/>
            <p:cNvSpPr/>
            <p:nvPr/>
          </p:nvSpPr>
          <p:spPr>
            <a:xfrm>
              <a:off x="6130195" y="5903628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1" name="pl16411"/>
            <p:cNvSpPr/>
            <p:nvPr/>
          </p:nvSpPr>
          <p:spPr>
            <a:xfrm>
              <a:off x="6321145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2" name="pl16412"/>
            <p:cNvSpPr/>
            <p:nvPr/>
          </p:nvSpPr>
          <p:spPr>
            <a:xfrm>
              <a:off x="6324076" y="5833010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3" name="pl16413"/>
            <p:cNvSpPr/>
            <p:nvPr/>
          </p:nvSpPr>
          <p:spPr>
            <a:xfrm>
              <a:off x="6262374" y="5631334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4" name="pl16414"/>
            <p:cNvSpPr/>
            <p:nvPr/>
          </p:nvSpPr>
          <p:spPr>
            <a:xfrm>
              <a:off x="6213669" y="5593724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5" name="pl16415"/>
            <p:cNvSpPr/>
            <p:nvPr/>
          </p:nvSpPr>
          <p:spPr>
            <a:xfrm>
              <a:off x="6316066" y="5791392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6" name="pl16416"/>
            <p:cNvSpPr/>
            <p:nvPr/>
          </p:nvSpPr>
          <p:spPr>
            <a:xfrm>
              <a:off x="6538821" y="5773035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7" name="pl16417"/>
            <p:cNvSpPr/>
            <p:nvPr/>
          </p:nvSpPr>
          <p:spPr>
            <a:xfrm>
              <a:off x="6466586" y="5631334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8" name="pl16418"/>
            <p:cNvSpPr/>
            <p:nvPr/>
          </p:nvSpPr>
          <p:spPr>
            <a:xfrm>
              <a:off x="6538821" y="5742306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19" name="pl16419"/>
            <p:cNvSpPr/>
            <p:nvPr/>
          </p:nvSpPr>
          <p:spPr>
            <a:xfrm>
              <a:off x="6538821" y="5773035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0" name="pl16420"/>
            <p:cNvSpPr/>
            <p:nvPr/>
          </p:nvSpPr>
          <p:spPr>
            <a:xfrm>
              <a:off x="6328821" y="5925004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1" name="pl16421"/>
            <p:cNvSpPr/>
            <p:nvPr/>
          </p:nvSpPr>
          <p:spPr>
            <a:xfrm>
              <a:off x="6328821" y="5925004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2" name="pl16422"/>
            <p:cNvSpPr/>
            <p:nvPr/>
          </p:nvSpPr>
          <p:spPr>
            <a:xfrm>
              <a:off x="6278262" y="5842956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3" name="pl16423"/>
            <p:cNvSpPr/>
            <p:nvPr/>
          </p:nvSpPr>
          <p:spPr>
            <a:xfrm>
              <a:off x="6186784" y="5831813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4" name="pl16424"/>
            <p:cNvSpPr/>
            <p:nvPr/>
          </p:nvSpPr>
          <p:spPr>
            <a:xfrm>
              <a:off x="6466586" y="5524254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5" name="pl16425"/>
            <p:cNvSpPr/>
            <p:nvPr/>
          </p:nvSpPr>
          <p:spPr>
            <a:xfrm>
              <a:off x="6123051" y="5807128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6" name="pl16426"/>
            <p:cNvSpPr/>
            <p:nvPr/>
          </p:nvSpPr>
          <p:spPr>
            <a:xfrm>
              <a:off x="6437656" y="5361414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7" name="pl16427"/>
            <p:cNvSpPr/>
            <p:nvPr/>
          </p:nvSpPr>
          <p:spPr>
            <a:xfrm>
              <a:off x="6457369" y="5304300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8" name="pl16428"/>
            <p:cNvSpPr/>
            <p:nvPr/>
          </p:nvSpPr>
          <p:spPr>
            <a:xfrm>
              <a:off x="6456892" y="5344309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29" name="pl16429"/>
            <p:cNvSpPr/>
            <p:nvPr/>
          </p:nvSpPr>
          <p:spPr>
            <a:xfrm>
              <a:off x="6446224" y="5361414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0" name="pl16430"/>
            <p:cNvSpPr/>
            <p:nvPr/>
          </p:nvSpPr>
          <p:spPr>
            <a:xfrm>
              <a:off x="6224593" y="5882360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1" name="pl16431"/>
            <p:cNvSpPr/>
            <p:nvPr/>
          </p:nvSpPr>
          <p:spPr>
            <a:xfrm>
              <a:off x="6195707" y="5882360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2" name="pl16432"/>
            <p:cNvSpPr/>
            <p:nvPr/>
          </p:nvSpPr>
          <p:spPr>
            <a:xfrm>
              <a:off x="6200304" y="5882360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3" name="pl16433"/>
            <p:cNvSpPr/>
            <p:nvPr/>
          </p:nvSpPr>
          <p:spPr>
            <a:xfrm>
              <a:off x="6291979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4" name="pl16434"/>
            <p:cNvSpPr/>
            <p:nvPr/>
          </p:nvSpPr>
          <p:spPr>
            <a:xfrm>
              <a:off x="6270799" y="5569378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5" name="pl16435"/>
            <p:cNvSpPr/>
            <p:nvPr/>
          </p:nvSpPr>
          <p:spPr>
            <a:xfrm>
              <a:off x="6625427" y="5678036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6" name="pl16436"/>
            <p:cNvSpPr/>
            <p:nvPr/>
          </p:nvSpPr>
          <p:spPr>
            <a:xfrm>
              <a:off x="6656783" y="5692788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7" name="pl16437"/>
            <p:cNvSpPr/>
            <p:nvPr/>
          </p:nvSpPr>
          <p:spPr>
            <a:xfrm>
              <a:off x="6332580" y="5843727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8" name="pl16438"/>
            <p:cNvSpPr/>
            <p:nvPr/>
          </p:nvSpPr>
          <p:spPr>
            <a:xfrm>
              <a:off x="6304379" y="5788758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39" name="pl16439"/>
            <p:cNvSpPr/>
            <p:nvPr/>
          </p:nvSpPr>
          <p:spPr>
            <a:xfrm>
              <a:off x="6377173" y="6028646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0" name="pl16440"/>
            <p:cNvSpPr/>
            <p:nvPr/>
          </p:nvSpPr>
          <p:spPr>
            <a:xfrm>
              <a:off x="6394697" y="6085845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1" name="pl16441"/>
            <p:cNvSpPr/>
            <p:nvPr/>
          </p:nvSpPr>
          <p:spPr>
            <a:xfrm>
              <a:off x="6394697" y="6085845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2" name="pl16442"/>
            <p:cNvSpPr/>
            <p:nvPr/>
          </p:nvSpPr>
          <p:spPr>
            <a:xfrm>
              <a:off x="6263363" y="5711607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3" name="pl16443"/>
            <p:cNvSpPr/>
            <p:nvPr/>
          </p:nvSpPr>
          <p:spPr>
            <a:xfrm>
              <a:off x="6321145" y="5836582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4" name="pl16444"/>
            <p:cNvSpPr/>
            <p:nvPr/>
          </p:nvSpPr>
          <p:spPr>
            <a:xfrm>
              <a:off x="6313426" y="5833307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5" name="pl16445"/>
            <p:cNvSpPr/>
            <p:nvPr/>
          </p:nvSpPr>
          <p:spPr>
            <a:xfrm>
              <a:off x="6295266" y="5833307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6" name="pl16446"/>
            <p:cNvSpPr/>
            <p:nvPr/>
          </p:nvSpPr>
          <p:spPr>
            <a:xfrm>
              <a:off x="6313426" y="5833307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7" name="pl16447"/>
            <p:cNvSpPr/>
            <p:nvPr/>
          </p:nvSpPr>
          <p:spPr>
            <a:xfrm>
              <a:off x="6646110" y="5426027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8" name="pl16448"/>
            <p:cNvSpPr/>
            <p:nvPr/>
          </p:nvSpPr>
          <p:spPr>
            <a:xfrm>
              <a:off x="6594135" y="5480115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49" name="pl16449"/>
            <p:cNvSpPr/>
            <p:nvPr/>
          </p:nvSpPr>
          <p:spPr>
            <a:xfrm>
              <a:off x="6646110" y="5436694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0" name="pl16450"/>
            <p:cNvSpPr/>
            <p:nvPr/>
          </p:nvSpPr>
          <p:spPr>
            <a:xfrm>
              <a:off x="6211353" y="5066902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1" name="pl16451"/>
            <p:cNvSpPr/>
            <p:nvPr/>
          </p:nvSpPr>
          <p:spPr>
            <a:xfrm>
              <a:off x="6215922" y="5067565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2" name="pl16452"/>
            <p:cNvSpPr/>
            <p:nvPr/>
          </p:nvSpPr>
          <p:spPr>
            <a:xfrm>
              <a:off x="6646987" y="5782500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3" name="pl16453"/>
            <p:cNvSpPr/>
            <p:nvPr/>
          </p:nvSpPr>
          <p:spPr>
            <a:xfrm>
              <a:off x="6206696" y="5692536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4" name="pl16454"/>
            <p:cNvSpPr/>
            <p:nvPr/>
          </p:nvSpPr>
          <p:spPr>
            <a:xfrm>
              <a:off x="6202541" y="5699160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5" name="pl16455"/>
            <p:cNvSpPr/>
            <p:nvPr/>
          </p:nvSpPr>
          <p:spPr>
            <a:xfrm>
              <a:off x="6199168" y="5700233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6" name="pl16456"/>
            <p:cNvSpPr/>
            <p:nvPr/>
          </p:nvSpPr>
          <p:spPr>
            <a:xfrm>
              <a:off x="6882384" y="6187575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7" name="pl16457"/>
            <p:cNvSpPr/>
            <p:nvPr/>
          </p:nvSpPr>
          <p:spPr>
            <a:xfrm>
              <a:off x="6885641" y="6194346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8" name="pl16458"/>
            <p:cNvSpPr/>
            <p:nvPr/>
          </p:nvSpPr>
          <p:spPr>
            <a:xfrm>
              <a:off x="6885641" y="6193002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59" name="pl16459"/>
            <p:cNvSpPr/>
            <p:nvPr/>
          </p:nvSpPr>
          <p:spPr>
            <a:xfrm>
              <a:off x="6363355" y="5381383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0" name="pl16460"/>
            <p:cNvSpPr/>
            <p:nvPr/>
          </p:nvSpPr>
          <p:spPr>
            <a:xfrm>
              <a:off x="6369862" y="5402543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1" name="pl16461"/>
            <p:cNvSpPr/>
            <p:nvPr/>
          </p:nvSpPr>
          <p:spPr>
            <a:xfrm>
              <a:off x="6360928" y="5362890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2" name="pl16462"/>
            <p:cNvSpPr/>
            <p:nvPr/>
          </p:nvSpPr>
          <p:spPr>
            <a:xfrm>
              <a:off x="5562592" y="5471796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3" name="pl16463"/>
            <p:cNvSpPr/>
            <p:nvPr/>
          </p:nvSpPr>
          <p:spPr>
            <a:xfrm>
              <a:off x="6624839" y="5645780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4" name="pl16464"/>
            <p:cNvSpPr/>
            <p:nvPr/>
          </p:nvSpPr>
          <p:spPr>
            <a:xfrm>
              <a:off x="6396508" y="5552968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5" name="pl16465"/>
            <p:cNvSpPr/>
            <p:nvPr/>
          </p:nvSpPr>
          <p:spPr>
            <a:xfrm>
              <a:off x="6542315" y="5428211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6" name="pl16466"/>
            <p:cNvSpPr/>
            <p:nvPr/>
          </p:nvSpPr>
          <p:spPr>
            <a:xfrm>
              <a:off x="6542315" y="5421932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7" name="pl16467"/>
            <p:cNvSpPr/>
            <p:nvPr/>
          </p:nvSpPr>
          <p:spPr>
            <a:xfrm>
              <a:off x="6542315" y="5425509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8" name="pl16468"/>
            <p:cNvSpPr/>
            <p:nvPr/>
          </p:nvSpPr>
          <p:spPr>
            <a:xfrm>
              <a:off x="6542315" y="5419943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69" name="pl16469"/>
            <p:cNvSpPr/>
            <p:nvPr/>
          </p:nvSpPr>
          <p:spPr>
            <a:xfrm>
              <a:off x="6542315" y="5414921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0" name="pl16470"/>
            <p:cNvSpPr/>
            <p:nvPr/>
          </p:nvSpPr>
          <p:spPr>
            <a:xfrm>
              <a:off x="6509840" y="5837078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1" name="pl16471"/>
            <p:cNvSpPr/>
            <p:nvPr/>
          </p:nvSpPr>
          <p:spPr>
            <a:xfrm>
              <a:off x="5730158" y="5139287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2" name="pl16472"/>
            <p:cNvSpPr/>
            <p:nvPr/>
          </p:nvSpPr>
          <p:spPr>
            <a:xfrm>
              <a:off x="5737414" y="5141412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3" name="pl16473"/>
            <p:cNvSpPr/>
            <p:nvPr/>
          </p:nvSpPr>
          <p:spPr>
            <a:xfrm>
              <a:off x="6466586" y="5631334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4" name="pl16474"/>
            <p:cNvSpPr/>
            <p:nvPr/>
          </p:nvSpPr>
          <p:spPr>
            <a:xfrm>
              <a:off x="6605522" y="5704258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5" name="pl16475"/>
            <p:cNvSpPr/>
            <p:nvPr/>
          </p:nvSpPr>
          <p:spPr>
            <a:xfrm>
              <a:off x="6656783" y="5703066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6" name="pl16476"/>
            <p:cNvSpPr/>
            <p:nvPr/>
          </p:nvSpPr>
          <p:spPr>
            <a:xfrm>
              <a:off x="6321145" y="5836582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7" name="pl16477"/>
            <p:cNvSpPr/>
            <p:nvPr/>
          </p:nvSpPr>
          <p:spPr>
            <a:xfrm>
              <a:off x="6288346" y="5805253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8" name="pl16478"/>
            <p:cNvSpPr/>
            <p:nvPr/>
          </p:nvSpPr>
          <p:spPr>
            <a:xfrm>
              <a:off x="6275753" y="5796819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79" name="pl16479"/>
            <p:cNvSpPr/>
            <p:nvPr/>
          </p:nvSpPr>
          <p:spPr>
            <a:xfrm>
              <a:off x="5568139" y="6032043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0" name="pl16480"/>
            <p:cNvSpPr/>
            <p:nvPr/>
          </p:nvSpPr>
          <p:spPr>
            <a:xfrm>
              <a:off x="6158745" y="6513392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1" name="pl16481"/>
            <p:cNvSpPr/>
            <p:nvPr/>
          </p:nvSpPr>
          <p:spPr>
            <a:xfrm>
              <a:off x="6165060" y="6514044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2" name="pl16482"/>
            <p:cNvSpPr/>
            <p:nvPr/>
          </p:nvSpPr>
          <p:spPr>
            <a:xfrm>
              <a:off x="6241938" y="4932977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3" name="pl16483"/>
            <p:cNvSpPr/>
            <p:nvPr/>
          </p:nvSpPr>
          <p:spPr>
            <a:xfrm>
              <a:off x="6245138" y="5807791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4" name="pl16484"/>
            <p:cNvSpPr/>
            <p:nvPr/>
          </p:nvSpPr>
          <p:spPr>
            <a:xfrm>
              <a:off x="6369275" y="5767511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5" name="pl16485"/>
            <p:cNvSpPr/>
            <p:nvPr/>
          </p:nvSpPr>
          <p:spPr>
            <a:xfrm>
              <a:off x="6427922" y="5764675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6" name="pl16486"/>
            <p:cNvSpPr/>
            <p:nvPr/>
          </p:nvSpPr>
          <p:spPr>
            <a:xfrm>
              <a:off x="6427922" y="5758632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7" name="pl16487"/>
            <p:cNvSpPr/>
            <p:nvPr/>
          </p:nvSpPr>
          <p:spPr>
            <a:xfrm>
              <a:off x="6427922" y="5752516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8" name="pl16488"/>
            <p:cNvSpPr/>
            <p:nvPr/>
          </p:nvSpPr>
          <p:spPr>
            <a:xfrm>
              <a:off x="6427922" y="5760499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89" name="pl16489"/>
            <p:cNvSpPr/>
            <p:nvPr/>
          </p:nvSpPr>
          <p:spPr>
            <a:xfrm>
              <a:off x="6427922" y="5767511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0" name="pl16490"/>
            <p:cNvSpPr/>
            <p:nvPr/>
          </p:nvSpPr>
          <p:spPr>
            <a:xfrm>
              <a:off x="6427922" y="5759071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1" name="pl16491"/>
            <p:cNvSpPr/>
            <p:nvPr/>
          </p:nvSpPr>
          <p:spPr>
            <a:xfrm>
              <a:off x="6396718" y="5560909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2" name="pl16492"/>
            <p:cNvSpPr/>
            <p:nvPr/>
          </p:nvSpPr>
          <p:spPr>
            <a:xfrm>
              <a:off x="6353409" y="5885215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3" name="pl16493"/>
            <p:cNvSpPr/>
            <p:nvPr/>
          </p:nvSpPr>
          <p:spPr>
            <a:xfrm>
              <a:off x="6353409" y="5885215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4" name="pl16494"/>
            <p:cNvSpPr/>
            <p:nvPr/>
          </p:nvSpPr>
          <p:spPr>
            <a:xfrm>
              <a:off x="6221098" y="5736370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5" name="pl16495"/>
            <p:cNvSpPr/>
            <p:nvPr/>
          </p:nvSpPr>
          <p:spPr>
            <a:xfrm>
              <a:off x="6215351" y="5692536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6" name="pl16496"/>
            <p:cNvSpPr/>
            <p:nvPr/>
          </p:nvSpPr>
          <p:spPr>
            <a:xfrm>
              <a:off x="6271350" y="5817338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7" name="pl16497"/>
            <p:cNvSpPr/>
            <p:nvPr/>
          </p:nvSpPr>
          <p:spPr>
            <a:xfrm>
              <a:off x="6319837" y="5831542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8" name="pl16498"/>
            <p:cNvSpPr/>
            <p:nvPr/>
          </p:nvSpPr>
          <p:spPr>
            <a:xfrm>
              <a:off x="6272498" y="6107747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99" name="pl16499"/>
            <p:cNvSpPr/>
            <p:nvPr/>
          </p:nvSpPr>
          <p:spPr>
            <a:xfrm>
              <a:off x="6271629" y="6107747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0" name="pl16500"/>
            <p:cNvSpPr/>
            <p:nvPr/>
          </p:nvSpPr>
          <p:spPr>
            <a:xfrm>
              <a:off x="5815307" y="5076945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1" name="pl16501"/>
            <p:cNvSpPr/>
            <p:nvPr/>
          </p:nvSpPr>
          <p:spPr>
            <a:xfrm>
              <a:off x="6321145" y="5836582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2" name="pl16502"/>
            <p:cNvSpPr/>
            <p:nvPr/>
          </p:nvSpPr>
          <p:spPr>
            <a:xfrm>
              <a:off x="6326791" y="5851099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3" name="pl16503"/>
            <p:cNvSpPr/>
            <p:nvPr/>
          </p:nvSpPr>
          <p:spPr>
            <a:xfrm>
              <a:off x="6328558" y="5845094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4" name="pl16504"/>
            <p:cNvSpPr/>
            <p:nvPr/>
          </p:nvSpPr>
          <p:spPr>
            <a:xfrm>
              <a:off x="6396718" y="5513483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5" name="pl16505"/>
            <p:cNvSpPr/>
            <p:nvPr/>
          </p:nvSpPr>
          <p:spPr>
            <a:xfrm>
              <a:off x="6553453" y="4958933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6" name="pl16506"/>
            <p:cNvSpPr/>
            <p:nvPr/>
          </p:nvSpPr>
          <p:spPr>
            <a:xfrm>
              <a:off x="5573818" y="6032043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7" name="pl16507"/>
            <p:cNvSpPr/>
            <p:nvPr/>
          </p:nvSpPr>
          <p:spPr>
            <a:xfrm>
              <a:off x="5595842" y="6061856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8" name="pl16508"/>
            <p:cNvSpPr/>
            <p:nvPr/>
          </p:nvSpPr>
          <p:spPr>
            <a:xfrm>
              <a:off x="5589990" y="6061856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09" name="pl16509"/>
            <p:cNvSpPr/>
            <p:nvPr/>
          </p:nvSpPr>
          <p:spPr>
            <a:xfrm>
              <a:off x="6656783" y="5691648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0" name="pl16510"/>
            <p:cNvSpPr/>
            <p:nvPr/>
          </p:nvSpPr>
          <p:spPr>
            <a:xfrm>
              <a:off x="6331136" y="5571181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1" name="pl16511"/>
            <p:cNvSpPr/>
            <p:nvPr/>
          </p:nvSpPr>
          <p:spPr>
            <a:xfrm>
              <a:off x="6331136" y="5619996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2" name="pl16512"/>
            <p:cNvSpPr/>
            <p:nvPr/>
          </p:nvSpPr>
          <p:spPr>
            <a:xfrm>
              <a:off x="7190371" y="5724292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3" name="pl16513"/>
            <p:cNvSpPr/>
            <p:nvPr/>
          </p:nvSpPr>
          <p:spPr>
            <a:xfrm>
              <a:off x="7189216" y="5743185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4" name="pl16514"/>
            <p:cNvSpPr/>
            <p:nvPr/>
          </p:nvSpPr>
          <p:spPr>
            <a:xfrm>
              <a:off x="6322085" y="5853043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5" name="pl16515"/>
            <p:cNvSpPr/>
            <p:nvPr/>
          </p:nvSpPr>
          <p:spPr>
            <a:xfrm>
              <a:off x="6322085" y="5853043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6" name="pl16516"/>
            <p:cNvSpPr/>
            <p:nvPr/>
          </p:nvSpPr>
          <p:spPr>
            <a:xfrm>
              <a:off x="6319832" y="5825045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7" name="pl16517"/>
            <p:cNvSpPr/>
            <p:nvPr/>
          </p:nvSpPr>
          <p:spPr>
            <a:xfrm>
              <a:off x="6307117" y="5828351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8" name="pl16518"/>
            <p:cNvSpPr/>
            <p:nvPr/>
          </p:nvSpPr>
          <p:spPr>
            <a:xfrm>
              <a:off x="6287078" y="5829373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19" name="pl16519"/>
            <p:cNvSpPr/>
            <p:nvPr/>
          </p:nvSpPr>
          <p:spPr>
            <a:xfrm>
              <a:off x="6301320" y="5853043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0" name="pl16520"/>
            <p:cNvSpPr/>
            <p:nvPr/>
          </p:nvSpPr>
          <p:spPr>
            <a:xfrm>
              <a:off x="6322085" y="5853043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1" name="pl16521"/>
            <p:cNvSpPr/>
            <p:nvPr/>
          </p:nvSpPr>
          <p:spPr>
            <a:xfrm>
              <a:off x="6322085" y="5803716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2" name="pl16522"/>
            <p:cNvSpPr/>
            <p:nvPr/>
          </p:nvSpPr>
          <p:spPr>
            <a:xfrm>
              <a:off x="6315215" y="5853043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3" name="pl16523"/>
            <p:cNvSpPr/>
            <p:nvPr/>
          </p:nvSpPr>
          <p:spPr>
            <a:xfrm>
              <a:off x="6315885" y="5853043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4" name="pl16524"/>
            <p:cNvSpPr/>
            <p:nvPr/>
          </p:nvSpPr>
          <p:spPr>
            <a:xfrm>
              <a:off x="6322085" y="5842928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5" name="pl16525"/>
            <p:cNvSpPr/>
            <p:nvPr/>
          </p:nvSpPr>
          <p:spPr>
            <a:xfrm>
              <a:off x="6302235" y="5806662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6" name="pl16526"/>
            <p:cNvSpPr/>
            <p:nvPr/>
          </p:nvSpPr>
          <p:spPr>
            <a:xfrm>
              <a:off x="6321431" y="5853043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7" name="pl16527"/>
            <p:cNvSpPr/>
            <p:nvPr/>
          </p:nvSpPr>
          <p:spPr>
            <a:xfrm>
              <a:off x="6276867" y="5853043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8" name="pl16528"/>
            <p:cNvSpPr/>
            <p:nvPr/>
          </p:nvSpPr>
          <p:spPr>
            <a:xfrm>
              <a:off x="6322085" y="5853043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29" name="pl16529"/>
            <p:cNvSpPr/>
            <p:nvPr/>
          </p:nvSpPr>
          <p:spPr>
            <a:xfrm>
              <a:off x="6318203" y="5853043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0" name="pl16530"/>
            <p:cNvSpPr/>
            <p:nvPr/>
          </p:nvSpPr>
          <p:spPr>
            <a:xfrm>
              <a:off x="6322085" y="5853043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1" name="pl16531"/>
            <p:cNvSpPr/>
            <p:nvPr/>
          </p:nvSpPr>
          <p:spPr>
            <a:xfrm>
              <a:off x="6322085" y="5853043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2" name="pl16532"/>
            <p:cNvSpPr/>
            <p:nvPr/>
          </p:nvSpPr>
          <p:spPr>
            <a:xfrm>
              <a:off x="6322085" y="5853043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3" name="pl16533"/>
            <p:cNvSpPr/>
            <p:nvPr/>
          </p:nvSpPr>
          <p:spPr>
            <a:xfrm>
              <a:off x="6254609" y="5723632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4" name="pl16534"/>
            <p:cNvSpPr/>
            <p:nvPr/>
          </p:nvSpPr>
          <p:spPr>
            <a:xfrm>
              <a:off x="6310767" y="5836778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5" name="pl16535"/>
            <p:cNvSpPr/>
            <p:nvPr/>
          </p:nvSpPr>
          <p:spPr>
            <a:xfrm>
              <a:off x="6310918" y="5853043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6" name="pl16536"/>
            <p:cNvSpPr/>
            <p:nvPr/>
          </p:nvSpPr>
          <p:spPr>
            <a:xfrm>
              <a:off x="6322085" y="5853043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7" name="pl16537"/>
            <p:cNvSpPr/>
            <p:nvPr/>
          </p:nvSpPr>
          <p:spPr>
            <a:xfrm>
              <a:off x="6288163" y="5853043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8" name="pl16538"/>
            <p:cNvSpPr/>
            <p:nvPr/>
          </p:nvSpPr>
          <p:spPr>
            <a:xfrm>
              <a:off x="6322085" y="5853043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39" name="pl16539"/>
            <p:cNvSpPr/>
            <p:nvPr/>
          </p:nvSpPr>
          <p:spPr>
            <a:xfrm>
              <a:off x="6321500" y="5844273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0" name="pl16540"/>
            <p:cNvSpPr/>
            <p:nvPr/>
          </p:nvSpPr>
          <p:spPr>
            <a:xfrm>
              <a:off x="6304668" y="5804953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1" name="pl16541"/>
            <p:cNvSpPr/>
            <p:nvPr/>
          </p:nvSpPr>
          <p:spPr>
            <a:xfrm>
              <a:off x="6321713" y="5848486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2" name="pl16542"/>
            <p:cNvSpPr/>
            <p:nvPr/>
          </p:nvSpPr>
          <p:spPr>
            <a:xfrm>
              <a:off x="6285119" y="5853043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3" name="pl16543"/>
            <p:cNvSpPr/>
            <p:nvPr/>
          </p:nvSpPr>
          <p:spPr>
            <a:xfrm>
              <a:off x="6322085" y="5853043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4" name="pl16544"/>
            <p:cNvSpPr/>
            <p:nvPr/>
          </p:nvSpPr>
          <p:spPr>
            <a:xfrm>
              <a:off x="6322085" y="5853043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5" name="pl16545"/>
            <p:cNvSpPr/>
            <p:nvPr/>
          </p:nvSpPr>
          <p:spPr>
            <a:xfrm>
              <a:off x="6321273" y="5842300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6" name="pl16546"/>
            <p:cNvSpPr/>
            <p:nvPr/>
          </p:nvSpPr>
          <p:spPr>
            <a:xfrm>
              <a:off x="6308295" y="5853043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7" name="pl16547"/>
            <p:cNvSpPr/>
            <p:nvPr/>
          </p:nvSpPr>
          <p:spPr>
            <a:xfrm>
              <a:off x="6322085" y="5853043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8" name="pl16548"/>
            <p:cNvSpPr/>
            <p:nvPr/>
          </p:nvSpPr>
          <p:spPr>
            <a:xfrm>
              <a:off x="6313049" y="5802736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49" name="pl16549"/>
            <p:cNvSpPr/>
            <p:nvPr/>
          </p:nvSpPr>
          <p:spPr>
            <a:xfrm>
              <a:off x="6462984" y="5839895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0" name="pl16550"/>
            <p:cNvSpPr/>
            <p:nvPr/>
          </p:nvSpPr>
          <p:spPr>
            <a:xfrm>
              <a:off x="6384247" y="5845808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1" name="pl16551"/>
            <p:cNvSpPr/>
            <p:nvPr/>
          </p:nvSpPr>
          <p:spPr>
            <a:xfrm>
              <a:off x="6224593" y="5892370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2" name="pl16552"/>
            <p:cNvSpPr/>
            <p:nvPr/>
          </p:nvSpPr>
          <p:spPr>
            <a:xfrm>
              <a:off x="6299867" y="5870215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3" name="pl16553"/>
            <p:cNvSpPr/>
            <p:nvPr/>
          </p:nvSpPr>
          <p:spPr>
            <a:xfrm>
              <a:off x="6299867" y="5881024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4" name="pl16554"/>
            <p:cNvSpPr/>
            <p:nvPr/>
          </p:nvSpPr>
          <p:spPr>
            <a:xfrm>
              <a:off x="6277860" y="5875042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5" name="pl16555"/>
            <p:cNvSpPr/>
            <p:nvPr/>
          </p:nvSpPr>
          <p:spPr>
            <a:xfrm>
              <a:off x="6299867" y="5864178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6" name="pl16556"/>
            <p:cNvSpPr/>
            <p:nvPr/>
          </p:nvSpPr>
          <p:spPr>
            <a:xfrm>
              <a:off x="6288163" y="5876618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7" name="pl16557"/>
            <p:cNvSpPr/>
            <p:nvPr/>
          </p:nvSpPr>
          <p:spPr>
            <a:xfrm>
              <a:off x="6292130" y="5953335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8" name="pl16558"/>
            <p:cNvSpPr/>
            <p:nvPr/>
          </p:nvSpPr>
          <p:spPr>
            <a:xfrm>
              <a:off x="6321145" y="5836582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59" name="pl16559"/>
            <p:cNvSpPr/>
            <p:nvPr/>
          </p:nvSpPr>
          <p:spPr>
            <a:xfrm>
              <a:off x="6332413" y="5848978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0" name="pl16560"/>
            <p:cNvSpPr/>
            <p:nvPr/>
          </p:nvSpPr>
          <p:spPr>
            <a:xfrm>
              <a:off x="6466586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1" name="pl16561"/>
            <p:cNvSpPr/>
            <p:nvPr/>
          </p:nvSpPr>
          <p:spPr>
            <a:xfrm>
              <a:off x="6632600" y="5544856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2" name="pl16562"/>
            <p:cNvSpPr/>
            <p:nvPr/>
          </p:nvSpPr>
          <p:spPr>
            <a:xfrm>
              <a:off x="6632600" y="5497241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3" name="pl16563"/>
            <p:cNvSpPr/>
            <p:nvPr/>
          </p:nvSpPr>
          <p:spPr>
            <a:xfrm>
              <a:off x="6632600" y="5516226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4" name="pl16564"/>
            <p:cNvSpPr/>
            <p:nvPr/>
          </p:nvSpPr>
          <p:spPr>
            <a:xfrm>
              <a:off x="6632600" y="5546329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5" name="pl16565"/>
            <p:cNvSpPr/>
            <p:nvPr/>
          </p:nvSpPr>
          <p:spPr>
            <a:xfrm>
              <a:off x="6528531" y="5561134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6" name="pl16566"/>
            <p:cNvSpPr/>
            <p:nvPr/>
          </p:nvSpPr>
          <p:spPr>
            <a:xfrm>
              <a:off x="6632600" y="5534945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7" name="pl16567"/>
            <p:cNvSpPr/>
            <p:nvPr/>
          </p:nvSpPr>
          <p:spPr>
            <a:xfrm>
              <a:off x="6632600" y="5532030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8" name="pl16568"/>
            <p:cNvSpPr/>
            <p:nvPr/>
          </p:nvSpPr>
          <p:spPr>
            <a:xfrm>
              <a:off x="6632600" y="5555196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69" name="pl16569"/>
            <p:cNvSpPr/>
            <p:nvPr/>
          </p:nvSpPr>
          <p:spPr>
            <a:xfrm>
              <a:off x="6632600" y="5504904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0" name="pl16570"/>
            <p:cNvSpPr/>
            <p:nvPr/>
          </p:nvSpPr>
          <p:spPr>
            <a:xfrm>
              <a:off x="6369275" y="5776038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1" name="pl16571"/>
            <p:cNvSpPr/>
            <p:nvPr/>
          </p:nvSpPr>
          <p:spPr>
            <a:xfrm>
              <a:off x="6293064" y="5809082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2" name="pl16572"/>
            <p:cNvSpPr/>
            <p:nvPr/>
          </p:nvSpPr>
          <p:spPr>
            <a:xfrm>
              <a:off x="6321145" y="5836582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3" name="pl16573"/>
            <p:cNvSpPr/>
            <p:nvPr/>
          </p:nvSpPr>
          <p:spPr>
            <a:xfrm>
              <a:off x="5946573" y="5213322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4" name="pl16574"/>
            <p:cNvSpPr/>
            <p:nvPr/>
          </p:nvSpPr>
          <p:spPr>
            <a:xfrm>
              <a:off x="5937726" y="5188899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5" name="pl16575"/>
            <p:cNvSpPr/>
            <p:nvPr/>
          </p:nvSpPr>
          <p:spPr>
            <a:xfrm>
              <a:off x="7030266" y="6223361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6" name="pl16576"/>
            <p:cNvSpPr/>
            <p:nvPr/>
          </p:nvSpPr>
          <p:spPr>
            <a:xfrm>
              <a:off x="7014737" y="6251773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7" name="pl16577"/>
            <p:cNvSpPr/>
            <p:nvPr/>
          </p:nvSpPr>
          <p:spPr>
            <a:xfrm>
              <a:off x="5692232" y="6290772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8" name="pl16578"/>
            <p:cNvSpPr/>
            <p:nvPr/>
          </p:nvSpPr>
          <p:spPr>
            <a:xfrm>
              <a:off x="5696953" y="6258459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79" name="pl16579"/>
            <p:cNvSpPr/>
            <p:nvPr/>
          </p:nvSpPr>
          <p:spPr>
            <a:xfrm>
              <a:off x="5711787" y="6290772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0" name="pl16580"/>
            <p:cNvSpPr/>
            <p:nvPr/>
          </p:nvSpPr>
          <p:spPr>
            <a:xfrm>
              <a:off x="6341390" y="4922957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1" name="pl16581"/>
            <p:cNvSpPr/>
            <p:nvPr/>
          </p:nvSpPr>
          <p:spPr>
            <a:xfrm>
              <a:off x="6396237" y="5537333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2" name="pl16582"/>
            <p:cNvSpPr/>
            <p:nvPr/>
          </p:nvSpPr>
          <p:spPr>
            <a:xfrm>
              <a:off x="6495737" y="6581912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3" name="pl16583"/>
            <p:cNvSpPr/>
            <p:nvPr/>
          </p:nvSpPr>
          <p:spPr>
            <a:xfrm>
              <a:off x="6300486" y="5953335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4" name="pl16584"/>
            <p:cNvSpPr/>
            <p:nvPr/>
          </p:nvSpPr>
          <p:spPr>
            <a:xfrm>
              <a:off x="6288353" y="5957255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5" name="pl16585"/>
            <p:cNvSpPr/>
            <p:nvPr/>
          </p:nvSpPr>
          <p:spPr>
            <a:xfrm>
              <a:off x="6281077" y="5957255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6" name="pl16586"/>
            <p:cNvSpPr/>
            <p:nvPr/>
          </p:nvSpPr>
          <p:spPr>
            <a:xfrm>
              <a:off x="6334888" y="6592725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7" name="pl16587"/>
            <p:cNvSpPr/>
            <p:nvPr/>
          </p:nvSpPr>
          <p:spPr>
            <a:xfrm>
              <a:off x="6574136" y="5396366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8" name="pl16588"/>
            <p:cNvSpPr/>
            <p:nvPr/>
          </p:nvSpPr>
          <p:spPr>
            <a:xfrm>
              <a:off x="6466586" y="5507253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89" name="pl16589"/>
            <p:cNvSpPr/>
            <p:nvPr/>
          </p:nvSpPr>
          <p:spPr>
            <a:xfrm>
              <a:off x="6241197" y="5801962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0" name="pl16590"/>
            <p:cNvSpPr/>
            <p:nvPr/>
          </p:nvSpPr>
          <p:spPr>
            <a:xfrm>
              <a:off x="6385264" y="6024397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1" name="pl16591"/>
            <p:cNvSpPr/>
            <p:nvPr/>
          </p:nvSpPr>
          <p:spPr>
            <a:xfrm>
              <a:off x="6466586" y="5611258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2" name="pl16592"/>
            <p:cNvSpPr/>
            <p:nvPr/>
          </p:nvSpPr>
          <p:spPr>
            <a:xfrm>
              <a:off x="6533156" y="5591927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3" name="pl16593"/>
            <p:cNvSpPr/>
            <p:nvPr/>
          </p:nvSpPr>
          <p:spPr>
            <a:xfrm>
              <a:off x="6533156" y="5607185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4" name="pl16594"/>
            <p:cNvSpPr/>
            <p:nvPr/>
          </p:nvSpPr>
          <p:spPr>
            <a:xfrm>
              <a:off x="6533156" y="5574410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5" name="pl16595"/>
            <p:cNvSpPr/>
            <p:nvPr/>
          </p:nvSpPr>
          <p:spPr>
            <a:xfrm>
              <a:off x="6369275" y="5771676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6" name="pl16596"/>
            <p:cNvSpPr/>
            <p:nvPr/>
          </p:nvSpPr>
          <p:spPr>
            <a:xfrm>
              <a:off x="7158236" y="5929830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7" name="pl16597"/>
            <p:cNvSpPr/>
            <p:nvPr/>
          </p:nvSpPr>
          <p:spPr>
            <a:xfrm>
              <a:off x="5521496" y="5674381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8" name="pl16598"/>
            <p:cNvSpPr/>
            <p:nvPr/>
          </p:nvSpPr>
          <p:spPr>
            <a:xfrm>
              <a:off x="6344081" y="5887458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599" name="pl16599"/>
            <p:cNvSpPr/>
            <p:nvPr/>
          </p:nvSpPr>
          <p:spPr>
            <a:xfrm>
              <a:off x="6344081" y="5887458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0" name="pl16600"/>
            <p:cNvSpPr/>
            <p:nvPr/>
          </p:nvSpPr>
          <p:spPr>
            <a:xfrm>
              <a:off x="6344081" y="5887458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1" name="pl16601"/>
            <p:cNvSpPr/>
            <p:nvPr/>
          </p:nvSpPr>
          <p:spPr>
            <a:xfrm>
              <a:off x="6313049" y="5793211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2" name="pl16602"/>
            <p:cNvSpPr/>
            <p:nvPr/>
          </p:nvSpPr>
          <p:spPr>
            <a:xfrm>
              <a:off x="6061827" y="5715121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3" name="pl16603"/>
            <p:cNvSpPr/>
            <p:nvPr/>
          </p:nvSpPr>
          <p:spPr>
            <a:xfrm>
              <a:off x="6377173" y="6028646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4" name="pl16604"/>
            <p:cNvSpPr/>
            <p:nvPr/>
          </p:nvSpPr>
          <p:spPr>
            <a:xfrm>
              <a:off x="6342468" y="5845976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5" name="pl16605"/>
            <p:cNvSpPr/>
            <p:nvPr/>
          </p:nvSpPr>
          <p:spPr>
            <a:xfrm>
              <a:off x="7123608" y="5405606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6" name="pl16606"/>
            <p:cNvSpPr/>
            <p:nvPr/>
          </p:nvSpPr>
          <p:spPr>
            <a:xfrm>
              <a:off x="6321145" y="5816685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7" name="pl16607"/>
            <p:cNvSpPr/>
            <p:nvPr/>
          </p:nvSpPr>
          <p:spPr>
            <a:xfrm>
              <a:off x="6339405" y="5780633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8" name="pl16608"/>
            <p:cNvSpPr/>
            <p:nvPr/>
          </p:nvSpPr>
          <p:spPr>
            <a:xfrm>
              <a:off x="6843779" y="5081863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09" name="pl16609"/>
            <p:cNvSpPr/>
            <p:nvPr/>
          </p:nvSpPr>
          <p:spPr>
            <a:xfrm>
              <a:off x="6319835" y="5827836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0" name="pl16610"/>
            <p:cNvSpPr/>
            <p:nvPr/>
          </p:nvSpPr>
          <p:spPr>
            <a:xfrm>
              <a:off x="6319835" y="5824941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1" name="pl16611"/>
            <p:cNvSpPr/>
            <p:nvPr/>
          </p:nvSpPr>
          <p:spPr>
            <a:xfrm>
              <a:off x="6457369" y="5344674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2" name="pl16612"/>
            <p:cNvSpPr/>
            <p:nvPr/>
          </p:nvSpPr>
          <p:spPr>
            <a:xfrm>
              <a:off x="6395667" y="6024397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3" name="pl16613"/>
            <p:cNvSpPr/>
            <p:nvPr/>
          </p:nvSpPr>
          <p:spPr>
            <a:xfrm>
              <a:off x="6395667" y="6024397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4" name="pl16614"/>
            <p:cNvSpPr/>
            <p:nvPr/>
          </p:nvSpPr>
          <p:spPr>
            <a:xfrm>
              <a:off x="6460123" y="5794230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5" name="pl16615"/>
            <p:cNvSpPr/>
            <p:nvPr/>
          </p:nvSpPr>
          <p:spPr>
            <a:xfrm>
              <a:off x="6460854" y="5793934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16" name="pg16616"/>
            <p:cNvSpPr/>
            <p:nvPr/>
          </p:nvSpPr>
          <p:spPr>
            <a:xfrm>
              <a:off x="6193289" y="56425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17" name="pt16617"/>
            <p:cNvSpPr/>
            <p:nvPr/>
          </p:nvSpPr>
          <p:spPr>
            <a:xfrm>
              <a:off x="6489042" y="55977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18" name="pt16618"/>
            <p:cNvSpPr/>
            <p:nvPr/>
          </p:nvSpPr>
          <p:spPr>
            <a:xfrm>
              <a:off x="6499608" y="55586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19" name="pt16619"/>
            <p:cNvSpPr/>
            <p:nvPr/>
          </p:nvSpPr>
          <p:spPr>
            <a:xfrm>
              <a:off x="6302808" y="5841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0" name="pt16620"/>
            <p:cNvSpPr/>
            <p:nvPr/>
          </p:nvSpPr>
          <p:spPr>
            <a:xfrm>
              <a:off x="6309780" y="58504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1" name="pt16621"/>
            <p:cNvSpPr/>
            <p:nvPr/>
          </p:nvSpPr>
          <p:spPr>
            <a:xfrm>
              <a:off x="6256911" y="5758489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2" name="pt16622"/>
            <p:cNvSpPr/>
            <p:nvPr/>
          </p:nvSpPr>
          <p:spPr>
            <a:xfrm>
              <a:off x="6253885" y="5650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3" name="pt16623"/>
            <p:cNvSpPr/>
            <p:nvPr/>
          </p:nvSpPr>
          <p:spPr>
            <a:xfrm>
              <a:off x="6510622" y="5205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4" name="pg16624"/>
            <p:cNvSpPr/>
            <p:nvPr/>
          </p:nvSpPr>
          <p:spPr>
            <a:xfrm>
              <a:off x="6296152" y="595799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5" name="pg16625"/>
            <p:cNvSpPr/>
            <p:nvPr/>
          </p:nvSpPr>
          <p:spPr>
            <a:xfrm>
              <a:off x="6297508" y="58537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6" name="pt16626"/>
            <p:cNvSpPr/>
            <p:nvPr/>
          </p:nvSpPr>
          <p:spPr>
            <a:xfrm>
              <a:off x="6588641" y="6511516"/>
              <a:ext cx="74834" cy="74834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7" name="pt16627"/>
            <p:cNvSpPr/>
            <p:nvPr/>
          </p:nvSpPr>
          <p:spPr>
            <a:xfrm>
              <a:off x="6326799" y="57827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8" name="pt16628"/>
            <p:cNvSpPr/>
            <p:nvPr/>
          </p:nvSpPr>
          <p:spPr>
            <a:xfrm>
              <a:off x="6244758" y="5807463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29" name="pt16629"/>
            <p:cNvSpPr/>
            <p:nvPr/>
          </p:nvSpPr>
          <p:spPr>
            <a:xfrm>
              <a:off x="6690124" y="5771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0" name="pt16630"/>
            <p:cNvSpPr/>
            <p:nvPr/>
          </p:nvSpPr>
          <p:spPr>
            <a:xfrm>
              <a:off x="6588009" y="564061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1" name="pg16631"/>
            <p:cNvSpPr/>
            <p:nvPr/>
          </p:nvSpPr>
          <p:spPr>
            <a:xfrm>
              <a:off x="6179648" y="56775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2" name="pt16632"/>
            <p:cNvSpPr/>
            <p:nvPr/>
          </p:nvSpPr>
          <p:spPr>
            <a:xfrm>
              <a:off x="7145292" y="5603016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3" name="pg16633"/>
            <p:cNvSpPr/>
            <p:nvPr/>
          </p:nvSpPr>
          <p:spPr>
            <a:xfrm>
              <a:off x="6887589" y="56979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4" name="pg16634"/>
            <p:cNvSpPr/>
            <p:nvPr/>
          </p:nvSpPr>
          <p:spPr>
            <a:xfrm>
              <a:off x="6572489" y="571063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5" name="pt16635"/>
            <p:cNvSpPr/>
            <p:nvPr/>
          </p:nvSpPr>
          <p:spPr>
            <a:xfrm>
              <a:off x="6273864" y="5945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6" name="pt16636"/>
            <p:cNvSpPr/>
            <p:nvPr/>
          </p:nvSpPr>
          <p:spPr>
            <a:xfrm>
              <a:off x="6211530" y="64731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7" name="pt16637"/>
            <p:cNvSpPr/>
            <p:nvPr/>
          </p:nvSpPr>
          <p:spPr>
            <a:xfrm>
              <a:off x="6246374" y="5726885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8" name="pt16638"/>
            <p:cNvSpPr/>
            <p:nvPr/>
          </p:nvSpPr>
          <p:spPr>
            <a:xfrm>
              <a:off x="6644950" y="53719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39" name="pt16639"/>
            <p:cNvSpPr/>
            <p:nvPr/>
          </p:nvSpPr>
          <p:spPr>
            <a:xfrm>
              <a:off x="6685859" y="560425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40" name="pl16640"/>
            <p:cNvSpPr/>
            <p:nvPr/>
          </p:nvSpPr>
          <p:spPr>
            <a:xfrm>
              <a:off x="6225590" y="57101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1" name="pl16641"/>
            <p:cNvSpPr/>
            <p:nvPr/>
          </p:nvSpPr>
          <p:spPr>
            <a:xfrm>
              <a:off x="6260121" y="567561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2" name="pt16642"/>
            <p:cNvSpPr/>
            <p:nvPr/>
          </p:nvSpPr>
          <p:spPr>
            <a:xfrm>
              <a:off x="6348396" y="5753244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43" name="pl16643"/>
            <p:cNvSpPr/>
            <p:nvPr/>
          </p:nvSpPr>
          <p:spPr>
            <a:xfrm>
              <a:off x="6184011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4" name="pl16644"/>
            <p:cNvSpPr/>
            <p:nvPr/>
          </p:nvSpPr>
          <p:spPr>
            <a:xfrm>
              <a:off x="6184011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5" name="pl16645"/>
            <p:cNvSpPr/>
            <p:nvPr/>
          </p:nvSpPr>
          <p:spPr>
            <a:xfrm>
              <a:off x="6098469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6" name="pl16646"/>
            <p:cNvSpPr/>
            <p:nvPr/>
          </p:nvSpPr>
          <p:spPr>
            <a:xfrm>
              <a:off x="6098469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7" name="pl16647"/>
            <p:cNvSpPr/>
            <p:nvPr/>
          </p:nvSpPr>
          <p:spPr>
            <a:xfrm>
              <a:off x="6088355" y="49607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8" name="pl16648"/>
            <p:cNvSpPr/>
            <p:nvPr/>
          </p:nvSpPr>
          <p:spPr>
            <a:xfrm>
              <a:off x="6122886" y="49262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49" name="pg16649"/>
            <p:cNvSpPr/>
            <p:nvPr/>
          </p:nvSpPr>
          <p:spPr>
            <a:xfrm>
              <a:off x="6247344" y="591231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50" name="pt16650"/>
            <p:cNvSpPr/>
            <p:nvPr/>
          </p:nvSpPr>
          <p:spPr>
            <a:xfrm>
              <a:off x="5879116" y="5073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51" name="pt16651"/>
            <p:cNvSpPr/>
            <p:nvPr/>
          </p:nvSpPr>
          <p:spPr>
            <a:xfrm>
              <a:off x="6556310" y="575353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52" name="pl16652"/>
            <p:cNvSpPr/>
            <p:nvPr/>
          </p:nvSpPr>
          <p:spPr>
            <a:xfrm>
              <a:off x="6264768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3" name="pl16653"/>
            <p:cNvSpPr/>
            <p:nvPr/>
          </p:nvSpPr>
          <p:spPr>
            <a:xfrm>
              <a:off x="6264768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4" name="pl16654"/>
            <p:cNvSpPr/>
            <p:nvPr/>
          </p:nvSpPr>
          <p:spPr>
            <a:xfrm>
              <a:off x="6249270" y="5826170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5" name="pl16655"/>
            <p:cNvSpPr/>
            <p:nvPr/>
          </p:nvSpPr>
          <p:spPr>
            <a:xfrm>
              <a:off x="6302186" y="5773254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6" name="pl16656"/>
            <p:cNvSpPr/>
            <p:nvPr/>
          </p:nvSpPr>
          <p:spPr>
            <a:xfrm>
              <a:off x="6247232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7" name="pl16657"/>
            <p:cNvSpPr/>
            <p:nvPr/>
          </p:nvSpPr>
          <p:spPr>
            <a:xfrm>
              <a:off x="6247232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8" name="pl16658"/>
            <p:cNvSpPr/>
            <p:nvPr/>
          </p:nvSpPr>
          <p:spPr>
            <a:xfrm>
              <a:off x="6229503" y="577838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59" name="pl16659"/>
            <p:cNvSpPr/>
            <p:nvPr/>
          </p:nvSpPr>
          <p:spPr>
            <a:xfrm>
              <a:off x="6290034" y="571784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0" name="pt16660"/>
            <p:cNvSpPr/>
            <p:nvPr/>
          </p:nvSpPr>
          <p:spPr>
            <a:xfrm>
              <a:off x="6248914" y="579629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61" name="pt16661"/>
            <p:cNvSpPr/>
            <p:nvPr/>
          </p:nvSpPr>
          <p:spPr>
            <a:xfrm>
              <a:off x="6184253" y="5852031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62" name="pl16662"/>
            <p:cNvSpPr/>
            <p:nvPr/>
          </p:nvSpPr>
          <p:spPr>
            <a:xfrm>
              <a:off x="6189029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3" name="pl16663"/>
            <p:cNvSpPr/>
            <p:nvPr/>
          </p:nvSpPr>
          <p:spPr>
            <a:xfrm>
              <a:off x="6189029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4" name="pl16664"/>
            <p:cNvSpPr/>
            <p:nvPr/>
          </p:nvSpPr>
          <p:spPr>
            <a:xfrm>
              <a:off x="6173530" y="566576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5" name="pl16665"/>
            <p:cNvSpPr/>
            <p:nvPr/>
          </p:nvSpPr>
          <p:spPr>
            <a:xfrm>
              <a:off x="6226447" y="561285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6" name="pt16666"/>
            <p:cNvSpPr/>
            <p:nvPr/>
          </p:nvSpPr>
          <p:spPr>
            <a:xfrm>
              <a:off x="6239374" y="5688033"/>
              <a:ext cx="48833" cy="48833"/>
            </a:xfrm>
            <a:prstGeom prst="ellipse">
              <a:avLst/>
            </a:prstGeom>
            <a:solidFill>
              <a:srgbClr val="A6761D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67" name="pl16667"/>
            <p:cNvSpPr/>
            <p:nvPr/>
          </p:nvSpPr>
          <p:spPr>
            <a:xfrm>
              <a:off x="6335010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8" name="pl16668"/>
            <p:cNvSpPr/>
            <p:nvPr/>
          </p:nvSpPr>
          <p:spPr>
            <a:xfrm>
              <a:off x="6335010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69" name="pl16669"/>
            <p:cNvSpPr/>
            <p:nvPr/>
          </p:nvSpPr>
          <p:spPr>
            <a:xfrm>
              <a:off x="6324896" y="5906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0" name="pl16670"/>
            <p:cNvSpPr/>
            <p:nvPr/>
          </p:nvSpPr>
          <p:spPr>
            <a:xfrm>
              <a:off x="6359427" y="5872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1" name="pl16671"/>
            <p:cNvSpPr/>
            <p:nvPr/>
          </p:nvSpPr>
          <p:spPr>
            <a:xfrm>
              <a:off x="6250765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2" name="pl16672"/>
            <p:cNvSpPr/>
            <p:nvPr/>
          </p:nvSpPr>
          <p:spPr>
            <a:xfrm>
              <a:off x="6250765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3" name="pl16673"/>
            <p:cNvSpPr/>
            <p:nvPr/>
          </p:nvSpPr>
          <p:spPr>
            <a:xfrm>
              <a:off x="6221612" y="5836582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4" name="pl16674"/>
            <p:cNvSpPr/>
            <p:nvPr/>
          </p:nvSpPr>
          <p:spPr>
            <a:xfrm>
              <a:off x="6321145" y="5737048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5" name="pl16675"/>
            <p:cNvSpPr/>
            <p:nvPr/>
          </p:nvSpPr>
          <p:spPr>
            <a:xfrm>
              <a:off x="6582036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6" name="pl16676"/>
            <p:cNvSpPr/>
            <p:nvPr/>
          </p:nvSpPr>
          <p:spPr>
            <a:xfrm>
              <a:off x="6582036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7" name="pl16677"/>
            <p:cNvSpPr/>
            <p:nvPr/>
          </p:nvSpPr>
          <p:spPr>
            <a:xfrm>
              <a:off x="6564307" y="5650501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8" name="pl16678"/>
            <p:cNvSpPr/>
            <p:nvPr/>
          </p:nvSpPr>
          <p:spPr>
            <a:xfrm>
              <a:off x="6624839" y="5589970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79" name="pl16679"/>
            <p:cNvSpPr/>
            <p:nvPr/>
          </p:nvSpPr>
          <p:spPr>
            <a:xfrm>
              <a:off x="5499020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0" name="pl16680"/>
            <p:cNvSpPr/>
            <p:nvPr/>
          </p:nvSpPr>
          <p:spPr>
            <a:xfrm>
              <a:off x="5499020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1" name="pl16681"/>
            <p:cNvSpPr/>
            <p:nvPr/>
          </p:nvSpPr>
          <p:spPr>
            <a:xfrm>
              <a:off x="5488907" y="58350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2" name="pl16682"/>
            <p:cNvSpPr/>
            <p:nvPr/>
          </p:nvSpPr>
          <p:spPr>
            <a:xfrm>
              <a:off x="5523437" y="5800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3" name="pt16683"/>
            <p:cNvSpPr/>
            <p:nvPr/>
          </p:nvSpPr>
          <p:spPr>
            <a:xfrm>
              <a:off x="6425002" y="538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84" name="pl16684"/>
            <p:cNvSpPr/>
            <p:nvPr/>
          </p:nvSpPr>
          <p:spPr>
            <a:xfrm>
              <a:off x="6030560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5" name="pl16685"/>
            <p:cNvSpPr/>
            <p:nvPr/>
          </p:nvSpPr>
          <p:spPr>
            <a:xfrm>
              <a:off x="6030560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6" name="pl16686"/>
            <p:cNvSpPr/>
            <p:nvPr/>
          </p:nvSpPr>
          <p:spPr>
            <a:xfrm>
              <a:off x="6016639" y="571512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7" name="pl16687"/>
            <p:cNvSpPr/>
            <p:nvPr/>
          </p:nvSpPr>
          <p:spPr>
            <a:xfrm>
              <a:off x="6064170" y="56675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8" name="pl16688"/>
            <p:cNvSpPr/>
            <p:nvPr/>
          </p:nvSpPr>
          <p:spPr>
            <a:xfrm>
              <a:off x="6326872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89" name="pl16689"/>
            <p:cNvSpPr/>
            <p:nvPr/>
          </p:nvSpPr>
          <p:spPr>
            <a:xfrm>
              <a:off x="6326872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0" name="pl16690"/>
            <p:cNvSpPr/>
            <p:nvPr/>
          </p:nvSpPr>
          <p:spPr>
            <a:xfrm>
              <a:off x="6312950" y="602853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1" name="pl16691"/>
            <p:cNvSpPr/>
            <p:nvPr/>
          </p:nvSpPr>
          <p:spPr>
            <a:xfrm>
              <a:off x="6360482" y="598100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2" name="pt16692"/>
            <p:cNvSpPr/>
            <p:nvPr/>
          </p:nvSpPr>
          <p:spPr>
            <a:xfrm>
              <a:off x="6223166" y="5837587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93" name="pl16693"/>
            <p:cNvSpPr/>
            <p:nvPr/>
          </p:nvSpPr>
          <p:spPr>
            <a:xfrm>
              <a:off x="6239031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4" name="pl16694"/>
            <p:cNvSpPr/>
            <p:nvPr/>
          </p:nvSpPr>
          <p:spPr>
            <a:xfrm>
              <a:off x="6239031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5" name="pl16695"/>
            <p:cNvSpPr/>
            <p:nvPr/>
          </p:nvSpPr>
          <p:spPr>
            <a:xfrm>
              <a:off x="6228917" y="5708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6" name="pl16696"/>
            <p:cNvSpPr/>
            <p:nvPr/>
          </p:nvSpPr>
          <p:spPr>
            <a:xfrm>
              <a:off x="6263448" y="5674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697" name="pt16697"/>
            <p:cNvSpPr/>
            <p:nvPr/>
          </p:nvSpPr>
          <p:spPr>
            <a:xfrm>
              <a:off x="6336834" y="5988307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98" name="pt16698"/>
            <p:cNvSpPr/>
            <p:nvPr/>
          </p:nvSpPr>
          <p:spPr>
            <a:xfrm>
              <a:off x="6537808" y="571733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99" name="pt16699"/>
            <p:cNvSpPr/>
            <p:nvPr/>
          </p:nvSpPr>
          <p:spPr>
            <a:xfrm>
              <a:off x="6419907" y="5819736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00" name="pl16700"/>
            <p:cNvSpPr/>
            <p:nvPr/>
          </p:nvSpPr>
          <p:spPr>
            <a:xfrm>
              <a:off x="6368425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1" name="pl16701"/>
            <p:cNvSpPr/>
            <p:nvPr/>
          </p:nvSpPr>
          <p:spPr>
            <a:xfrm>
              <a:off x="6368425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2" name="pl16702"/>
            <p:cNvSpPr/>
            <p:nvPr/>
          </p:nvSpPr>
          <p:spPr>
            <a:xfrm>
              <a:off x="6354504" y="579886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3" name="pl16703"/>
            <p:cNvSpPr/>
            <p:nvPr/>
          </p:nvSpPr>
          <p:spPr>
            <a:xfrm>
              <a:off x="6402035" y="575133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4" name="pl16704"/>
            <p:cNvSpPr/>
            <p:nvPr/>
          </p:nvSpPr>
          <p:spPr>
            <a:xfrm>
              <a:off x="6247319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5" name="pl16705"/>
            <p:cNvSpPr/>
            <p:nvPr/>
          </p:nvSpPr>
          <p:spPr>
            <a:xfrm>
              <a:off x="6247319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6" name="pl16706"/>
            <p:cNvSpPr/>
            <p:nvPr/>
          </p:nvSpPr>
          <p:spPr>
            <a:xfrm>
              <a:off x="6222458" y="5805861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7" name="pl16707"/>
            <p:cNvSpPr/>
            <p:nvPr/>
          </p:nvSpPr>
          <p:spPr>
            <a:xfrm>
              <a:off x="6307339" y="5720979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8" name="pl16708"/>
            <p:cNvSpPr/>
            <p:nvPr/>
          </p:nvSpPr>
          <p:spPr>
            <a:xfrm>
              <a:off x="6335320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09" name="pl16709"/>
            <p:cNvSpPr/>
            <p:nvPr/>
          </p:nvSpPr>
          <p:spPr>
            <a:xfrm>
              <a:off x="6335320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0" name="pl16710"/>
            <p:cNvSpPr/>
            <p:nvPr/>
          </p:nvSpPr>
          <p:spPr>
            <a:xfrm>
              <a:off x="6325206" y="5770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1" name="pl16711"/>
            <p:cNvSpPr/>
            <p:nvPr/>
          </p:nvSpPr>
          <p:spPr>
            <a:xfrm>
              <a:off x="6359737" y="5735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2" name="pg16712"/>
            <p:cNvSpPr/>
            <p:nvPr/>
          </p:nvSpPr>
          <p:spPr>
            <a:xfrm>
              <a:off x="7108994" y="6014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13" name="pl16713"/>
            <p:cNvSpPr/>
            <p:nvPr/>
          </p:nvSpPr>
          <p:spPr>
            <a:xfrm>
              <a:off x="5796422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4" name="pl16714"/>
            <p:cNvSpPr/>
            <p:nvPr/>
          </p:nvSpPr>
          <p:spPr>
            <a:xfrm>
              <a:off x="5796422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5" name="pl16715"/>
            <p:cNvSpPr/>
            <p:nvPr/>
          </p:nvSpPr>
          <p:spPr>
            <a:xfrm>
              <a:off x="5786308" y="50740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6" name="pl16716"/>
            <p:cNvSpPr/>
            <p:nvPr/>
          </p:nvSpPr>
          <p:spPr>
            <a:xfrm>
              <a:off x="5820839" y="50394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7" name="pl16717"/>
            <p:cNvSpPr/>
            <p:nvPr/>
          </p:nvSpPr>
          <p:spPr>
            <a:xfrm>
              <a:off x="6334399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8" name="pl16718"/>
            <p:cNvSpPr/>
            <p:nvPr/>
          </p:nvSpPr>
          <p:spPr>
            <a:xfrm>
              <a:off x="6334399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19" name="pl16719"/>
            <p:cNvSpPr/>
            <p:nvPr/>
          </p:nvSpPr>
          <p:spPr>
            <a:xfrm>
              <a:off x="6308585" y="5571181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0" name="pl16720"/>
            <p:cNvSpPr/>
            <p:nvPr/>
          </p:nvSpPr>
          <p:spPr>
            <a:xfrm>
              <a:off x="6396718" y="5483048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1" name="pg16721"/>
            <p:cNvSpPr/>
            <p:nvPr/>
          </p:nvSpPr>
          <p:spPr>
            <a:xfrm>
              <a:off x="6183847" y="643200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22" name="pl16722"/>
            <p:cNvSpPr/>
            <p:nvPr/>
          </p:nvSpPr>
          <p:spPr>
            <a:xfrm>
              <a:off x="6221226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3" name="pl16723"/>
            <p:cNvSpPr/>
            <p:nvPr/>
          </p:nvSpPr>
          <p:spPr>
            <a:xfrm>
              <a:off x="6221226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4" name="pl16724"/>
            <p:cNvSpPr/>
            <p:nvPr/>
          </p:nvSpPr>
          <p:spPr>
            <a:xfrm>
              <a:off x="6199689" y="5736937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5" name="pl16725"/>
            <p:cNvSpPr/>
            <p:nvPr/>
          </p:nvSpPr>
          <p:spPr>
            <a:xfrm>
              <a:off x="6273221" y="5663404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6" name="pt16726"/>
            <p:cNvSpPr/>
            <p:nvPr/>
          </p:nvSpPr>
          <p:spPr>
            <a:xfrm>
              <a:off x="6304792" y="5814383"/>
              <a:ext cx="67219" cy="67219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27" name="pl16727"/>
            <p:cNvSpPr/>
            <p:nvPr/>
          </p:nvSpPr>
          <p:spPr>
            <a:xfrm>
              <a:off x="6267327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8" name="pl16728"/>
            <p:cNvSpPr/>
            <p:nvPr/>
          </p:nvSpPr>
          <p:spPr>
            <a:xfrm>
              <a:off x="6267327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29" name="pl16729"/>
            <p:cNvSpPr/>
            <p:nvPr/>
          </p:nvSpPr>
          <p:spPr>
            <a:xfrm>
              <a:off x="6247139" y="5793211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0" name="pl16730"/>
            <p:cNvSpPr/>
            <p:nvPr/>
          </p:nvSpPr>
          <p:spPr>
            <a:xfrm>
              <a:off x="6316066" y="5724285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1" name="pt16731"/>
            <p:cNvSpPr/>
            <p:nvPr/>
          </p:nvSpPr>
          <p:spPr>
            <a:xfrm>
              <a:off x="6488387" y="58880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32" name="pt16732"/>
            <p:cNvSpPr/>
            <p:nvPr/>
          </p:nvSpPr>
          <p:spPr>
            <a:xfrm>
              <a:off x="7148573" y="5877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33" name="pt16733"/>
            <p:cNvSpPr/>
            <p:nvPr/>
          </p:nvSpPr>
          <p:spPr>
            <a:xfrm>
              <a:off x="6523079" y="540379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34" name="pl16734"/>
            <p:cNvSpPr/>
            <p:nvPr/>
          </p:nvSpPr>
          <p:spPr>
            <a:xfrm>
              <a:off x="6463504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5" name="pl16735"/>
            <p:cNvSpPr/>
            <p:nvPr/>
          </p:nvSpPr>
          <p:spPr>
            <a:xfrm>
              <a:off x="6463504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6" name="pl16736"/>
            <p:cNvSpPr/>
            <p:nvPr/>
          </p:nvSpPr>
          <p:spPr>
            <a:xfrm>
              <a:off x="6449583" y="533328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7" name="pl16737"/>
            <p:cNvSpPr/>
            <p:nvPr/>
          </p:nvSpPr>
          <p:spPr>
            <a:xfrm>
              <a:off x="6497114" y="5285757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38" name="pt16738"/>
            <p:cNvSpPr/>
            <p:nvPr/>
          </p:nvSpPr>
          <p:spPr>
            <a:xfrm>
              <a:off x="6789299" y="6417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39" name="pl16739"/>
            <p:cNvSpPr/>
            <p:nvPr/>
          </p:nvSpPr>
          <p:spPr>
            <a:xfrm>
              <a:off x="6462127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0" name="pl16740"/>
            <p:cNvSpPr/>
            <p:nvPr/>
          </p:nvSpPr>
          <p:spPr>
            <a:xfrm>
              <a:off x="6462127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1" name="pl16741"/>
            <p:cNvSpPr/>
            <p:nvPr/>
          </p:nvSpPr>
          <p:spPr>
            <a:xfrm>
              <a:off x="6448206" y="658900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2" name="pl16742"/>
            <p:cNvSpPr/>
            <p:nvPr/>
          </p:nvSpPr>
          <p:spPr>
            <a:xfrm>
              <a:off x="6495737" y="654147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3" name="pl16743"/>
            <p:cNvSpPr/>
            <p:nvPr/>
          </p:nvSpPr>
          <p:spPr>
            <a:xfrm>
              <a:off x="6233566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4" name="pl16744"/>
            <p:cNvSpPr/>
            <p:nvPr/>
          </p:nvSpPr>
          <p:spPr>
            <a:xfrm>
              <a:off x="6233566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5" name="pl16745"/>
            <p:cNvSpPr/>
            <p:nvPr/>
          </p:nvSpPr>
          <p:spPr>
            <a:xfrm>
              <a:off x="6219644" y="572912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6" name="pl16746"/>
            <p:cNvSpPr/>
            <p:nvPr/>
          </p:nvSpPr>
          <p:spPr>
            <a:xfrm>
              <a:off x="6267175" y="568159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7" name="pt16747"/>
            <p:cNvSpPr/>
            <p:nvPr/>
          </p:nvSpPr>
          <p:spPr>
            <a:xfrm>
              <a:off x="6282415" y="5787627"/>
              <a:ext cx="74834" cy="74834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48" name="pl16748"/>
            <p:cNvSpPr/>
            <p:nvPr/>
          </p:nvSpPr>
          <p:spPr>
            <a:xfrm>
              <a:off x="5533479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49" name="pl16749"/>
            <p:cNvSpPr/>
            <p:nvPr/>
          </p:nvSpPr>
          <p:spPr>
            <a:xfrm>
              <a:off x="5533479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0" name="pl16750"/>
            <p:cNvSpPr/>
            <p:nvPr/>
          </p:nvSpPr>
          <p:spPr>
            <a:xfrm>
              <a:off x="5516770" y="6032043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1" name="pl16751"/>
            <p:cNvSpPr/>
            <p:nvPr/>
          </p:nvSpPr>
          <p:spPr>
            <a:xfrm>
              <a:off x="5573818" y="5974995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2" name="pl16752"/>
            <p:cNvSpPr/>
            <p:nvPr/>
          </p:nvSpPr>
          <p:spPr>
            <a:xfrm>
              <a:off x="6248774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3" name="pl16753"/>
            <p:cNvSpPr/>
            <p:nvPr/>
          </p:nvSpPr>
          <p:spPr>
            <a:xfrm>
              <a:off x="6248774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4" name="pl16754"/>
            <p:cNvSpPr/>
            <p:nvPr/>
          </p:nvSpPr>
          <p:spPr>
            <a:xfrm>
              <a:off x="6227237" y="5953335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5" name="pl16755"/>
            <p:cNvSpPr/>
            <p:nvPr/>
          </p:nvSpPr>
          <p:spPr>
            <a:xfrm>
              <a:off x="6300769" y="5879803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56" name="pt16756"/>
            <p:cNvSpPr/>
            <p:nvPr/>
          </p:nvSpPr>
          <p:spPr>
            <a:xfrm>
              <a:off x="6314369" y="5725727"/>
              <a:ext cx="109811" cy="109811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57" name="pt16757"/>
            <p:cNvSpPr/>
            <p:nvPr/>
          </p:nvSpPr>
          <p:spPr>
            <a:xfrm>
              <a:off x="6236714" y="5686795"/>
              <a:ext cx="48833" cy="48833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58" name="pt16758"/>
            <p:cNvSpPr/>
            <p:nvPr/>
          </p:nvSpPr>
          <p:spPr>
            <a:xfrm>
              <a:off x="6452469" y="5826257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59" name="pg16759"/>
            <p:cNvSpPr/>
            <p:nvPr/>
          </p:nvSpPr>
          <p:spPr>
            <a:xfrm>
              <a:off x="6404046" y="538766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0" name="pl16760"/>
            <p:cNvSpPr/>
            <p:nvPr/>
          </p:nvSpPr>
          <p:spPr>
            <a:xfrm>
              <a:off x="5585469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1" name="pl16761"/>
            <p:cNvSpPr/>
            <p:nvPr/>
          </p:nvSpPr>
          <p:spPr>
            <a:xfrm>
              <a:off x="5585469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2" name="pl16762"/>
            <p:cNvSpPr/>
            <p:nvPr/>
          </p:nvSpPr>
          <p:spPr>
            <a:xfrm>
              <a:off x="5571547" y="6092209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3" name="pl16763"/>
            <p:cNvSpPr/>
            <p:nvPr/>
          </p:nvSpPr>
          <p:spPr>
            <a:xfrm>
              <a:off x="5619078" y="6044678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64" name="pt16764"/>
            <p:cNvSpPr/>
            <p:nvPr/>
          </p:nvSpPr>
          <p:spPr>
            <a:xfrm>
              <a:off x="6223356" y="5806132"/>
              <a:ext cx="109811" cy="109811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5" name="pt16765"/>
            <p:cNvSpPr/>
            <p:nvPr/>
          </p:nvSpPr>
          <p:spPr>
            <a:xfrm>
              <a:off x="6317818" y="5800525"/>
              <a:ext cx="48833" cy="48833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6" name="pg16766"/>
            <p:cNvSpPr/>
            <p:nvPr/>
          </p:nvSpPr>
          <p:spPr>
            <a:xfrm>
              <a:off x="6441861" y="52798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7" name="pt16767"/>
            <p:cNvSpPr/>
            <p:nvPr/>
          </p:nvSpPr>
          <p:spPr>
            <a:xfrm>
              <a:off x="6273584" y="5845331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8" name="pt16768"/>
            <p:cNvSpPr/>
            <p:nvPr/>
          </p:nvSpPr>
          <p:spPr>
            <a:xfrm>
              <a:off x="6331210" y="588300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69" name="pl16769"/>
            <p:cNvSpPr/>
            <p:nvPr/>
          </p:nvSpPr>
          <p:spPr>
            <a:xfrm>
              <a:off x="6165147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0" name="pl16770"/>
            <p:cNvSpPr/>
            <p:nvPr/>
          </p:nvSpPr>
          <p:spPr>
            <a:xfrm>
              <a:off x="6165147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1" name="pl16771"/>
            <p:cNvSpPr/>
            <p:nvPr/>
          </p:nvSpPr>
          <p:spPr>
            <a:xfrm>
              <a:off x="6155033" y="660641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2" name="pl16772"/>
            <p:cNvSpPr/>
            <p:nvPr/>
          </p:nvSpPr>
          <p:spPr>
            <a:xfrm>
              <a:off x="6189564" y="65718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73" name="pt16773"/>
            <p:cNvSpPr/>
            <p:nvPr/>
          </p:nvSpPr>
          <p:spPr>
            <a:xfrm>
              <a:off x="6214412" y="5728748"/>
              <a:ext cx="160668" cy="160668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4" name="pg16774"/>
            <p:cNvSpPr/>
            <p:nvPr/>
          </p:nvSpPr>
          <p:spPr>
            <a:xfrm>
              <a:off x="6399051" y="5563799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5" name="pt16775"/>
            <p:cNvSpPr/>
            <p:nvPr/>
          </p:nvSpPr>
          <p:spPr>
            <a:xfrm>
              <a:off x="6186365" y="60851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6" name="pt16776"/>
            <p:cNvSpPr/>
            <p:nvPr/>
          </p:nvSpPr>
          <p:spPr>
            <a:xfrm>
              <a:off x="6209680" y="60623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7" name="pg16777"/>
            <p:cNvSpPr/>
            <p:nvPr/>
          </p:nvSpPr>
          <p:spPr>
            <a:xfrm>
              <a:off x="6464575" y="578762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8" name="pt16778"/>
            <p:cNvSpPr/>
            <p:nvPr/>
          </p:nvSpPr>
          <p:spPr>
            <a:xfrm>
              <a:off x="6226237" y="569533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79" name="pt16779"/>
            <p:cNvSpPr/>
            <p:nvPr/>
          </p:nvSpPr>
          <p:spPr>
            <a:xfrm>
              <a:off x="6552769" y="5567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0" name="pt16780"/>
            <p:cNvSpPr/>
            <p:nvPr/>
          </p:nvSpPr>
          <p:spPr>
            <a:xfrm>
              <a:off x="6273084" y="5787659"/>
              <a:ext cx="80678" cy="80678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1" name="pt16781"/>
            <p:cNvSpPr/>
            <p:nvPr/>
          </p:nvSpPr>
          <p:spPr>
            <a:xfrm>
              <a:off x="6269700" y="5790933"/>
              <a:ext cx="74834" cy="7483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2" name="pt16782"/>
            <p:cNvSpPr/>
            <p:nvPr/>
          </p:nvSpPr>
          <p:spPr>
            <a:xfrm>
              <a:off x="6263936" y="5989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3" name="pt16783"/>
            <p:cNvSpPr/>
            <p:nvPr/>
          </p:nvSpPr>
          <p:spPr>
            <a:xfrm>
              <a:off x="6446895" y="53398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4" name="pt16784"/>
            <p:cNvSpPr/>
            <p:nvPr/>
          </p:nvSpPr>
          <p:spPr>
            <a:xfrm>
              <a:off x="5636519" y="54040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5" name="pt16785"/>
            <p:cNvSpPr/>
            <p:nvPr/>
          </p:nvSpPr>
          <p:spPr>
            <a:xfrm>
              <a:off x="6199675" y="5043148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6" name="pt16786"/>
            <p:cNvSpPr/>
            <p:nvPr/>
          </p:nvSpPr>
          <p:spPr>
            <a:xfrm>
              <a:off x="7022065" y="524744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7" name="pt16787"/>
            <p:cNvSpPr/>
            <p:nvPr/>
          </p:nvSpPr>
          <p:spPr>
            <a:xfrm>
              <a:off x="6240957" y="55853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8" name="pt16788"/>
            <p:cNvSpPr/>
            <p:nvPr/>
          </p:nvSpPr>
          <p:spPr>
            <a:xfrm>
              <a:off x="6426951" y="5810290"/>
              <a:ext cx="80678" cy="80678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89" name="pt16789"/>
            <p:cNvSpPr/>
            <p:nvPr/>
          </p:nvSpPr>
          <p:spPr>
            <a:xfrm>
              <a:off x="5841345" y="51677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0" name="pt16790"/>
            <p:cNvSpPr/>
            <p:nvPr/>
          </p:nvSpPr>
          <p:spPr>
            <a:xfrm>
              <a:off x="6257254" y="5592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1" name="pt16791"/>
            <p:cNvSpPr/>
            <p:nvPr/>
          </p:nvSpPr>
          <p:spPr>
            <a:xfrm>
              <a:off x="6199029" y="5637280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2" name="pl16792"/>
            <p:cNvSpPr/>
            <p:nvPr/>
          </p:nvSpPr>
          <p:spPr>
            <a:xfrm>
              <a:off x="6199029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3" name="pl16793"/>
            <p:cNvSpPr/>
            <p:nvPr/>
          </p:nvSpPr>
          <p:spPr>
            <a:xfrm>
              <a:off x="6199029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94" name="pg16794"/>
            <p:cNvSpPr/>
            <p:nvPr/>
          </p:nvSpPr>
          <p:spPr>
            <a:xfrm>
              <a:off x="6052858" y="57998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5" name="pt16795"/>
            <p:cNvSpPr/>
            <p:nvPr/>
          </p:nvSpPr>
          <p:spPr>
            <a:xfrm>
              <a:off x="5852520" y="51837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6" name="pt16796"/>
            <p:cNvSpPr/>
            <p:nvPr/>
          </p:nvSpPr>
          <p:spPr>
            <a:xfrm>
              <a:off x="6408549" y="57402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7" name="pt16797"/>
            <p:cNvSpPr/>
            <p:nvPr/>
          </p:nvSpPr>
          <p:spPr>
            <a:xfrm>
              <a:off x="6336209" y="5853125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8" name="pt16798"/>
            <p:cNvSpPr/>
            <p:nvPr/>
          </p:nvSpPr>
          <p:spPr>
            <a:xfrm>
              <a:off x="6609458" y="6525496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799" name="pt16799"/>
            <p:cNvSpPr/>
            <p:nvPr/>
          </p:nvSpPr>
          <p:spPr>
            <a:xfrm>
              <a:off x="6246739" y="5789034"/>
              <a:ext cx="80678" cy="80678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0" name="pt16800"/>
            <p:cNvSpPr/>
            <p:nvPr/>
          </p:nvSpPr>
          <p:spPr>
            <a:xfrm>
              <a:off x="6305775" y="5925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1" name="pt16801"/>
            <p:cNvSpPr/>
            <p:nvPr/>
          </p:nvSpPr>
          <p:spPr>
            <a:xfrm>
              <a:off x="7165954" y="5699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2" name="pt16802"/>
            <p:cNvSpPr/>
            <p:nvPr/>
          </p:nvSpPr>
          <p:spPr>
            <a:xfrm>
              <a:off x="6309213" y="54177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3" name="pt16803"/>
            <p:cNvSpPr/>
            <p:nvPr/>
          </p:nvSpPr>
          <p:spPr>
            <a:xfrm>
              <a:off x="6353609" y="545663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4" name="pt16804"/>
            <p:cNvSpPr/>
            <p:nvPr/>
          </p:nvSpPr>
          <p:spPr>
            <a:xfrm>
              <a:off x="6170946" y="65807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5" name="pt16805"/>
            <p:cNvSpPr/>
            <p:nvPr/>
          </p:nvSpPr>
          <p:spPr>
            <a:xfrm>
              <a:off x="6263902" y="5827928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6" name="pt16806"/>
            <p:cNvSpPr/>
            <p:nvPr/>
          </p:nvSpPr>
          <p:spPr>
            <a:xfrm>
              <a:off x="6363185" y="54373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7" name="pt16807"/>
            <p:cNvSpPr/>
            <p:nvPr/>
          </p:nvSpPr>
          <p:spPr>
            <a:xfrm>
              <a:off x="5859430" y="511092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8" name="pt16808"/>
            <p:cNvSpPr/>
            <p:nvPr/>
          </p:nvSpPr>
          <p:spPr>
            <a:xfrm>
              <a:off x="6354719" y="54823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09" name="pt16809"/>
            <p:cNvSpPr/>
            <p:nvPr/>
          </p:nvSpPr>
          <p:spPr>
            <a:xfrm>
              <a:off x="7104239" y="53811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0" name="pt16810"/>
            <p:cNvSpPr/>
            <p:nvPr/>
          </p:nvSpPr>
          <p:spPr>
            <a:xfrm>
              <a:off x="6374471" y="576837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1" name="pg16811"/>
            <p:cNvSpPr/>
            <p:nvPr/>
          </p:nvSpPr>
          <p:spPr>
            <a:xfrm>
              <a:off x="6184036" y="56485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2" name="pt16812"/>
            <p:cNvSpPr/>
            <p:nvPr/>
          </p:nvSpPr>
          <p:spPr>
            <a:xfrm>
              <a:off x="6530476" y="5582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3" name="pt16813"/>
            <p:cNvSpPr/>
            <p:nvPr/>
          </p:nvSpPr>
          <p:spPr>
            <a:xfrm>
              <a:off x="5544433" y="6004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4" name="pt16814"/>
            <p:cNvSpPr/>
            <p:nvPr/>
          </p:nvSpPr>
          <p:spPr>
            <a:xfrm>
              <a:off x="6358571" y="544881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5" name="pt16815"/>
            <p:cNvSpPr/>
            <p:nvPr/>
          </p:nvSpPr>
          <p:spPr>
            <a:xfrm>
              <a:off x="6324949" y="48985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6" name="pt16816"/>
            <p:cNvSpPr/>
            <p:nvPr/>
          </p:nvSpPr>
          <p:spPr>
            <a:xfrm>
              <a:off x="6420337" y="49010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7" name="pt16817"/>
            <p:cNvSpPr/>
            <p:nvPr/>
          </p:nvSpPr>
          <p:spPr>
            <a:xfrm>
              <a:off x="5612652" y="540220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18" name="pt16818"/>
            <p:cNvSpPr/>
            <p:nvPr/>
          </p:nvSpPr>
          <p:spPr>
            <a:xfrm>
              <a:off x="6857967" y="61631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19" name="pl16819"/>
            <p:cNvSpPr/>
            <p:nvPr/>
          </p:nvSpPr>
          <p:spPr>
            <a:xfrm>
              <a:off x="6857967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0" name="pl16820"/>
            <p:cNvSpPr/>
            <p:nvPr/>
          </p:nvSpPr>
          <p:spPr>
            <a:xfrm>
              <a:off x="6857967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21" name="pt16821"/>
            <p:cNvSpPr/>
            <p:nvPr/>
          </p:nvSpPr>
          <p:spPr>
            <a:xfrm>
              <a:off x="6420500" y="558096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2" name="pt16822"/>
            <p:cNvSpPr/>
            <p:nvPr/>
          </p:nvSpPr>
          <p:spPr>
            <a:xfrm>
              <a:off x="6272306" y="5766136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3" name="pt16823"/>
            <p:cNvSpPr/>
            <p:nvPr/>
          </p:nvSpPr>
          <p:spPr>
            <a:xfrm>
              <a:off x="6313965" y="5810618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4" name="pt16824"/>
            <p:cNvSpPr/>
            <p:nvPr/>
          </p:nvSpPr>
          <p:spPr>
            <a:xfrm>
              <a:off x="6476544" y="52626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5" name="pt16825"/>
            <p:cNvSpPr/>
            <p:nvPr/>
          </p:nvSpPr>
          <p:spPr>
            <a:xfrm>
              <a:off x="6242094" y="61384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6" name="pt16826"/>
            <p:cNvSpPr/>
            <p:nvPr/>
          </p:nvSpPr>
          <p:spPr>
            <a:xfrm>
              <a:off x="6380477" y="584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7" name="pt16827"/>
            <p:cNvSpPr/>
            <p:nvPr/>
          </p:nvSpPr>
          <p:spPr>
            <a:xfrm>
              <a:off x="6359930" y="582328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8" name="pt16828"/>
            <p:cNvSpPr/>
            <p:nvPr/>
          </p:nvSpPr>
          <p:spPr>
            <a:xfrm>
              <a:off x="6303764" y="584742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29" name="pt16829"/>
            <p:cNvSpPr/>
            <p:nvPr/>
          </p:nvSpPr>
          <p:spPr>
            <a:xfrm>
              <a:off x="6206151" y="6007514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0" name="pt16830"/>
            <p:cNvSpPr/>
            <p:nvPr/>
          </p:nvSpPr>
          <p:spPr>
            <a:xfrm>
              <a:off x="6240485" y="5720233"/>
              <a:ext cx="67219" cy="67219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1" name="pt16831"/>
            <p:cNvSpPr/>
            <p:nvPr/>
          </p:nvSpPr>
          <p:spPr>
            <a:xfrm>
              <a:off x="6305050" y="5808559"/>
              <a:ext cx="74834" cy="74834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2" name="pt16832"/>
            <p:cNvSpPr/>
            <p:nvPr/>
          </p:nvSpPr>
          <p:spPr>
            <a:xfrm>
              <a:off x="6308352" y="59156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3" name="pt16833"/>
            <p:cNvSpPr/>
            <p:nvPr/>
          </p:nvSpPr>
          <p:spPr>
            <a:xfrm>
              <a:off x="6305225" y="59086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4" name="pt16834"/>
            <p:cNvSpPr/>
            <p:nvPr/>
          </p:nvSpPr>
          <p:spPr>
            <a:xfrm>
              <a:off x="6503006" y="55765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5" name="pt16835"/>
            <p:cNvSpPr/>
            <p:nvPr/>
          </p:nvSpPr>
          <p:spPr>
            <a:xfrm>
              <a:off x="6138576" y="527900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6" name="pt16836"/>
            <p:cNvSpPr/>
            <p:nvPr/>
          </p:nvSpPr>
          <p:spPr>
            <a:xfrm>
              <a:off x="6641568" y="577452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7" name="pt16837"/>
            <p:cNvSpPr/>
            <p:nvPr/>
          </p:nvSpPr>
          <p:spPr>
            <a:xfrm>
              <a:off x="6338646" y="56177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8" name="pt16838"/>
            <p:cNvSpPr/>
            <p:nvPr/>
          </p:nvSpPr>
          <p:spPr>
            <a:xfrm>
              <a:off x="6327230" y="5766298"/>
              <a:ext cx="74834" cy="7483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39" name="pt16839"/>
            <p:cNvSpPr/>
            <p:nvPr/>
          </p:nvSpPr>
          <p:spPr>
            <a:xfrm>
              <a:off x="6290918" y="59508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0" name="pt16840"/>
            <p:cNvSpPr/>
            <p:nvPr/>
          </p:nvSpPr>
          <p:spPr>
            <a:xfrm>
              <a:off x="6277798" y="589526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1" name="pt16841"/>
            <p:cNvSpPr/>
            <p:nvPr/>
          </p:nvSpPr>
          <p:spPr>
            <a:xfrm>
              <a:off x="6655417" y="5520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2" name="pt16842"/>
            <p:cNvSpPr/>
            <p:nvPr/>
          </p:nvSpPr>
          <p:spPr>
            <a:xfrm>
              <a:off x="6256313" y="5780600"/>
              <a:ext cx="74834" cy="74834"/>
            </a:xfrm>
            <a:prstGeom prst="ellipse">
              <a:avLst/>
            </a:prstGeom>
            <a:solidFill>
              <a:srgbClr val="7570B3">
                <a:alpha val="4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3" name="pt16843"/>
            <p:cNvSpPr/>
            <p:nvPr/>
          </p:nvSpPr>
          <p:spPr>
            <a:xfrm>
              <a:off x="6352701" y="5752467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4" name="pt16844"/>
            <p:cNvSpPr/>
            <p:nvPr/>
          </p:nvSpPr>
          <p:spPr>
            <a:xfrm>
              <a:off x="6707471" y="54728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5" name="pt16845"/>
            <p:cNvSpPr/>
            <p:nvPr/>
          </p:nvSpPr>
          <p:spPr>
            <a:xfrm>
              <a:off x="6302283" y="5787935"/>
              <a:ext cx="67219" cy="67219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6" name="pt16846"/>
            <p:cNvSpPr/>
            <p:nvPr/>
          </p:nvSpPr>
          <p:spPr>
            <a:xfrm>
              <a:off x="6412803" y="57342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7" name="pg16847"/>
            <p:cNvSpPr/>
            <p:nvPr/>
          </p:nvSpPr>
          <p:spPr>
            <a:xfrm>
              <a:off x="7089435" y="603351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8" name="pt16848"/>
            <p:cNvSpPr/>
            <p:nvPr/>
          </p:nvSpPr>
          <p:spPr>
            <a:xfrm>
              <a:off x="6595449" y="4925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49" name="pt16849"/>
            <p:cNvSpPr/>
            <p:nvPr/>
          </p:nvSpPr>
          <p:spPr>
            <a:xfrm>
              <a:off x="5549431" y="59479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0" name="pt16850"/>
            <p:cNvSpPr/>
            <p:nvPr/>
          </p:nvSpPr>
          <p:spPr>
            <a:xfrm>
              <a:off x="6253014" y="5776414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1" name="pt16851"/>
            <p:cNvSpPr/>
            <p:nvPr/>
          </p:nvSpPr>
          <p:spPr>
            <a:xfrm>
              <a:off x="6282275" y="58366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2" name="pt16852"/>
            <p:cNvSpPr/>
            <p:nvPr/>
          </p:nvSpPr>
          <p:spPr>
            <a:xfrm>
              <a:off x="6337670" y="5832589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3" name="pt16853"/>
            <p:cNvSpPr/>
            <p:nvPr/>
          </p:nvSpPr>
          <p:spPr>
            <a:xfrm>
              <a:off x="6454569" y="5564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4" name="pt16854"/>
            <p:cNvSpPr/>
            <p:nvPr/>
          </p:nvSpPr>
          <p:spPr>
            <a:xfrm>
              <a:off x="5518989" y="5949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5" name="pt16855"/>
            <p:cNvSpPr/>
            <p:nvPr/>
          </p:nvSpPr>
          <p:spPr>
            <a:xfrm>
              <a:off x="6223661" y="561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6" name="pt16856"/>
            <p:cNvSpPr/>
            <p:nvPr/>
          </p:nvSpPr>
          <p:spPr>
            <a:xfrm>
              <a:off x="6879479" y="63541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7" name="pt16857"/>
            <p:cNvSpPr/>
            <p:nvPr/>
          </p:nvSpPr>
          <p:spPr>
            <a:xfrm>
              <a:off x="6270034" y="5775857"/>
              <a:ext cx="74834" cy="74834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8" name="pt16858"/>
            <p:cNvSpPr/>
            <p:nvPr/>
          </p:nvSpPr>
          <p:spPr>
            <a:xfrm>
              <a:off x="5950290" y="6493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59" name="pt16859"/>
            <p:cNvSpPr/>
            <p:nvPr/>
          </p:nvSpPr>
          <p:spPr>
            <a:xfrm>
              <a:off x="5489856" y="58125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0" name="pl16860"/>
            <p:cNvSpPr/>
            <p:nvPr/>
          </p:nvSpPr>
          <p:spPr>
            <a:xfrm>
              <a:off x="6887593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1" name="pl16861"/>
            <p:cNvSpPr/>
            <p:nvPr/>
          </p:nvSpPr>
          <p:spPr>
            <a:xfrm>
              <a:off x="6887593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2" name="pl16862"/>
            <p:cNvSpPr/>
            <p:nvPr/>
          </p:nvSpPr>
          <p:spPr>
            <a:xfrm>
              <a:off x="6877479" y="57266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3" name="pl16863"/>
            <p:cNvSpPr/>
            <p:nvPr/>
          </p:nvSpPr>
          <p:spPr>
            <a:xfrm>
              <a:off x="6912009" y="56920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64" name="pt16864"/>
            <p:cNvSpPr/>
            <p:nvPr/>
          </p:nvSpPr>
          <p:spPr>
            <a:xfrm>
              <a:off x="6291140" y="5807676"/>
              <a:ext cx="74834" cy="74834"/>
            </a:xfrm>
            <a:prstGeom prst="ellipse">
              <a:avLst/>
            </a:prstGeom>
            <a:solidFill>
              <a:srgbClr val="7570B3">
                <a:alpha val="9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5" name="pt16865"/>
            <p:cNvSpPr/>
            <p:nvPr/>
          </p:nvSpPr>
          <p:spPr>
            <a:xfrm>
              <a:off x="6385016" y="54824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6" name="pt16866"/>
            <p:cNvSpPr/>
            <p:nvPr/>
          </p:nvSpPr>
          <p:spPr>
            <a:xfrm>
              <a:off x="6229358" y="57697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7" name="pt16867"/>
            <p:cNvSpPr/>
            <p:nvPr/>
          </p:nvSpPr>
          <p:spPr>
            <a:xfrm>
              <a:off x="6345889" y="54895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8" name="pt16868"/>
            <p:cNvSpPr/>
            <p:nvPr/>
          </p:nvSpPr>
          <p:spPr>
            <a:xfrm>
              <a:off x="6524405" y="580832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69" name="pt16869"/>
            <p:cNvSpPr/>
            <p:nvPr/>
          </p:nvSpPr>
          <p:spPr>
            <a:xfrm>
              <a:off x="6436422" y="59497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0" name="pt16870"/>
            <p:cNvSpPr/>
            <p:nvPr/>
          </p:nvSpPr>
          <p:spPr>
            <a:xfrm>
              <a:off x="6242673" y="584418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1" name="pt16871"/>
            <p:cNvSpPr/>
            <p:nvPr/>
          </p:nvSpPr>
          <p:spPr>
            <a:xfrm>
              <a:off x="6292866" y="58215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2" name="pt16872"/>
            <p:cNvSpPr/>
            <p:nvPr/>
          </p:nvSpPr>
          <p:spPr>
            <a:xfrm>
              <a:off x="6171291" y="587231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3" name="pt16873"/>
            <p:cNvSpPr/>
            <p:nvPr/>
          </p:nvSpPr>
          <p:spPr>
            <a:xfrm>
              <a:off x="5638128" y="54268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4" name="pg16874"/>
            <p:cNvSpPr/>
            <p:nvPr/>
          </p:nvSpPr>
          <p:spPr>
            <a:xfrm>
              <a:off x="6174399" y="5615471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5" name="pt16875"/>
            <p:cNvSpPr/>
            <p:nvPr/>
          </p:nvSpPr>
          <p:spPr>
            <a:xfrm>
              <a:off x="6340591" y="5846646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6" name="pt16876"/>
            <p:cNvSpPr/>
            <p:nvPr/>
          </p:nvSpPr>
          <p:spPr>
            <a:xfrm>
              <a:off x="6255093" y="5731583"/>
              <a:ext cx="74834" cy="74834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7" name="pt16877"/>
            <p:cNvSpPr/>
            <p:nvPr/>
          </p:nvSpPr>
          <p:spPr>
            <a:xfrm>
              <a:off x="6208161" y="57798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8" name="pt16878"/>
            <p:cNvSpPr/>
            <p:nvPr/>
          </p:nvSpPr>
          <p:spPr>
            <a:xfrm>
              <a:off x="6243375" y="5772365"/>
              <a:ext cx="89944" cy="8994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79" name="pg16879"/>
            <p:cNvSpPr/>
            <p:nvPr/>
          </p:nvSpPr>
          <p:spPr>
            <a:xfrm>
              <a:off x="6232451" y="59333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0" name="pt16880"/>
            <p:cNvSpPr/>
            <p:nvPr/>
          </p:nvSpPr>
          <p:spPr>
            <a:xfrm>
              <a:off x="6201831" y="5812532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1" name="pt16881"/>
            <p:cNvSpPr/>
            <p:nvPr/>
          </p:nvSpPr>
          <p:spPr>
            <a:xfrm>
              <a:off x="6268040" y="5774109"/>
              <a:ext cx="80678" cy="80678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2" name="pt16882"/>
            <p:cNvSpPr/>
            <p:nvPr/>
          </p:nvSpPr>
          <p:spPr>
            <a:xfrm>
              <a:off x="5667815" y="62739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3" name="pt16883"/>
            <p:cNvSpPr/>
            <p:nvPr/>
          </p:nvSpPr>
          <p:spPr>
            <a:xfrm>
              <a:off x="6448877" y="54855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4" name="pt16884"/>
            <p:cNvSpPr/>
            <p:nvPr/>
          </p:nvSpPr>
          <p:spPr>
            <a:xfrm>
              <a:off x="6288586" y="5809319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5" name="pt16885"/>
            <p:cNvSpPr/>
            <p:nvPr/>
          </p:nvSpPr>
          <p:spPr>
            <a:xfrm>
              <a:off x="6432475" y="53198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6" name="pt16886"/>
            <p:cNvSpPr/>
            <p:nvPr/>
          </p:nvSpPr>
          <p:spPr>
            <a:xfrm>
              <a:off x="6319049" y="60247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7" name="pt16887"/>
            <p:cNvSpPr/>
            <p:nvPr/>
          </p:nvSpPr>
          <p:spPr>
            <a:xfrm>
              <a:off x="6333788" y="59731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8" name="pt16888"/>
            <p:cNvSpPr/>
            <p:nvPr/>
          </p:nvSpPr>
          <p:spPr>
            <a:xfrm>
              <a:off x="6517127" y="56082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89" name="pt16889"/>
            <p:cNvSpPr/>
            <p:nvPr/>
          </p:nvSpPr>
          <p:spPr>
            <a:xfrm>
              <a:off x="5530298" y="5563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0" name="pt16890"/>
            <p:cNvSpPr/>
            <p:nvPr/>
          </p:nvSpPr>
          <p:spPr>
            <a:xfrm>
              <a:off x="5518445" y="55613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1" name="pg16891"/>
            <p:cNvSpPr/>
            <p:nvPr/>
          </p:nvSpPr>
          <p:spPr>
            <a:xfrm>
              <a:off x="6377060" y="540927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2" name="pt16892"/>
            <p:cNvSpPr/>
            <p:nvPr/>
          </p:nvSpPr>
          <p:spPr>
            <a:xfrm>
              <a:off x="6250185" y="5786432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3" name="pt16893"/>
            <p:cNvSpPr/>
            <p:nvPr/>
          </p:nvSpPr>
          <p:spPr>
            <a:xfrm>
              <a:off x="6757993" y="5607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4" name="pt16894"/>
            <p:cNvSpPr/>
            <p:nvPr/>
          </p:nvSpPr>
          <p:spPr>
            <a:xfrm>
              <a:off x="6300076" y="5764419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5" name="pg16895"/>
            <p:cNvSpPr/>
            <p:nvPr/>
          </p:nvSpPr>
          <p:spPr>
            <a:xfrm>
              <a:off x="6256970" y="57543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6" name="pt16896"/>
            <p:cNvSpPr/>
            <p:nvPr/>
          </p:nvSpPr>
          <p:spPr>
            <a:xfrm>
              <a:off x="6281092" y="5821866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7" name="pt16897"/>
            <p:cNvSpPr/>
            <p:nvPr/>
          </p:nvSpPr>
          <p:spPr>
            <a:xfrm>
              <a:off x="6446611" y="5579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8" name="pt16898"/>
            <p:cNvSpPr/>
            <p:nvPr/>
          </p:nvSpPr>
          <p:spPr>
            <a:xfrm>
              <a:off x="5614805" y="54069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899" name="pt16899"/>
            <p:cNvSpPr/>
            <p:nvPr/>
          </p:nvSpPr>
          <p:spPr>
            <a:xfrm>
              <a:off x="6869271" y="61801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00" name="pt16900"/>
            <p:cNvSpPr/>
            <p:nvPr/>
          </p:nvSpPr>
          <p:spPr>
            <a:xfrm>
              <a:off x="6930313" y="51411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01" name="pl16901"/>
            <p:cNvSpPr/>
            <p:nvPr/>
          </p:nvSpPr>
          <p:spPr>
            <a:xfrm>
              <a:off x="6453591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2" name="pl16902"/>
            <p:cNvSpPr/>
            <p:nvPr/>
          </p:nvSpPr>
          <p:spPr>
            <a:xfrm>
              <a:off x="6453591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3" name="pl16903"/>
            <p:cNvSpPr/>
            <p:nvPr/>
          </p:nvSpPr>
          <p:spPr>
            <a:xfrm>
              <a:off x="6443477" y="58479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4" name="pl16904"/>
            <p:cNvSpPr/>
            <p:nvPr/>
          </p:nvSpPr>
          <p:spPr>
            <a:xfrm>
              <a:off x="6478008" y="58134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5" name="pt16905"/>
            <p:cNvSpPr/>
            <p:nvPr/>
          </p:nvSpPr>
          <p:spPr>
            <a:xfrm>
              <a:off x="6272614" y="58519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06" name="pt16906"/>
            <p:cNvSpPr/>
            <p:nvPr/>
          </p:nvSpPr>
          <p:spPr>
            <a:xfrm>
              <a:off x="6449492" y="5827172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07" name="pt16907"/>
            <p:cNvSpPr/>
            <p:nvPr/>
          </p:nvSpPr>
          <p:spPr>
            <a:xfrm>
              <a:off x="7026751" y="525064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08" name="pl16908"/>
            <p:cNvSpPr/>
            <p:nvPr/>
          </p:nvSpPr>
          <p:spPr>
            <a:xfrm>
              <a:off x="6724639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09" name="pl16909"/>
            <p:cNvSpPr/>
            <p:nvPr/>
          </p:nvSpPr>
          <p:spPr>
            <a:xfrm>
              <a:off x="6724639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0" name="pl16910"/>
            <p:cNvSpPr/>
            <p:nvPr/>
          </p:nvSpPr>
          <p:spPr>
            <a:xfrm>
              <a:off x="6714525" y="58428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1" name="pl16911"/>
            <p:cNvSpPr/>
            <p:nvPr/>
          </p:nvSpPr>
          <p:spPr>
            <a:xfrm>
              <a:off x="6749056" y="58083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2" name="pt16912"/>
            <p:cNvSpPr/>
            <p:nvPr/>
          </p:nvSpPr>
          <p:spPr>
            <a:xfrm>
              <a:off x="6224393" y="58522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3" name="pt16913"/>
            <p:cNvSpPr/>
            <p:nvPr/>
          </p:nvSpPr>
          <p:spPr>
            <a:xfrm>
              <a:off x="6242248" y="579577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4" name="pt16914"/>
            <p:cNvSpPr/>
            <p:nvPr/>
          </p:nvSpPr>
          <p:spPr>
            <a:xfrm>
              <a:off x="6301445" y="5799770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5" name="pt16915"/>
            <p:cNvSpPr/>
            <p:nvPr/>
          </p:nvSpPr>
          <p:spPr>
            <a:xfrm>
              <a:off x="6701423" y="58044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6" name="pt16916"/>
            <p:cNvSpPr/>
            <p:nvPr/>
          </p:nvSpPr>
          <p:spPr>
            <a:xfrm>
              <a:off x="6270849" y="5827686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7" name="pt16917"/>
            <p:cNvSpPr/>
            <p:nvPr/>
          </p:nvSpPr>
          <p:spPr>
            <a:xfrm>
              <a:off x="6218830" y="56948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18" name="pl16918"/>
            <p:cNvSpPr/>
            <p:nvPr/>
          </p:nvSpPr>
          <p:spPr>
            <a:xfrm>
              <a:off x="6358595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19" name="pl16919"/>
            <p:cNvSpPr/>
            <p:nvPr/>
          </p:nvSpPr>
          <p:spPr>
            <a:xfrm>
              <a:off x="6358595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0" name="pl16920"/>
            <p:cNvSpPr/>
            <p:nvPr/>
          </p:nvSpPr>
          <p:spPr>
            <a:xfrm>
              <a:off x="6343096" y="5863433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1" name="pl16921"/>
            <p:cNvSpPr/>
            <p:nvPr/>
          </p:nvSpPr>
          <p:spPr>
            <a:xfrm>
              <a:off x="6396012" y="581051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2" name="pl16922"/>
            <p:cNvSpPr/>
            <p:nvPr/>
          </p:nvSpPr>
          <p:spPr>
            <a:xfrm>
              <a:off x="5504887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3" name="pl16923"/>
            <p:cNvSpPr/>
            <p:nvPr/>
          </p:nvSpPr>
          <p:spPr>
            <a:xfrm>
              <a:off x="5504887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4" name="pl16924"/>
            <p:cNvSpPr/>
            <p:nvPr/>
          </p:nvSpPr>
          <p:spPr>
            <a:xfrm>
              <a:off x="5494773" y="58513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5" name="pl16925"/>
            <p:cNvSpPr/>
            <p:nvPr/>
          </p:nvSpPr>
          <p:spPr>
            <a:xfrm>
              <a:off x="5529304" y="581686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6" name="pt16926"/>
            <p:cNvSpPr/>
            <p:nvPr/>
          </p:nvSpPr>
          <p:spPr>
            <a:xfrm>
              <a:off x="6234660" y="5759032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27" name="pl16927"/>
            <p:cNvSpPr/>
            <p:nvPr/>
          </p:nvSpPr>
          <p:spPr>
            <a:xfrm>
              <a:off x="6728266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8" name="pl16928"/>
            <p:cNvSpPr/>
            <p:nvPr/>
          </p:nvSpPr>
          <p:spPr>
            <a:xfrm>
              <a:off x="6728266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29" name="pl16929"/>
            <p:cNvSpPr/>
            <p:nvPr/>
          </p:nvSpPr>
          <p:spPr>
            <a:xfrm>
              <a:off x="6718152" y="58284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0" name="pl16930"/>
            <p:cNvSpPr/>
            <p:nvPr/>
          </p:nvSpPr>
          <p:spPr>
            <a:xfrm>
              <a:off x="6752683" y="57938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1" name="pl16931"/>
            <p:cNvSpPr/>
            <p:nvPr/>
          </p:nvSpPr>
          <p:spPr>
            <a:xfrm>
              <a:off x="6311214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2" name="pl16932"/>
            <p:cNvSpPr/>
            <p:nvPr/>
          </p:nvSpPr>
          <p:spPr>
            <a:xfrm>
              <a:off x="6311214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3" name="pl16933"/>
            <p:cNvSpPr/>
            <p:nvPr/>
          </p:nvSpPr>
          <p:spPr>
            <a:xfrm>
              <a:off x="6301100" y="6593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4" name="pl16934"/>
            <p:cNvSpPr/>
            <p:nvPr/>
          </p:nvSpPr>
          <p:spPr>
            <a:xfrm>
              <a:off x="6335631" y="655849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5" name="pt16935"/>
            <p:cNvSpPr/>
            <p:nvPr/>
          </p:nvSpPr>
          <p:spPr>
            <a:xfrm>
              <a:off x="6657940" y="49767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36" name="pt16936"/>
            <p:cNvSpPr/>
            <p:nvPr/>
          </p:nvSpPr>
          <p:spPr>
            <a:xfrm>
              <a:off x="6289780" y="59221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37" name="pl16937"/>
            <p:cNvSpPr/>
            <p:nvPr/>
          </p:nvSpPr>
          <p:spPr>
            <a:xfrm>
              <a:off x="6161864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8" name="pl16938"/>
            <p:cNvSpPr/>
            <p:nvPr/>
          </p:nvSpPr>
          <p:spPr>
            <a:xfrm>
              <a:off x="6161864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39" name="pt16939"/>
            <p:cNvSpPr/>
            <p:nvPr/>
          </p:nvSpPr>
          <p:spPr>
            <a:xfrm>
              <a:off x="6376659" y="600263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0" name="pl16940"/>
            <p:cNvSpPr/>
            <p:nvPr/>
          </p:nvSpPr>
          <p:spPr>
            <a:xfrm>
              <a:off x="6376659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1" name="pl16941"/>
            <p:cNvSpPr/>
            <p:nvPr/>
          </p:nvSpPr>
          <p:spPr>
            <a:xfrm>
              <a:off x="6376659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42" name="pt16942"/>
            <p:cNvSpPr/>
            <p:nvPr/>
          </p:nvSpPr>
          <p:spPr>
            <a:xfrm>
              <a:off x="6042841" y="52339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3" name="pt16943"/>
            <p:cNvSpPr/>
            <p:nvPr/>
          </p:nvSpPr>
          <p:spPr>
            <a:xfrm>
              <a:off x="5868136" y="515581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4" name="pt16944"/>
            <p:cNvSpPr/>
            <p:nvPr/>
          </p:nvSpPr>
          <p:spPr>
            <a:xfrm>
              <a:off x="6374526" y="6091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5" name="pt16945"/>
            <p:cNvSpPr/>
            <p:nvPr/>
          </p:nvSpPr>
          <p:spPr>
            <a:xfrm>
              <a:off x="5795457" y="504333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6" name="pt16946"/>
            <p:cNvSpPr/>
            <p:nvPr/>
          </p:nvSpPr>
          <p:spPr>
            <a:xfrm>
              <a:off x="6300342" y="5812917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7" name="pg16947"/>
            <p:cNvSpPr/>
            <p:nvPr/>
          </p:nvSpPr>
          <p:spPr>
            <a:xfrm>
              <a:off x="6299473" y="57249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8" name="pt16948"/>
            <p:cNvSpPr/>
            <p:nvPr/>
          </p:nvSpPr>
          <p:spPr>
            <a:xfrm>
              <a:off x="6383685" y="60927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49" name="pt16949"/>
            <p:cNvSpPr/>
            <p:nvPr/>
          </p:nvSpPr>
          <p:spPr>
            <a:xfrm>
              <a:off x="6177826" y="6111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0" name="pt16950"/>
            <p:cNvSpPr/>
            <p:nvPr/>
          </p:nvSpPr>
          <p:spPr>
            <a:xfrm>
              <a:off x="6790096" y="64313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1" name="pt16951"/>
            <p:cNvSpPr/>
            <p:nvPr/>
          </p:nvSpPr>
          <p:spPr>
            <a:xfrm>
              <a:off x="6571913" y="57086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2" name="pt16952"/>
            <p:cNvSpPr/>
            <p:nvPr/>
          </p:nvSpPr>
          <p:spPr>
            <a:xfrm>
              <a:off x="6389963" y="54980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3" name="pt16953"/>
            <p:cNvSpPr/>
            <p:nvPr/>
          </p:nvSpPr>
          <p:spPr>
            <a:xfrm>
              <a:off x="5597141" y="60726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4" name="pt16954"/>
            <p:cNvSpPr/>
            <p:nvPr/>
          </p:nvSpPr>
          <p:spPr>
            <a:xfrm>
              <a:off x="6482824" y="558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5" name="pt16955"/>
            <p:cNvSpPr/>
            <p:nvPr/>
          </p:nvSpPr>
          <p:spPr>
            <a:xfrm>
              <a:off x="6272463" y="5833183"/>
              <a:ext cx="48833" cy="48833"/>
            </a:xfrm>
            <a:prstGeom prst="ellipse">
              <a:avLst/>
            </a:prstGeom>
            <a:solidFill>
              <a:srgbClr val="7570B3">
                <a:alpha val="8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6" name="pt16956"/>
            <p:cNvSpPr/>
            <p:nvPr/>
          </p:nvSpPr>
          <p:spPr>
            <a:xfrm>
              <a:off x="6622902" y="57466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57" name="pl16957"/>
            <p:cNvSpPr/>
            <p:nvPr/>
          </p:nvSpPr>
          <p:spPr>
            <a:xfrm>
              <a:off x="6371899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8" name="pl16958"/>
            <p:cNvSpPr/>
            <p:nvPr/>
          </p:nvSpPr>
          <p:spPr>
            <a:xfrm>
              <a:off x="6371899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59" name="pt16959"/>
            <p:cNvSpPr/>
            <p:nvPr/>
          </p:nvSpPr>
          <p:spPr>
            <a:xfrm>
              <a:off x="6257876" y="57407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0" name="pt16960"/>
            <p:cNvSpPr/>
            <p:nvPr/>
          </p:nvSpPr>
          <p:spPr>
            <a:xfrm>
              <a:off x="6530260" y="539751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1" name="pt16961"/>
            <p:cNvSpPr/>
            <p:nvPr/>
          </p:nvSpPr>
          <p:spPr>
            <a:xfrm>
              <a:off x="6247466" y="5744892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2" name="pt16962"/>
            <p:cNvSpPr/>
            <p:nvPr/>
          </p:nvSpPr>
          <p:spPr>
            <a:xfrm>
              <a:off x="6717568" y="54918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3" name="pt16963"/>
            <p:cNvSpPr/>
            <p:nvPr/>
          </p:nvSpPr>
          <p:spPr>
            <a:xfrm>
              <a:off x="6477417" y="5549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4" name="pt16964"/>
            <p:cNvSpPr/>
            <p:nvPr/>
          </p:nvSpPr>
          <p:spPr>
            <a:xfrm>
              <a:off x="5951364" y="64868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5" name="pt16965"/>
            <p:cNvSpPr/>
            <p:nvPr/>
          </p:nvSpPr>
          <p:spPr>
            <a:xfrm>
              <a:off x="6276046" y="66084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6" name="pt16966"/>
            <p:cNvSpPr/>
            <p:nvPr/>
          </p:nvSpPr>
          <p:spPr>
            <a:xfrm>
              <a:off x="7068872" y="61320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7" name="pt16967"/>
            <p:cNvSpPr/>
            <p:nvPr/>
          </p:nvSpPr>
          <p:spPr>
            <a:xfrm>
              <a:off x="6243257" y="584792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8" name="pt16968"/>
            <p:cNvSpPr/>
            <p:nvPr/>
          </p:nvSpPr>
          <p:spPr>
            <a:xfrm>
              <a:off x="6554847" y="55192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69" name="pt16969"/>
            <p:cNvSpPr/>
            <p:nvPr/>
          </p:nvSpPr>
          <p:spPr>
            <a:xfrm>
              <a:off x="6285122" y="5759225"/>
              <a:ext cx="67219" cy="67219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0" name="pt16970"/>
            <p:cNvSpPr/>
            <p:nvPr/>
          </p:nvSpPr>
          <p:spPr>
            <a:xfrm>
              <a:off x="6291024" y="57660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1" name="pt16971"/>
            <p:cNvSpPr/>
            <p:nvPr/>
          </p:nvSpPr>
          <p:spPr>
            <a:xfrm>
              <a:off x="6307200" y="58437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2" name="pt16972"/>
            <p:cNvSpPr/>
            <p:nvPr/>
          </p:nvSpPr>
          <p:spPr>
            <a:xfrm>
              <a:off x="6099905" y="4927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3" name="pt16973"/>
            <p:cNvSpPr/>
            <p:nvPr/>
          </p:nvSpPr>
          <p:spPr>
            <a:xfrm>
              <a:off x="6221618" y="4911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4" name="pt16974"/>
            <p:cNvSpPr/>
            <p:nvPr/>
          </p:nvSpPr>
          <p:spPr>
            <a:xfrm>
              <a:off x="6280786" y="58436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5" name="pt16975"/>
            <p:cNvSpPr/>
            <p:nvPr/>
          </p:nvSpPr>
          <p:spPr>
            <a:xfrm>
              <a:off x="6886014" y="63347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6" name="pt16976"/>
            <p:cNvSpPr/>
            <p:nvPr/>
          </p:nvSpPr>
          <p:spPr>
            <a:xfrm>
              <a:off x="6335914" y="62745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7" name="pt16977"/>
            <p:cNvSpPr/>
            <p:nvPr/>
          </p:nvSpPr>
          <p:spPr>
            <a:xfrm>
              <a:off x="6389383" y="5836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8" name="pt16978"/>
            <p:cNvSpPr/>
            <p:nvPr/>
          </p:nvSpPr>
          <p:spPr>
            <a:xfrm>
              <a:off x="6425790" y="57280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79" name="pt16979"/>
            <p:cNvSpPr/>
            <p:nvPr/>
          </p:nvSpPr>
          <p:spPr>
            <a:xfrm>
              <a:off x="6252242" y="5749615"/>
              <a:ext cx="89944" cy="8994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0" name="pt16980"/>
            <p:cNvSpPr/>
            <p:nvPr/>
          </p:nvSpPr>
          <p:spPr>
            <a:xfrm>
              <a:off x="6266216" y="5773331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1" name="pt16981"/>
            <p:cNvSpPr/>
            <p:nvPr/>
          </p:nvSpPr>
          <p:spPr>
            <a:xfrm>
              <a:off x="6643869" y="55219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2" name="pt16982"/>
            <p:cNvSpPr/>
            <p:nvPr/>
          </p:nvSpPr>
          <p:spPr>
            <a:xfrm>
              <a:off x="5894459" y="5068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3" name="pt16983"/>
            <p:cNvSpPr/>
            <p:nvPr/>
          </p:nvSpPr>
          <p:spPr>
            <a:xfrm>
              <a:off x="6345880" y="6288840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4" name="pl16984"/>
            <p:cNvSpPr/>
            <p:nvPr/>
          </p:nvSpPr>
          <p:spPr>
            <a:xfrm>
              <a:off x="6345880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5" name="pl16985"/>
            <p:cNvSpPr/>
            <p:nvPr/>
          </p:nvSpPr>
          <p:spPr>
            <a:xfrm>
              <a:off x="6345880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86" name="pt16986"/>
            <p:cNvSpPr/>
            <p:nvPr/>
          </p:nvSpPr>
          <p:spPr>
            <a:xfrm>
              <a:off x="5995651" y="4963935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7" name="pt16987"/>
            <p:cNvSpPr/>
            <p:nvPr/>
          </p:nvSpPr>
          <p:spPr>
            <a:xfrm>
              <a:off x="6270684" y="59385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8" name="pt16988"/>
            <p:cNvSpPr/>
            <p:nvPr/>
          </p:nvSpPr>
          <p:spPr>
            <a:xfrm>
              <a:off x="6306261" y="58405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89" name="pl16989"/>
            <p:cNvSpPr/>
            <p:nvPr/>
          </p:nvSpPr>
          <p:spPr>
            <a:xfrm>
              <a:off x="6211218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0" name="pl16990"/>
            <p:cNvSpPr/>
            <p:nvPr/>
          </p:nvSpPr>
          <p:spPr>
            <a:xfrm>
              <a:off x="6211218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991" name="pt16991"/>
            <p:cNvSpPr/>
            <p:nvPr/>
          </p:nvSpPr>
          <p:spPr>
            <a:xfrm>
              <a:off x="6350615" y="5749474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2" name="pt16992"/>
            <p:cNvSpPr/>
            <p:nvPr/>
          </p:nvSpPr>
          <p:spPr>
            <a:xfrm>
              <a:off x="6598656" y="651804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3" name="pt16993"/>
            <p:cNvSpPr/>
            <p:nvPr/>
          </p:nvSpPr>
          <p:spPr>
            <a:xfrm>
              <a:off x="6316348" y="58273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4" name="pt16994"/>
            <p:cNvSpPr/>
            <p:nvPr/>
          </p:nvSpPr>
          <p:spPr>
            <a:xfrm>
              <a:off x="6370093" y="54280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5" name="pt16995"/>
            <p:cNvSpPr/>
            <p:nvPr/>
          </p:nvSpPr>
          <p:spPr>
            <a:xfrm>
              <a:off x="6461736" y="55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6" name="pt16996"/>
            <p:cNvSpPr/>
            <p:nvPr/>
          </p:nvSpPr>
          <p:spPr>
            <a:xfrm>
              <a:off x="6204957" y="6462343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7" name="pt16997"/>
            <p:cNvSpPr/>
            <p:nvPr/>
          </p:nvSpPr>
          <p:spPr>
            <a:xfrm>
              <a:off x="6247175" y="5840690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8" name="pt16998"/>
            <p:cNvSpPr/>
            <p:nvPr/>
          </p:nvSpPr>
          <p:spPr>
            <a:xfrm>
              <a:off x="6274261" y="5795111"/>
              <a:ext cx="80678" cy="80678"/>
            </a:xfrm>
            <a:prstGeom prst="ellipse">
              <a:avLst/>
            </a:prstGeom>
            <a:solidFill>
              <a:srgbClr val="7570B3">
                <a:alpha val="7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999" name="pt16999"/>
            <p:cNvSpPr/>
            <p:nvPr/>
          </p:nvSpPr>
          <p:spPr>
            <a:xfrm>
              <a:off x="6341202" y="58137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0" name="pt17000"/>
            <p:cNvSpPr/>
            <p:nvPr/>
          </p:nvSpPr>
          <p:spPr>
            <a:xfrm>
              <a:off x="6337681" y="5813622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1" name="pt17001"/>
            <p:cNvSpPr/>
            <p:nvPr/>
          </p:nvSpPr>
          <p:spPr>
            <a:xfrm>
              <a:off x="6295228" y="585742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2" name="pt17002"/>
            <p:cNvSpPr/>
            <p:nvPr/>
          </p:nvSpPr>
          <p:spPr>
            <a:xfrm>
              <a:off x="6256887" y="56108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3" name="pt17003"/>
            <p:cNvSpPr/>
            <p:nvPr/>
          </p:nvSpPr>
          <p:spPr>
            <a:xfrm>
              <a:off x="7063049" y="61219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4" name="pt17004"/>
            <p:cNvSpPr/>
            <p:nvPr/>
          </p:nvSpPr>
          <p:spPr>
            <a:xfrm>
              <a:off x="6241722" y="5771215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5" name="pt17005"/>
            <p:cNvSpPr/>
            <p:nvPr/>
          </p:nvSpPr>
          <p:spPr>
            <a:xfrm>
              <a:off x="6003976" y="4964625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6" name="pt17006"/>
            <p:cNvSpPr/>
            <p:nvPr/>
          </p:nvSpPr>
          <p:spPr>
            <a:xfrm>
              <a:off x="6315551" y="60328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7" name="pt17007"/>
            <p:cNvSpPr/>
            <p:nvPr/>
          </p:nvSpPr>
          <p:spPr>
            <a:xfrm>
              <a:off x="6370479" y="5538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8" name="pt17008"/>
            <p:cNvSpPr/>
            <p:nvPr/>
          </p:nvSpPr>
          <p:spPr>
            <a:xfrm>
              <a:off x="6280685" y="6608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09" name="pg17009"/>
            <p:cNvSpPr/>
            <p:nvPr/>
          </p:nvSpPr>
          <p:spPr>
            <a:xfrm>
              <a:off x="6232595" y="58227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0" name="pt17010"/>
            <p:cNvSpPr/>
            <p:nvPr/>
          </p:nvSpPr>
          <p:spPr>
            <a:xfrm>
              <a:off x="6852540" y="54438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1" name="pt17011"/>
            <p:cNvSpPr/>
            <p:nvPr/>
          </p:nvSpPr>
          <p:spPr>
            <a:xfrm>
              <a:off x="6569152" y="56100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2" name="pt17012"/>
            <p:cNvSpPr/>
            <p:nvPr/>
          </p:nvSpPr>
          <p:spPr>
            <a:xfrm>
              <a:off x="6327720" y="5840587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3" name="pt17013"/>
            <p:cNvSpPr/>
            <p:nvPr/>
          </p:nvSpPr>
          <p:spPr>
            <a:xfrm>
              <a:off x="6867912" y="61685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4" name="pt17014"/>
            <p:cNvSpPr/>
            <p:nvPr/>
          </p:nvSpPr>
          <p:spPr>
            <a:xfrm>
              <a:off x="6338938" y="5356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5" name="pg17015"/>
            <p:cNvSpPr/>
            <p:nvPr/>
          </p:nvSpPr>
          <p:spPr>
            <a:xfrm>
              <a:off x="6573550" y="5637761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6" name="pt17016"/>
            <p:cNvSpPr/>
            <p:nvPr/>
          </p:nvSpPr>
          <p:spPr>
            <a:xfrm>
              <a:off x="6407596" y="57360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17" name="pl17017"/>
            <p:cNvSpPr/>
            <p:nvPr/>
          </p:nvSpPr>
          <p:spPr>
            <a:xfrm>
              <a:off x="6130114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8" name="pl17018"/>
            <p:cNvSpPr/>
            <p:nvPr/>
          </p:nvSpPr>
          <p:spPr>
            <a:xfrm>
              <a:off x="6130114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19" name="pl17019"/>
            <p:cNvSpPr/>
            <p:nvPr/>
          </p:nvSpPr>
          <p:spPr>
            <a:xfrm>
              <a:off x="6120000" y="59073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0" name="pl17020"/>
            <p:cNvSpPr/>
            <p:nvPr/>
          </p:nvSpPr>
          <p:spPr>
            <a:xfrm>
              <a:off x="6154531" y="58728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21" name="pg17021"/>
            <p:cNvSpPr/>
            <p:nvPr/>
          </p:nvSpPr>
          <p:spPr>
            <a:xfrm>
              <a:off x="6198716" y="56369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2" name="pt17022"/>
            <p:cNvSpPr/>
            <p:nvPr/>
          </p:nvSpPr>
          <p:spPr>
            <a:xfrm>
              <a:off x="6786477" y="5606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3" name="pg17023"/>
            <p:cNvSpPr/>
            <p:nvPr/>
          </p:nvSpPr>
          <p:spPr>
            <a:xfrm>
              <a:off x="6212945" y="566445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4" name="pt17024"/>
            <p:cNvSpPr/>
            <p:nvPr/>
          </p:nvSpPr>
          <p:spPr>
            <a:xfrm>
              <a:off x="6234123" y="575439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5" name="pg17025"/>
            <p:cNvSpPr/>
            <p:nvPr/>
          </p:nvSpPr>
          <p:spPr>
            <a:xfrm>
              <a:off x="6371217" y="5357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6" name="pt17026"/>
            <p:cNvSpPr/>
            <p:nvPr/>
          </p:nvSpPr>
          <p:spPr>
            <a:xfrm>
              <a:off x="6913664" y="63423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7" name="pt17027"/>
            <p:cNvSpPr/>
            <p:nvPr/>
          </p:nvSpPr>
          <p:spPr>
            <a:xfrm>
              <a:off x="6283876" y="5788549"/>
              <a:ext cx="67219" cy="67219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8" name="pt17028"/>
            <p:cNvSpPr/>
            <p:nvPr/>
          </p:nvSpPr>
          <p:spPr>
            <a:xfrm>
              <a:off x="6217191" y="568621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29" name="pt17029"/>
            <p:cNvSpPr/>
            <p:nvPr/>
          </p:nvSpPr>
          <p:spPr>
            <a:xfrm>
              <a:off x="6162367" y="5847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0" name="pt17030"/>
            <p:cNvSpPr/>
            <p:nvPr/>
          </p:nvSpPr>
          <p:spPr>
            <a:xfrm>
              <a:off x="6418837" y="4900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1" name="pt17031"/>
            <p:cNvSpPr/>
            <p:nvPr/>
          </p:nvSpPr>
          <p:spPr>
            <a:xfrm>
              <a:off x="6447399" y="4920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2" name="pt17032"/>
            <p:cNvSpPr/>
            <p:nvPr/>
          </p:nvSpPr>
          <p:spPr>
            <a:xfrm>
              <a:off x="5644394" y="6072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3" name="pt17033"/>
            <p:cNvSpPr/>
            <p:nvPr/>
          </p:nvSpPr>
          <p:spPr>
            <a:xfrm>
              <a:off x="6487108" y="5589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4" name="pl17034"/>
            <p:cNvSpPr/>
            <p:nvPr/>
          </p:nvSpPr>
          <p:spPr>
            <a:xfrm>
              <a:off x="6406758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5" name="pl17035"/>
            <p:cNvSpPr/>
            <p:nvPr/>
          </p:nvSpPr>
          <p:spPr>
            <a:xfrm>
              <a:off x="6406758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6" name="pl17036"/>
            <p:cNvSpPr/>
            <p:nvPr/>
          </p:nvSpPr>
          <p:spPr>
            <a:xfrm>
              <a:off x="6396644" y="576845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7" name="pl17037"/>
            <p:cNvSpPr/>
            <p:nvPr/>
          </p:nvSpPr>
          <p:spPr>
            <a:xfrm>
              <a:off x="6431175" y="573392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38" name="pt17038"/>
            <p:cNvSpPr/>
            <p:nvPr/>
          </p:nvSpPr>
          <p:spPr>
            <a:xfrm>
              <a:off x="6275723" y="5786986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39" name="pt17039"/>
            <p:cNvSpPr/>
            <p:nvPr/>
          </p:nvSpPr>
          <p:spPr>
            <a:xfrm>
              <a:off x="6684677" y="5401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0" name="pt17040"/>
            <p:cNvSpPr/>
            <p:nvPr/>
          </p:nvSpPr>
          <p:spPr>
            <a:xfrm>
              <a:off x="6297767" y="5743449"/>
              <a:ext cx="80678" cy="80678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1" name="pt17041"/>
            <p:cNvSpPr/>
            <p:nvPr/>
          </p:nvSpPr>
          <p:spPr>
            <a:xfrm>
              <a:off x="6270428" y="5796438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2" name="pt17042"/>
            <p:cNvSpPr/>
            <p:nvPr/>
          </p:nvSpPr>
          <p:spPr>
            <a:xfrm>
              <a:off x="6277222" y="55976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3" name="pt17043"/>
            <p:cNvSpPr/>
            <p:nvPr/>
          </p:nvSpPr>
          <p:spPr>
            <a:xfrm>
              <a:off x="5784442" y="63684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4" name="pt17044"/>
            <p:cNvSpPr/>
            <p:nvPr/>
          </p:nvSpPr>
          <p:spPr>
            <a:xfrm>
              <a:off x="6277308" y="582665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5" name="pt17045"/>
            <p:cNvSpPr/>
            <p:nvPr/>
          </p:nvSpPr>
          <p:spPr>
            <a:xfrm>
              <a:off x="6232705" y="61737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6" name="pt17046"/>
            <p:cNvSpPr/>
            <p:nvPr/>
          </p:nvSpPr>
          <p:spPr>
            <a:xfrm>
              <a:off x="6444571" y="5575808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7" name="pt17047"/>
            <p:cNvSpPr/>
            <p:nvPr/>
          </p:nvSpPr>
          <p:spPr>
            <a:xfrm>
              <a:off x="6232320" y="5746572"/>
              <a:ext cx="89944" cy="8994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8" name="pt17048"/>
            <p:cNvSpPr/>
            <p:nvPr/>
          </p:nvSpPr>
          <p:spPr>
            <a:xfrm>
              <a:off x="6491114" y="5552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49" name="pt17049"/>
            <p:cNvSpPr/>
            <p:nvPr/>
          </p:nvSpPr>
          <p:spPr>
            <a:xfrm>
              <a:off x="5538175" y="545487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0" name="pt17050"/>
            <p:cNvSpPr/>
            <p:nvPr/>
          </p:nvSpPr>
          <p:spPr>
            <a:xfrm>
              <a:off x="6288582" y="583056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1" name="pt17051"/>
            <p:cNvSpPr/>
            <p:nvPr/>
          </p:nvSpPr>
          <p:spPr>
            <a:xfrm>
              <a:off x="6371814" y="5489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2" name="pt17052"/>
            <p:cNvSpPr/>
            <p:nvPr/>
          </p:nvSpPr>
          <p:spPr>
            <a:xfrm>
              <a:off x="6247824" y="583627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3" name="pt17053"/>
            <p:cNvSpPr/>
            <p:nvPr/>
          </p:nvSpPr>
          <p:spPr>
            <a:xfrm>
              <a:off x="6412614" y="53842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4" name="pt17054"/>
            <p:cNvSpPr/>
            <p:nvPr/>
          </p:nvSpPr>
          <p:spPr>
            <a:xfrm>
              <a:off x="6598665" y="6532470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5" name="pt17055"/>
            <p:cNvSpPr/>
            <p:nvPr/>
          </p:nvSpPr>
          <p:spPr>
            <a:xfrm>
              <a:off x="6241055" y="5784314"/>
              <a:ext cx="80678" cy="80678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6" name="pt17056"/>
            <p:cNvSpPr/>
            <p:nvPr/>
          </p:nvSpPr>
          <p:spPr>
            <a:xfrm>
              <a:off x="6418896" y="55027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7" name="pt17057"/>
            <p:cNvSpPr/>
            <p:nvPr/>
          </p:nvSpPr>
          <p:spPr>
            <a:xfrm>
              <a:off x="5533971" y="597397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8" name="pt17058"/>
            <p:cNvSpPr/>
            <p:nvPr/>
          </p:nvSpPr>
          <p:spPr>
            <a:xfrm>
              <a:off x="5913309" y="51644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59" name="pt17059"/>
            <p:cNvSpPr/>
            <p:nvPr/>
          </p:nvSpPr>
          <p:spPr>
            <a:xfrm>
              <a:off x="6129712" y="586621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0" name="pt17060"/>
            <p:cNvSpPr/>
            <p:nvPr/>
          </p:nvSpPr>
          <p:spPr>
            <a:xfrm>
              <a:off x="6529036" y="493451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1" name="pt17061"/>
            <p:cNvSpPr/>
            <p:nvPr/>
          </p:nvSpPr>
          <p:spPr>
            <a:xfrm>
              <a:off x="6283736" y="5792671"/>
              <a:ext cx="80678" cy="80678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2" name="pg17062"/>
            <p:cNvSpPr/>
            <p:nvPr/>
          </p:nvSpPr>
          <p:spPr>
            <a:xfrm>
              <a:off x="6824806" y="504389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3" name="pt17063"/>
            <p:cNvSpPr/>
            <p:nvPr/>
          </p:nvSpPr>
          <p:spPr>
            <a:xfrm>
              <a:off x="6224957" y="561996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4" name="pt17064"/>
            <p:cNvSpPr/>
            <p:nvPr/>
          </p:nvSpPr>
          <p:spPr>
            <a:xfrm>
              <a:off x="6297512" y="5766975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5" name="pt17065"/>
            <p:cNvSpPr/>
            <p:nvPr/>
          </p:nvSpPr>
          <p:spPr>
            <a:xfrm>
              <a:off x="6127249" y="52485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6" name="pt17066"/>
            <p:cNvSpPr/>
            <p:nvPr/>
          </p:nvSpPr>
          <p:spPr>
            <a:xfrm>
              <a:off x="6231753" y="570268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7" name="pt17067"/>
            <p:cNvSpPr/>
            <p:nvPr/>
          </p:nvSpPr>
          <p:spPr>
            <a:xfrm>
              <a:off x="6211775" y="557863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8" name="pt17068"/>
            <p:cNvSpPr/>
            <p:nvPr/>
          </p:nvSpPr>
          <p:spPr>
            <a:xfrm>
              <a:off x="6496019" y="5730232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69" name="pt17069"/>
            <p:cNvSpPr/>
            <p:nvPr/>
          </p:nvSpPr>
          <p:spPr>
            <a:xfrm>
              <a:off x="6288482" y="588466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0" name="pg17070"/>
            <p:cNvSpPr/>
            <p:nvPr/>
          </p:nvSpPr>
          <p:spPr>
            <a:xfrm>
              <a:off x="6238120" y="579068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1" name="pt17071"/>
            <p:cNvSpPr/>
            <p:nvPr/>
          </p:nvSpPr>
          <p:spPr>
            <a:xfrm>
              <a:off x="6229078" y="579439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2" name="pt17072"/>
            <p:cNvSpPr/>
            <p:nvPr/>
          </p:nvSpPr>
          <p:spPr>
            <a:xfrm>
              <a:off x="6621805" y="57517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3" name="pt17073"/>
            <p:cNvSpPr/>
            <p:nvPr/>
          </p:nvSpPr>
          <p:spPr>
            <a:xfrm>
              <a:off x="7144208" y="5597468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4" name="pt17074"/>
            <p:cNvSpPr/>
            <p:nvPr/>
          </p:nvSpPr>
          <p:spPr>
            <a:xfrm>
              <a:off x="6248081" y="6118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5" name="pt17075"/>
            <p:cNvSpPr/>
            <p:nvPr/>
          </p:nvSpPr>
          <p:spPr>
            <a:xfrm>
              <a:off x="6560526" y="54906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6" name="pt17076"/>
            <p:cNvSpPr/>
            <p:nvPr/>
          </p:nvSpPr>
          <p:spPr>
            <a:xfrm>
              <a:off x="6034430" y="569230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7" name="pt17077"/>
            <p:cNvSpPr/>
            <p:nvPr/>
          </p:nvSpPr>
          <p:spPr>
            <a:xfrm>
              <a:off x="6098634" y="5788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8" name="pt17078"/>
            <p:cNvSpPr/>
            <p:nvPr/>
          </p:nvSpPr>
          <p:spPr>
            <a:xfrm>
              <a:off x="6414567" y="5318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79" name="pt17079"/>
            <p:cNvSpPr/>
            <p:nvPr/>
          </p:nvSpPr>
          <p:spPr>
            <a:xfrm>
              <a:off x="6196839" y="5842021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0" name="pt17080"/>
            <p:cNvSpPr/>
            <p:nvPr/>
          </p:nvSpPr>
          <p:spPr>
            <a:xfrm>
              <a:off x="6251640" y="557864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1" name="pt17081"/>
            <p:cNvSpPr/>
            <p:nvPr/>
          </p:nvSpPr>
          <p:spPr>
            <a:xfrm>
              <a:off x="6345445" y="5378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2" name="pt17082"/>
            <p:cNvSpPr/>
            <p:nvPr/>
          </p:nvSpPr>
          <p:spPr>
            <a:xfrm>
              <a:off x="7164799" y="57377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3" name="pt17083"/>
            <p:cNvSpPr/>
            <p:nvPr/>
          </p:nvSpPr>
          <p:spPr>
            <a:xfrm>
              <a:off x="6265904" y="55832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4" name="pt17084"/>
            <p:cNvSpPr/>
            <p:nvPr/>
          </p:nvSpPr>
          <p:spPr>
            <a:xfrm>
              <a:off x="6260196" y="5777360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5" name="pt17085"/>
            <p:cNvSpPr/>
            <p:nvPr/>
          </p:nvSpPr>
          <p:spPr>
            <a:xfrm>
              <a:off x="6273233" y="583885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6" name="pt17086"/>
            <p:cNvSpPr/>
            <p:nvPr/>
          </p:nvSpPr>
          <p:spPr>
            <a:xfrm>
              <a:off x="6939750" y="5155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7" name="pt17087"/>
            <p:cNvSpPr/>
            <p:nvPr/>
          </p:nvSpPr>
          <p:spPr>
            <a:xfrm>
              <a:off x="6645279" y="565917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8" name="pt17088"/>
            <p:cNvSpPr/>
            <p:nvPr/>
          </p:nvSpPr>
          <p:spPr>
            <a:xfrm>
              <a:off x="6105778" y="58918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89" name="pt17089"/>
            <p:cNvSpPr/>
            <p:nvPr/>
          </p:nvSpPr>
          <p:spPr>
            <a:xfrm>
              <a:off x="6298970" y="5810117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90" name="pl17090"/>
            <p:cNvSpPr/>
            <p:nvPr/>
          </p:nvSpPr>
          <p:spPr>
            <a:xfrm>
              <a:off x="6198783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1" name="pl17091"/>
            <p:cNvSpPr/>
            <p:nvPr/>
          </p:nvSpPr>
          <p:spPr>
            <a:xfrm>
              <a:off x="6198783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2" name="pl17092"/>
            <p:cNvSpPr/>
            <p:nvPr/>
          </p:nvSpPr>
          <p:spPr>
            <a:xfrm>
              <a:off x="6178124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3" name="pl17093"/>
            <p:cNvSpPr/>
            <p:nvPr/>
          </p:nvSpPr>
          <p:spPr>
            <a:xfrm>
              <a:off x="6178124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4" name="pl17094"/>
            <p:cNvSpPr/>
            <p:nvPr/>
          </p:nvSpPr>
          <p:spPr>
            <a:xfrm>
              <a:off x="6174751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5" name="pl17095"/>
            <p:cNvSpPr/>
            <p:nvPr/>
          </p:nvSpPr>
          <p:spPr>
            <a:xfrm>
              <a:off x="6174751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096" name="pg17096"/>
            <p:cNvSpPr/>
            <p:nvPr/>
          </p:nvSpPr>
          <p:spPr>
            <a:xfrm>
              <a:off x="6250051" y="5726025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97" name="pg17097"/>
            <p:cNvSpPr/>
            <p:nvPr/>
          </p:nvSpPr>
          <p:spPr>
            <a:xfrm>
              <a:off x="6344305" y="602765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98" name="pg17098"/>
            <p:cNvSpPr/>
            <p:nvPr/>
          </p:nvSpPr>
          <p:spPr>
            <a:xfrm>
              <a:off x="6246382" y="55449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099" name="pt17099"/>
            <p:cNvSpPr/>
            <p:nvPr/>
          </p:nvSpPr>
          <p:spPr>
            <a:xfrm>
              <a:off x="6240576" y="5782655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0" name="pt17100"/>
            <p:cNvSpPr/>
            <p:nvPr/>
          </p:nvSpPr>
          <p:spPr>
            <a:xfrm>
              <a:off x="6263929" y="5780836"/>
              <a:ext cx="48833" cy="48833"/>
            </a:xfrm>
            <a:prstGeom prst="ellipse">
              <a:avLst/>
            </a:prstGeom>
            <a:solidFill>
              <a:srgbClr val="7570B3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1" name="pt17101"/>
            <p:cNvSpPr/>
            <p:nvPr/>
          </p:nvSpPr>
          <p:spPr>
            <a:xfrm>
              <a:off x="6203534" y="5823108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2" name="pt17102"/>
            <p:cNvSpPr/>
            <p:nvPr/>
          </p:nvSpPr>
          <p:spPr>
            <a:xfrm>
              <a:off x="6251336" y="5772402"/>
              <a:ext cx="48833" cy="48833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3" name="pt17103"/>
            <p:cNvSpPr/>
            <p:nvPr/>
          </p:nvSpPr>
          <p:spPr>
            <a:xfrm>
              <a:off x="6240884" y="5687190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4" name="pt17104"/>
            <p:cNvSpPr/>
            <p:nvPr/>
          </p:nvSpPr>
          <p:spPr>
            <a:xfrm>
              <a:off x="6287891" y="58106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5" name="pt17105"/>
            <p:cNvSpPr/>
            <p:nvPr/>
          </p:nvSpPr>
          <p:spPr>
            <a:xfrm>
              <a:off x="6273087" y="5792968"/>
              <a:ext cx="80678" cy="80678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06" name="pl17106"/>
            <p:cNvSpPr/>
            <p:nvPr/>
          </p:nvSpPr>
          <p:spPr>
            <a:xfrm>
              <a:off x="6239677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7" name="pl17107"/>
            <p:cNvSpPr/>
            <p:nvPr/>
          </p:nvSpPr>
          <p:spPr>
            <a:xfrm>
              <a:off x="6239677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8" name="pl17108"/>
            <p:cNvSpPr/>
            <p:nvPr/>
          </p:nvSpPr>
          <p:spPr>
            <a:xfrm>
              <a:off x="6229563" y="5706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09" name="pl17109"/>
            <p:cNvSpPr/>
            <p:nvPr/>
          </p:nvSpPr>
          <p:spPr>
            <a:xfrm>
              <a:off x="6264093" y="56715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10" name="pt17110"/>
            <p:cNvSpPr/>
            <p:nvPr/>
          </p:nvSpPr>
          <p:spPr>
            <a:xfrm>
              <a:off x="6220721" y="5783374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1" name="pt17111"/>
            <p:cNvSpPr/>
            <p:nvPr/>
          </p:nvSpPr>
          <p:spPr>
            <a:xfrm>
              <a:off x="5705741" y="5114870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2" name="pt17112"/>
            <p:cNvSpPr/>
            <p:nvPr/>
          </p:nvSpPr>
          <p:spPr>
            <a:xfrm>
              <a:off x="6237966" y="5810257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3" name="pt17113"/>
            <p:cNvSpPr/>
            <p:nvPr/>
          </p:nvSpPr>
          <p:spPr>
            <a:xfrm>
              <a:off x="6295278" y="5762775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4" name="pt17114"/>
            <p:cNvSpPr/>
            <p:nvPr/>
          </p:nvSpPr>
          <p:spPr>
            <a:xfrm>
              <a:off x="7023356" y="61989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5" name="pt17115"/>
            <p:cNvSpPr/>
            <p:nvPr/>
          </p:nvSpPr>
          <p:spPr>
            <a:xfrm>
              <a:off x="5672537" y="6234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6" name="pt17116"/>
            <p:cNvSpPr/>
            <p:nvPr/>
          </p:nvSpPr>
          <p:spPr>
            <a:xfrm>
              <a:off x="6317989" y="5753740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7" name="pt17117"/>
            <p:cNvSpPr/>
            <p:nvPr/>
          </p:nvSpPr>
          <p:spPr>
            <a:xfrm>
              <a:off x="6919880" y="54372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8" name="pt17118"/>
            <p:cNvSpPr/>
            <p:nvPr/>
          </p:nvSpPr>
          <p:spPr>
            <a:xfrm>
              <a:off x="6608693" y="544269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19" name="pt17119"/>
            <p:cNvSpPr/>
            <p:nvPr/>
          </p:nvSpPr>
          <p:spPr>
            <a:xfrm>
              <a:off x="6990320" y="62510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0" name="pl17120"/>
            <p:cNvSpPr/>
            <p:nvPr/>
          </p:nvSpPr>
          <p:spPr>
            <a:xfrm>
              <a:off x="6186936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1" name="pl17121"/>
            <p:cNvSpPr/>
            <p:nvPr/>
          </p:nvSpPr>
          <p:spPr>
            <a:xfrm>
              <a:off x="6186936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2" name="pl17122"/>
            <p:cNvSpPr/>
            <p:nvPr/>
          </p:nvSpPr>
          <p:spPr>
            <a:xfrm>
              <a:off x="6176822" y="50669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3" name="pl17123"/>
            <p:cNvSpPr/>
            <p:nvPr/>
          </p:nvSpPr>
          <p:spPr>
            <a:xfrm>
              <a:off x="6211353" y="50323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24" name="pt17124"/>
            <p:cNvSpPr/>
            <p:nvPr/>
          </p:nvSpPr>
          <p:spPr>
            <a:xfrm>
              <a:off x="6321094" y="5752423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5" name="pt17125"/>
            <p:cNvSpPr/>
            <p:nvPr/>
          </p:nvSpPr>
          <p:spPr>
            <a:xfrm>
              <a:off x="6294428" y="58979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6" name="pt17126"/>
            <p:cNvSpPr/>
            <p:nvPr/>
          </p:nvSpPr>
          <p:spPr>
            <a:xfrm>
              <a:off x="6137351" y="52680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7" name="pt17127"/>
            <p:cNvSpPr/>
            <p:nvPr/>
          </p:nvSpPr>
          <p:spPr>
            <a:xfrm>
              <a:off x="6268967" y="576448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8" name="pt17128"/>
            <p:cNvSpPr/>
            <p:nvPr/>
          </p:nvSpPr>
          <p:spPr>
            <a:xfrm>
              <a:off x="6647412" y="55105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29" name="pt17129"/>
            <p:cNvSpPr/>
            <p:nvPr/>
          </p:nvSpPr>
          <p:spPr>
            <a:xfrm>
              <a:off x="6271058" y="577134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0" name="pt17130"/>
            <p:cNvSpPr/>
            <p:nvPr/>
          </p:nvSpPr>
          <p:spPr>
            <a:xfrm>
              <a:off x="6525962" y="540109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1" name="pt17131"/>
            <p:cNvSpPr/>
            <p:nvPr/>
          </p:nvSpPr>
          <p:spPr>
            <a:xfrm>
              <a:off x="6250787" y="5741667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2" name="pt17132"/>
            <p:cNvSpPr/>
            <p:nvPr/>
          </p:nvSpPr>
          <p:spPr>
            <a:xfrm>
              <a:off x="6310881" y="58382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3" name="pt17133"/>
            <p:cNvSpPr/>
            <p:nvPr/>
          </p:nvSpPr>
          <p:spPr>
            <a:xfrm>
              <a:off x="6301251" y="5772775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4" name="pt17134"/>
            <p:cNvSpPr/>
            <p:nvPr/>
          </p:nvSpPr>
          <p:spPr>
            <a:xfrm>
              <a:off x="6182312" y="5036475"/>
              <a:ext cx="67219" cy="67219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5" name="pt17135"/>
            <p:cNvSpPr/>
            <p:nvPr/>
          </p:nvSpPr>
          <p:spPr>
            <a:xfrm>
              <a:off x="6613378" y="57488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6" name="pt17136"/>
            <p:cNvSpPr/>
            <p:nvPr/>
          </p:nvSpPr>
          <p:spPr>
            <a:xfrm>
              <a:off x="6268731" y="5760882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7" name="pg17137"/>
            <p:cNvSpPr/>
            <p:nvPr/>
          </p:nvSpPr>
          <p:spPr>
            <a:xfrm>
              <a:off x="6166357" y="565989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8" name="pt17138"/>
            <p:cNvSpPr/>
            <p:nvPr/>
          </p:nvSpPr>
          <p:spPr>
            <a:xfrm>
              <a:off x="6582310" y="57619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39" name="pt17139"/>
            <p:cNvSpPr/>
            <p:nvPr/>
          </p:nvSpPr>
          <p:spPr>
            <a:xfrm>
              <a:off x="6336511" y="53384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0" name="pt17140"/>
            <p:cNvSpPr/>
            <p:nvPr/>
          </p:nvSpPr>
          <p:spPr>
            <a:xfrm>
              <a:off x="6222218" y="60407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1" name="pt17141"/>
            <p:cNvSpPr/>
            <p:nvPr/>
          </p:nvSpPr>
          <p:spPr>
            <a:xfrm>
              <a:off x="6671392" y="54122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2" name="pt17142"/>
            <p:cNvSpPr/>
            <p:nvPr/>
          </p:nvSpPr>
          <p:spPr>
            <a:xfrm>
              <a:off x="6134329" y="6488975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3" name="pt17143"/>
            <p:cNvSpPr/>
            <p:nvPr/>
          </p:nvSpPr>
          <p:spPr>
            <a:xfrm>
              <a:off x="6587224" y="49253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4" name="pg17144"/>
            <p:cNvSpPr/>
            <p:nvPr/>
          </p:nvSpPr>
          <p:spPr>
            <a:xfrm>
              <a:off x="6835248" y="613615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5" name="pt17145"/>
            <p:cNvSpPr/>
            <p:nvPr/>
          </p:nvSpPr>
          <p:spPr>
            <a:xfrm>
              <a:off x="6261124" y="5783988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6" name="pt17146"/>
            <p:cNvSpPr/>
            <p:nvPr/>
          </p:nvSpPr>
          <p:spPr>
            <a:xfrm>
              <a:off x="5776360" y="63599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7" name="pg17147"/>
            <p:cNvSpPr/>
            <p:nvPr/>
          </p:nvSpPr>
          <p:spPr>
            <a:xfrm>
              <a:off x="6321434" y="535823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8" name="pt17148"/>
            <p:cNvSpPr/>
            <p:nvPr/>
          </p:nvSpPr>
          <p:spPr>
            <a:xfrm>
              <a:off x="5539137" y="544737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49" name="pt17149"/>
            <p:cNvSpPr/>
            <p:nvPr/>
          </p:nvSpPr>
          <p:spPr>
            <a:xfrm>
              <a:off x="6326612" y="588243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0" name="pt17150"/>
            <p:cNvSpPr/>
            <p:nvPr/>
          </p:nvSpPr>
          <p:spPr>
            <a:xfrm>
              <a:off x="5849009" y="51097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1" name="pt17151"/>
            <p:cNvSpPr/>
            <p:nvPr/>
          </p:nvSpPr>
          <p:spPr>
            <a:xfrm>
              <a:off x="6640869" y="56213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2" name="pt17152"/>
            <p:cNvSpPr/>
            <p:nvPr/>
          </p:nvSpPr>
          <p:spPr>
            <a:xfrm>
              <a:off x="6372091" y="5528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3" name="pt17153"/>
            <p:cNvSpPr/>
            <p:nvPr/>
          </p:nvSpPr>
          <p:spPr>
            <a:xfrm>
              <a:off x="6284905" y="5765187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4" name="pg17154"/>
            <p:cNvSpPr/>
            <p:nvPr/>
          </p:nvSpPr>
          <p:spPr>
            <a:xfrm>
              <a:off x="6497343" y="538736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5" name="pt17155"/>
            <p:cNvSpPr/>
            <p:nvPr/>
          </p:nvSpPr>
          <p:spPr>
            <a:xfrm>
              <a:off x="6507237" y="58126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6" name="pt17156"/>
            <p:cNvSpPr/>
            <p:nvPr/>
          </p:nvSpPr>
          <p:spPr>
            <a:xfrm>
              <a:off x="5703804" y="5107802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7" name="pt17157"/>
            <p:cNvSpPr/>
            <p:nvPr/>
          </p:nvSpPr>
          <p:spPr>
            <a:xfrm>
              <a:off x="6330543" y="587744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8" name="pt17158"/>
            <p:cNvSpPr/>
            <p:nvPr/>
          </p:nvSpPr>
          <p:spPr>
            <a:xfrm>
              <a:off x="6613981" y="5661455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59" name="pt17159"/>
            <p:cNvSpPr/>
            <p:nvPr/>
          </p:nvSpPr>
          <p:spPr>
            <a:xfrm>
              <a:off x="6693638" y="56786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0" name="pt17160"/>
            <p:cNvSpPr/>
            <p:nvPr/>
          </p:nvSpPr>
          <p:spPr>
            <a:xfrm>
              <a:off x="6636569" y="55076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1" name="pt17161"/>
            <p:cNvSpPr/>
            <p:nvPr/>
          </p:nvSpPr>
          <p:spPr>
            <a:xfrm>
              <a:off x="6189252" y="55693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2" name="pt17162"/>
            <p:cNvSpPr/>
            <p:nvPr/>
          </p:nvSpPr>
          <p:spPr>
            <a:xfrm>
              <a:off x="6256581" y="5783784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3" name="pt17163"/>
            <p:cNvSpPr/>
            <p:nvPr/>
          </p:nvSpPr>
          <p:spPr>
            <a:xfrm>
              <a:off x="6369643" y="5904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4" name="pt17164"/>
            <p:cNvSpPr/>
            <p:nvPr/>
          </p:nvSpPr>
          <p:spPr>
            <a:xfrm>
              <a:off x="6659945" y="4977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5" name="pt17165"/>
            <p:cNvSpPr/>
            <p:nvPr/>
          </p:nvSpPr>
          <p:spPr>
            <a:xfrm>
              <a:off x="5719081" y="5122426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6" name="pt17166"/>
            <p:cNvSpPr/>
            <p:nvPr/>
          </p:nvSpPr>
          <p:spPr>
            <a:xfrm>
              <a:off x="6288103" y="581487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7" name="pt17167"/>
            <p:cNvSpPr/>
            <p:nvPr/>
          </p:nvSpPr>
          <p:spPr>
            <a:xfrm>
              <a:off x="6251213" y="5770547"/>
              <a:ext cx="80678" cy="80678"/>
            </a:xfrm>
            <a:prstGeom prst="ellipse">
              <a:avLst/>
            </a:prstGeom>
            <a:solidFill>
              <a:srgbClr val="D95F02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8" name="pt17168"/>
            <p:cNvSpPr/>
            <p:nvPr/>
          </p:nvSpPr>
          <p:spPr>
            <a:xfrm>
              <a:off x="6254327" y="5790145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69" name="pt17169"/>
            <p:cNvSpPr/>
            <p:nvPr/>
          </p:nvSpPr>
          <p:spPr>
            <a:xfrm>
              <a:off x="6202369" y="6090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0" name="pt17170"/>
            <p:cNvSpPr/>
            <p:nvPr/>
          </p:nvSpPr>
          <p:spPr>
            <a:xfrm>
              <a:off x="5543722" y="60151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1" name="pt17171"/>
            <p:cNvSpPr/>
            <p:nvPr/>
          </p:nvSpPr>
          <p:spPr>
            <a:xfrm>
              <a:off x="6131450" y="6480434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2" name="pt17172"/>
            <p:cNvSpPr/>
            <p:nvPr/>
          </p:nvSpPr>
          <p:spPr>
            <a:xfrm>
              <a:off x="6217521" y="490856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3" name="pt17173"/>
            <p:cNvSpPr/>
            <p:nvPr/>
          </p:nvSpPr>
          <p:spPr>
            <a:xfrm>
              <a:off x="6243687" y="5774535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4" name="pt17174"/>
            <p:cNvSpPr/>
            <p:nvPr/>
          </p:nvSpPr>
          <p:spPr>
            <a:xfrm>
              <a:off x="6345131" y="628412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5" name="pl17175"/>
            <p:cNvSpPr/>
            <p:nvPr/>
          </p:nvSpPr>
          <p:spPr>
            <a:xfrm>
              <a:off x="6345131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6" name="pl17176"/>
            <p:cNvSpPr/>
            <p:nvPr/>
          </p:nvSpPr>
          <p:spPr>
            <a:xfrm>
              <a:off x="6345131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177" name="pt17177"/>
            <p:cNvSpPr/>
            <p:nvPr/>
          </p:nvSpPr>
          <p:spPr>
            <a:xfrm>
              <a:off x="6267176" y="5781584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8" name="pt17178"/>
            <p:cNvSpPr/>
            <p:nvPr/>
          </p:nvSpPr>
          <p:spPr>
            <a:xfrm>
              <a:off x="6150573" y="5647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79" name="pg17179"/>
            <p:cNvSpPr/>
            <p:nvPr/>
          </p:nvSpPr>
          <p:spPr>
            <a:xfrm>
              <a:off x="6364712" y="5694523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0" name="pg17180"/>
            <p:cNvSpPr/>
            <p:nvPr/>
          </p:nvSpPr>
          <p:spPr>
            <a:xfrm>
              <a:off x="6369135" y="55229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1" name="pt17181"/>
            <p:cNvSpPr/>
            <p:nvPr/>
          </p:nvSpPr>
          <p:spPr>
            <a:xfrm>
              <a:off x="6256660" y="60098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2" name="pg17182"/>
            <p:cNvSpPr/>
            <p:nvPr/>
          </p:nvSpPr>
          <p:spPr>
            <a:xfrm>
              <a:off x="6239855" y="581272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3" name="pt17183"/>
            <p:cNvSpPr/>
            <p:nvPr/>
          </p:nvSpPr>
          <p:spPr>
            <a:xfrm>
              <a:off x="6315992" y="5847798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4" name="pg17184"/>
            <p:cNvSpPr/>
            <p:nvPr/>
          </p:nvSpPr>
          <p:spPr>
            <a:xfrm>
              <a:off x="6175834" y="568410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5" name="pt17185"/>
            <p:cNvSpPr/>
            <p:nvPr/>
          </p:nvSpPr>
          <p:spPr>
            <a:xfrm>
              <a:off x="6425399" y="57346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6" name="pt17186"/>
            <p:cNvSpPr/>
            <p:nvPr/>
          </p:nvSpPr>
          <p:spPr>
            <a:xfrm>
              <a:off x="6246933" y="5801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7" name="pt17187"/>
            <p:cNvSpPr/>
            <p:nvPr/>
          </p:nvSpPr>
          <p:spPr>
            <a:xfrm>
              <a:off x="6286228" y="5797933"/>
              <a:ext cx="67219" cy="67219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8" name="pt17188"/>
            <p:cNvSpPr/>
            <p:nvPr/>
          </p:nvSpPr>
          <p:spPr>
            <a:xfrm>
              <a:off x="6234345" y="606494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89" name="pt17189"/>
            <p:cNvSpPr/>
            <p:nvPr/>
          </p:nvSpPr>
          <p:spPr>
            <a:xfrm>
              <a:off x="6360650" y="5736096"/>
              <a:ext cx="48833" cy="48833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0" name="pt17190"/>
            <p:cNvSpPr/>
            <p:nvPr/>
          </p:nvSpPr>
          <p:spPr>
            <a:xfrm>
              <a:off x="7133819" y="592764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1" name="pt17191"/>
            <p:cNvSpPr/>
            <p:nvPr/>
          </p:nvSpPr>
          <p:spPr>
            <a:xfrm>
              <a:off x="5646063" y="60818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2" name="pt17192"/>
            <p:cNvSpPr/>
            <p:nvPr/>
          </p:nvSpPr>
          <p:spPr>
            <a:xfrm>
              <a:off x="5790890" y="50757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3" name="pt17193"/>
            <p:cNvSpPr/>
            <p:nvPr/>
          </p:nvSpPr>
          <p:spPr>
            <a:xfrm>
              <a:off x="6224432" y="5759332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4" name="pt17194"/>
            <p:cNvSpPr/>
            <p:nvPr/>
          </p:nvSpPr>
          <p:spPr>
            <a:xfrm>
              <a:off x="6293182" y="58174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5" name="pt17195"/>
            <p:cNvSpPr/>
            <p:nvPr/>
          </p:nvSpPr>
          <p:spPr>
            <a:xfrm>
              <a:off x="6313693" y="5830241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6" name="pt17196"/>
            <p:cNvSpPr/>
            <p:nvPr/>
          </p:nvSpPr>
          <p:spPr>
            <a:xfrm>
              <a:off x="6158971" y="5657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7" name="pt17197"/>
            <p:cNvSpPr/>
            <p:nvPr/>
          </p:nvSpPr>
          <p:spPr>
            <a:xfrm>
              <a:off x="6247212" y="6129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8" name="pt17198"/>
            <p:cNvSpPr/>
            <p:nvPr/>
          </p:nvSpPr>
          <p:spPr>
            <a:xfrm>
              <a:off x="6400140" y="5489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199" name="pt17199"/>
            <p:cNvSpPr/>
            <p:nvPr/>
          </p:nvSpPr>
          <p:spPr>
            <a:xfrm>
              <a:off x="6529041" y="49468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0" name="pg17200"/>
            <p:cNvSpPr/>
            <p:nvPr/>
          </p:nvSpPr>
          <p:spPr>
            <a:xfrm>
              <a:off x="5545449" y="600366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1" name="pt17201"/>
            <p:cNvSpPr/>
            <p:nvPr/>
          </p:nvSpPr>
          <p:spPr>
            <a:xfrm>
              <a:off x="6693853" y="5667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2" name="pt17202"/>
            <p:cNvSpPr/>
            <p:nvPr/>
          </p:nvSpPr>
          <p:spPr>
            <a:xfrm>
              <a:off x="5565574" y="60436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3" name="pt17203"/>
            <p:cNvSpPr/>
            <p:nvPr/>
          </p:nvSpPr>
          <p:spPr>
            <a:xfrm>
              <a:off x="6293719" y="558257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4" name="pt17204"/>
            <p:cNvSpPr/>
            <p:nvPr/>
          </p:nvSpPr>
          <p:spPr>
            <a:xfrm>
              <a:off x="7157627" y="5709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5" name="pt17205"/>
            <p:cNvSpPr/>
            <p:nvPr/>
          </p:nvSpPr>
          <p:spPr>
            <a:xfrm>
              <a:off x="6600649" y="56580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6" name="pt17206"/>
            <p:cNvSpPr/>
            <p:nvPr/>
          </p:nvSpPr>
          <p:spPr>
            <a:xfrm>
              <a:off x="6346829" y="581652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07" name="pl17207"/>
            <p:cNvSpPr/>
            <p:nvPr/>
          </p:nvSpPr>
          <p:spPr>
            <a:xfrm>
              <a:off x="6244066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8" name="pl17208"/>
            <p:cNvSpPr/>
            <p:nvPr/>
          </p:nvSpPr>
          <p:spPr>
            <a:xfrm>
              <a:off x="6244066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09" name="pl17209"/>
            <p:cNvSpPr/>
            <p:nvPr/>
          </p:nvSpPr>
          <p:spPr>
            <a:xfrm>
              <a:off x="6211749" y="5853043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0" name="pl17210"/>
            <p:cNvSpPr/>
            <p:nvPr/>
          </p:nvSpPr>
          <p:spPr>
            <a:xfrm>
              <a:off x="6322085" y="5742707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1" name="pt17211"/>
            <p:cNvSpPr/>
            <p:nvPr/>
          </p:nvSpPr>
          <p:spPr>
            <a:xfrm>
              <a:off x="5709694" y="62807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2" name="pt17212"/>
            <p:cNvSpPr/>
            <p:nvPr/>
          </p:nvSpPr>
          <p:spPr>
            <a:xfrm>
              <a:off x="6522686" y="539552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3" name="pt17213"/>
            <p:cNvSpPr/>
            <p:nvPr/>
          </p:nvSpPr>
          <p:spPr>
            <a:xfrm>
              <a:off x="6175887" y="587864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4" name="pt17214"/>
            <p:cNvSpPr/>
            <p:nvPr/>
          </p:nvSpPr>
          <p:spPr>
            <a:xfrm>
              <a:off x="6429375" y="581219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5" name="pt17215"/>
            <p:cNvSpPr/>
            <p:nvPr/>
          </p:nvSpPr>
          <p:spPr>
            <a:xfrm>
              <a:off x="6203819" y="58591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16" name="pl17216"/>
            <p:cNvSpPr/>
            <p:nvPr/>
          </p:nvSpPr>
          <p:spPr>
            <a:xfrm>
              <a:off x="6257065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7" name="pl17217"/>
            <p:cNvSpPr/>
            <p:nvPr/>
          </p:nvSpPr>
          <p:spPr>
            <a:xfrm>
              <a:off x="6257065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8" name="pl17218"/>
            <p:cNvSpPr/>
            <p:nvPr/>
          </p:nvSpPr>
          <p:spPr>
            <a:xfrm>
              <a:off x="6239336" y="5882998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19" name="pl17219"/>
            <p:cNvSpPr/>
            <p:nvPr/>
          </p:nvSpPr>
          <p:spPr>
            <a:xfrm>
              <a:off x="6299867" y="5822467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20" name="pg17220"/>
            <p:cNvSpPr/>
            <p:nvPr/>
          </p:nvSpPr>
          <p:spPr>
            <a:xfrm>
              <a:off x="6259246" y="593437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1" name="pt17221"/>
            <p:cNvSpPr/>
            <p:nvPr/>
          </p:nvSpPr>
          <p:spPr>
            <a:xfrm>
              <a:off x="6498856" y="5584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2" name="pg17222"/>
            <p:cNvSpPr/>
            <p:nvPr/>
          </p:nvSpPr>
          <p:spPr>
            <a:xfrm>
              <a:off x="6435707" y="57726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3" name="pg17223"/>
            <p:cNvSpPr/>
            <p:nvPr/>
          </p:nvSpPr>
          <p:spPr>
            <a:xfrm>
              <a:off x="6443041" y="57695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4" name="pt17224"/>
            <p:cNvSpPr/>
            <p:nvPr/>
          </p:nvSpPr>
          <p:spPr>
            <a:xfrm>
              <a:off x="5615298" y="5432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5" name="pt17225"/>
            <p:cNvSpPr/>
            <p:nvPr/>
          </p:nvSpPr>
          <p:spPr>
            <a:xfrm>
              <a:off x="6292074" y="5808639"/>
              <a:ext cx="80678" cy="80678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6" name="pg17226"/>
            <p:cNvSpPr/>
            <p:nvPr/>
          </p:nvSpPr>
          <p:spPr>
            <a:xfrm>
              <a:off x="6560565" y="5477955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7" name="pt17227"/>
            <p:cNvSpPr/>
            <p:nvPr/>
          </p:nvSpPr>
          <p:spPr>
            <a:xfrm>
              <a:off x="6351078" y="5751621"/>
              <a:ext cx="48833" cy="48833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8" name="pt17228"/>
            <p:cNvSpPr/>
            <p:nvPr/>
          </p:nvSpPr>
          <p:spPr>
            <a:xfrm>
              <a:off x="6268647" y="5788511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29" name="pt17229"/>
            <p:cNvSpPr/>
            <p:nvPr/>
          </p:nvSpPr>
          <p:spPr>
            <a:xfrm>
              <a:off x="6287664" y="5808690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0" name="pt17230"/>
            <p:cNvSpPr/>
            <p:nvPr/>
          </p:nvSpPr>
          <p:spPr>
            <a:xfrm>
              <a:off x="5909155" y="517590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1" name="pt17231"/>
            <p:cNvSpPr/>
            <p:nvPr/>
          </p:nvSpPr>
          <p:spPr>
            <a:xfrm>
              <a:off x="6448776" y="65650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2" name="pt17232"/>
            <p:cNvSpPr/>
            <p:nvPr/>
          </p:nvSpPr>
          <p:spPr>
            <a:xfrm>
              <a:off x="6996657" y="62181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3" name="pt17233"/>
            <p:cNvSpPr/>
            <p:nvPr/>
          </p:nvSpPr>
          <p:spPr>
            <a:xfrm>
              <a:off x="6603103" y="56587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4" name="pt17234"/>
            <p:cNvSpPr/>
            <p:nvPr/>
          </p:nvSpPr>
          <p:spPr>
            <a:xfrm>
              <a:off x="6563648" y="55499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35" name="pl17235"/>
            <p:cNvSpPr/>
            <p:nvPr/>
          </p:nvSpPr>
          <p:spPr>
            <a:xfrm>
              <a:off x="6261774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6" name="pl17236"/>
            <p:cNvSpPr/>
            <p:nvPr/>
          </p:nvSpPr>
          <p:spPr>
            <a:xfrm>
              <a:off x="6261774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7" name="pl17237"/>
            <p:cNvSpPr/>
            <p:nvPr/>
          </p:nvSpPr>
          <p:spPr>
            <a:xfrm>
              <a:off x="6251660" y="58233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8" name="pl17238"/>
            <p:cNvSpPr/>
            <p:nvPr/>
          </p:nvSpPr>
          <p:spPr>
            <a:xfrm>
              <a:off x="6286190" y="578883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39" name="pt17239"/>
            <p:cNvSpPr/>
            <p:nvPr/>
          </p:nvSpPr>
          <p:spPr>
            <a:xfrm>
              <a:off x="5674369" y="625335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0" name="pt17240"/>
            <p:cNvSpPr/>
            <p:nvPr/>
          </p:nvSpPr>
          <p:spPr>
            <a:xfrm>
              <a:off x="6274685" y="58618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1" name="pt17241"/>
            <p:cNvSpPr/>
            <p:nvPr/>
          </p:nvSpPr>
          <p:spPr>
            <a:xfrm>
              <a:off x="6272252" y="5774835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2" name="pt17242"/>
            <p:cNvSpPr/>
            <p:nvPr/>
          </p:nvSpPr>
          <p:spPr>
            <a:xfrm>
              <a:off x="6316973" y="49012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3" name="pg17243"/>
            <p:cNvSpPr/>
            <p:nvPr/>
          </p:nvSpPr>
          <p:spPr>
            <a:xfrm>
              <a:off x="6363353" y="54993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4" name="pt17244"/>
            <p:cNvSpPr/>
            <p:nvPr/>
          </p:nvSpPr>
          <p:spPr>
            <a:xfrm>
              <a:off x="6493319" y="65574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45" name="pl17245"/>
            <p:cNvSpPr/>
            <p:nvPr/>
          </p:nvSpPr>
          <p:spPr>
            <a:xfrm>
              <a:off x="6371369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6" name="pl17246"/>
            <p:cNvSpPr/>
            <p:nvPr/>
          </p:nvSpPr>
          <p:spPr>
            <a:xfrm>
              <a:off x="6371369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7" name="pl17247"/>
            <p:cNvSpPr/>
            <p:nvPr/>
          </p:nvSpPr>
          <p:spPr>
            <a:xfrm>
              <a:off x="6361256" y="53977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8" name="pl17248"/>
            <p:cNvSpPr/>
            <p:nvPr/>
          </p:nvSpPr>
          <p:spPr>
            <a:xfrm>
              <a:off x="6395786" y="53631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49" name="pg17249"/>
            <p:cNvSpPr/>
            <p:nvPr/>
          </p:nvSpPr>
          <p:spPr>
            <a:xfrm>
              <a:off x="6263068" y="591983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0" name="pt17250"/>
            <p:cNvSpPr/>
            <p:nvPr/>
          </p:nvSpPr>
          <p:spPr>
            <a:xfrm>
              <a:off x="5871127" y="51727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1" name="pg17251"/>
            <p:cNvSpPr/>
            <p:nvPr/>
          </p:nvSpPr>
          <p:spPr>
            <a:xfrm>
              <a:off x="6310471" y="65683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2" name="pt17252"/>
            <p:cNvSpPr/>
            <p:nvPr/>
          </p:nvSpPr>
          <p:spPr>
            <a:xfrm>
              <a:off x="6245342" y="5845626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3" name="pt17253"/>
            <p:cNvSpPr/>
            <p:nvPr/>
          </p:nvSpPr>
          <p:spPr>
            <a:xfrm>
              <a:off x="6651050" y="5530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4" name="pt17254"/>
            <p:cNvSpPr/>
            <p:nvPr/>
          </p:nvSpPr>
          <p:spPr>
            <a:xfrm>
              <a:off x="6540527" y="54736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5" name="pt17255"/>
            <p:cNvSpPr/>
            <p:nvPr/>
          </p:nvSpPr>
          <p:spPr>
            <a:xfrm>
              <a:off x="5513654" y="56646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56" name="pl17256"/>
            <p:cNvSpPr/>
            <p:nvPr/>
          </p:nvSpPr>
          <p:spPr>
            <a:xfrm>
              <a:off x="6216781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7" name="pl17257"/>
            <p:cNvSpPr/>
            <p:nvPr/>
          </p:nvSpPr>
          <p:spPr>
            <a:xfrm>
              <a:off x="6216781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8" name="pl17258"/>
            <p:cNvSpPr/>
            <p:nvPr/>
          </p:nvSpPr>
          <p:spPr>
            <a:xfrm>
              <a:off x="6206667" y="58019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59" name="pl17259"/>
            <p:cNvSpPr/>
            <p:nvPr/>
          </p:nvSpPr>
          <p:spPr>
            <a:xfrm>
              <a:off x="6241197" y="57674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60" name="pt17260"/>
            <p:cNvSpPr/>
            <p:nvPr/>
          </p:nvSpPr>
          <p:spPr>
            <a:xfrm>
              <a:off x="6765772" y="54712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1" name="pt17261"/>
            <p:cNvSpPr/>
            <p:nvPr/>
          </p:nvSpPr>
          <p:spPr>
            <a:xfrm>
              <a:off x="6351654" y="60128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2" name="pt17262"/>
            <p:cNvSpPr/>
            <p:nvPr/>
          </p:nvSpPr>
          <p:spPr>
            <a:xfrm>
              <a:off x="6492817" y="557091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3" name="pt17263"/>
            <p:cNvSpPr/>
            <p:nvPr/>
          </p:nvSpPr>
          <p:spPr>
            <a:xfrm>
              <a:off x="6140883" y="6498785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4" name="pt17264"/>
            <p:cNvSpPr/>
            <p:nvPr/>
          </p:nvSpPr>
          <p:spPr>
            <a:xfrm>
              <a:off x="6236452" y="584797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5" name="pt17265"/>
            <p:cNvSpPr/>
            <p:nvPr/>
          </p:nvSpPr>
          <p:spPr>
            <a:xfrm>
              <a:off x="6353339" y="5747259"/>
              <a:ext cx="48833" cy="48833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6" name="pt17266"/>
            <p:cNvSpPr/>
            <p:nvPr/>
          </p:nvSpPr>
          <p:spPr>
            <a:xfrm>
              <a:off x="7129533" y="589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7" name="pt17267"/>
            <p:cNvSpPr/>
            <p:nvPr/>
          </p:nvSpPr>
          <p:spPr>
            <a:xfrm>
              <a:off x="5497080" y="56499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8" name="pt17268"/>
            <p:cNvSpPr/>
            <p:nvPr/>
          </p:nvSpPr>
          <p:spPr>
            <a:xfrm>
              <a:off x="6301278" y="5844655"/>
              <a:ext cx="85604" cy="8560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69" name="pt17269"/>
            <p:cNvSpPr/>
            <p:nvPr/>
          </p:nvSpPr>
          <p:spPr>
            <a:xfrm>
              <a:off x="6219818" y="64681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0" name="pt17270"/>
            <p:cNvSpPr/>
            <p:nvPr/>
          </p:nvSpPr>
          <p:spPr>
            <a:xfrm>
              <a:off x="6272710" y="5762397"/>
              <a:ext cx="80678" cy="80678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1" name="pt17271"/>
            <p:cNvSpPr/>
            <p:nvPr/>
          </p:nvSpPr>
          <p:spPr>
            <a:xfrm>
              <a:off x="6037410" y="56922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2" name="pt17272"/>
            <p:cNvSpPr/>
            <p:nvPr/>
          </p:nvSpPr>
          <p:spPr>
            <a:xfrm>
              <a:off x="6531062" y="539050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3" name="pt17273"/>
            <p:cNvSpPr/>
            <p:nvPr/>
          </p:nvSpPr>
          <p:spPr>
            <a:xfrm>
              <a:off x="6392582" y="61087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4" name="pt17274"/>
            <p:cNvSpPr/>
            <p:nvPr/>
          </p:nvSpPr>
          <p:spPr>
            <a:xfrm>
              <a:off x="6344769" y="58752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75" name="pl17275"/>
            <p:cNvSpPr/>
            <p:nvPr/>
          </p:nvSpPr>
          <p:spPr>
            <a:xfrm>
              <a:off x="6329044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6" name="pl17276"/>
            <p:cNvSpPr/>
            <p:nvPr/>
          </p:nvSpPr>
          <p:spPr>
            <a:xfrm>
              <a:off x="6329044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7" name="pl17277"/>
            <p:cNvSpPr/>
            <p:nvPr/>
          </p:nvSpPr>
          <p:spPr>
            <a:xfrm>
              <a:off x="6318930" y="58515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8" name="pl17278"/>
            <p:cNvSpPr/>
            <p:nvPr/>
          </p:nvSpPr>
          <p:spPr>
            <a:xfrm>
              <a:off x="6353461" y="58169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352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79" name="pt17279"/>
            <p:cNvSpPr/>
            <p:nvPr/>
          </p:nvSpPr>
          <p:spPr>
            <a:xfrm>
              <a:off x="7099191" y="53840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80" name="pt17280"/>
            <p:cNvSpPr/>
            <p:nvPr/>
          </p:nvSpPr>
          <p:spPr>
            <a:xfrm>
              <a:off x="6305795" y="5783075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81" name="pt17281"/>
            <p:cNvSpPr/>
            <p:nvPr/>
          </p:nvSpPr>
          <p:spPr>
            <a:xfrm>
              <a:off x="6819362" y="506548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2" name="pl17282"/>
            <p:cNvSpPr/>
            <p:nvPr/>
          </p:nvSpPr>
          <p:spPr>
            <a:xfrm>
              <a:off x="6819362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3" name="pl17283"/>
            <p:cNvSpPr/>
            <p:nvPr/>
          </p:nvSpPr>
          <p:spPr>
            <a:xfrm>
              <a:off x="6819362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4" name="pt17284"/>
            <p:cNvSpPr/>
            <p:nvPr/>
          </p:nvSpPr>
          <p:spPr>
            <a:xfrm>
              <a:off x="6282417" y="5790418"/>
              <a:ext cx="74834" cy="74834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85" name="pl17285"/>
            <p:cNvSpPr/>
            <p:nvPr/>
          </p:nvSpPr>
          <p:spPr>
            <a:xfrm>
              <a:off x="6442920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6" name="pl17286"/>
            <p:cNvSpPr/>
            <p:nvPr/>
          </p:nvSpPr>
          <p:spPr>
            <a:xfrm>
              <a:off x="6442920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7" name="pl17287"/>
            <p:cNvSpPr/>
            <p:nvPr/>
          </p:nvSpPr>
          <p:spPr>
            <a:xfrm>
              <a:off x="6432806" y="53446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8" name="pl17288"/>
            <p:cNvSpPr/>
            <p:nvPr/>
          </p:nvSpPr>
          <p:spPr>
            <a:xfrm>
              <a:off x="6467337" y="53101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89" name="pg17289"/>
            <p:cNvSpPr/>
            <p:nvPr/>
          </p:nvSpPr>
          <p:spPr>
            <a:xfrm>
              <a:off x="6355328" y="598405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90" name="pg17290"/>
            <p:cNvSpPr/>
            <p:nvPr/>
          </p:nvSpPr>
          <p:spPr>
            <a:xfrm>
              <a:off x="6427244" y="576062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91" name="pt17291"/>
            <p:cNvSpPr/>
            <p:nvPr/>
          </p:nvSpPr>
          <p:spPr>
            <a:xfrm>
              <a:off x="6250437" y="58694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292" name="pl17292"/>
            <p:cNvSpPr/>
            <p:nvPr/>
          </p:nvSpPr>
          <p:spPr>
            <a:xfrm>
              <a:off x="6803114" y="7893464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3" name="pl17293"/>
            <p:cNvSpPr/>
            <p:nvPr/>
          </p:nvSpPr>
          <p:spPr>
            <a:xfrm>
              <a:off x="6889749" y="7291786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4" name="pl17294"/>
            <p:cNvSpPr/>
            <p:nvPr/>
          </p:nvSpPr>
          <p:spPr>
            <a:xfrm>
              <a:off x="6909337" y="7295881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5" name="pl17295"/>
            <p:cNvSpPr/>
            <p:nvPr/>
          </p:nvSpPr>
          <p:spPr>
            <a:xfrm>
              <a:off x="6406100" y="8073109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6" name="pl17296"/>
            <p:cNvSpPr/>
            <p:nvPr/>
          </p:nvSpPr>
          <p:spPr>
            <a:xfrm>
              <a:off x="6409169" y="7999659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7" name="pl17297"/>
            <p:cNvSpPr/>
            <p:nvPr/>
          </p:nvSpPr>
          <p:spPr>
            <a:xfrm>
              <a:off x="6388552" y="7516625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8" name="pl17298"/>
            <p:cNvSpPr/>
            <p:nvPr/>
          </p:nvSpPr>
          <p:spPr>
            <a:xfrm>
              <a:off x="6780651" y="7857868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299" name="pl17299"/>
            <p:cNvSpPr/>
            <p:nvPr/>
          </p:nvSpPr>
          <p:spPr>
            <a:xfrm>
              <a:off x="6421934" y="8360990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0" name="pl17300"/>
            <p:cNvSpPr/>
            <p:nvPr/>
          </p:nvSpPr>
          <p:spPr>
            <a:xfrm>
              <a:off x="6189158" y="7609300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1" name="pl17301"/>
            <p:cNvSpPr/>
            <p:nvPr/>
          </p:nvSpPr>
          <p:spPr>
            <a:xfrm>
              <a:off x="6397568" y="8077339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2" name="pl17302"/>
            <p:cNvSpPr/>
            <p:nvPr/>
          </p:nvSpPr>
          <p:spPr>
            <a:xfrm>
              <a:off x="6380273" y="8093579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3" name="pl17303"/>
            <p:cNvSpPr/>
            <p:nvPr/>
          </p:nvSpPr>
          <p:spPr>
            <a:xfrm>
              <a:off x="6295256" y="7533025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4" name="pl17304"/>
            <p:cNvSpPr/>
            <p:nvPr/>
          </p:nvSpPr>
          <p:spPr>
            <a:xfrm>
              <a:off x="6044181" y="8443182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5" name="pl17305"/>
            <p:cNvSpPr/>
            <p:nvPr/>
          </p:nvSpPr>
          <p:spPr>
            <a:xfrm>
              <a:off x="6312151" y="7529951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6" name="pl17306"/>
            <p:cNvSpPr/>
            <p:nvPr/>
          </p:nvSpPr>
          <p:spPr>
            <a:xfrm>
              <a:off x="6339499" y="7518560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7" name="pl17307"/>
            <p:cNvSpPr/>
            <p:nvPr/>
          </p:nvSpPr>
          <p:spPr>
            <a:xfrm>
              <a:off x="6229057" y="7578265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8" name="pl17308"/>
            <p:cNvSpPr/>
            <p:nvPr/>
          </p:nvSpPr>
          <p:spPr>
            <a:xfrm>
              <a:off x="6228756" y="7557118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09" name="pl17309"/>
            <p:cNvSpPr/>
            <p:nvPr/>
          </p:nvSpPr>
          <p:spPr>
            <a:xfrm>
              <a:off x="6217886" y="7578265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0" name="pl17310"/>
            <p:cNvSpPr/>
            <p:nvPr/>
          </p:nvSpPr>
          <p:spPr>
            <a:xfrm>
              <a:off x="6229057" y="7577881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1" name="pl17311"/>
            <p:cNvSpPr/>
            <p:nvPr/>
          </p:nvSpPr>
          <p:spPr>
            <a:xfrm>
              <a:off x="6229057" y="7576916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2" name="pl17312"/>
            <p:cNvSpPr/>
            <p:nvPr/>
          </p:nvSpPr>
          <p:spPr>
            <a:xfrm>
              <a:off x="6469890" y="7745125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3" name="pl17313"/>
            <p:cNvSpPr/>
            <p:nvPr/>
          </p:nvSpPr>
          <p:spPr>
            <a:xfrm>
              <a:off x="6265086" y="7514545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4" name="pl17314"/>
            <p:cNvSpPr/>
            <p:nvPr/>
          </p:nvSpPr>
          <p:spPr>
            <a:xfrm>
              <a:off x="6219576" y="7545850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5" name="pl17315"/>
            <p:cNvSpPr/>
            <p:nvPr/>
          </p:nvSpPr>
          <p:spPr>
            <a:xfrm>
              <a:off x="6230796" y="7547531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6" name="pl17316"/>
            <p:cNvSpPr/>
            <p:nvPr/>
          </p:nvSpPr>
          <p:spPr>
            <a:xfrm>
              <a:off x="5956112" y="7076831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7" name="pl17317"/>
            <p:cNvSpPr/>
            <p:nvPr/>
          </p:nvSpPr>
          <p:spPr>
            <a:xfrm>
              <a:off x="6244332" y="7578680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8" name="pl17318"/>
            <p:cNvSpPr/>
            <p:nvPr/>
          </p:nvSpPr>
          <p:spPr>
            <a:xfrm>
              <a:off x="6243957" y="7578680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19" name="pl17319"/>
            <p:cNvSpPr/>
            <p:nvPr/>
          </p:nvSpPr>
          <p:spPr>
            <a:xfrm>
              <a:off x="6244332" y="7578680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0" name="pl17320"/>
            <p:cNvSpPr/>
            <p:nvPr/>
          </p:nvSpPr>
          <p:spPr>
            <a:xfrm>
              <a:off x="6244332" y="7578680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1" name="pl17321"/>
            <p:cNvSpPr/>
            <p:nvPr/>
          </p:nvSpPr>
          <p:spPr>
            <a:xfrm>
              <a:off x="6241754" y="7578680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2" name="pl17322"/>
            <p:cNvSpPr/>
            <p:nvPr/>
          </p:nvSpPr>
          <p:spPr>
            <a:xfrm>
              <a:off x="6244332" y="7578680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3" name="pl17323"/>
            <p:cNvSpPr/>
            <p:nvPr/>
          </p:nvSpPr>
          <p:spPr>
            <a:xfrm>
              <a:off x="6515005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4" name="pl17324"/>
            <p:cNvSpPr/>
            <p:nvPr/>
          </p:nvSpPr>
          <p:spPr>
            <a:xfrm>
              <a:off x="6515005" y="7778132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5" name="pl17325"/>
            <p:cNvSpPr/>
            <p:nvPr/>
          </p:nvSpPr>
          <p:spPr>
            <a:xfrm>
              <a:off x="5780223" y="7241892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6" name="pl17326"/>
            <p:cNvSpPr/>
            <p:nvPr/>
          </p:nvSpPr>
          <p:spPr>
            <a:xfrm>
              <a:off x="5780223" y="7221073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7" name="pl17327"/>
            <p:cNvSpPr/>
            <p:nvPr/>
          </p:nvSpPr>
          <p:spPr>
            <a:xfrm>
              <a:off x="6243030" y="7592070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8" name="pl17328"/>
            <p:cNvSpPr/>
            <p:nvPr/>
          </p:nvSpPr>
          <p:spPr>
            <a:xfrm>
              <a:off x="6660812" y="7086195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29" name="pl17329"/>
            <p:cNvSpPr/>
            <p:nvPr/>
          </p:nvSpPr>
          <p:spPr>
            <a:xfrm>
              <a:off x="6142186" y="7591840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0" name="pl17330"/>
            <p:cNvSpPr/>
            <p:nvPr/>
          </p:nvSpPr>
          <p:spPr>
            <a:xfrm>
              <a:off x="6179420" y="7549324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1" name="pl17331"/>
            <p:cNvSpPr/>
            <p:nvPr/>
          </p:nvSpPr>
          <p:spPr>
            <a:xfrm>
              <a:off x="6166427" y="7035734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2" name="pl17332"/>
            <p:cNvSpPr/>
            <p:nvPr/>
          </p:nvSpPr>
          <p:spPr>
            <a:xfrm>
              <a:off x="5653053" y="7490723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3" name="pl17333"/>
            <p:cNvSpPr/>
            <p:nvPr/>
          </p:nvSpPr>
          <p:spPr>
            <a:xfrm>
              <a:off x="5658746" y="7501657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4" name="pl17334"/>
            <p:cNvSpPr/>
            <p:nvPr/>
          </p:nvSpPr>
          <p:spPr>
            <a:xfrm>
              <a:off x="5915497" y="7855519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5" name="pl17335"/>
            <p:cNvSpPr/>
            <p:nvPr/>
          </p:nvSpPr>
          <p:spPr>
            <a:xfrm>
              <a:off x="6499340" y="8503410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6" name="pl17336"/>
            <p:cNvSpPr/>
            <p:nvPr/>
          </p:nvSpPr>
          <p:spPr>
            <a:xfrm>
              <a:off x="6174619" y="7578913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7" name="pl17337"/>
            <p:cNvSpPr/>
            <p:nvPr/>
          </p:nvSpPr>
          <p:spPr>
            <a:xfrm>
              <a:off x="6174016" y="7561044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8" name="pl17338"/>
            <p:cNvSpPr/>
            <p:nvPr/>
          </p:nvSpPr>
          <p:spPr>
            <a:xfrm>
              <a:off x="6391533" y="7947390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39" name="pl17339"/>
            <p:cNvSpPr/>
            <p:nvPr/>
          </p:nvSpPr>
          <p:spPr>
            <a:xfrm>
              <a:off x="6374486" y="7974496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0" name="pl17340"/>
            <p:cNvSpPr/>
            <p:nvPr/>
          </p:nvSpPr>
          <p:spPr>
            <a:xfrm>
              <a:off x="6206087" y="7533178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1" name="pl17341"/>
            <p:cNvSpPr/>
            <p:nvPr/>
          </p:nvSpPr>
          <p:spPr>
            <a:xfrm>
              <a:off x="6193803" y="7533178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2" name="pl17342"/>
            <p:cNvSpPr/>
            <p:nvPr/>
          </p:nvSpPr>
          <p:spPr>
            <a:xfrm>
              <a:off x="6209217" y="7533178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3" name="pl17343"/>
            <p:cNvSpPr/>
            <p:nvPr/>
          </p:nvSpPr>
          <p:spPr>
            <a:xfrm>
              <a:off x="6200724" y="7520137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4" name="pl17344"/>
            <p:cNvSpPr/>
            <p:nvPr/>
          </p:nvSpPr>
          <p:spPr>
            <a:xfrm>
              <a:off x="6209217" y="7526308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5" name="pl17345"/>
            <p:cNvSpPr/>
            <p:nvPr/>
          </p:nvSpPr>
          <p:spPr>
            <a:xfrm>
              <a:off x="6199544" y="7533178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6" name="pl17346"/>
            <p:cNvSpPr/>
            <p:nvPr/>
          </p:nvSpPr>
          <p:spPr>
            <a:xfrm>
              <a:off x="6219576" y="7510442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7" name="pl17347"/>
            <p:cNvSpPr/>
            <p:nvPr/>
          </p:nvSpPr>
          <p:spPr>
            <a:xfrm>
              <a:off x="6223731" y="7479004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8" name="pl17348"/>
            <p:cNvSpPr/>
            <p:nvPr/>
          </p:nvSpPr>
          <p:spPr>
            <a:xfrm>
              <a:off x="6513614" y="7905033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49" name="pl17349"/>
            <p:cNvSpPr/>
            <p:nvPr/>
          </p:nvSpPr>
          <p:spPr>
            <a:xfrm>
              <a:off x="6523834" y="7905033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0" name="pl17350"/>
            <p:cNvSpPr/>
            <p:nvPr/>
          </p:nvSpPr>
          <p:spPr>
            <a:xfrm>
              <a:off x="6523834" y="7905033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1" name="pl17351"/>
            <p:cNvSpPr/>
            <p:nvPr/>
          </p:nvSpPr>
          <p:spPr>
            <a:xfrm>
              <a:off x="6523834" y="7905033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2" name="pl17352"/>
            <p:cNvSpPr/>
            <p:nvPr/>
          </p:nvSpPr>
          <p:spPr>
            <a:xfrm>
              <a:off x="6523834" y="7905033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3" name="pl17353"/>
            <p:cNvSpPr/>
            <p:nvPr/>
          </p:nvSpPr>
          <p:spPr>
            <a:xfrm>
              <a:off x="6523834" y="7905033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4" name="pl17354"/>
            <p:cNvSpPr/>
            <p:nvPr/>
          </p:nvSpPr>
          <p:spPr>
            <a:xfrm>
              <a:off x="6444967" y="7905033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5" name="pl17355"/>
            <p:cNvSpPr/>
            <p:nvPr/>
          </p:nvSpPr>
          <p:spPr>
            <a:xfrm>
              <a:off x="6523834" y="7905033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6" name="pl17356"/>
            <p:cNvSpPr/>
            <p:nvPr/>
          </p:nvSpPr>
          <p:spPr>
            <a:xfrm>
              <a:off x="6523834" y="7892802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7" name="pl17357"/>
            <p:cNvSpPr/>
            <p:nvPr/>
          </p:nvSpPr>
          <p:spPr>
            <a:xfrm>
              <a:off x="6523834" y="7905033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8" name="pl17358"/>
            <p:cNvSpPr/>
            <p:nvPr/>
          </p:nvSpPr>
          <p:spPr>
            <a:xfrm>
              <a:off x="6523834" y="7905033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59" name="pl17359"/>
            <p:cNvSpPr/>
            <p:nvPr/>
          </p:nvSpPr>
          <p:spPr>
            <a:xfrm>
              <a:off x="6523834" y="7895842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0" name="pl17360"/>
            <p:cNvSpPr/>
            <p:nvPr/>
          </p:nvSpPr>
          <p:spPr>
            <a:xfrm>
              <a:off x="6519917" y="7905033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1" name="pl17361"/>
            <p:cNvSpPr/>
            <p:nvPr/>
          </p:nvSpPr>
          <p:spPr>
            <a:xfrm>
              <a:off x="6508501" y="7905033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2" name="pl17362"/>
            <p:cNvSpPr/>
            <p:nvPr/>
          </p:nvSpPr>
          <p:spPr>
            <a:xfrm>
              <a:off x="6523834" y="7905033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3" name="pl17363"/>
            <p:cNvSpPr/>
            <p:nvPr/>
          </p:nvSpPr>
          <p:spPr>
            <a:xfrm>
              <a:off x="6523834" y="7905033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4" name="pl17364"/>
            <p:cNvSpPr/>
            <p:nvPr/>
          </p:nvSpPr>
          <p:spPr>
            <a:xfrm>
              <a:off x="6523834" y="7905033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5" name="pl17365"/>
            <p:cNvSpPr/>
            <p:nvPr/>
          </p:nvSpPr>
          <p:spPr>
            <a:xfrm>
              <a:off x="6303610" y="7520217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6" name="pl17366"/>
            <p:cNvSpPr/>
            <p:nvPr/>
          </p:nvSpPr>
          <p:spPr>
            <a:xfrm>
              <a:off x="6252091" y="7475467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7" name="pl17367"/>
            <p:cNvSpPr/>
            <p:nvPr/>
          </p:nvSpPr>
          <p:spPr>
            <a:xfrm>
              <a:off x="6252091" y="7463320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8" name="pl17368"/>
            <p:cNvSpPr/>
            <p:nvPr/>
          </p:nvSpPr>
          <p:spPr>
            <a:xfrm>
              <a:off x="6242838" y="7510382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69" name="pl17369"/>
            <p:cNvSpPr/>
            <p:nvPr/>
          </p:nvSpPr>
          <p:spPr>
            <a:xfrm>
              <a:off x="6221232" y="7510382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0" name="pl17370"/>
            <p:cNvSpPr/>
            <p:nvPr/>
          </p:nvSpPr>
          <p:spPr>
            <a:xfrm>
              <a:off x="6252091" y="7494820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1" name="pl17371"/>
            <p:cNvSpPr/>
            <p:nvPr/>
          </p:nvSpPr>
          <p:spPr>
            <a:xfrm>
              <a:off x="6252091" y="7498427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2" name="pl17372"/>
            <p:cNvSpPr/>
            <p:nvPr/>
          </p:nvSpPr>
          <p:spPr>
            <a:xfrm>
              <a:off x="6252091" y="7471413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3" name="pl17373"/>
            <p:cNvSpPr/>
            <p:nvPr/>
          </p:nvSpPr>
          <p:spPr>
            <a:xfrm>
              <a:off x="6252091" y="7503921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4" name="pl17374"/>
            <p:cNvSpPr/>
            <p:nvPr/>
          </p:nvSpPr>
          <p:spPr>
            <a:xfrm>
              <a:off x="6228756" y="7510382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5" name="pl17375"/>
            <p:cNvSpPr/>
            <p:nvPr/>
          </p:nvSpPr>
          <p:spPr>
            <a:xfrm>
              <a:off x="6230506" y="7510382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6" name="pl17376"/>
            <p:cNvSpPr/>
            <p:nvPr/>
          </p:nvSpPr>
          <p:spPr>
            <a:xfrm>
              <a:off x="6252091" y="7510382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7" name="pl17377"/>
            <p:cNvSpPr/>
            <p:nvPr/>
          </p:nvSpPr>
          <p:spPr>
            <a:xfrm>
              <a:off x="6109636" y="7578660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8" name="pl17378"/>
            <p:cNvSpPr/>
            <p:nvPr/>
          </p:nvSpPr>
          <p:spPr>
            <a:xfrm>
              <a:off x="6167609" y="7590376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79" name="pl17379"/>
            <p:cNvSpPr/>
            <p:nvPr/>
          </p:nvSpPr>
          <p:spPr>
            <a:xfrm>
              <a:off x="6286691" y="7540586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0" name="pl17380"/>
            <p:cNvSpPr/>
            <p:nvPr/>
          </p:nvSpPr>
          <p:spPr>
            <a:xfrm>
              <a:off x="5983474" y="7438503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1" name="pl17381"/>
            <p:cNvSpPr/>
            <p:nvPr/>
          </p:nvSpPr>
          <p:spPr>
            <a:xfrm>
              <a:off x="6736712" y="7131556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2" name="pl17382"/>
            <p:cNvSpPr/>
            <p:nvPr/>
          </p:nvSpPr>
          <p:spPr>
            <a:xfrm>
              <a:off x="5780223" y="7241892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3" name="pl17383"/>
            <p:cNvSpPr/>
            <p:nvPr/>
          </p:nvSpPr>
          <p:spPr>
            <a:xfrm>
              <a:off x="6440777" y="7887879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4" name="pl17384"/>
            <p:cNvSpPr/>
            <p:nvPr/>
          </p:nvSpPr>
          <p:spPr>
            <a:xfrm>
              <a:off x="6461834" y="7745106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5" name="pl17385"/>
            <p:cNvSpPr/>
            <p:nvPr/>
          </p:nvSpPr>
          <p:spPr>
            <a:xfrm>
              <a:off x="6461834" y="7870362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6" name="pl17386"/>
            <p:cNvSpPr/>
            <p:nvPr/>
          </p:nvSpPr>
          <p:spPr>
            <a:xfrm>
              <a:off x="6403128" y="8343547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7" name="pl17387"/>
            <p:cNvSpPr/>
            <p:nvPr/>
          </p:nvSpPr>
          <p:spPr>
            <a:xfrm>
              <a:off x="6407670" y="8343547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8" name="pl17388"/>
            <p:cNvSpPr/>
            <p:nvPr/>
          </p:nvSpPr>
          <p:spPr>
            <a:xfrm>
              <a:off x="6407318" y="8304185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89" name="pl17389"/>
            <p:cNvSpPr/>
            <p:nvPr/>
          </p:nvSpPr>
          <p:spPr>
            <a:xfrm>
              <a:off x="6404974" y="8343547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0" name="pl17390"/>
            <p:cNvSpPr/>
            <p:nvPr/>
          </p:nvSpPr>
          <p:spPr>
            <a:xfrm>
              <a:off x="6384639" y="8343547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1" name="pl17391"/>
            <p:cNvSpPr/>
            <p:nvPr/>
          </p:nvSpPr>
          <p:spPr>
            <a:xfrm>
              <a:off x="6407670" y="8336766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2" name="pl17392"/>
            <p:cNvSpPr/>
            <p:nvPr/>
          </p:nvSpPr>
          <p:spPr>
            <a:xfrm>
              <a:off x="6265248" y="7451497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3" name="pl17393"/>
            <p:cNvSpPr/>
            <p:nvPr/>
          </p:nvSpPr>
          <p:spPr>
            <a:xfrm>
              <a:off x="5665499" y="8081157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4" name="pl17394"/>
            <p:cNvSpPr/>
            <p:nvPr/>
          </p:nvSpPr>
          <p:spPr>
            <a:xfrm>
              <a:off x="6537840" y="7693279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5" name="pl17395"/>
            <p:cNvSpPr/>
            <p:nvPr/>
          </p:nvSpPr>
          <p:spPr>
            <a:xfrm>
              <a:off x="6528127" y="7726341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6" name="pl17396"/>
            <p:cNvSpPr/>
            <p:nvPr/>
          </p:nvSpPr>
          <p:spPr>
            <a:xfrm>
              <a:off x="6523332" y="7700908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7" name="pl17397"/>
            <p:cNvSpPr/>
            <p:nvPr/>
          </p:nvSpPr>
          <p:spPr>
            <a:xfrm>
              <a:off x="6528096" y="7710686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8" name="pl17398"/>
            <p:cNvSpPr/>
            <p:nvPr/>
          </p:nvSpPr>
          <p:spPr>
            <a:xfrm>
              <a:off x="6537840" y="7726341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399" name="pl17399"/>
            <p:cNvSpPr/>
            <p:nvPr/>
          </p:nvSpPr>
          <p:spPr>
            <a:xfrm>
              <a:off x="6532742" y="7713607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0" name="pl17400"/>
            <p:cNvSpPr/>
            <p:nvPr/>
          </p:nvSpPr>
          <p:spPr>
            <a:xfrm>
              <a:off x="6537840" y="7726341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1" name="pl17401"/>
            <p:cNvSpPr/>
            <p:nvPr/>
          </p:nvSpPr>
          <p:spPr>
            <a:xfrm>
              <a:off x="6521118" y="7726341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2" name="pl17402"/>
            <p:cNvSpPr/>
            <p:nvPr/>
          </p:nvSpPr>
          <p:spPr>
            <a:xfrm>
              <a:off x="6537840" y="7726341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3" name="pl17403"/>
            <p:cNvSpPr/>
            <p:nvPr/>
          </p:nvSpPr>
          <p:spPr>
            <a:xfrm>
              <a:off x="6527121" y="7722368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4" name="pl17404"/>
            <p:cNvSpPr/>
            <p:nvPr/>
          </p:nvSpPr>
          <p:spPr>
            <a:xfrm>
              <a:off x="6522809" y="7726208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5" name="pl17405"/>
            <p:cNvSpPr/>
            <p:nvPr/>
          </p:nvSpPr>
          <p:spPr>
            <a:xfrm>
              <a:off x="6537840" y="7726341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6" name="pl17406"/>
            <p:cNvSpPr/>
            <p:nvPr/>
          </p:nvSpPr>
          <p:spPr>
            <a:xfrm>
              <a:off x="6537840" y="7726341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7" name="pl17407"/>
            <p:cNvSpPr/>
            <p:nvPr/>
          </p:nvSpPr>
          <p:spPr>
            <a:xfrm>
              <a:off x="6537840" y="7714603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8" name="pl17408"/>
            <p:cNvSpPr/>
            <p:nvPr/>
          </p:nvSpPr>
          <p:spPr>
            <a:xfrm>
              <a:off x="6537840" y="7726341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09" name="pl17409"/>
            <p:cNvSpPr/>
            <p:nvPr/>
          </p:nvSpPr>
          <p:spPr>
            <a:xfrm>
              <a:off x="6537840" y="7723297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0" name="pl17410"/>
            <p:cNvSpPr/>
            <p:nvPr/>
          </p:nvSpPr>
          <p:spPr>
            <a:xfrm>
              <a:off x="6537840" y="7717757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1" name="pl17411"/>
            <p:cNvSpPr/>
            <p:nvPr/>
          </p:nvSpPr>
          <p:spPr>
            <a:xfrm>
              <a:off x="6537840" y="7726341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2" name="pl17412"/>
            <p:cNvSpPr/>
            <p:nvPr/>
          </p:nvSpPr>
          <p:spPr>
            <a:xfrm>
              <a:off x="6537840" y="7716128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3" name="pl17413"/>
            <p:cNvSpPr/>
            <p:nvPr/>
          </p:nvSpPr>
          <p:spPr>
            <a:xfrm>
              <a:off x="6483518" y="7726341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4" name="pl17414"/>
            <p:cNvSpPr/>
            <p:nvPr/>
          </p:nvSpPr>
          <p:spPr>
            <a:xfrm>
              <a:off x="6526255" y="7726341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5" name="pl17415"/>
            <p:cNvSpPr/>
            <p:nvPr/>
          </p:nvSpPr>
          <p:spPr>
            <a:xfrm>
              <a:off x="6527913" y="7726341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6" name="pl17416"/>
            <p:cNvSpPr/>
            <p:nvPr/>
          </p:nvSpPr>
          <p:spPr>
            <a:xfrm>
              <a:off x="6537840" y="7676185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7" name="pl17417"/>
            <p:cNvSpPr/>
            <p:nvPr/>
          </p:nvSpPr>
          <p:spPr>
            <a:xfrm>
              <a:off x="6537840" y="7698454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8" name="pl17418"/>
            <p:cNvSpPr/>
            <p:nvPr/>
          </p:nvSpPr>
          <p:spPr>
            <a:xfrm>
              <a:off x="6537840" y="7707609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19" name="pl17419"/>
            <p:cNvSpPr/>
            <p:nvPr/>
          </p:nvSpPr>
          <p:spPr>
            <a:xfrm>
              <a:off x="6174745" y="7536781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0" name="pl17420"/>
            <p:cNvSpPr/>
            <p:nvPr/>
          </p:nvSpPr>
          <p:spPr>
            <a:xfrm>
              <a:off x="6509789" y="7711388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1" name="pl17421"/>
            <p:cNvSpPr/>
            <p:nvPr/>
          </p:nvSpPr>
          <p:spPr>
            <a:xfrm>
              <a:off x="6282927" y="7450812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2" name="pl17422"/>
            <p:cNvSpPr/>
            <p:nvPr/>
          </p:nvSpPr>
          <p:spPr>
            <a:xfrm>
              <a:off x="6277482" y="7450812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3" name="pl17423"/>
            <p:cNvSpPr/>
            <p:nvPr/>
          </p:nvSpPr>
          <p:spPr>
            <a:xfrm>
              <a:off x="6259970" y="7489916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4" name="pl17424"/>
            <p:cNvSpPr/>
            <p:nvPr/>
          </p:nvSpPr>
          <p:spPr>
            <a:xfrm>
              <a:off x="6259970" y="7493640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5" name="pl17425"/>
            <p:cNvSpPr/>
            <p:nvPr/>
          </p:nvSpPr>
          <p:spPr>
            <a:xfrm>
              <a:off x="6259970" y="7503224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6" name="pl17426"/>
            <p:cNvSpPr/>
            <p:nvPr/>
          </p:nvSpPr>
          <p:spPr>
            <a:xfrm>
              <a:off x="6258990" y="7494820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7" name="pl17427"/>
            <p:cNvSpPr/>
            <p:nvPr/>
          </p:nvSpPr>
          <p:spPr>
            <a:xfrm>
              <a:off x="6228136" y="7503224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8" name="pl17428"/>
            <p:cNvSpPr/>
            <p:nvPr/>
          </p:nvSpPr>
          <p:spPr>
            <a:xfrm>
              <a:off x="6256876" y="7498427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29" name="pl17429"/>
            <p:cNvSpPr/>
            <p:nvPr/>
          </p:nvSpPr>
          <p:spPr>
            <a:xfrm>
              <a:off x="6259970" y="7495428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0" name="pl17430"/>
            <p:cNvSpPr/>
            <p:nvPr/>
          </p:nvSpPr>
          <p:spPr>
            <a:xfrm>
              <a:off x="6259970" y="7468798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1" name="pl17431"/>
            <p:cNvSpPr/>
            <p:nvPr/>
          </p:nvSpPr>
          <p:spPr>
            <a:xfrm>
              <a:off x="6259970" y="7503224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2" name="pl17432"/>
            <p:cNvSpPr/>
            <p:nvPr/>
          </p:nvSpPr>
          <p:spPr>
            <a:xfrm>
              <a:off x="6259970" y="7503224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3" name="pl17433"/>
            <p:cNvSpPr/>
            <p:nvPr/>
          </p:nvSpPr>
          <p:spPr>
            <a:xfrm>
              <a:off x="6259970" y="7491006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4" name="pl17434"/>
            <p:cNvSpPr/>
            <p:nvPr/>
          </p:nvSpPr>
          <p:spPr>
            <a:xfrm>
              <a:off x="6174814" y="7591214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5" name="pl17435"/>
            <p:cNvSpPr/>
            <p:nvPr/>
          </p:nvSpPr>
          <p:spPr>
            <a:xfrm>
              <a:off x="6682067" y="7984467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6" name="pl17436"/>
            <p:cNvSpPr/>
            <p:nvPr/>
          </p:nvSpPr>
          <p:spPr>
            <a:xfrm>
              <a:off x="6030397" y="8337539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7" name="pl17437"/>
            <p:cNvSpPr/>
            <p:nvPr/>
          </p:nvSpPr>
          <p:spPr>
            <a:xfrm>
              <a:off x="6024457" y="8337537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8" name="pl17438"/>
            <p:cNvSpPr/>
            <p:nvPr/>
          </p:nvSpPr>
          <p:spPr>
            <a:xfrm>
              <a:off x="5780223" y="7208928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39" name="pl17439"/>
            <p:cNvSpPr/>
            <p:nvPr/>
          </p:nvSpPr>
          <p:spPr>
            <a:xfrm>
              <a:off x="6239774" y="7429469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0" name="pl17440"/>
            <p:cNvSpPr/>
            <p:nvPr/>
          </p:nvSpPr>
          <p:spPr>
            <a:xfrm>
              <a:off x="6206087" y="7555495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1" name="pl17441"/>
            <p:cNvSpPr/>
            <p:nvPr/>
          </p:nvSpPr>
          <p:spPr>
            <a:xfrm>
              <a:off x="6193803" y="7552260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2" name="pl17442"/>
            <p:cNvSpPr/>
            <p:nvPr/>
          </p:nvSpPr>
          <p:spPr>
            <a:xfrm>
              <a:off x="6195971" y="7573665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3" name="pl17443"/>
            <p:cNvSpPr/>
            <p:nvPr/>
          </p:nvSpPr>
          <p:spPr>
            <a:xfrm>
              <a:off x="6214510" y="7566028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4" name="pl17444"/>
            <p:cNvSpPr/>
            <p:nvPr/>
          </p:nvSpPr>
          <p:spPr>
            <a:xfrm>
              <a:off x="6202062" y="7573665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5" name="pl17445"/>
            <p:cNvSpPr/>
            <p:nvPr/>
          </p:nvSpPr>
          <p:spPr>
            <a:xfrm>
              <a:off x="6214510" y="7562444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6" name="pl17446"/>
            <p:cNvSpPr/>
            <p:nvPr/>
          </p:nvSpPr>
          <p:spPr>
            <a:xfrm>
              <a:off x="6214510" y="7573665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7" name="pl17447"/>
            <p:cNvSpPr/>
            <p:nvPr/>
          </p:nvSpPr>
          <p:spPr>
            <a:xfrm>
              <a:off x="6207874" y="7573665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8" name="pl17448"/>
            <p:cNvSpPr/>
            <p:nvPr/>
          </p:nvSpPr>
          <p:spPr>
            <a:xfrm>
              <a:off x="6210749" y="7573665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49" name="pl17449"/>
            <p:cNvSpPr/>
            <p:nvPr/>
          </p:nvSpPr>
          <p:spPr>
            <a:xfrm>
              <a:off x="6214510" y="7559173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0" name="pl17450"/>
            <p:cNvSpPr/>
            <p:nvPr/>
          </p:nvSpPr>
          <p:spPr>
            <a:xfrm>
              <a:off x="6208069" y="7573665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1" name="pl17451"/>
            <p:cNvSpPr/>
            <p:nvPr/>
          </p:nvSpPr>
          <p:spPr>
            <a:xfrm>
              <a:off x="6205919" y="7573665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2" name="pl17452"/>
            <p:cNvSpPr/>
            <p:nvPr/>
          </p:nvSpPr>
          <p:spPr>
            <a:xfrm>
              <a:off x="6197737" y="7573665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3" name="pl17453"/>
            <p:cNvSpPr/>
            <p:nvPr/>
          </p:nvSpPr>
          <p:spPr>
            <a:xfrm>
              <a:off x="6214510" y="7545850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4" name="pl17454"/>
            <p:cNvSpPr/>
            <p:nvPr/>
          </p:nvSpPr>
          <p:spPr>
            <a:xfrm>
              <a:off x="6214510" y="7551865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5" name="pl17455"/>
            <p:cNvSpPr/>
            <p:nvPr/>
          </p:nvSpPr>
          <p:spPr>
            <a:xfrm>
              <a:off x="6214510" y="7556971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6" name="pl17456"/>
            <p:cNvSpPr/>
            <p:nvPr/>
          </p:nvSpPr>
          <p:spPr>
            <a:xfrm>
              <a:off x="6214510" y="7561173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7" name="pl17457"/>
            <p:cNvSpPr/>
            <p:nvPr/>
          </p:nvSpPr>
          <p:spPr>
            <a:xfrm>
              <a:off x="6209467" y="7573665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8" name="pl17458"/>
            <p:cNvSpPr/>
            <p:nvPr/>
          </p:nvSpPr>
          <p:spPr>
            <a:xfrm>
              <a:off x="6214510" y="7566031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59" name="pl17459"/>
            <p:cNvSpPr/>
            <p:nvPr/>
          </p:nvSpPr>
          <p:spPr>
            <a:xfrm>
              <a:off x="6214510" y="7538518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0" name="pl17460"/>
            <p:cNvSpPr/>
            <p:nvPr/>
          </p:nvSpPr>
          <p:spPr>
            <a:xfrm>
              <a:off x="6214510" y="7560206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1" name="pl17461"/>
            <p:cNvSpPr/>
            <p:nvPr/>
          </p:nvSpPr>
          <p:spPr>
            <a:xfrm>
              <a:off x="6171802" y="7573665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2" name="pl17462"/>
            <p:cNvSpPr/>
            <p:nvPr/>
          </p:nvSpPr>
          <p:spPr>
            <a:xfrm>
              <a:off x="6178655" y="7573665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3" name="pl17463"/>
            <p:cNvSpPr/>
            <p:nvPr/>
          </p:nvSpPr>
          <p:spPr>
            <a:xfrm>
              <a:off x="6157384" y="7573665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4" name="pl17464"/>
            <p:cNvSpPr/>
            <p:nvPr/>
          </p:nvSpPr>
          <p:spPr>
            <a:xfrm>
              <a:off x="6198582" y="7573665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5" name="pl17465"/>
            <p:cNvSpPr/>
            <p:nvPr/>
          </p:nvSpPr>
          <p:spPr>
            <a:xfrm>
              <a:off x="6214510" y="7573665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6" name="pl17466"/>
            <p:cNvSpPr/>
            <p:nvPr/>
          </p:nvSpPr>
          <p:spPr>
            <a:xfrm>
              <a:off x="6192424" y="7562544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7" name="pl17467"/>
            <p:cNvSpPr/>
            <p:nvPr/>
          </p:nvSpPr>
          <p:spPr>
            <a:xfrm>
              <a:off x="6214510" y="7557118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8" name="pl17468"/>
            <p:cNvSpPr/>
            <p:nvPr/>
          </p:nvSpPr>
          <p:spPr>
            <a:xfrm>
              <a:off x="6214510" y="7573665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69" name="pl17469"/>
            <p:cNvSpPr/>
            <p:nvPr/>
          </p:nvSpPr>
          <p:spPr>
            <a:xfrm>
              <a:off x="6214510" y="7540072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0" name="pl17470"/>
            <p:cNvSpPr/>
            <p:nvPr/>
          </p:nvSpPr>
          <p:spPr>
            <a:xfrm>
              <a:off x="6214510" y="7571472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1" name="pl17471"/>
            <p:cNvSpPr/>
            <p:nvPr/>
          </p:nvSpPr>
          <p:spPr>
            <a:xfrm>
              <a:off x="6201195" y="7573665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2" name="pl17472"/>
            <p:cNvSpPr/>
            <p:nvPr/>
          </p:nvSpPr>
          <p:spPr>
            <a:xfrm>
              <a:off x="6214510" y="7573665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3" name="pl17473"/>
            <p:cNvSpPr/>
            <p:nvPr/>
          </p:nvSpPr>
          <p:spPr>
            <a:xfrm>
              <a:off x="6208033" y="7573665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4" name="pl17474"/>
            <p:cNvSpPr/>
            <p:nvPr/>
          </p:nvSpPr>
          <p:spPr>
            <a:xfrm>
              <a:off x="6211981" y="7573665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5" name="pl17475"/>
            <p:cNvSpPr/>
            <p:nvPr/>
          </p:nvSpPr>
          <p:spPr>
            <a:xfrm>
              <a:off x="6204228" y="7573665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6" name="pl17476"/>
            <p:cNvSpPr/>
            <p:nvPr/>
          </p:nvSpPr>
          <p:spPr>
            <a:xfrm>
              <a:off x="6193596" y="7573665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7" name="pl17477"/>
            <p:cNvSpPr/>
            <p:nvPr/>
          </p:nvSpPr>
          <p:spPr>
            <a:xfrm>
              <a:off x="6214510" y="7573665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8" name="pl17478"/>
            <p:cNvSpPr/>
            <p:nvPr/>
          </p:nvSpPr>
          <p:spPr>
            <a:xfrm>
              <a:off x="6206271" y="7573665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79" name="pl17479"/>
            <p:cNvSpPr/>
            <p:nvPr/>
          </p:nvSpPr>
          <p:spPr>
            <a:xfrm>
              <a:off x="6214510" y="7560361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0" name="pl17480"/>
            <p:cNvSpPr/>
            <p:nvPr/>
          </p:nvSpPr>
          <p:spPr>
            <a:xfrm>
              <a:off x="6214510" y="7573665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1" name="pl17481"/>
            <p:cNvSpPr/>
            <p:nvPr/>
          </p:nvSpPr>
          <p:spPr>
            <a:xfrm>
              <a:off x="6190408" y="7573665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2" name="pl17482"/>
            <p:cNvSpPr/>
            <p:nvPr/>
          </p:nvSpPr>
          <p:spPr>
            <a:xfrm>
              <a:off x="6187055" y="7573665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3" name="pl17483"/>
            <p:cNvSpPr/>
            <p:nvPr/>
          </p:nvSpPr>
          <p:spPr>
            <a:xfrm>
              <a:off x="6195926" y="7573665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4" name="pl17484"/>
            <p:cNvSpPr/>
            <p:nvPr/>
          </p:nvSpPr>
          <p:spPr>
            <a:xfrm>
              <a:off x="6199544" y="7548948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5" name="pl17485"/>
            <p:cNvSpPr/>
            <p:nvPr/>
          </p:nvSpPr>
          <p:spPr>
            <a:xfrm>
              <a:off x="6540415" y="7958313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6" name="pl17486"/>
            <p:cNvSpPr/>
            <p:nvPr/>
          </p:nvSpPr>
          <p:spPr>
            <a:xfrm>
              <a:off x="6564712" y="7951161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7" name="pl17487"/>
            <p:cNvSpPr/>
            <p:nvPr/>
          </p:nvSpPr>
          <p:spPr>
            <a:xfrm>
              <a:off x="6853924" y="8337067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8" name="pl17488"/>
            <p:cNvSpPr/>
            <p:nvPr/>
          </p:nvSpPr>
          <p:spPr>
            <a:xfrm>
              <a:off x="6212268" y="7535575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89" name="pl17489"/>
            <p:cNvSpPr/>
            <p:nvPr/>
          </p:nvSpPr>
          <p:spPr>
            <a:xfrm>
              <a:off x="5942070" y="8087962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0" name="pl17490"/>
            <p:cNvSpPr/>
            <p:nvPr/>
          </p:nvSpPr>
          <p:spPr>
            <a:xfrm>
              <a:off x="6167804" y="7565251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1" name="pl17491"/>
            <p:cNvSpPr/>
            <p:nvPr/>
          </p:nvSpPr>
          <p:spPr>
            <a:xfrm>
              <a:off x="6178212" y="7562544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2" name="pl17492"/>
            <p:cNvSpPr/>
            <p:nvPr/>
          </p:nvSpPr>
          <p:spPr>
            <a:xfrm>
              <a:off x="6381418" y="8366595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3" name="pl17493"/>
            <p:cNvSpPr/>
            <p:nvPr/>
          </p:nvSpPr>
          <p:spPr>
            <a:xfrm>
              <a:off x="6400565" y="8366595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4" name="pl17494"/>
            <p:cNvSpPr/>
            <p:nvPr/>
          </p:nvSpPr>
          <p:spPr>
            <a:xfrm>
              <a:off x="6746125" y="8289105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5" name="pl17495"/>
            <p:cNvSpPr/>
            <p:nvPr/>
          </p:nvSpPr>
          <p:spPr>
            <a:xfrm>
              <a:off x="7051514" y="7497831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6" name="pl17496"/>
            <p:cNvSpPr/>
            <p:nvPr/>
          </p:nvSpPr>
          <p:spPr>
            <a:xfrm>
              <a:off x="6392273" y="8079137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7" name="pl17497"/>
            <p:cNvSpPr/>
            <p:nvPr/>
          </p:nvSpPr>
          <p:spPr>
            <a:xfrm>
              <a:off x="6393388" y="8077339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8" name="pl17498"/>
            <p:cNvSpPr/>
            <p:nvPr/>
          </p:nvSpPr>
          <p:spPr>
            <a:xfrm>
              <a:off x="6391645" y="8079137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499" name="pl17499"/>
            <p:cNvSpPr/>
            <p:nvPr/>
          </p:nvSpPr>
          <p:spPr>
            <a:xfrm>
              <a:off x="5849127" y="8305368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0" name="pl17500"/>
            <p:cNvSpPr/>
            <p:nvPr/>
          </p:nvSpPr>
          <p:spPr>
            <a:xfrm>
              <a:off x="6337661" y="7984979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1" name="pl17501"/>
            <p:cNvSpPr/>
            <p:nvPr/>
          </p:nvSpPr>
          <p:spPr>
            <a:xfrm>
              <a:off x="6539097" y="7935282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2" name="pl17502"/>
            <p:cNvSpPr/>
            <p:nvPr/>
          </p:nvSpPr>
          <p:spPr>
            <a:xfrm>
              <a:off x="6539097" y="7935282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3" name="pl17503"/>
            <p:cNvSpPr/>
            <p:nvPr/>
          </p:nvSpPr>
          <p:spPr>
            <a:xfrm>
              <a:off x="6539097" y="7935282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4" name="pl17504"/>
            <p:cNvSpPr/>
            <p:nvPr/>
          </p:nvSpPr>
          <p:spPr>
            <a:xfrm>
              <a:off x="6401246" y="7013775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5" name="pl17505"/>
            <p:cNvSpPr/>
            <p:nvPr/>
          </p:nvSpPr>
          <p:spPr>
            <a:xfrm>
              <a:off x="6520067" y="7747782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6" name="pl17506"/>
            <p:cNvSpPr/>
            <p:nvPr/>
          </p:nvSpPr>
          <p:spPr>
            <a:xfrm>
              <a:off x="6209453" y="7501626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7" name="pl17507"/>
            <p:cNvSpPr/>
            <p:nvPr/>
          </p:nvSpPr>
          <p:spPr>
            <a:xfrm>
              <a:off x="6244332" y="7564672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8" name="pl17508"/>
            <p:cNvSpPr/>
            <p:nvPr/>
          </p:nvSpPr>
          <p:spPr>
            <a:xfrm>
              <a:off x="6209167" y="7557971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09" name="pl17509"/>
            <p:cNvSpPr/>
            <p:nvPr/>
          </p:nvSpPr>
          <p:spPr>
            <a:xfrm>
              <a:off x="5926670" y="8017132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0" name="pl17510"/>
            <p:cNvSpPr/>
            <p:nvPr/>
          </p:nvSpPr>
          <p:spPr>
            <a:xfrm>
              <a:off x="5933337" y="8016164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1" name="pl17511"/>
            <p:cNvSpPr/>
            <p:nvPr/>
          </p:nvSpPr>
          <p:spPr>
            <a:xfrm>
              <a:off x="6244332" y="7570299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2" name="pl17512"/>
            <p:cNvSpPr/>
            <p:nvPr/>
          </p:nvSpPr>
          <p:spPr>
            <a:xfrm>
              <a:off x="6583721" y="7047256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3" name="pl17513"/>
            <p:cNvSpPr/>
            <p:nvPr/>
          </p:nvSpPr>
          <p:spPr>
            <a:xfrm>
              <a:off x="6370297" y="7984979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4" name="pl17514"/>
            <p:cNvSpPr/>
            <p:nvPr/>
          </p:nvSpPr>
          <p:spPr>
            <a:xfrm>
              <a:off x="6365701" y="7985448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5" name="pl17515"/>
            <p:cNvSpPr/>
            <p:nvPr/>
          </p:nvSpPr>
          <p:spPr>
            <a:xfrm>
              <a:off x="6364072" y="7985448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6" name="pl17516"/>
            <p:cNvSpPr/>
            <p:nvPr/>
          </p:nvSpPr>
          <p:spPr>
            <a:xfrm>
              <a:off x="6285389" y="7527815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7" name="pl17517"/>
            <p:cNvSpPr/>
            <p:nvPr/>
          </p:nvSpPr>
          <p:spPr>
            <a:xfrm>
              <a:off x="6162242" y="7040798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8" name="pl17518"/>
            <p:cNvSpPr/>
            <p:nvPr/>
          </p:nvSpPr>
          <p:spPr>
            <a:xfrm>
              <a:off x="6125533" y="7610833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19" name="pl17519"/>
            <p:cNvSpPr/>
            <p:nvPr/>
          </p:nvSpPr>
          <p:spPr>
            <a:xfrm>
              <a:off x="6627678" y="7676722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0" name="pl17520"/>
            <p:cNvSpPr/>
            <p:nvPr/>
          </p:nvSpPr>
          <p:spPr>
            <a:xfrm>
              <a:off x="6438880" y="7868771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1" name="pl17521"/>
            <p:cNvSpPr/>
            <p:nvPr/>
          </p:nvSpPr>
          <p:spPr>
            <a:xfrm>
              <a:off x="6515005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2" name="pl17522"/>
            <p:cNvSpPr/>
            <p:nvPr/>
          </p:nvSpPr>
          <p:spPr>
            <a:xfrm>
              <a:off x="6522988" y="7895208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3" name="pl17523"/>
            <p:cNvSpPr/>
            <p:nvPr/>
          </p:nvSpPr>
          <p:spPr>
            <a:xfrm>
              <a:off x="6523834" y="7783748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4" name="pl17524"/>
            <p:cNvSpPr/>
            <p:nvPr/>
          </p:nvSpPr>
          <p:spPr>
            <a:xfrm>
              <a:off x="5746853" y="7254581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5" name="pl17525"/>
            <p:cNvSpPr/>
            <p:nvPr/>
          </p:nvSpPr>
          <p:spPr>
            <a:xfrm>
              <a:off x="6404574" y="8139111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6" name="pl17526"/>
            <p:cNvSpPr/>
            <p:nvPr/>
          </p:nvSpPr>
          <p:spPr>
            <a:xfrm>
              <a:off x="6400947" y="8139111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7" name="pl17527"/>
            <p:cNvSpPr/>
            <p:nvPr/>
          </p:nvSpPr>
          <p:spPr>
            <a:xfrm>
              <a:off x="5905581" y="7854622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8" name="pl17528"/>
            <p:cNvSpPr/>
            <p:nvPr/>
          </p:nvSpPr>
          <p:spPr>
            <a:xfrm>
              <a:off x="6281094" y="7559472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29" name="pl17529"/>
            <p:cNvSpPr/>
            <p:nvPr/>
          </p:nvSpPr>
          <p:spPr>
            <a:xfrm>
              <a:off x="6285389" y="7521301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0" name="pl17530"/>
            <p:cNvSpPr/>
            <p:nvPr/>
          </p:nvSpPr>
          <p:spPr>
            <a:xfrm>
              <a:off x="6213303" y="7490886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1" name="pl17531"/>
            <p:cNvSpPr/>
            <p:nvPr/>
          </p:nvSpPr>
          <p:spPr>
            <a:xfrm>
              <a:off x="6538598" y="7685612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2" name="pl17532"/>
            <p:cNvSpPr/>
            <p:nvPr/>
          </p:nvSpPr>
          <p:spPr>
            <a:xfrm>
              <a:off x="6536225" y="7719233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3" name="pl17533"/>
            <p:cNvSpPr/>
            <p:nvPr/>
          </p:nvSpPr>
          <p:spPr>
            <a:xfrm>
              <a:off x="6531700" y="7719233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4" name="pl17534"/>
            <p:cNvSpPr/>
            <p:nvPr/>
          </p:nvSpPr>
          <p:spPr>
            <a:xfrm>
              <a:off x="6537086" y="7719233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5" name="pl17535"/>
            <p:cNvSpPr/>
            <p:nvPr/>
          </p:nvSpPr>
          <p:spPr>
            <a:xfrm>
              <a:off x="7055188" y="7593425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6" name="pl17536"/>
            <p:cNvSpPr/>
            <p:nvPr/>
          </p:nvSpPr>
          <p:spPr>
            <a:xfrm>
              <a:off x="5609601" y="7768161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7" name="pl17537"/>
            <p:cNvSpPr/>
            <p:nvPr/>
          </p:nvSpPr>
          <p:spPr>
            <a:xfrm>
              <a:off x="5588946" y="7775876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8" name="pl17538"/>
            <p:cNvSpPr/>
            <p:nvPr/>
          </p:nvSpPr>
          <p:spPr>
            <a:xfrm>
              <a:off x="6780651" y="7902408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39" name="pl17539"/>
            <p:cNvSpPr/>
            <p:nvPr/>
          </p:nvSpPr>
          <p:spPr>
            <a:xfrm>
              <a:off x="6404574" y="8237825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0" name="pl17540"/>
            <p:cNvSpPr/>
            <p:nvPr/>
          </p:nvSpPr>
          <p:spPr>
            <a:xfrm>
              <a:off x="5659581" y="8013181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1" name="pl17541"/>
            <p:cNvSpPr/>
            <p:nvPr/>
          </p:nvSpPr>
          <p:spPr>
            <a:xfrm>
              <a:off x="5921659" y="8035999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2" name="pl17542"/>
            <p:cNvSpPr/>
            <p:nvPr/>
          </p:nvSpPr>
          <p:spPr>
            <a:xfrm>
              <a:off x="5933337" y="8021423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3" name="pl17543"/>
            <p:cNvSpPr/>
            <p:nvPr/>
          </p:nvSpPr>
          <p:spPr>
            <a:xfrm>
              <a:off x="5930587" y="8035999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4" name="pl17544"/>
            <p:cNvSpPr/>
            <p:nvPr/>
          </p:nvSpPr>
          <p:spPr>
            <a:xfrm>
              <a:off x="5939636" y="8035999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5" name="pl17545"/>
            <p:cNvSpPr/>
            <p:nvPr/>
          </p:nvSpPr>
          <p:spPr>
            <a:xfrm>
              <a:off x="6860375" y="7222171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6" name="pl17546"/>
            <p:cNvSpPr/>
            <p:nvPr/>
          </p:nvSpPr>
          <p:spPr>
            <a:xfrm>
              <a:off x="6244332" y="7578680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7" name="pl17547"/>
            <p:cNvSpPr/>
            <p:nvPr/>
          </p:nvSpPr>
          <p:spPr>
            <a:xfrm>
              <a:off x="6196303" y="7501885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8" name="pl17548"/>
            <p:cNvSpPr/>
            <p:nvPr/>
          </p:nvSpPr>
          <p:spPr>
            <a:xfrm>
              <a:off x="6183958" y="7489645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49" name="pl17549"/>
            <p:cNvSpPr/>
            <p:nvPr/>
          </p:nvSpPr>
          <p:spPr>
            <a:xfrm>
              <a:off x="6194247" y="7489505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0" name="pl17550"/>
            <p:cNvSpPr/>
            <p:nvPr/>
          </p:nvSpPr>
          <p:spPr>
            <a:xfrm>
              <a:off x="6190454" y="7487435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1" name="pl17551"/>
            <p:cNvSpPr/>
            <p:nvPr/>
          </p:nvSpPr>
          <p:spPr>
            <a:xfrm>
              <a:off x="6186719" y="7491496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2" name="pl17552"/>
            <p:cNvSpPr/>
            <p:nvPr/>
          </p:nvSpPr>
          <p:spPr>
            <a:xfrm>
              <a:off x="6749358" y="8289105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3" name="pl17553"/>
            <p:cNvSpPr/>
            <p:nvPr/>
          </p:nvSpPr>
          <p:spPr>
            <a:xfrm>
              <a:off x="6924138" y="7830090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4" name="pl17554"/>
            <p:cNvSpPr/>
            <p:nvPr/>
          </p:nvSpPr>
          <p:spPr>
            <a:xfrm>
              <a:off x="6515005" y="7777432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5" name="pl17555"/>
            <p:cNvSpPr/>
            <p:nvPr/>
          </p:nvSpPr>
          <p:spPr>
            <a:xfrm>
              <a:off x="7075296" y="7978934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6" name="pl17556"/>
            <p:cNvSpPr/>
            <p:nvPr/>
          </p:nvSpPr>
          <p:spPr>
            <a:xfrm>
              <a:off x="6124831" y="7533284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7" name="pl17557"/>
            <p:cNvSpPr/>
            <p:nvPr/>
          </p:nvSpPr>
          <p:spPr>
            <a:xfrm>
              <a:off x="6135584" y="7537863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8" name="pl17558"/>
            <p:cNvSpPr/>
            <p:nvPr/>
          </p:nvSpPr>
          <p:spPr>
            <a:xfrm>
              <a:off x="6370297" y="7945990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59" name="pl17559"/>
            <p:cNvSpPr/>
            <p:nvPr/>
          </p:nvSpPr>
          <p:spPr>
            <a:xfrm>
              <a:off x="6391822" y="7945990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0" name="pl17560"/>
            <p:cNvSpPr/>
            <p:nvPr/>
          </p:nvSpPr>
          <p:spPr>
            <a:xfrm>
              <a:off x="6409169" y="8073109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1" name="pl17561"/>
            <p:cNvSpPr/>
            <p:nvPr/>
          </p:nvSpPr>
          <p:spPr>
            <a:xfrm>
              <a:off x="6121239" y="8482896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2" name="pl17562"/>
            <p:cNvSpPr/>
            <p:nvPr/>
          </p:nvSpPr>
          <p:spPr>
            <a:xfrm>
              <a:off x="6564712" y="7984467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3" name="pl17563"/>
            <p:cNvSpPr/>
            <p:nvPr/>
          </p:nvSpPr>
          <p:spPr>
            <a:xfrm>
              <a:off x="6214561" y="7512019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4" name="pl17564"/>
            <p:cNvSpPr/>
            <p:nvPr/>
          </p:nvSpPr>
          <p:spPr>
            <a:xfrm>
              <a:off x="5960074" y="8406921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5" name="pl17565"/>
            <p:cNvSpPr/>
            <p:nvPr/>
          </p:nvSpPr>
          <p:spPr>
            <a:xfrm>
              <a:off x="6863543" y="8254197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6" name="pl17566"/>
            <p:cNvSpPr/>
            <p:nvPr/>
          </p:nvSpPr>
          <p:spPr>
            <a:xfrm>
              <a:off x="6581686" y="8351148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7" name="pl17567"/>
            <p:cNvSpPr/>
            <p:nvPr/>
          </p:nvSpPr>
          <p:spPr>
            <a:xfrm>
              <a:off x="6162187" y="7544811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8" name="pl17568"/>
            <p:cNvSpPr/>
            <p:nvPr/>
          </p:nvSpPr>
          <p:spPr>
            <a:xfrm>
              <a:off x="6523834" y="7905033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69" name="pl17569"/>
            <p:cNvSpPr/>
            <p:nvPr/>
          </p:nvSpPr>
          <p:spPr>
            <a:xfrm>
              <a:off x="5594788" y="7954841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0" name="pl17570"/>
            <p:cNvSpPr/>
            <p:nvPr/>
          </p:nvSpPr>
          <p:spPr>
            <a:xfrm>
              <a:off x="6780651" y="7852482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1" name="pl17571"/>
            <p:cNvSpPr/>
            <p:nvPr/>
          </p:nvSpPr>
          <p:spPr>
            <a:xfrm>
              <a:off x="6802210" y="7852482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2" name="pl17572"/>
            <p:cNvSpPr/>
            <p:nvPr/>
          </p:nvSpPr>
          <p:spPr>
            <a:xfrm>
              <a:off x="6805276" y="7847977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3" name="pl17573"/>
            <p:cNvSpPr/>
            <p:nvPr/>
          </p:nvSpPr>
          <p:spPr>
            <a:xfrm>
              <a:off x="6364072" y="7984615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4" name="pl17574"/>
            <p:cNvSpPr/>
            <p:nvPr/>
          </p:nvSpPr>
          <p:spPr>
            <a:xfrm>
              <a:off x="6370297" y="7984615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5" name="pl17575"/>
            <p:cNvSpPr/>
            <p:nvPr/>
          </p:nvSpPr>
          <p:spPr>
            <a:xfrm>
              <a:off x="6393818" y="7948234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6" name="pl17576"/>
            <p:cNvSpPr/>
            <p:nvPr/>
          </p:nvSpPr>
          <p:spPr>
            <a:xfrm>
              <a:off x="6188230" y="7542541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7" name="pl17577"/>
            <p:cNvSpPr/>
            <p:nvPr/>
          </p:nvSpPr>
          <p:spPr>
            <a:xfrm>
              <a:off x="5859007" y="8304923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8" name="pl17578"/>
            <p:cNvSpPr/>
            <p:nvPr/>
          </p:nvSpPr>
          <p:spPr>
            <a:xfrm>
              <a:off x="6521291" y="7728516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79" name="pl17579"/>
            <p:cNvSpPr/>
            <p:nvPr/>
          </p:nvSpPr>
          <p:spPr>
            <a:xfrm>
              <a:off x="6627876" y="8479223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0" name="pl17580"/>
            <p:cNvSpPr/>
            <p:nvPr/>
          </p:nvSpPr>
          <p:spPr>
            <a:xfrm>
              <a:off x="5701747" y="8158376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1" name="pl17581"/>
            <p:cNvSpPr/>
            <p:nvPr/>
          </p:nvSpPr>
          <p:spPr>
            <a:xfrm>
              <a:off x="6141969" y="7610833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2" name="pl17582"/>
            <p:cNvSpPr/>
            <p:nvPr/>
          </p:nvSpPr>
          <p:spPr>
            <a:xfrm>
              <a:off x="6203025" y="7533178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3" name="pl17583"/>
            <p:cNvSpPr/>
            <p:nvPr/>
          </p:nvSpPr>
          <p:spPr>
            <a:xfrm>
              <a:off x="6200285" y="7545253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4" name="pl17584"/>
            <p:cNvSpPr/>
            <p:nvPr/>
          </p:nvSpPr>
          <p:spPr>
            <a:xfrm>
              <a:off x="6228791" y="7539463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5" name="pl17585"/>
            <p:cNvSpPr/>
            <p:nvPr/>
          </p:nvSpPr>
          <p:spPr>
            <a:xfrm>
              <a:off x="6222908" y="7560206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6" name="pl17586"/>
            <p:cNvSpPr/>
            <p:nvPr/>
          </p:nvSpPr>
          <p:spPr>
            <a:xfrm>
              <a:off x="5925631" y="8047016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7" name="pl17587"/>
            <p:cNvSpPr/>
            <p:nvPr/>
          </p:nvSpPr>
          <p:spPr>
            <a:xfrm>
              <a:off x="6308399" y="8013507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8" name="pl17588"/>
            <p:cNvSpPr/>
            <p:nvPr/>
          </p:nvSpPr>
          <p:spPr>
            <a:xfrm>
              <a:off x="5936419" y="8087962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89" name="pl17589"/>
            <p:cNvSpPr/>
            <p:nvPr/>
          </p:nvSpPr>
          <p:spPr>
            <a:xfrm>
              <a:off x="6549154" y="8045969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0" name="pl17590"/>
            <p:cNvSpPr/>
            <p:nvPr/>
          </p:nvSpPr>
          <p:spPr>
            <a:xfrm>
              <a:off x="6549154" y="8045969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1" name="pl17591"/>
            <p:cNvSpPr/>
            <p:nvPr/>
          </p:nvSpPr>
          <p:spPr>
            <a:xfrm>
              <a:off x="6549154" y="8045969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2" name="pl17592"/>
            <p:cNvSpPr/>
            <p:nvPr/>
          </p:nvSpPr>
          <p:spPr>
            <a:xfrm>
              <a:off x="6549154" y="8045969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3" name="pl17593"/>
            <p:cNvSpPr/>
            <p:nvPr/>
          </p:nvSpPr>
          <p:spPr>
            <a:xfrm>
              <a:off x="6515005" y="7854752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4" name="pl17594"/>
            <p:cNvSpPr/>
            <p:nvPr/>
          </p:nvSpPr>
          <p:spPr>
            <a:xfrm>
              <a:off x="6549154" y="7995229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5" name="pl17595"/>
            <p:cNvSpPr/>
            <p:nvPr/>
          </p:nvSpPr>
          <p:spPr>
            <a:xfrm>
              <a:off x="6524798" y="7961980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6" name="pl17596"/>
            <p:cNvSpPr/>
            <p:nvPr/>
          </p:nvSpPr>
          <p:spPr>
            <a:xfrm>
              <a:off x="6546218" y="8045969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7" name="pl17597"/>
            <p:cNvSpPr/>
            <p:nvPr/>
          </p:nvSpPr>
          <p:spPr>
            <a:xfrm>
              <a:off x="6549154" y="8045969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8" name="pl17598"/>
            <p:cNvSpPr/>
            <p:nvPr/>
          </p:nvSpPr>
          <p:spPr>
            <a:xfrm>
              <a:off x="6535659" y="8045969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599" name="pl17599"/>
            <p:cNvSpPr/>
            <p:nvPr/>
          </p:nvSpPr>
          <p:spPr>
            <a:xfrm>
              <a:off x="6244332" y="7578680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0" name="pl17600"/>
            <p:cNvSpPr/>
            <p:nvPr/>
          </p:nvSpPr>
          <p:spPr>
            <a:xfrm>
              <a:off x="5753341" y="7241892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1" name="pl17601"/>
            <p:cNvSpPr/>
            <p:nvPr/>
          </p:nvSpPr>
          <p:spPr>
            <a:xfrm>
              <a:off x="6552219" y="7966112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2" name="pl17602"/>
            <p:cNvSpPr/>
            <p:nvPr/>
          </p:nvSpPr>
          <p:spPr>
            <a:xfrm>
              <a:off x="7098792" y="7797973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3" name="pl17603"/>
            <p:cNvSpPr/>
            <p:nvPr/>
          </p:nvSpPr>
          <p:spPr>
            <a:xfrm>
              <a:off x="6772987" y="7999803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4" name="pl17604"/>
            <p:cNvSpPr/>
            <p:nvPr/>
          </p:nvSpPr>
          <p:spPr>
            <a:xfrm>
              <a:off x="6755398" y="7982893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5" name="pl17605"/>
            <p:cNvSpPr/>
            <p:nvPr/>
          </p:nvSpPr>
          <p:spPr>
            <a:xfrm>
              <a:off x="5738049" y="7340929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6" name="pl17606"/>
            <p:cNvSpPr/>
            <p:nvPr/>
          </p:nvSpPr>
          <p:spPr>
            <a:xfrm>
              <a:off x="6581668" y="7748930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7" name="pl17607"/>
            <p:cNvSpPr/>
            <p:nvPr/>
          </p:nvSpPr>
          <p:spPr>
            <a:xfrm>
              <a:off x="6581668" y="7748930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8" name="pl17608"/>
            <p:cNvSpPr/>
            <p:nvPr/>
          </p:nvSpPr>
          <p:spPr>
            <a:xfrm>
              <a:off x="5951216" y="8087962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09" name="pl17609"/>
            <p:cNvSpPr/>
            <p:nvPr/>
          </p:nvSpPr>
          <p:spPr>
            <a:xfrm>
              <a:off x="6202686" y="7533178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0" name="pl17610"/>
            <p:cNvSpPr/>
            <p:nvPr/>
          </p:nvSpPr>
          <p:spPr>
            <a:xfrm>
              <a:off x="6202686" y="7535524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1" name="pl17611"/>
            <p:cNvSpPr/>
            <p:nvPr/>
          </p:nvSpPr>
          <p:spPr>
            <a:xfrm>
              <a:off x="6846075" y="8337067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2" name="pl17612"/>
            <p:cNvSpPr/>
            <p:nvPr/>
          </p:nvSpPr>
          <p:spPr>
            <a:xfrm>
              <a:off x="6548213" y="7930386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3" name="pl17613"/>
            <p:cNvSpPr/>
            <p:nvPr/>
          </p:nvSpPr>
          <p:spPr>
            <a:xfrm>
              <a:off x="6655365" y="7656341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4" name="pl17614"/>
            <p:cNvSpPr/>
            <p:nvPr/>
          </p:nvSpPr>
          <p:spPr>
            <a:xfrm>
              <a:off x="6655365" y="7672240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5" name="pl17615"/>
            <p:cNvSpPr/>
            <p:nvPr/>
          </p:nvSpPr>
          <p:spPr>
            <a:xfrm>
              <a:off x="6734177" y="7902408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6" name="pl17616"/>
            <p:cNvSpPr/>
            <p:nvPr/>
          </p:nvSpPr>
          <p:spPr>
            <a:xfrm>
              <a:off x="6734177" y="7963376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7" name="pl17617"/>
            <p:cNvSpPr/>
            <p:nvPr/>
          </p:nvSpPr>
          <p:spPr>
            <a:xfrm>
              <a:off x="6682067" y="7963376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8" name="pl17618"/>
            <p:cNvSpPr/>
            <p:nvPr/>
          </p:nvSpPr>
          <p:spPr>
            <a:xfrm>
              <a:off x="6734177" y="7963376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19" name="pl17619"/>
            <p:cNvSpPr/>
            <p:nvPr/>
          </p:nvSpPr>
          <p:spPr>
            <a:xfrm>
              <a:off x="5729093" y="7341327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0" name="pl17620"/>
            <p:cNvSpPr/>
            <p:nvPr/>
          </p:nvSpPr>
          <p:spPr>
            <a:xfrm>
              <a:off x="6235279" y="7578680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1" name="pl17621"/>
            <p:cNvSpPr/>
            <p:nvPr/>
          </p:nvSpPr>
          <p:spPr>
            <a:xfrm>
              <a:off x="6397568" y="8073109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2" name="pl17622"/>
            <p:cNvSpPr/>
            <p:nvPr/>
          </p:nvSpPr>
          <p:spPr>
            <a:xfrm>
              <a:off x="6393337" y="8077339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3" name="pl17623"/>
            <p:cNvSpPr/>
            <p:nvPr/>
          </p:nvSpPr>
          <p:spPr>
            <a:xfrm>
              <a:off x="6397568" y="8031933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4" name="pl17624"/>
            <p:cNvSpPr/>
            <p:nvPr/>
          </p:nvSpPr>
          <p:spPr>
            <a:xfrm>
              <a:off x="6192424" y="7555000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5" name="pl17625"/>
            <p:cNvSpPr/>
            <p:nvPr/>
          </p:nvSpPr>
          <p:spPr>
            <a:xfrm>
              <a:off x="6485930" y="7745125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6" name="pl17626"/>
            <p:cNvSpPr/>
            <p:nvPr/>
          </p:nvSpPr>
          <p:spPr>
            <a:xfrm>
              <a:off x="6503452" y="7726341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7" name="pl17627"/>
            <p:cNvSpPr/>
            <p:nvPr/>
          </p:nvSpPr>
          <p:spPr>
            <a:xfrm>
              <a:off x="6495097" y="7745125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8" name="pl17628"/>
            <p:cNvSpPr/>
            <p:nvPr/>
          </p:nvSpPr>
          <p:spPr>
            <a:xfrm>
              <a:off x="6191855" y="7548179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29" name="pl17629"/>
            <p:cNvSpPr/>
            <p:nvPr/>
          </p:nvSpPr>
          <p:spPr>
            <a:xfrm>
              <a:off x="6137730" y="8412851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0" name="pl17630"/>
            <p:cNvSpPr/>
            <p:nvPr/>
          </p:nvSpPr>
          <p:spPr>
            <a:xfrm>
              <a:off x="6537840" y="7714646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1" name="pl17631"/>
            <p:cNvSpPr/>
            <p:nvPr/>
          </p:nvSpPr>
          <p:spPr>
            <a:xfrm>
              <a:off x="6539135" y="7699511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2" name="pl17632"/>
            <p:cNvSpPr/>
            <p:nvPr/>
          </p:nvSpPr>
          <p:spPr>
            <a:xfrm>
              <a:off x="6538598" y="7714646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3" name="pl17633"/>
            <p:cNvSpPr/>
            <p:nvPr/>
          </p:nvSpPr>
          <p:spPr>
            <a:xfrm>
              <a:off x="6538791" y="7709385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4" name="pl17634"/>
            <p:cNvSpPr/>
            <p:nvPr/>
          </p:nvSpPr>
          <p:spPr>
            <a:xfrm>
              <a:off x="6539135" y="7714324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5" name="pl17635"/>
            <p:cNvSpPr/>
            <p:nvPr/>
          </p:nvSpPr>
          <p:spPr>
            <a:xfrm>
              <a:off x="6460808" y="6965277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6" name="pl17636"/>
            <p:cNvSpPr/>
            <p:nvPr/>
          </p:nvSpPr>
          <p:spPr>
            <a:xfrm>
              <a:off x="5960074" y="8415680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7" name="pl17637"/>
            <p:cNvSpPr/>
            <p:nvPr/>
          </p:nvSpPr>
          <p:spPr>
            <a:xfrm>
              <a:off x="6174337" y="7031769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8" name="pl17638"/>
            <p:cNvSpPr/>
            <p:nvPr/>
          </p:nvSpPr>
          <p:spPr>
            <a:xfrm>
              <a:off x="6598800" y="7728783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39" name="pl17639"/>
            <p:cNvSpPr/>
            <p:nvPr/>
          </p:nvSpPr>
          <p:spPr>
            <a:xfrm>
              <a:off x="5569729" y="7807128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0" name="pl17640"/>
            <p:cNvSpPr/>
            <p:nvPr/>
          </p:nvSpPr>
          <p:spPr>
            <a:xfrm>
              <a:off x="5558648" y="7807128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1" name="pl17641"/>
            <p:cNvSpPr/>
            <p:nvPr/>
          </p:nvSpPr>
          <p:spPr>
            <a:xfrm>
              <a:off x="5569729" y="7792164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2" name="pl17642"/>
            <p:cNvSpPr/>
            <p:nvPr/>
          </p:nvSpPr>
          <p:spPr>
            <a:xfrm>
              <a:off x="5728849" y="7254581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3" name="pl17643"/>
            <p:cNvSpPr/>
            <p:nvPr/>
          </p:nvSpPr>
          <p:spPr>
            <a:xfrm>
              <a:off x="5597214" y="7602280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4" name="pl17644"/>
            <p:cNvSpPr/>
            <p:nvPr/>
          </p:nvSpPr>
          <p:spPr>
            <a:xfrm>
              <a:off x="5789412" y="7906087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5" name="pl17645"/>
            <p:cNvSpPr/>
            <p:nvPr/>
          </p:nvSpPr>
          <p:spPr>
            <a:xfrm>
              <a:off x="5792502" y="7908889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6" name="pl17646"/>
            <p:cNvSpPr/>
            <p:nvPr/>
          </p:nvSpPr>
          <p:spPr>
            <a:xfrm>
              <a:off x="5588946" y="7792164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7" name="pl17647"/>
            <p:cNvSpPr/>
            <p:nvPr/>
          </p:nvSpPr>
          <p:spPr>
            <a:xfrm>
              <a:off x="5967665" y="8060036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8" name="pl17648"/>
            <p:cNvSpPr/>
            <p:nvPr/>
          </p:nvSpPr>
          <p:spPr>
            <a:xfrm>
              <a:off x="5967665" y="8055300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49" name="pl17649"/>
            <p:cNvSpPr/>
            <p:nvPr/>
          </p:nvSpPr>
          <p:spPr>
            <a:xfrm>
              <a:off x="5950032" y="8055130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0" name="pl17650"/>
            <p:cNvSpPr/>
            <p:nvPr/>
          </p:nvSpPr>
          <p:spPr>
            <a:xfrm>
              <a:off x="6550880" y="8089505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1" name="pl17651"/>
            <p:cNvSpPr/>
            <p:nvPr/>
          </p:nvSpPr>
          <p:spPr>
            <a:xfrm>
              <a:off x="6389353" y="8093579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2" name="pl17652"/>
            <p:cNvSpPr/>
            <p:nvPr/>
          </p:nvSpPr>
          <p:spPr>
            <a:xfrm>
              <a:off x="7025687" y="8015694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3" name="pl17653"/>
            <p:cNvSpPr/>
            <p:nvPr/>
          </p:nvSpPr>
          <p:spPr>
            <a:xfrm>
              <a:off x="6244332" y="7564337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4" name="pl17654"/>
            <p:cNvSpPr/>
            <p:nvPr/>
          </p:nvSpPr>
          <p:spPr>
            <a:xfrm>
              <a:off x="6248901" y="7574669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5" name="pl17655"/>
            <p:cNvSpPr/>
            <p:nvPr/>
          </p:nvSpPr>
          <p:spPr>
            <a:xfrm>
              <a:off x="5950032" y="8055130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6" name="pl17656"/>
            <p:cNvSpPr/>
            <p:nvPr/>
          </p:nvSpPr>
          <p:spPr>
            <a:xfrm>
              <a:off x="6490568" y="7854752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7" name="pl17657"/>
            <p:cNvSpPr/>
            <p:nvPr/>
          </p:nvSpPr>
          <p:spPr>
            <a:xfrm>
              <a:off x="6222121" y="8505207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8" name="pl17658"/>
            <p:cNvSpPr/>
            <p:nvPr/>
          </p:nvSpPr>
          <p:spPr>
            <a:xfrm>
              <a:off x="6575771" y="7951161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59" name="pl17659"/>
            <p:cNvSpPr/>
            <p:nvPr/>
          </p:nvSpPr>
          <p:spPr>
            <a:xfrm>
              <a:off x="6244332" y="7569813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0" name="pl17660"/>
            <p:cNvSpPr/>
            <p:nvPr/>
          </p:nvSpPr>
          <p:spPr>
            <a:xfrm>
              <a:off x="5764042" y="8195542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1" name="pl17661"/>
            <p:cNvSpPr/>
            <p:nvPr/>
          </p:nvSpPr>
          <p:spPr>
            <a:xfrm>
              <a:off x="6951798" y="7460324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2" name="pl17662"/>
            <p:cNvSpPr/>
            <p:nvPr/>
          </p:nvSpPr>
          <p:spPr>
            <a:xfrm>
              <a:off x="6943723" y="7452155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3" name="pl17663"/>
            <p:cNvSpPr/>
            <p:nvPr/>
          </p:nvSpPr>
          <p:spPr>
            <a:xfrm>
              <a:off x="6951798" y="7438930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4" name="pl17664"/>
            <p:cNvSpPr/>
            <p:nvPr/>
          </p:nvSpPr>
          <p:spPr>
            <a:xfrm>
              <a:off x="6581686" y="8359994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5" name="pl17665"/>
            <p:cNvSpPr/>
            <p:nvPr/>
          </p:nvSpPr>
          <p:spPr>
            <a:xfrm>
              <a:off x="6261306" y="7458688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6" name="pl17666"/>
            <p:cNvSpPr/>
            <p:nvPr/>
          </p:nvSpPr>
          <p:spPr>
            <a:xfrm>
              <a:off x="6924138" y="7837151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7" name="pl17667"/>
            <p:cNvSpPr/>
            <p:nvPr/>
          </p:nvSpPr>
          <p:spPr>
            <a:xfrm>
              <a:off x="6222859" y="7568434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8" name="pl17668"/>
            <p:cNvSpPr/>
            <p:nvPr/>
          </p:nvSpPr>
          <p:spPr>
            <a:xfrm>
              <a:off x="6200285" y="7555000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69" name="pl17669"/>
            <p:cNvSpPr/>
            <p:nvPr/>
          </p:nvSpPr>
          <p:spPr>
            <a:xfrm>
              <a:off x="6209167" y="7557971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0" name="pl17670"/>
            <p:cNvSpPr/>
            <p:nvPr/>
          </p:nvSpPr>
          <p:spPr>
            <a:xfrm>
              <a:off x="6294333" y="7555618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1" name="pl17671"/>
            <p:cNvSpPr/>
            <p:nvPr/>
          </p:nvSpPr>
          <p:spPr>
            <a:xfrm>
              <a:off x="5586148" y="7778889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2" name="pl17672"/>
            <p:cNvSpPr/>
            <p:nvPr/>
          </p:nvSpPr>
          <p:spPr>
            <a:xfrm>
              <a:off x="6800828" y="7186183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3" name="pl17673"/>
            <p:cNvSpPr/>
            <p:nvPr/>
          </p:nvSpPr>
          <p:spPr>
            <a:xfrm>
              <a:off x="6259510" y="7552063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4" name="pl17674"/>
            <p:cNvSpPr/>
            <p:nvPr/>
          </p:nvSpPr>
          <p:spPr>
            <a:xfrm>
              <a:off x="6232923" y="7552063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5" name="pl17675"/>
            <p:cNvSpPr/>
            <p:nvPr/>
          </p:nvSpPr>
          <p:spPr>
            <a:xfrm>
              <a:off x="6236694" y="7552063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6" name="pl17676"/>
            <p:cNvSpPr/>
            <p:nvPr/>
          </p:nvSpPr>
          <p:spPr>
            <a:xfrm>
              <a:off x="6259510" y="7537281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7" name="pl17677"/>
            <p:cNvSpPr/>
            <p:nvPr/>
          </p:nvSpPr>
          <p:spPr>
            <a:xfrm>
              <a:off x="6259510" y="7538627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8" name="pl17678"/>
            <p:cNvSpPr/>
            <p:nvPr/>
          </p:nvSpPr>
          <p:spPr>
            <a:xfrm>
              <a:off x="6228654" y="7552063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79" name="pl17679"/>
            <p:cNvSpPr/>
            <p:nvPr/>
          </p:nvSpPr>
          <p:spPr>
            <a:xfrm>
              <a:off x="6242838" y="7534912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0" name="pl17680"/>
            <p:cNvSpPr/>
            <p:nvPr/>
          </p:nvSpPr>
          <p:spPr>
            <a:xfrm>
              <a:off x="6247050" y="7552063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1" name="pl17681"/>
            <p:cNvSpPr/>
            <p:nvPr/>
          </p:nvSpPr>
          <p:spPr>
            <a:xfrm>
              <a:off x="6252205" y="7552063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2" name="pl17682"/>
            <p:cNvSpPr/>
            <p:nvPr/>
          </p:nvSpPr>
          <p:spPr>
            <a:xfrm>
              <a:off x="6234915" y="7552063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3" name="pl17683"/>
            <p:cNvSpPr/>
            <p:nvPr/>
          </p:nvSpPr>
          <p:spPr>
            <a:xfrm>
              <a:off x="6247524" y="7552063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4" name="pl17684"/>
            <p:cNvSpPr/>
            <p:nvPr/>
          </p:nvSpPr>
          <p:spPr>
            <a:xfrm>
              <a:off x="6259510" y="7517159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5" name="pl17685"/>
            <p:cNvSpPr/>
            <p:nvPr/>
          </p:nvSpPr>
          <p:spPr>
            <a:xfrm>
              <a:off x="6259510" y="7552063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6" name="pl17686"/>
            <p:cNvSpPr/>
            <p:nvPr/>
          </p:nvSpPr>
          <p:spPr>
            <a:xfrm>
              <a:off x="6238619" y="7552063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7" name="pl17687"/>
            <p:cNvSpPr/>
            <p:nvPr/>
          </p:nvSpPr>
          <p:spPr>
            <a:xfrm>
              <a:off x="6259510" y="7547444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8" name="pl17688"/>
            <p:cNvSpPr/>
            <p:nvPr/>
          </p:nvSpPr>
          <p:spPr>
            <a:xfrm>
              <a:off x="6241463" y="7552063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89" name="pl17689"/>
            <p:cNvSpPr/>
            <p:nvPr/>
          </p:nvSpPr>
          <p:spPr>
            <a:xfrm>
              <a:off x="6224057" y="7526308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0" name="pl17690"/>
            <p:cNvSpPr/>
            <p:nvPr/>
          </p:nvSpPr>
          <p:spPr>
            <a:xfrm>
              <a:off x="6259510" y="7552063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1" name="pl17691"/>
            <p:cNvSpPr/>
            <p:nvPr/>
          </p:nvSpPr>
          <p:spPr>
            <a:xfrm>
              <a:off x="6228791" y="7552063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2" name="pl17692"/>
            <p:cNvSpPr/>
            <p:nvPr/>
          </p:nvSpPr>
          <p:spPr>
            <a:xfrm>
              <a:off x="6259510" y="7545063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3" name="pl17693"/>
            <p:cNvSpPr/>
            <p:nvPr/>
          </p:nvSpPr>
          <p:spPr>
            <a:xfrm>
              <a:off x="6259510" y="7541992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4" name="pl17694"/>
            <p:cNvSpPr/>
            <p:nvPr/>
          </p:nvSpPr>
          <p:spPr>
            <a:xfrm>
              <a:off x="6259510" y="7516318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5" name="pl17695"/>
            <p:cNvSpPr/>
            <p:nvPr/>
          </p:nvSpPr>
          <p:spPr>
            <a:xfrm>
              <a:off x="6259510" y="7531304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6" name="pl17696"/>
            <p:cNvSpPr/>
            <p:nvPr/>
          </p:nvSpPr>
          <p:spPr>
            <a:xfrm>
              <a:off x="6259510" y="7548454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7" name="pl17697"/>
            <p:cNvSpPr/>
            <p:nvPr/>
          </p:nvSpPr>
          <p:spPr>
            <a:xfrm>
              <a:off x="6259510" y="7552063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8" name="pl17698"/>
            <p:cNvSpPr/>
            <p:nvPr/>
          </p:nvSpPr>
          <p:spPr>
            <a:xfrm>
              <a:off x="6259510" y="7549145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699" name="pl17699"/>
            <p:cNvSpPr/>
            <p:nvPr/>
          </p:nvSpPr>
          <p:spPr>
            <a:xfrm>
              <a:off x="6225862" y="7552063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0" name="pl17700"/>
            <p:cNvSpPr/>
            <p:nvPr/>
          </p:nvSpPr>
          <p:spPr>
            <a:xfrm>
              <a:off x="6259510" y="7552063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1" name="pl17701"/>
            <p:cNvSpPr/>
            <p:nvPr/>
          </p:nvSpPr>
          <p:spPr>
            <a:xfrm>
              <a:off x="6259510" y="7527588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2" name="pl17702"/>
            <p:cNvSpPr/>
            <p:nvPr/>
          </p:nvSpPr>
          <p:spPr>
            <a:xfrm>
              <a:off x="6258579" y="7552063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3" name="pl17703"/>
            <p:cNvSpPr/>
            <p:nvPr/>
          </p:nvSpPr>
          <p:spPr>
            <a:xfrm>
              <a:off x="6248901" y="7552063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4" name="pl17704"/>
            <p:cNvSpPr/>
            <p:nvPr/>
          </p:nvSpPr>
          <p:spPr>
            <a:xfrm>
              <a:off x="6259510" y="7514400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5" name="pl17705"/>
            <p:cNvSpPr/>
            <p:nvPr/>
          </p:nvSpPr>
          <p:spPr>
            <a:xfrm>
              <a:off x="6259510" y="7534625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6" name="pl17706"/>
            <p:cNvSpPr/>
            <p:nvPr/>
          </p:nvSpPr>
          <p:spPr>
            <a:xfrm>
              <a:off x="6249955" y="7552063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7" name="pl17707"/>
            <p:cNvSpPr/>
            <p:nvPr/>
          </p:nvSpPr>
          <p:spPr>
            <a:xfrm>
              <a:off x="6241848" y="7552063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8" name="pl17708"/>
            <p:cNvSpPr/>
            <p:nvPr/>
          </p:nvSpPr>
          <p:spPr>
            <a:xfrm>
              <a:off x="6259510" y="7544303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09" name="pl17709"/>
            <p:cNvSpPr/>
            <p:nvPr/>
          </p:nvSpPr>
          <p:spPr>
            <a:xfrm>
              <a:off x="6278616" y="7547973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0" name="pl17710"/>
            <p:cNvSpPr/>
            <p:nvPr/>
          </p:nvSpPr>
          <p:spPr>
            <a:xfrm>
              <a:off x="6581686" y="8359994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1" name="pl17711"/>
            <p:cNvSpPr/>
            <p:nvPr/>
          </p:nvSpPr>
          <p:spPr>
            <a:xfrm>
              <a:off x="6163574" y="7591840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2" name="pl17712"/>
            <p:cNvSpPr/>
            <p:nvPr/>
          </p:nvSpPr>
          <p:spPr>
            <a:xfrm>
              <a:off x="6621372" y="8487094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3" name="pl17713"/>
            <p:cNvSpPr/>
            <p:nvPr/>
          </p:nvSpPr>
          <p:spPr>
            <a:xfrm>
              <a:off x="6570543" y="7687203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4" name="pl17714"/>
            <p:cNvSpPr/>
            <p:nvPr/>
          </p:nvSpPr>
          <p:spPr>
            <a:xfrm>
              <a:off x="6535593" y="7695470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5" name="pl17715"/>
            <p:cNvSpPr/>
            <p:nvPr/>
          </p:nvSpPr>
          <p:spPr>
            <a:xfrm>
              <a:off x="6770515" y="7981360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6" name="pl17716"/>
            <p:cNvSpPr/>
            <p:nvPr/>
          </p:nvSpPr>
          <p:spPr>
            <a:xfrm>
              <a:off x="5838372" y="7150540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7" name="pl17717"/>
            <p:cNvSpPr/>
            <p:nvPr/>
          </p:nvSpPr>
          <p:spPr>
            <a:xfrm>
              <a:off x="6234181" y="7577881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8" name="pl17718"/>
            <p:cNvSpPr/>
            <p:nvPr/>
          </p:nvSpPr>
          <p:spPr>
            <a:xfrm>
              <a:off x="6980852" y="8152406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19" name="pl17719"/>
            <p:cNvSpPr/>
            <p:nvPr/>
          </p:nvSpPr>
          <p:spPr>
            <a:xfrm>
              <a:off x="6970912" y="8169142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0" name="pl17720"/>
            <p:cNvSpPr/>
            <p:nvPr/>
          </p:nvSpPr>
          <p:spPr>
            <a:xfrm>
              <a:off x="6492785" y="8516571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1" name="pl17721"/>
            <p:cNvSpPr/>
            <p:nvPr/>
          </p:nvSpPr>
          <p:spPr>
            <a:xfrm>
              <a:off x="6452984" y="7814031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2" name="pl17722"/>
            <p:cNvSpPr/>
            <p:nvPr/>
          </p:nvSpPr>
          <p:spPr>
            <a:xfrm>
              <a:off x="6999685" y="7370069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3" name="pl17723"/>
            <p:cNvSpPr/>
            <p:nvPr/>
          </p:nvSpPr>
          <p:spPr>
            <a:xfrm>
              <a:off x="6523834" y="7765142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4" name="pl17724"/>
            <p:cNvSpPr/>
            <p:nvPr/>
          </p:nvSpPr>
          <p:spPr>
            <a:xfrm>
              <a:off x="6587807" y="7934830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5" name="pl17725"/>
            <p:cNvSpPr/>
            <p:nvPr/>
          </p:nvSpPr>
          <p:spPr>
            <a:xfrm>
              <a:off x="6532331" y="7726341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6" name="pl17726"/>
            <p:cNvSpPr/>
            <p:nvPr/>
          </p:nvSpPr>
          <p:spPr>
            <a:xfrm>
              <a:off x="6566059" y="7692042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7" name="pl17727"/>
            <p:cNvSpPr/>
            <p:nvPr/>
          </p:nvSpPr>
          <p:spPr>
            <a:xfrm>
              <a:off x="6566059" y="7673691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8" name="pl17728"/>
            <p:cNvSpPr/>
            <p:nvPr/>
          </p:nvSpPr>
          <p:spPr>
            <a:xfrm>
              <a:off x="7086967" y="7689910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29" name="pl17729"/>
            <p:cNvSpPr/>
            <p:nvPr/>
          </p:nvSpPr>
          <p:spPr>
            <a:xfrm>
              <a:off x="5774085" y="8267303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0" name="pl17730"/>
            <p:cNvSpPr/>
            <p:nvPr/>
          </p:nvSpPr>
          <p:spPr>
            <a:xfrm>
              <a:off x="6244332" y="7578680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1" name="pl17731"/>
            <p:cNvSpPr/>
            <p:nvPr/>
          </p:nvSpPr>
          <p:spPr>
            <a:xfrm>
              <a:off x="6236141" y="7576916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2" name="pl17732"/>
            <p:cNvSpPr/>
            <p:nvPr/>
          </p:nvSpPr>
          <p:spPr>
            <a:xfrm>
              <a:off x="5951173" y="8087962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3" name="pl17733"/>
            <p:cNvSpPr/>
            <p:nvPr/>
          </p:nvSpPr>
          <p:spPr>
            <a:xfrm>
              <a:off x="6174394" y="7578946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4" name="pl17734"/>
            <p:cNvSpPr/>
            <p:nvPr/>
          </p:nvSpPr>
          <p:spPr>
            <a:xfrm>
              <a:off x="6248901" y="7574669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5" name="pl17735"/>
            <p:cNvSpPr/>
            <p:nvPr/>
          </p:nvSpPr>
          <p:spPr>
            <a:xfrm>
              <a:off x="6520578" y="7780353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6" name="pl17736"/>
            <p:cNvSpPr/>
            <p:nvPr/>
          </p:nvSpPr>
          <p:spPr>
            <a:xfrm>
              <a:off x="6516798" y="7797459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7" name="pl17737"/>
            <p:cNvSpPr/>
            <p:nvPr/>
          </p:nvSpPr>
          <p:spPr>
            <a:xfrm>
              <a:off x="6433078" y="7921568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8" name="pl17738"/>
            <p:cNvSpPr/>
            <p:nvPr/>
          </p:nvSpPr>
          <p:spPr>
            <a:xfrm>
              <a:off x="6433078" y="7868771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39" name="pl17739"/>
            <p:cNvSpPr/>
            <p:nvPr/>
          </p:nvSpPr>
          <p:spPr>
            <a:xfrm>
              <a:off x="6407793" y="7940080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0" name="pl17740"/>
            <p:cNvSpPr/>
            <p:nvPr/>
          </p:nvSpPr>
          <p:spPr>
            <a:xfrm>
              <a:off x="6421291" y="7940080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1" name="pl17741"/>
            <p:cNvSpPr/>
            <p:nvPr/>
          </p:nvSpPr>
          <p:spPr>
            <a:xfrm>
              <a:off x="6428733" y="7940080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2" name="pl17742"/>
            <p:cNvSpPr/>
            <p:nvPr/>
          </p:nvSpPr>
          <p:spPr>
            <a:xfrm>
              <a:off x="6239445" y="7480534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3" name="pl17743"/>
            <p:cNvSpPr/>
            <p:nvPr/>
          </p:nvSpPr>
          <p:spPr>
            <a:xfrm>
              <a:off x="6231220" y="7496722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4" name="pl17744"/>
            <p:cNvSpPr/>
            <p:nvPr/>
          </p:nvSpPr>
          <p:spPr>
            <a:xfrm>
              <a:off x="6242442" y="7496722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5" name="pl17745"/>
            <p:cNvSpPr/>
            <p:nvPr/>
          </p:nvSpPr>
          <p:spPr>
            <a:xfrm>
              <a:off x="6241738" y="7463078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46" name="pt17746"/>
            <p:cNvSpPr/>
            <p:nvPr/>
          </p:nvSpPr>
          <p:spPr>
            <a:xfrm>
              <a:off x="6386559" y="69893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47" name="pt17747"/>
            <p:cNvSpPr/>
            <p:nvPr/>
          </p:nvSpPr>
          <p:spPr>
            <a:xfrm>
              <a:off x="6172477" y="7521885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48" name="pt17748"/>
            <p:cNvSpPr/>
            <p:nvPr/>
          </p:nvSpPr>
          <p:spPr>
            <a:xfrm>
              <a:off x="6778698" y="7873019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49" name="pt17749"/>
            <p:cNvSpPr/>
            <p:nvPr/>
          </p:nvSpPr>
          <p:spPr>
            <a:xfrm>
              <a:off x="6252252" y="75294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0" name="pt17750"/>
            <p:cNvSpPr/>
            <p:nvPr/>
          </p:nvSpPr>
          <p:spPr>
            <a:xfrm>
              <a:off x="6875727" y="726227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1" name="pg17751"/>
            <p:cNvSpPr/>
            <p:nvPr/>
          </p:nvSpPr>
          <p:spPr>
            <a:xfrm>
              <a:off x="6368830" y="8032770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2" name="pt17752"/>
            <p:cNvSpPr/>
            <p:nvPr/>
          </p:nvSpPr>
          <p:spPr>
            <a:xfrm>
              <a:off x="6230086" y="7567020"/>
              <a:ext cx="48833" cy="48833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3" name="pl17753"/>
            <p:cNvSpPr/>
            <p:nvPr/>
          </p:nvSpPr>
          <p:spPr>
            <a:xfrm>
              <a:off x="6374977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4" name="pl17754"/>
            <p:cNvSpPr/>
            <p:nvPr/>
          </p:nvSpPr>
          <p:spPr>
            <a:xfrm>
              <a:off x="6374977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5" name="pl17755"/>
            <p:cNvSpPr/>
            <p:nvPr/>
          </p:nvSpPr>
          <p:spPr>
            <a:xfrm>
              <a:off x="6364863" y="751662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6" name="pl17756"/>
            <p:cNvSpPr/>
            <p:nvPr/>
          </p:nvSpPr>
          <p:spPr>
            <a:xfrm>
              <a:off x="6399393" y="748209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57" name="pt17757"/>
            <p:cNvSpPr/>
            <p:nvPr/>
          </p:nvSpPr>
          <p:spPr>
            <a:xfrm>
              <a:off x="6208486" y="751504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8" name="pg17758"/>
            <p:cNvSpPr/>
            <p:nvPr/>
          </p:nvSpPr>
          <p:spPr>
            <a:xfrm>
              <a:off x="5950590" y="74005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59" name="pt17759"/>
            <p:cNvSpPr/>
            <p:nvPr/>
          </p:nvSpPr>
          <p:spPr>
            <a:xfrm>
              <a:off x="6740312" y="786206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0" name="pt17760"/>
            <p:cNvSpPr/>
            <p:nvPr/>
          </p:nvSpPr>
          <p:spPr>
            <a:xfrm>
              <a:off x="6156386" y="7514843"/>
              <a:ext cx="74834" cy="74834"/>
            </a:xfrm>
            <a:prstGeom prst="ellipse">
              <a:avLst/>
            </a:prstGeom>
            <a:solidFill>
              <a:srgbClr val="7570B3">
                <a:alpha val="7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1" name="pt17761"/>
            <p:cNvSpPr/>
            <p:nvPr/>
          </p:nvSpPr>
          <p:spPr>
            <a:xfrm>
              <a:off x="6768600" y="78242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2" name="pt17762"/>
            <p:cNvSpPr/>
            <p:nvPr/>
          </p:nvSpPr>
          <p:spPr>
            <a:xfrm>
              <a:off x="6409023" y="83588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3" name="pt17763"/>
            <p:cNvSpPr/>
            <p:nvPr/>
          </p:nvSpPr>
          <p:spPr>
            <a:xfrm>
              <a:off x="6489197" y="79067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4" name="pg17764"/>
            <p:cNvSpPr/>
            <p:nvPr/>
          </p:nvSpPr>
          <p:spPr>
            <a:xfrm>
              <a:off x="6407168" y="78879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5" name="pt17765"/>
            <p:cNvSpPr/>
            <p:nvPr/>
          </p:nvSpPr>
          <p:spPr>
            <a:xfrm>
              <a:off x="6594069" y="765966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6" name="pt17766"/>
            <p:cNvSpPr/>
            <p:nvPr/>
          </p:nvSpPr>
          <p:spPr>
            <a:xfrm>
              <a:off x="6865332" y="72673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7" name="pg17767"/>
            <p:cNvSpPr/>
            <p:nvPr/>
          </p:nvSpPr>
          <p:spPr>
            <a:xfrm>
              <a:off x="6482863" y="769283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8" name="pt17768"/>
            <p:cNvSpPr/>
            <p:nvPr/>
          </p:nvSpPr>
          <p:spPr>
            <a:xfrm>
              <a:off x="6641370" y="7061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69" name="pt17769"/>
            <p:cNvSpPr/>
            <p:nvPr/>
          </p:nvSpPr>
          <p:spPr>
            <a:xfrm>
              <a:off x="6164741" y="7600194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0" name="pt17770"/>
            <p:cNvSpPr/>
            <p:nvPr/>
          </p:nvSpPr>
          <p:spPr>
            <a:xfrm>
              <a:off x="6171555" y="7552782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1" name="pg17771"/>
            <p:cNvSpPr/>
            <p:nvPr/>
          </p:nvSpPr>
          <p:spPr>
            <a:xfrm>
              <a:off x="6374441" y="80556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2" name="pt17772"/>
            <p:cNvSpPr/>
            <p:nvPr/>
          </p:nvSpPr>
          <p:spPr>
            <a:xfrm>
              <a:off x="6498915" y="76764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3" name="pt17773"/>
            <p:cNvSpPr/>
            <p:nvPr/>
          </p:nvSpPr>
          <p:spPr>
            <a:xfrm>
              <a:off x="5926465" y="838309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4" name="pt17774"/>
            <p:cNvSpPr/>
            <p:nvPr/>
          </p:nvSpPr>
          <p:spPr>
            <a:xfrm>
              <a:off x="6541561" y="80756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5" name="pt17775"/>
            <p:cNvSpPr/>
            <p:nvPr/>
          </p:nvSpPr>
          <p:spPr>
            <a:xfrm>
              <a:off x="6355856" y="8097625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6" name="pt17776"/>
            <p:cNvSpPr/>
            <p:nvPr/>
          </p:nvSpPr>
          <p:spPr>
            <a:xfrm>
              <a:off x="6284030" y="75086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77" name="pl17777"/>
            <p:cNvSpPr/>
            <p:nvPr/>
          </p:nvSpPr>
          <p:spPr>
            <a:xfrm>
              <a:off x="6023966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8" name="pl17778"/>
            <p:cNvSpPr/>
            <p:nvPr/>
          </p:nvSpPr>
          <p:spPr>
            <a:xfrm>
              <a:off x="6023966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79" name="pl17779"/>
            <p:cNvSpPr/>
            <p:nvPr/>
          </p:nvSpPr>
          <p:spPr>
            <a:xfrm>
              <a:off x="6013852" y="84431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0" name="pl17780"/>
            <p:cNvSpPr/>
            <p:nvPr/>
          </p:nvSpPr>
          <p:spPr>
            <a:xfrm>
              <a:off x="6048383" y="84086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1" name="pg17781"/>
            <p:cNvSpPr/>
            <p:nvPr/>
          </p:nvSpPr>
          <p:spPr>
            <a:xfrm>
              <a:off x="6305889" y="74963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82" name="pt17782"/>
            <p:cNvSpPr/>
            <p:nvPr/>
          </p:nvSpPr>
          <p:spPr>
            <a:xfrm>
              <a:off x="6526880" y="80900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83" name="pt17783"/>
            <p:cNvSpPr/>
            <p:nvPr/>
          </p:nvSpPr>
          <p:spPr>
            <a:xfrm>
              <a:off x="6550685" y="80666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84" name="pl17784"/>
            <p:cNvSpPr/>
            <p:nvPr/>
          </p:nvSpPr>
          <p:spPr>
            <a:xfrm>
              <a:off x="6186255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5" name="pl17785"/>
            <p:cNvSpPr/>
            <p:nvPr/>
          </p:nvSpPr>
          <p:spPr>
            <a:xfrm>
              <a:off x="6186255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6" name="pl17786"/>
            <p:cNvSpPr/>
            <p:nvPr/>
          </p:nvSpPr>
          <p:spPr>
            <a:xfrm>
              <a:off x="6168526" y="757826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7" name="pl17787"/>
            <p:cNvSpPr/>
            <p:nvPr/>
          </p:nvSpPr>
          <p:spPr>
            <a:xfrm>
              <a:off x="6229057" y="751773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88" name="pt17788"/>
            <p:cNvSpPr/>
            <p:nvPr/>
          </p:nvSpPr>
          <p:spPr>
            <a:xfrm>
              <a:off x="6445474" y="7729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89" name="pt17789"/>
            <p:cNvSpPr/>
            <p:nvPr/>
          </p:nvSpPr>
          <p:spPr>
            <a:xfrm>
              <a:off x="6461514" y="77318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90" name="pl17790"/>
            <p:cNvSpPr/>
            <p:nvPr/>
          </p:nvSpPr>
          <p:spPr>
            <a:xfrm>
              <a:off x="6526056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1" name="pl17791"/>
            <p:cNvSpPr/>
            <p:nvPr/>
          </p:nvSpPr>
          <p:spPr>
            <a:xfrm>
              <a:off x="6526056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2" name="pl17792"/>
            <p:cNvSpPr/>
            <p:nvPr/>
          </p:nvSpPr>
          <p:spPr>
            <a:xfrm>
              <a:off x="6515942" y="81035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3" name="pl17793"/>
            <p:cNvSpPr/>
            <p:nvPr/>
          </p:nvSpPr>
          <p:spPr>
            <a:xfrm>
              <a:off x="6550473" y="80689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4" name="pl17794"/>
            <p:cNvSpPr/>
            <p:nvPr/>
          </p:nvSpPr>
          <p:spPr>
            <a:xfrm>
              <a:off x="6263055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5" name="pl17795"/>
            <p:cNvSpPr/>
            <p:nvPr/>
          </p:nvSpPr>
          <p:spPr>
            <a:xfrm>
              <a:off x="6263055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6" name="pl17796"/>
            <p:cNvSpPr/>
            <p:nvPr/>
          </p:nvSpPr>
          <p:spPr>
            <a:xfrm>
              <a:off x="6252941" y="751454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7" name="pl17797"/>
            <p:cNvSpPr/>
            <p:nvPr/>
          </p:nvSpPr>
          <p:spPr>
            <a:xfrm>
              <a:off x="6287472" y="748001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798" name="pt17798"/>
            <p:cNvSpPr/>
            <p:nvPr/>
          </p:nvSpPr>
          <p:spPr>
            <a:xfrm>
              <a:off x="6369401" y="7923817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799" name="pt17799"/>
            <p:cNvSpPr/>
            <p:nvPr/>
          </p:nvSpPr>
          <p:spPr>
            <a:xfrm>
              <a:off x="6197186" y="75139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00" name="pl17800"/>
            <p:cNvSpPr/>
            <p:nvPr/>
          </p:nvSpPr>
          <p:spPr>
            <a:xfrm>
              <a:off x="5935568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1" name="pl17801"/>
            <p:cNvSpPr/>
            <p:nvPr/>
          </p:nvSpPr>
          <p:spPr>
            <a:xfrm>
              <a:off x="5935568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2" name="pl17802"/>
            <p:cNvSpPr/>
            <p:nvPr/>
          </p:nvSpPr>
          <p:spPr>
            <a:xfrm>
              <a:off x="5925455" y="707683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3" name="pl17803"/>
            <p:cNvSpPr/>
            <p:nvPr/>
          </p:nvSpPr>
          <p:spPr>
            <a:xfrm>
              <a:off x="5959985" y="70423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4" name="pl17804"/>
            <p:cNvSpPr/>
            <p:nvPr/>
          </p:nvSpPr>
          <p:spPr>
            <a:xfrm>
              <a:off x="6183144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5" name="pl17805"/>
            <p:cNvSpPr/>
            <p:nvPr/>
          </p:nvSpPr>
          <p:spPr>
            <a:xfrm>
              <a:off x="6183144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6" name="pl17806"/>
            <p:cNvSpPr/>
            <p:nvPr/>
          </p:nvSpPr>
          <p:spPr>
            <a:xfrm>
              <a:off x="6157799" y="7578680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7" name="pl17807"/>
            <p:cNvSpPr/>
            <p:nvPr/>
          </p:nvSpPr>
          <p:spPr>
            <a:xfrm>
              <a:off x="6244332" y="7492147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8" name="pl17808"/>
            <p:cNvSpPr/>
            <p:nvPr/>
          </p:nvSpPr>
          <p:spPr>
            <a:xfrm>
              <a:off x="6470033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09" name="pl17809"/>
            <p:cNvSpPr/>
            <p:nvPr/>
          </p:nvSpPr>
          <p:spPr>
            <a:xfrm>
              <a:off x="6470033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0" name="pl17810"/>
            <p:cNvSpPr/>
            <p:nvPr/>
          </p:nvSpPr>
          <p:spPr>
            <a:xfrm>
              <a:off x="6451405" y="78547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1" name="pl17811"/>
            <p:cNvSpPr/>
            <p:nvPr/>
          </p:nvSpPr>
          <p:spPr>
            <a:xfrm>
              <a:off x="6515005" y="779115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2" name="pt17812"/>
            <p:cNvSpPr/>
            <p:nvPr/>
          </p:nvSpPr>
          <p:spPr>
            <a:xfrm>
              <a:off x="5762418" y="72611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13" name="pl17813"/>
            <p:cNvSpPr/>
            <p:nvPr/>
          </p:nvSpPr>
          <p:spPr>
            <a:xfrm>
              <a:off x="5760087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4" name="pl17814"/>
            <p:cNvSpPr/>
            <p:nvPr/>
          </p:nvSpPr>
          <p:spPr>
            <a:xfrm>
              <a:off x="5760087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5" name="pl17815"/>
            <p:cNvSpPr/>
            <p:nvPr/>
          </p:nvSpPr>
          <p:spPr>
            <a:xfrm>
              <a:off x="5749973" y="7221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6" name="pl17816"/>
            <p:cNvSpPr/>
            <p:nvPr/>
          </p:nvSpPr>
          <p:spPr>
            <a:xfrm>
              <a:off x="5784503" y="71865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7" name="pt17817"/>
            <p:cNvSpPr/>
            <p:nvPr/>
          </p:nvSpPr>
          <p:spPr>
            <a:xfrm>
              <a:off x="6210347" y="7558461"/>
              <a:ext cx="67219" cy="67219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18" name="pl17818"/>
            <p:cNvSpPr/>
            <p:nvPr/>
          </p:nvSpPr>
          <p:spPr>
            <a:xfrm>
              <a:off x="5902253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19" name="pl17819"/>
            <p:cNvSpPr/>
            <p:nvPr/>
          </p:nvSpPr>
          <p:spPr>
            <a:xfrm>
              <a:off x="5902253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0" name="pl17820"/>
            <p:cNvSpPr/>
            <p:nvPr/>
          </p:nvSpPr>
          <p:spPr>
            <a:xfrm>
              <a:off x="5892140" y="80171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1" name="pl17821"/>
            <p:cNvSpPr/>
            <p:nvPr/>
          </p:nvSpPr>
          <p:spPr>
            <a:xfrm>
              <a:off x="5926670" y="798260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2" name="pl17822"/>
            <p:cNvSpPr/>
            <p:nvPr/>
          </p:nvSpPr>
          <p:spPr>
            <a:xfrm>
              <a:off x="6636395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3" name="pl17823"/>
            <p:cNvSpPr/>
            <p:nvPr/>
          </p:nvSpPr>
          <p:spPr>
            <a:xfrm>
              <a:off x="6636395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4" name="pl17824"/>
            <p:cNvSpPr/>
            <p:nvPr/>
          </p:nvSpPr>
          <p:spPr>
            <a:xfrm>
              <a:off x="6626281" y="70950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5" name="pl17825"/>
            <p:cNvSpPr/>
            <p:nvPr/>
          </p:nvSpPr>
          <p:spPr>
            <a:xfrm>
              <a:off x="6660812" y="70605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26" name="pt17826"/>
            <p:cNvSpPr/>
            <p:nvPr/>
          </p:nvSpPr>
          <p:spPr>
            <a:xfrm>
              <a:off x="6117769" y="7577715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27" name="pt17827"/>
            <p:cNvSpPr/>
            <p:nvPr/>
          </p:nvSpPr>
          <p:spPr>
            <a:xfrm>
              <a:off x="6155003" y="7524907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28" name="pt17828"/>
            <p:cNvSpPr/>
            <p:nvPr/>
          </p:nvSpPr>
          <p:spPr>
            <a:xfrm>
              <a:off x="6142010" y="70113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29" name="pt17829"/>
            <p:cNvSpPr/>
            <p:nvPr/>
          </p:nvSpPr>
          <p:spPr>
            <a:xfrm>
              <a:off x="6370964" y="82042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0" name="pt17830"/>
            <p:cNvSpPr/>
            <p:nvPr/>
          </p:nvSpPr>
          <p:spPr>
            <a:xfrm>
              <a:off x="6215028" y="74561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1" name="pt17831"/>
            <p:cNvSpPr/>
            <p:nvPr/>
          </p:nvSpPr>
          <p:spPr>
            <a:xfrm>
              <a:off x="5625136" y="7468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2" name="pt17832"/>
            <p:cNvSpPr/>
            <p:nvPr/>
          </p:nvSpPr>
          <p:spPr>
            <a:xfrm>
              <a:off x="5896902" y="7833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3" name="pl17833"/>
            <p:cNvSpPr/>
            <p:nvPr/>
          </p:nvSpPr>
          <p:spPr>
            <a:xfrm>
              <a:off x="6475669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4" name="pl17834"/>
            <p:cNvSpPr/>
            <p:nvPr/>
          </p:nvSpPr>
          <p:spPr>
            <a:xfrm>
              <a:off x="6475669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5" name="pl17835"/>
            <p:cNvSpPr/>
            <p:nvPr/>
          </p:nvSpPr>
          <p:spPr>
            <a:xfrm>
              <a:off x="6465555" y="8503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6" name="pl17836"/>
            <p:cNvSpPr/>
            <p:nvPr/>
          </p:nvSpPr>
          <p:spPr>
            <a:xfrm>
              <a:off x="6500086" y="84688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7" name="pg17837"/>
            <p:cNvSpPr/>
            <p:nvPr/>
          </p:nvSpPr>
          <p:spPr>
            <a:xfrm>
              <a:off x="6141735" y="754094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38" name="pl17838"/>
            <p:cNvSpPr/>
            <p:nvPr/>
          </p:nvSpPr>
          <p:spPr>
            <a:xfrm>
              <a:off x="6149599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39" name="pl17839"/>
            <p:cNvSpPr/>
            <p:nvPr/>
          </p:nvSpPr>
          <p:spPr>
            <a:xfrm>
              <a:off x="6149599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0" name="pl17840"/>
            <p:cNvSpPr/>
            <p:nvPr/>
          </p:nvSpPr>
          <p:spPr>
            <a:xfrm>
              <a:off x="6139485" y="756104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1" name="pl17841"/>
            <p:cNvSpPr/>
            <p:nvPr/>
          </p:nvSpPr>
          <p:spPr>
            <a:xfrm>
              <a:off x="6174016" y="752651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117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2" name="pg17842"/>
            <p:cNvSpPr/>
            <p:nvPr/>
          </p:nvSpPr>
          <p:spPr>
            <a:xfrm>
              <a:off x="6357923" y="794088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43" name="pt17843"/>
            <p:cNvSpPr/>
            <p:nvPr/>
          </p:nvSpPr>
          <p:spPr>
            <a:xfrm>
              <a:off x="5548602" y="77927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44" name="pl17844"/>
            <p:cNvSpPr/>
            <p:nvPr/>
          </p:nvSpPr>
          <p:spPr>
            <a:xfrm>
              <a:off x="6158799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5" name="pl17845"/>
            <p:cNvSpPr/>
            <p:nvPr/>
          </p:nvSpPr>
          <p:spPr>
            <a:xfrm>
              <a:off x="6158799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6" name="pl17846"/>
            <p:cNvSpPr/>
            <p:nvPr/>
          </p:nvSpPr>
          <p:spPr>
            <a:xfrm>
              <a:off x="6137915" y="7533178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7" name="pl17847"/>
            <p:cNvSpPr/>
            <p:nvPr/>
          </p:nvSpPr>
          <p:spPr>
            <a:xfrm>
              <a:off x="6209217" y="7461876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8" name="pl17848"/>
            <p:cNvSpPr/>
            <p:nvPr/>
          </p:nvSpPr>
          <p:spPr>
            <a:xfrm>
              <a:off x="6193803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49" name="pl17849"/>
            <p:cNvSpPr/>
            <p:nvPr/>
          </p:nvSpPr>
          <p:spPr>
            <a:xfrm>
              <a:off x="6193803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0" name="pl17850"/>
            <p:cNvSpPr/>
            <p:nvPr/>
          </p:nvSpPr>
          <p:spPr>
            <a:xfrm>
              <a:off x="6178304" y="751044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1" name="pl17851"/>
            <p:cNvSpPr/>
            <p:nvPr/>
          </p:nvSpPr>
          <p:spPr>
            <a:xfrm>
              <a:off x="6231220" y="745752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2" name="pl17852"/>
            <p:cNvSpPr/>
            <p:nvPr/>
          </p:nvSpPr>
          <p:spPr>
            <a:xfrm>
              <a:off x="6605752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3" name="pl17853"/>
            <p:cNvSpPr/>
            <p:nvPr/>
          </p:nvSpPr>
          <p:spPr>
            <a:xfrm>
              <a:off x="6605752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4" name="pl17854"/>
            <p:cNvSpPr/>
            <p:nvPr/>
          </p:nvSpPr>
          <p:spPr>
            <a:xfrm>
              <a:off x="6595639" y="80259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5" name="pl17855"/>
            <p:cNvSpPr/>
            <p:nvPr/>
          </p:nvSpPr>
          <p:spPr>
            <a:xfrm>
              <a:off x="6630169" y="79913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6" name="pl17856"/>
            <p:cNvSpPr/>
            <p:nvPr/>
          </p:nvSpPr>
          <p:spPr>
            <a:xfrm>
              <a:off x="6459347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7" name="pl17857"/>
            <p:cNvSpPr/>
            <p:nvPr/>
          </p:nvSpPr>
          <p:spPr>
            <a:xfrm>
              <a:off x="6459347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8" name="pl17858"/>
            <p:cNvSpPr/>
            <p:nvPr/>
          </p:nvSpPr>
          <p:spPr>
            <a:xfrm>
              <a:off x="6432636" y="7905033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59" name="pl17859"/>
            <p:cNvSpPr/>
            <p:nvPr/>
          </p:nvSpPr>
          <p:spPr>
            <a:xfrm>
              <a:off x="6523834" y="7813834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0" name="pt17860"/>
            <p:cNvSpPr/>
            <p:nvPr/>
          </p:nvSpPr>
          <p:spPr>
            <a:xfrm>
              <a:off x="6291802" y="7495800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61" name="pl17861"/>
            <p:cNvSpPr/>
            <p:nvPr/>
          </p:nvSpPr>
          <p:spPr>
            <a:xfrm>
              <a:off x="6197185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2" name="pl17862"/>
            <p:cNvSpPr/>
            <p:nvPr/>
          </p:nvSpPr>
          <p:spPr>
            <a:xfrm>
              <a:off x="6197185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3" name="pl17863"/>
            <p:cNvSpPr/>
            <p:nvPr/>
          </p:nvSpPr>
          <p:spPr>
            <a:xfrm>
              <a:off x="6174443" y="7510382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4" name="pl17864"/>
            <p:cNvSpPr/>
            <p:nvPr/>
          </p:nvSpPr>
          <p:spPr>
            <a:xfrm>
              <a:off x="6252091" y="7432733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5" name="pl17865"/>
            <p:cNvSpPr/>
            <p:nvPr/>
          </p:nvSpPr>
          <p:spPr>
            <a:xfrm>
              <a:off x="6085219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6" name="pl17866"/>
            <p:cNvSpPr/>
            <p:nvPr/>
          </p:nvSpPr>
          <p:spPr>
            <a:xfrm>
              <a:off x="6085219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7" name="pl17867"/>
            <p:cNvSpPr/>
            <p:nvPr/>
          </p:nvSpPr>
          <p:spPr>
            <a:xfrm>
              <a:off x="6075106" y="75786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8" name="pl17868"/>
            <p:cNvSpPr/>
            <p:nvPr/>
          </p:nvSpPr>
          <p:spPr>
            <a:xfrm>
              <a:off x="6109636" y="75441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69" name="pt17869"/>
            <p:cNvSpPr/>
            <p:nvPr/>
          </p:nvSpPr>
          <p:spPr>
            <a:xfrm>
              <a:off x="6143192" y="76083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0" name="pt17870"/>
            <p:cNvSpPr/>
            <p:nvPr/>
          </p:nvSpPr>
          <p:spPr>
            <a:xfrm>
              <a:off x="6298747" y="75161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1" name="pl17871"/>
            <p:cNvSpPr/>
            <p:nvPr/>
          </p:nvSpPr>
          <p:spPr>
            <a:xfrm>
              <a:off x="6155312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2" name="pl17872"/>
            <p:cNvSpPr/>
            <p:nvPr/>
          </p:nvSpPr>
          <p:spPr>
            <a:xfrm>
              <a:off x="6155312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3" name="pl17873"/>
            <p:cNvSpPr/>
            <p:nvPr/>
          </p:nvSpPr>
          <p:spPr>
            <a:xfrm>
              <a:off x="6136684" y="7555000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4" name="pl17874"/>
            <p:cNvSpPr/>
            <p:nvPr/>
          </p:nvSpPr>
          <p:spPr>
            <a:xfrm>
              <a:off x="6200285" y="7491399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5" name="pt17875"/>
            <p:cNvSpPr/>
            <p:nvPr/>
          </p:nvSpPr>
          <p:spPr>
            <a:xfrm>
              <a:off x="6712295" y="7113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6" name="pt17876"/>
            <p:cNvSpPr/>
            <p:nvPr/>
          </p:nvSpPr>
          <p:spPr>
            <a:xfrm>
              <a:off x="5789871" y="72260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7" name="pt17877"/>
            <p:cNvSpPr/>
            <p:nvPr/>
          </p:nvSpPr>
          <p:spPr>
            <a:xfrm>
              <a:off x="5764995" y="788167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78" name="pl17878"/>
            <p:cNvSpPr/>
            <p:nvPr/>
          </p:nvSpPr>
          <p:spPr>
            <a:xfrm>
              <a:off x="6424416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79" name="pl17879"/>
            <p:cNvSpPr/>
            <p:nvPr/>
          </p:nvSpPr>
          <p:spPr>
            <a:xfrm>
              <a:off x="6424416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0" name="pl17880"/>
            <p:cNvSpPr/>
            <p:nvPr/>
          </p:nvSpPr>
          <p:spPr>
            <a:xfrm>
              <a:off x="6408918" y="7887879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1" name="pl17881"/>
            <p:cNvSpPr/>
            <p:nvPr/>
          </p:nvSpPr>
          <p:spPr>
            <a:xfrm>
              <a:off x="6461834" y="7834963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2" name="pl17882"/>
            <p:cNvSpPr/>
            <p:nvPr/>
          </p:nvSpPr>
          <p:spPr>
            <a:xfrm>
              <a:off x="6362697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3" name="pl17883"/>
            <p:cNvSpPr/>
            <p:nvPr/>
          </p:nvSpPr>
          <p:spPr>
            <a:xfrm>
              <a:off x="6362697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4" name="pl17884"/>
            <p:cNvSpPr/>
            <p:nvPr/>
          </p:nvSpPr>
          <p:spPr>
            <a:xfrm>
              <a:off x="6344069" y="83435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5" name="pl17885"/>
            <p:cNvSpPr/>
            <p:nvPr/>
          </p:nvSpPr>
          <p:spPr>
            <a:xfrm>
              <a:off x="6407670" y="8279947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6" name="pl17886"/>
            <p:cNvSpPr/>
            <p:nvPr/>
          </p:nvSpPr>
          <p:spPr>
            <a:xfrm>
              <a:off x="6242252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7" name="pl17887"/>
            <p:cNvSpPr/>
            <p:nvPr/>
          </p:nvSpPr>
          <p:spPr>
            <a:xfrm>
              <a:off x="6242252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8" name="pl17888"/>
            <p:cNvSpPr/>
            <p:nvPr/>
          </p:nvSpPr>
          <p:spPr>
            <a:xfrm>
              <a:off x="6232138" y="74514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89" name="pl17889"/>
            <p:cNvSpPr/>
            <p:nvPr/>
          </p:nvSpPr>
          <p:spPr>
            <a:xfrm>
              <a:off x="6266669" y="74169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0" name="pl17890"/>
            <p:cNvSpPr/>
            <p:nvPr/>
          </p:nvSpPr>
          <p:spPr>
            <a:xfrm>
              <a:off x="5641082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1" name="pl17891"/>
            <p:cNvSpPr/>
            <p:nvPr/>
          </p:nvSpPr>
          <p:spPr>
            <a:xfrm>
              <a:off x="5641082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2" name="pl17892"/>
            <p:cNvSpPr/>
            <p:nvPr/>
          </p:nvSpPr>
          <p:spPr>
            <a:xfrm>
              <a:off x="5630968" y="80811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3" name="pl17893"/>
            <p:cNvSpPr/>
            <p:nvPr/>
          </p:nvSpPr>
          <p:spPr>
            <a:xfrm>
              <a:off x="5665499" y="80466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4" name="pl17894"/>
            <p:cNvSpPr/>
            <p:nvPr/>
          </p:nvSpPr>
          <p:spPr>
            <a:xfrm>
              <a:off x="6464780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5" name="pl17895"/>
            <p:cNvSpPr/>
            <p:nvPr/>
          </p:nvSpPr>
          <p:spPr>
            <a:xfrm>
              <a:off x="6464780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6" name="pl17896"/>
            <p:cNvSpPr/>
            <p:nvPr/>
          </p:nvSpPr>
          <p:spPr>
            <a:xfrm>
              <a:off x="6434517" y="7726341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7" name="pl17897"/>
            <p:cNvSpPr/>
            <p:nvPr/>
          </p:nvSpPr>
          <p:spPr>
            <a:xfrm>
              <a:off x="6537840" y="7623018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898" name="pt17898"/>
            <p:cNvSpPr/>
            <p:nvPr/>
          </p:nvSpPr>
          <p:spPr>
            <a:xfrm>
              <a:off x="6199314" y="7532418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899" name="pt17899"/>
            <p:cNvSpPr/>
            <p:nvPr/>
          </p:nvSpPr>
          <p:spPr>
            <a:xfrm>
              <a:off x="6166364" y="7515169"/>
              <a:ext cx="85604" cy="85604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0" name="pt17900"/>
            <p:cNvSpPr/>
            <p:nvPr/>
          </p:nvSpPr>
          <p:spPr>
            <a:xfrm>
              <a:off x="5769563" y="788447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1" name="pt17901"/>
            <p:cNvSpPr/>
            <p:nvPr/>
          </p:nvSpPr>
          <p:spPr>
            <a:xfrm>
              <a:off x="5534231" y="77863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2" name="pl17902"/>
            <p:cNvSpPr/>
            <p:nvPr/>
          </p:nvSpPr>
          <p:spPr>
            <a:xfrm>
              <a:off x="6485372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3" name="pl17903"/>
            <p:cNvSpPr/>
            <p:nvPr/>
          </p:nvSpPr>
          <p:spPr>
            <a:xfrm>
              <a:off x="6485372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4" name="pl17904"/>
            <p:cNvSpPr/>
            <p:nvPr/>
          </p:nvSpPr>
          <p:spPr>
            <a:xfrm>
              <a:off x="6475258" y="77113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5" name="pl17905"/>
            <p:cNvSpPr/>
            <p:nvPr/>
          </p:nvSpPr>
          <p:spPr>
            <a:xfrm>
              <a:off x="6509789" y="76768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06" name="pt17906"/>
            <p:cNvSpPr/>
            <p:nvPr/>
          </p:nvSpPr>
          <p:spPr>
            <a:xfrm>
              <a:off x="6257885" y="7417202"/>
              <a:ext cx="67219" cy="67219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7" name="pt17907"/>
            <p:cNvSpPr/>
            <p:nvPr/>
          </p:nvSpPr>
          <p:spPr>
            <a:xfrm>
              <a:off x="6206483" y="7449737"/>
              <a:ext cx="106973" cy="10697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8" name="pt17908"/>
            <p:cNvSpPr/>
            <p:nvPr/>
          </p:nvSpPr>
          <p:spPr>
            <a:xfrm>
              <a:off x="6150397" y="75840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09" name="pt17909"/>
            <p:cNvSpPr/>
            <p:nvPr/>
          </p:nvSpPr>
          <p:spPr>
            <a:xfrm>
              <a:off x="6670641" y="79786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10" name="pl17910"/>
            <p:cNvSpPr/>
            <p:nvPr/>
          </p:nvSpPr>
          <p:spPr>
            <a:xfrm>
              <a:off x="6013574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1" name="pl17911"/>
            <p:cNvSpPr/>
            <p:nvPr/>
          </p:nvSpPr>
          <p:spPr>
            <a:xfrm>
              <a:off x="6013574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2" name="pl17912"/>
            <p:cNvSpPr/>
            <p:nvPr/>
          </p:nvSpPr>
          <p:spPr>
            <a:xfrm>
              <a:off x="6003460" y="8340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3" name="pl17913"/>
            <p:cNvSpPr/>
            <p:nvPr/>
          </p:nvSpPr>
          <p:spPr>
            <a:xfrm>
              <a:off x="6037991" y="8305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4" name="pl17914"/>
            <p:cNvSpPr/>
            <p:nvPr/>
          </p:nvSpPr>
          <p:spPr>
            <a:xfrm>
              <a:off x="6000040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5" name="pl17915"/>
            <p:cNvSpPr/>
            <p:nvPr/>
          </p:nvSpPr>
          <p:spPr>
            <a:xfrm>
              <a:off x="6000040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6" name="pl17916"/>
            <p:cNvSpPr/>
            <p:nvPr/>
          </p:nvSpPr>
          <p:spPr>
            <a:xfrm>
              <a:off x="5989926" y="8337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7" name="pl17917"/>
            <p:cNvSpPr/>
            <p:nvPr/>
          </p:nvSpPr>
          <p:spPr>
            <a:xfrm>
              <a:off x="6024457" y="8303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18" name="pt17918"/>
            <p:cNvSpPr/>
            <p:nvPr/>
          </p:nvSpPr>
          <p:spPr>
            <a:xfrm>
              <a:off x="6571621" y="79838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19" name="pt17919"/>
            <p:cNvSpPr/>
            <p:nvPr/>
          </p:nvSpPr>
          <p:spPr>
            <a:xfrm>
              <a:off x="5806276" y="71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0" name="pl17920"/>
            <p:cNvSpPr/>
            <p:nvPr/>
          </p:nvSpPr>
          <p:spPr>
            <a:xfrm>
              <a:off x="6208128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1" name="pl17921"/>
            <p:cNvSpPr/>
            <p:nvPr/>
          </p:nvSpPr>
          <p:spPr>
            <a:xfrm>
              <a:off x="6208128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2" name="pl17922"/>
            <p:cNvSpPr/>
            <p:nvPr/>
          </p:nvSpPr>
          <p:spPr>
            <a:xfrm>
              <a:off x="6194207" y="746307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3" name="pl17923"/>
            <p:cNvSpPr/>
            <p:nvPr/>
          </p:nvSpPr>
          <p:spPr>
            <a:xfrm>
              <a:off x="6241738" y="741554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24" name="pt17924"/>
            <p:cNvSpPr/>
            <p:nvPr/>
          </p:nvSpPr>
          <p:spPr>
            <a:xfrm>
              <a:off x="6129116" y="7488270"/>
              <a:ext cx="170789" cy="17078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5" name="pg17925"/>
            <p:cNvSpPr/>
            <p:nvPr/>
          </p:nvSpPr>
          <p:spPr>
            <a:xfrm>
              <a:off x="6519740" y="7950257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6" name="pt17926"/>
            <p:cNvSpPr/>
            <p:nvPr/>
          </p:nvSpPr>
          <p:spPr>
            <a:xfrm>
              <a:off x="6820314" y="830345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7" name="pg17927"/>
            <p:cNvSpPr/>
            <p:nvPr/>
          </p:nvSpPr>
          <p:spPr>
            <a:xfrm>
              <a:off x="6216042" y="74232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8" name="pg17928"/>
            <p:cNvSpPr/>
            <p:nvPr/>
          </p:nvSpPr>
          <p:spPr>
            <a:xfrm>
              <a:off x="6169178" y="755700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29" name="pt17929"/>
            <p:cNvSpPr/>
            <p:nvPr/>
          </p:nvSpPr>
          <p:spPr>
            <a:xfrm>
              <a:off x="6224597" y="7568002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0" name="pt17930"/>
            <p:cNvSpPr/>
            <p:nvPr/>
          </p:nvSpPr>
          <p:spPr>
            <a:xfrm>
              <a:off x="6503679" y="7686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1" name="pt17931"/>
            <p:cNvSpPr/>
            <p:nvPr/>
          </p:nvSpPr>
          <p:spPr>
            <a:xfrm>
              <a:off x="6187851" y="75111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2" name="pt17932"/>
            <p:cNvSpPr/>
            <p:nvPr/>
          </p:nvSpPr>
          <p:spPr>
            <a:xfrm>
              <a:off x="6096822" y="845847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3" name="pt17933"/>
            <p:cNvSpPr/>
            <p:nvPr/>
          </p:nvSpPr>
          <p:spPr>
            <a:xfrm>
              <a:off x="5580139" y="75778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4" name="pt17934"/>
            <p:cNvSpPr/>
            <p:nvPr/>
          </p:nvSpPr>
          <p:spPr>
            <a:xfrm>
              <a:off x="6591455" y="77392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5" name="pt17935"/>
            <p:cNvSpPr/>
            <p:nvPr/>
          </p:nvSpPr>
          <p:spPr>
            <a:xfrm>
              <a:off x="5917653" y="80777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6" name="pt17936"/>
            <p:cNvSpPr/>
            <p:nvPr/>
          </p:nvSpPr>
          <p:spPr>
            <a:xfrm>
              <a:off x="5909682" y="79917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37" name="pl17937"/>
            <p:cNvSpPr/>
            <p:nvPr/>
          </p:nvSpPr>
          <p:spPr>
            <a:xfrm>
              <a:off x="6144602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8" name="pl17938"/>
            <p:cNvSpPr/>
            <p:nvPr/>
          </p:nvSpPr>
          <p:spPr>
            <a:xfrm>
              <a:off x="6144602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39" name="pl17939"/>
            <p:cNvSpPr/>
            <p:nvPr/>
          </p:nvSpPr>
          <p:spPr>
            <a:xfrm>
              <a:off x="6130681" y="756525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0" name="pl17940"/>
            <p:cNvSpPr/>
            <p:nvPr/>
          </p:nvSpPr>
          <p:spPr>
            <a:xfrm>
              <a:off x="6178212" y="751772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1" name="pt17941"/>
            <p:cNvSpPr/>
            <p:nvPr/>
          </p:nvSpPr>
          <p:spPr>
            <a:xfrm>
              <a:off x="6242639" y="7465499"/>
              <a:ext cx="48833" cy="48833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2" name="pt17942"/>
            <p:cNvSpPr/>
            <p:nvPr/>
          </p:nvSpPr>
          <p:spPr>
            <a:xfrm>
              <a:off x="6203085" y="7528834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3" name="pt17943"/>
            <p:cNvSpPr/>
            <p:nvPr/>
          </p:nvSpPr>
          <p:spPr>
            <a:xfrm>
              <a:off x="6687443" y="763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4" name="pt17944"/>
            <p:cNvSpPr/>
            <p:nvPr/>
          </p:nvSpPr>
          <p:spPr>
            <a:xfrm>
              <a:off x="6365711" y="832917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5" name="pt17945"/>
            <p:cNvSpPr/>
            <p:nvPr/>
          </p:nvSpPr>
          <p:spPr>
            <a:xfrm>
              <a:off x="6975268" y="734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6" name="pt17946"/>
            <p:cNvSpPr/>
            <p:nvPr/>
          </p:nvSpPr>
          <p:spPr>
            <a:xfrm>
              <a:off x="6137826" y="70244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47" name="pt17947"/>
            <p:cNvSpPr/>
            <p:nvPr/>
          </p:nvSpPr>
          <p:spPr>
            <a:xfrm>
              <a:off x="6367856" y="8058128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8" name="pl17948"/>
            <p:cNvSpPr/>
            <p:nvPr/>
          </p:nvSpPr>
          <p:spPr>
            <a:xfrm>
              <a:off x="6367856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49" name="pl17949"/>
            <p:cNvSpPr/>
            <p:nvPr/>
          </p:nvSpPr>
          <p:spPr>
            <a:xfrm>
              <a:off x="6367856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50" name="pg17950"/>
            <p:cNvSpPr/>
            <p:nvPr/>
          </p:nvSpPr>
          <p:spPr>
            <a:xfrm>
              <a:off x="6721708" y="82698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1" name="pt17951"/>
            <p:cNvSpPr/>
            <p:nvPr/>
          </p:nvSpPr>
          <p:spPr>
            <a:xfrm>
              <a:off x="6504132" y="7891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2" name="pt17952"/>
            <p:cNvSpPr/>
            <p:nvPr/>
          </p:nvSpPr>
          <p:spPr>
            <a:xfrm>
              <a:off x="5947166" y="80460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3" name="pt17953"/>
            <p:cNvSpPr/>
            <p:nvPr/>
          </p:nvSpPr>
          <p:spPr>
            <a:xfrm>
              <a:off x="7027097" y="7473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4" name="pt17954"/>
            <p:cNvSpPr/>
            <p:nvPr/>
          </p:nvSpPr>
          <p:spPr>
            <a:xfrm>
              <a:off x="5743496" y="81711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5" name="pt17955"/>
            <p:cNvSpPr/>
            <p:nvPr/>
          </p:nvSpPr>
          <p:spPr>
            <a:xfrm>
              <a:off x="5931695" y="7058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6" name="pt17956"/>
            <p:cNvSpPr/>
            <p:nvPr/>
          </p:nvSpPr>
          <p:spPr>
            <a:xfrm>
              <a:off x="6249317" y="7429710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7" name="pt17957"/>
            <p:cNvSpPr/>
            <p:nvPr/>
          </p:nvSpPr>
          <p:spPr>
            <a:xfrm>
              <a:off x="6532659" y="76611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8" name="pg17958"/>
            <p:cNvSpPr/>
            <p:nvPr/>
          </p:nvSpPr>
          <p:spPr>
            <a:xfrm>
              <a:off x="6355971" y="804171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59" name="pt17959"/>
            <p:cNvSpPr/>
            <p:nvPr/>
          </p:nvSpPr>
          <p:spPr>
            <a:xfrm>
              <a:off x="6563314" y="76676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0" name="pt17960"/>
            <p:cNvSpPr/>
            <p:nvPr/>
          </p:nvSpPr>
          <p:spPr>
            <a:xfrm>
              <a:off x="6594267" y="84534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1" name="pg17961"/>
            <p:cNvSpPr/>
            <p:nvPr/>
          </p:nvSpPr>
          <p:spPr>
            <a:xfrm>
              <a:off x="6709529" y="709358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2" name="pt17962"/>
            <p:cNvSpPr/>
            <p:nvPr/>
          </p:nvSpPr>
          <p:spPr>
            <a:xfrm>
              <a:off x="6781467" y="71623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3" name="pt17963"/>
            <p:cNvSpPr/>
            <p:nvPr/>
          </p:nvSpPr>
          <p:spPr>
            <a:xfrm>
              <a:off x="5825397" y="82717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4" name="pt17964"/>
            <p:cNvSpPr/>
            <p:nvPr/>
          </p:nvSpPr>
          <p:spPr>
            <a:xfrm>
              <a:off x="6304052" y="79798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5" name="pl17965"/>
            <p:cNvSpPr/>
            <p:nvPr/>
          </p:nvSpPr>
          <p:spPr>
            <a:xfrm>
              <a:off x="6337159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6" name="pl17966"/>
            <p:cNvSpPr/>
            <p:nvPr/>
          </p:nvSpPr>
          <p:spPr>
            <a:xfrm>
              <a:off x="6337159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67" name="pt17967"/>
            <p:cNvSpPr/>
            <p:nvPr/>
          </p:nvSpPr>
          <p:spPr>
            <a:xfrm>
              <a:off x="6341284" y="797037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8" name="pt17968"/>
            <p:cNvSpPr/>
            <p:nvPr/>
          </p:nvSpPr>
          <p:spPr>
            <a:xfrm>
              <a:off x="6538388" y="77066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69" name="pt17969"/>
            <p:cNvSpPr/>
            <p:nvPr/>
          </p:nvSpPr>
          <p:spPr>
            <a:xfrm>
              <a:off x="5901215" y="80268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0" name="pt17970"/>
            <p:cNvSpPr/>
            <p:nvPr/>
          </p:nvSpPr>
          <p:spPr>
            <a:xfrm>
              <a:off x="6437444" y="6945956"/>
              <a:ext cx="48833" cy="48833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1" name="pt17971"/>
            <p:cNvSpPr/>
            <p:nvPr/>
          </p:nvSpPr>
          <p:spPr>
            <a:xfrm>
              <a:off x="6278542" y="75036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2" name="pt17972"/>
            <p:cNvSpPr/>
            <p:nvPr/>
          </p:nvSpPr>
          <p:spPr>
            <a:xfrm>
              <a:off x="6498758" y="78949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3" name="pt17973"/>
            <p:cNvSpPr/>
            <p:nvPr/>
          </p:nvSpPr>
          <p:spPr>
            <a:xfrm>
              <a:off x="6491189" y="79283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4" name="pt17974"/>
            <p:cNvSpPr/>
            <p:nvPr/>
          </p:nvSpPr>
          <p:spPr>
            <a:xfrm>
              <a:off x="6376829" y="69975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5" name="pt17975"/>
            <p:cNvSpPr/>
            <p:nvPr/>
          </p:nvSpPr>
          <p:spPr>
            <a:xfrm>
              <a:off x="6261646" y="750501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6" name="pt17976"/>
            <p:cNvSpPr/>
            <p:nvPr/>
          </p:nvSpPr>
          <p:spPr>
            <a:xfrm>
              <a:off x="6195045" y="7540387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7" name="pt17977"/>
            <p:cNvSpPr/>
            <p:nvPr/>
          </p:nvSpPr>
          <p:spPr>
            <a:xfrm>
              <a:off x="6736905" y="794775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78" name="pl17978"/>
            <p:cNvSpPr/>
            <p:nvPr/>
          </p:nvSpPr>
          <p:spPr>
            <a:xfrm>
              <a:off x="6495650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79" name="pl17979"/>
            <p:cNvSpPr/>
            <p:nvPr/>
          </p:nvSpPr>
          <p:spPr>
            <a:xfrm>
              <a:off x="6495650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0" name="pl17980"/>
            <p:cNvSpPr/>
            <p:nvPr/>
          </p:nvSpPr>
          <p:spPr>
            <a:xfrm>
              <a:off x="6485537" y="77575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1" name="pl17981"/>
            <p:cNvSpPr/>
            <p:nvPr/>
          </p:nvSpPr>
          <p:spPr>
            <a:xfrm>
              <a:off x="6520067" y="77230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982" name="pt17982"/>
            <p:cNvSpPr/>
            <p:nvPr/>
          </p:nvSpPr>
          <p:spPr>
            <a:xfrm>
              <a:off x="6143387" y="754115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3" name="pt17983"/>
            <p:cNvSpPr/>
            <p:nvPr/>
          </p:nvSpPr>
          <p:spPr>
            <a:xfrm>
              <a:off x="6205421" y="7497495"/>
              <a:ext cx="74834" cy="74834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4" name="pg17984"/>
            <p:cNvSpPr/>
            <p:nvPr/>
          </p:nvSpPr>
          <p:spPr>
            <a:xfrm>
              <a:off x="6523293" y="76750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5" name="pt17985"/>
            <p:cNvSpPr/>
            <p:nvPr/>
          </p:nvSpPr>
          <p:spPr>
            <a:xfrm>
              <a:off x="6113742" y="83884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6" name="pt17986"/>
            <p:cNvSpPr/>
            <p:nvPr/>
          </p:nvSpPr>
          <p:spPr>
            <a:xfrm>
              <a:off x="6183457" y="7556836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7" name="pt17987"/>
            <p:cNvSpPr/>
            <p:nvPr/>
          </p:nvSpPr>
          <p:spPr>
            <a:xfrm>
              <a:off x="6388324" y="832738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8" name="pg17988"/>
            <p:cNvSpPr/>
            <p:nvPr/>
          </p:nvSpPr>
          <p:spPr>
            <a:xfrm>
              <a:off x="5888775" y="800004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89" name="pt17989"/>
            <p:cNvSpPr/>
            <p:nvPr/>
          </p:nvSpPr>
          <p:spPr>
            <a:xfrm>
              <a:off x="6185036" y="74772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0" name="pt17990"/>
            <p:cNvSpPr/>
            <p:nvPr/>
          </p:nvSpPr>
          <p:spPr>
            <a:xfrm>
              <a:off x="6209633" y="7527254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1" name="pt17991"/>
            <p:cNvSpPr/>
            <p:nvPr/>
          </p:nvSpPr>
          <p:spPr>
            <a:xfrm>
              <a:off x="5948829" y="80308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2" name="pt17992"/>
            <p:cNvSpPr/>
            <p:nvPr/>
          </p:nvSpPr>
          <p:spPr>
            <a:xfrm>
              <a:off x="5895920" y="79840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3" name="pt17993"/>
            <p:cNvSpPr/>
            <p:nvPr/>
          </p:nvSpPr>
          <p:spPr>
            <a:xfrm>
              <a:off x="6218595" y="7536690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4" name="pt17994"/>
            <p:cNvSpPr/>
            <p:nvPr/>
          </p:nvSpPr>
          <p:spPr>
            <a:xfrm>
              <a:off x="5824710" y="82942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5" name="pt17995"/>
            <p:cNvSpPr/>
            <p:nvPr/>
          </p:nvSpPr>
          <p:spPr>
            <a:xfrm>
              <a:off x="6509040" y="7900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6" name="pt17996"/>
            <p:cNvSpPr/>
            <p:nvPr/>
          </p:nvSpPr>
          <p:spPr>
            <a:xfrm>
              <a:off x="6559304" y="7036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7" name="pt17997"/>
            <p:cNvSpPr/>
            <p:nvPr/>
          </p:nvSpPr>
          <p:spPr>
            <a:xfrm>
              <a:off x="5881887" y="782191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8" name="pt17998"/>
            <p:cNvSpPr/>
            <p:nvPr/>
          </p:nvSpPr>
          <p:spPr>
            <a:xfrm>
              <a:off x="6376530" y="81376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7999" name="pt17999"/>
            <p:cNvSpPr/>
            <p:nvPr/>
          </p:nvSpPr>
          <p:spPr>
            <a:xfrm>
              <a:off x="6330462" y="7953979"/>
              <a:ext cx="67219" cy="67219"/>
            </a:xfrm>
            <a:prstGeom prst="ellipse">
              <a:avLst/>
            </a:prstGeom>
            <a:solidFill>
              <a:srgbClr val="1B9E77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0" name="pt18000"/>
            <p:cNvSpPr/>
            <p:nvPr/>
          </p:nvSpPr>
          <p:spPr>
            <a:xfrm>
              <a:off x="6242325" y="7469223"/>
              <a:ext cx="48833" cy="48833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1" name="pl18001"/>
            <p:cNvSpPr/>
            <p:nvPr/>
          </p:nvSpPr>
          <p:spPr>
            <a:xfrm>
              <a:off x="5813955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2" name="pl18002"/>
            <p:cNvSpPr/>
            <p:nvPr/>
          </p:nvSpPr>
          <p:spPr>
            <a:xfrm>
              <a:off x="5813955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3" name="pl18003"/>
            <p:cNvSpPr/>
            <p:nvPr/>
          </p:nvSpPr>
          <p:spPr>
            <a:xfrm>
              <a:off x="5803842" y="71513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4" name="pl18004"/>
            <p:cNvSpPr/>
            <p:nvPr/>
          </p:nvSpPr>
          <p:spPr>
            <a:xfrm>
              <a:off x="5838372" y="711683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05" name="pt18005"/>
            <p:cNvSpPr/>
            <p:nvPr/>
          </p:nvSpPr>
          <p:spPr>
            <a:xfrm>
              <a:off x="6180951" y="7478410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6" name="pt18006"/>
            <p:cNvSpPr/>
            <p:nvPr/>
          </p:nvSpPr>
          <p:spPr>
            <a:xfrm>
              <a:off x="6544269" y="8322576"/>
              <a:ext cx="74834" cy="74834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7" name="pg18007"/>
            <p:cNvSpPr/>
            <p:nvPr/>
          </p:nvSpPr>
          <p:spPr>
            <a:xfrm>
              <a:off x="6327494" y="794264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8" name="pt18008"/>
            <p:cNvSpPr/>
            <p:nvPr/>
          </p:nvSpPr>
          <p:spPr>
            <a:xfrm>
              <a:off x="6267225" y="750339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09" name="pt18009"/>
            <p:cNvSpPr/>
            <p:nvPr/>
          </p:nvSpPr>
          <p:spPr>
            <a:xfrm>
              <a:off x="6186332" y="755823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0" name="pt18010"/>
            <p:cNvSpPr/>
            <p:nvPr/>
          </p:nvSpPr>
          <p:spPr>
            <a:xfrm>
              <a:off x="6508325" y="76891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1" name="pt18011"/>
            <p:cNvSpPr/>
            <p:nvPr/>
          </p:nvSpPr>
          <p:spPr>
            <a:xfrm>
              <a:off x="6355920" y="8056162"/>
              <a:ext cx="74834" cy="7483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2" name="pg18012"/>
            <p:cNvSpPr/>
            <p:nvPr/>
          </p:nvSpPr>
          <p:spPr>
            <a:xfrm>
              <a:off x="6123944" y="698260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3" name="pt18013"/>
            <p:cNvSpPr/>
            <p:nvPr/>
          </p:nvSpPr>
          <p:spPr>
            <a:xfrm>
              <a:off x="6521801" y="80407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4" name="pt18014"/>
            <p:cNvSpPr/>
            <p:nvPr/>
          </p:nvSpPr>
          <p:spPr>
            <a:xfrm>
              <a:off x="6201306" y="7525563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5" name="pt18015"/>
            <p:cNvSpPr/>
            <p:nvPr/>
          </p:nvSpPr>
          <p:spPr>
            <a:xfrm>
              <a:off x="6101116" y="7604322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6" name="pt18016"/>
            <p:cNvSpPr/>
            <p:nvPr/>
          </p:nvSpPr>
          <p:spPr>
            <a:xfrm>
              <a:off x="5595864" y="77437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7" name="pt18017"/>
            <p:cNvSpPr/>
            <p:nvPr/>
          </p:nvSpPr>
          <p:spPr>
            <a:xfrm>
              <a:off x="6183652" y="7573592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8" name="pt18018"/>
            <p:cNvSpPr/>
            <p:nvPr/>
          </p:nvSpPr>
          <p:spPr>
            <a:xfrm>
              <a:off x="6643734" y="76523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19" name="pt18019"/>
            <p:cNvSpPr/>
            <p:nvPr/>
          </p:nvSpPr>
          <p:spPr>
            <a:xfrm>
              <a:off x="6415567" y="783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0" name="pt18020"/>
            <p:cNvSpPr/>
            <p:nvPr/>
          </p:nvSpPr>
          <p:spPr>
            <a:xfrm>
              <a:off x="5561731" y="77544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1" name="pt18021"/>
            <p:cNvSpPr/>
            <p:nvPr/>
          </p:nvSpPr>
          <p:spPr>
            <a:xfrm>
              <a:off x="6485570" y="78577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2" name="pt18022"/>
            <p:cNvSpPr/>
            <p:nvPr/>
          </p:nvSpPr>
          <p:spPr>
            <a:xfrm>
              <a:off x="5628637" y="7466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3" name="pg18023"/>
            <p:cNvSpPr/>
            <p:nvPr/>
          </p:nvSpPr>
          <p:spPr>
            <a:xfrm>
              <a:off x="6490961" y="773148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4" name="pt18024"/>
            <p:cNvSpPr/>
            <p:nvPr/>
          </p:nvSpPr>
          <p:spPr>
            <a:xfrm>
              <a:off x="6715748" y="825549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5" name="pg18025"/>
            <p:cNvSpPr/>
            <p:nvPr/>
          </p:nvSpPr>
          <p:spPr>
            <a:xfrm>
              <a:off x="6173035" y="75420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6" name="pt18026"/>
            <p:cNvSpPr/>
            <p:nvPr/>
          </p:nvSpPr>
          <p:spPr>
            <a:xfrm>
              <a:off x="6176307" y="7495720"/>
              <a:ext cx="48833" cy="48833"/>
            </a:xfrm>
            <a:prstGeom prst="ellipse">
              <a:avLst/>
            </a:prstGeom>
            <a:solidFill>
              <a:srgbClr val="7570B3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7" name="pt18027"/>
            <p:cNvSpPr/>
            <p:nvPr/>
          </p:nvSpPr>
          <p:spPr>
            <a:xfrm>
              <a:off x="5715924" y="721716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8" name="pt18028"/>
            <p:cNvSpPr/>
            <p:nvPr/>
          </p:nvSpPr>
          <p:spPr>
            <a:xfrm>
              <a:off x="6931054" y="74462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29" name="pt18029"/>
            <p:cNvSpPr/>
            <p:nvPr/>
          </p:nvSpPr>
          <p:spPr>
            <a:xfrm>
              <a:off x="6575702" y="77161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30" name="pt18030"/>
            <p:cNvSpPr/>
            <p:nvPr/>
          </p:nvSpPr>
          <p:spPr>
            <a:xfrm>
              <a:off x="6368682" y="810169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31" name="pt18031"/>
            <p:cNvSpPr/>
            <p:nvPr/>
          </p:nvSpPr>
          <p:spPr>
            <a:xfrm>
              <a:off x="5881164" y="7830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32" name="pt18032"/>
            <p:cNvSpPr/>
            <p:nvPr/>
          </p:nvSpPr>
          <p:spPr>
            <a:xfrm>
              <a:off x="6289507" y="75459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33" name="pl18033"/>
            <p:cNvSpPr/>
            <p:nvPr/>
          </p:nvSpPr>
          <p:spPr>
            <a:xfrm>
              <a:off x="6265757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4" name="pl18034"/>
            <p:cNvSpPr/>
            <p:nvPr/>
          </p:nvSpPr>
          <p:spPr>
            <a:xfrm>
              <a:off x="6265757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5" name="pl18035"/>
            <p:cNvSpPr/>
            <p:nvPr/>
          </p:nvSpPr>
          <p:spPr>
            <a:xfrm>
              <a:off x="6255643" y="75213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6" name="pl18036"/>
            <p:cNvSpPr/>
            <p:nvPr/>
          </p:nvSpPr>
          <p:spPr>
            <a:xfrm>
              <a:off x="6290174" y="74867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13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7" name="pl18037"/>
            <p:cNvSpPr/>
            <p:nvPr/>
          </p:nvSpPr>
          <p:spPr>
            <a:xfrm>
              <a:off x="6188886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8" name="pl18038"/>
            <p:cNvSpPr/>
            <p:nvPr/>
          </p:nvSpPr>
          <p:spPr>
            <a:xfrm>
              <a:off x="6188886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39" name="pl18039"/>
            <p:cNvSpPr/>
            <p:nvPr/>
          </p:nvSpPr>
          <p:spPr>
            <a:xfrm>
              <a:off x="6178772" y="74908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0" name="pl18040"/>
            <p:cNvSpPr/>
            <p:nvPr/>
          </p:nvSpPr>
          <p:spPr>
            <a:xfrm>
              <a:off x="6213303" y="745635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1" name="pl18041"/>
            <p:cNvSpPr/>
            <p:nvPr/>
          </p:nvSpPr>
          <p:spPr>
            <a:xfrm>
              <a:off x="6495796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2" name="pl18042"/>
            <p:cNvSpPr/>
            <p:nvPr/>
          </p:nvSpPr>
          <p:spPr>
            <a:xfrm>
              <a:off x="6495796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3" name="pt18043"/>
            <p:cNvSpPr/>
            <p:nvPr/>
          </p:nvSpPr>
          <p:spPr>
            <a:xfrm>
              <a:off x="6514374" y="768496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4" name="pl18044"/>
            <p:cNvSpPr/>
            <p:nvPr/>
          </p:nvSpPr>
          <p:spPr>
            <a:xfrm>
              <a:off x="6514374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5" name="pl18045"/>
            <p:cNvSpPr/>
            <p:nvPr/>
          </p:nvSpPr>
          <p:spPr>
            <a:xfrm>
              <a:off x="6514374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46" name="pt18046"/>
            <p:cNvSpPr/>
            <p:nvPr/>
          </p:nvSpPr>
          <p:spPr>
            <a:xfrm>
              <a:off x="6968008" y="8127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47" name="pt18047"/>
            <p:cNvSpPr/>
            <p:nvPr/>
          </p:nvSpPr>
          <p:spPr>
            <a:xfrm>
              <a:off x="7030771" y="756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48" name="pt18048"/>
            <p:cNvSpPr/>
            <p:nvPr/>
          </p:nvSpPr>
          <p:spPr>
            <a:xfrm>
              <a:off x="6173320" y="7566921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49" name="pt18049"/>
            <p:cNvSpPr/>
            <p:nvPr/>
          </p:nvSpPr>
          <p:spPr>
            <a:xfrm>
              <a:off x="6470681" y="77270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0" name="pt18050"/>
            <p:cNvSpPr/>
            <p:nvPr/>
          </p:nvSpPr>
          <p:spPr>
            <a:xfrm>
              <a:off x="6506805" y="79247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1" name="pg18051"/>
            <p:cNvSpPr/>
            <p:nvPr/>
          </p:nvSpPr>
          <p:spPr>
            <a:xfrm>
              <a:off x="6165248" y="748311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2" name="pt18052"/>
            <p:cNvSpPr/>
            <p:nvPr/>
          </p:nvSpPr>
          <p:spPr>
            <a:xfrm>
              <a:off x="5575992" y="77422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3" name="pt18053"/>
            <p:cNvSpPr/>
            <p:nvPr/>
          </p:nvSpPr>
          <p:spPr>
            <a:xfrm>
              <a:off x="6800399" y="78924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4" name="pt18054"/>
            <p:cNvSpPr/>
            <p:nvPr/>
          </p:nvSpPr>
          <p:spPr>
            <a:xfrm>
              <a:off x="6583221" y="77353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5" name="pt18055"/>
            <p:cNvSpPr/>
            <p:nvPr/>
          </p:nvSpPr>
          <p:spPr>
            <a:xfrm>
              <a:off x="6373709" y="8270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6" name="pt18056"/>
            <p:cNvSpPr/>
            <p:nvPr/>
          </p:nvSpPr>
          <p:spPr>
            <a:xfrm>
              <a:off x="6374183" y="799832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7" name="pt18057"/>
            <p:cNvSpPr/>
            <p:nvPr/>
          </p:nvSpPr>
          <p:spPr>
            <a:xfrm>
              <a:off x="6187623" y="7518255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8" name="pt18058"/>
            <p:cNvSpPr/>
            <p:nvPr/>
          </p:nvSpPr>
          <p:spPr>
            <a:xfrm>
              <a:off x="5635164" y="7988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59" name="pt18059"/>
            <p:cNvSpPr/>
            <p:nvPr/>
          </p:nvSpPr>
          <p:spPr>
            <a:xfrm>
              <a:off x="5899297" y="7995660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0" name="pt18060"/>
            <p:cNvSpPr/>
            <p:nvPr/>
          </p:nvSpPr>
          <p:spPr>
            <a:xfrm>
              <a:off x="6841553" y="7199617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1" name="pt18061"/>
            <p:cNvSpPr/>
            <p:nvPr/>
          </p:nvSpPr>
          <p:spPr>
            <a:xfrm>
              <a:off x="6213914" y="7523362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2" name="pt18062"/>
            <p:cNvSpPr/>
            <p:nvPr/>
          </p:nvSpPr>
          <p:spPr>
            <a:xfrm>
              <a:off x="6215357" y="74050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3" name="pt18063"/>
            <p:cNvSpPr/>
            <p:nvPr/>
          </p:nvSpPr>
          <p:spPr>
            <a:xfrm>
              <a:off x="6231918" y="7483549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4" name="pt18064"/>
            <p:cNvSpPr/>
            <p:nvPr/>
          </p:nvSpPr>
          <p:spPr>
            <a:xfrm>
              <a:off x="6222163" y="7558683"/>
              <a:ext cx="48833" cy="48833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5" name="pt18065"/>
            <p:cNvSpPr/>
            <p:nvPr/>
          </p:nvSpPr>
          <p:spPr>
            <a:xfrm>
              <a:off x="6249436" y="753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6" name="pt18066"/>
            <p:cNvSpPr/>
            <p:nvPr/>
          </p:nvSpPr>
          <p:spPr>
            <a:xfrm>
              <a:off x="6380557" y="83259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7" name="pt18067"/>
            <p:cNvSpPr/>
            <p:nvPr/>
          </p:nvSpPr>
          <p:spPr>
            <a:xfrm>
              <a:off x="6225381" y="7461210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8" name="pt18068"/>
            <p:cNvSpPr/>
            <p:nvPr/>
          </p:nvSpPr>
          <p:spPr>
            <a:xfrm>
              <a:off x="6360222" y="83314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69" name="pt18069"/>
            <p:cNvSpPr/>
            <p:nvPr/>
          </p:nvSpPr>
          <p:spPr>
            <a:xfrm>
              <a:off x="6205009" y="7527564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0" name="pt18070"/>
            <p:cNvSpPr/>
            <p:nvPr/>
          </p:nvSpPr>
          <p:spPr>
            <a:xfrm>
              <a:off x="6153500" y="7459083"/>
              <a:ext cx="85604" cy="85604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1" name="pt18071"/>
            <p:cNvSpPr/>
            <p:nvPr/>
          </p:nvSpPr>
          <p:spPr>
            <a:xfrm>
              <a:off x="6185050" y="756404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2" name="pt18072"/>
            <p:cNvSpPr/>
            <p:nvPr/>
          </p:nvSpPr>
          <p:spPr>
            <a:xfrm>
              <a:off x="6734446" y="8270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3" name="pt18073"/>
            <p:cNvSpPr/>
            <p:nvPr/>
          </p:nvSpPr>
          <p:spPr>
            <a:xfrm>
              <a:off x="6900475" y="7805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4" name="pt18074"/>
            <p:cNvSpPr/>
            <p:nvPr/>
          </p:nvSpPr>
          <p:spPr>
            <a:xfrm>
              <a:off x="6498090" y="77438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5" name="pg18075"/>
            <p:cNvSpPr/>
            <p:nvPr/>
          </p:nvSpPr>
          <p:spPr>
            <a:xfrm>
              <a:off x="6190847" y="744103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6" name="pt18076"/>
            <p:cNvSpPr/>
            <p:nvPr/>
          </p:nvSpPr>
          <p:spPr>
            <a:xfrm>
              <a:off x="7050879" y="79545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7" name="pt18077"/>
            <p:cNvSpPr/>
            <p:nvPr/>
          </p:nvSpPr>
          <p:spPr>
            <a:xfrm>
              <a:off x="6487508" y="77467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8" name="pt18078"/>
            <p:cNvSpPr/>
            <p:nvPr/>
          </p:nvSpPr>
          <p:spPr>
            <a:xfrm>
              <a:off x="6387682" y="79660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79" name="pt18079"/>
            <p:cNvSpPr/>
            <p:nvPr/>
          </p:nvSpPr>
          <p:spPr>
            <a:xfrm>
              <a:off x="6100414" y="750886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0" name="pt18080"/>
            <p:cNvSpPr/>
            <p:nvPr/>
          </p:nvSpPr>
          <p:spPr>
            <a:xfrm>
              <a:off x="6111168" y="7513446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1" name="pt18081"/>
            <p:cNvSpPr/>
            <p:nvPr/>
          </p:nvSpPr>
          <p:spPr>
            <a:xfrm>
              <a:off x="6253081" y="751383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2" name="pl18082"/>
            <p:cNvSpPr/>
            <p:nvPr/>
          </p:nvSpPr>
          <p:spPr>
            <a:xfrm>
              <a:off x="6358213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3" name="pl18083"/>
            <p:cNvSpPr/>
            <p:nvPr/>
          </p:nvSpPr>
          <p:spPr>
            <a:xfrm>
              <a:off x="6358213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84" name="pt18084"/>
            <p:cNvSpPr/>
            <p:nvPr/>
          </p:nvSpPr>
          <p:spPr>
            <a:xfrm>
              <a:off x="6890528" y="780354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5" name="pt18085"/>
            <p:cNvSpPr/>
            <p:nvPr/>
          </p:nvSpPr>
          <p:spPr>
            <a:xfrm>
              <a:off x="6390936" y="8072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6" name="pt18086"/>
            <p:cNvSpPr/>
            <p:nvPr/>
          </p:nvSpPr>
          <p:spPr>
            <a:xfrm>
              <a:off x="6099528" y="84684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7" name="pt18087"/>
            <p:cNvSpPr/>
            <p:nvPr/>
          </p:nvSpPr>
          <p:spPr>
            <a:xfrm>
              <a:off x="6207854" y="7532422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8" name="pt18088"/>
            <p:cNvSpPr/>
            <p:nvPr/>
          </p:nvSpPr>
          <p:spPr>
            <a:xfrm>
              <a:off x="7027332" y="7492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89" name="pt18089"/>
            <p:cNvSpPr/>
            <p:nvPr/>
          </p:nvSpPr>
          <p:spPr>
            <a:xfrm>
              <a:off x="6644650" y="79470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0" name="pt18090"/>
            <p:cNvSpPr/>
            <p:nvPr/>
          </p:nvSpPr>
          <p:spPr>
            <a:xfrm>
              <a:off x="6190718" y="7501100"/>
              <a:ext cx="74834" cy="74834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1" name="pt18091"/>
            <p:cNvSpPr/>
            <p:nvPr/>
          </p:nvSpPr>
          <p:spPr>
            <a:xfrm>
              <a:off x="5937491" y="83825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2" name="pl18092"/>
            <p:cNvSpPr/>
            <p:nvPr/>
          </p:nvSpPr>
          <p:spPr>
            <a:xfrm>
              <a:off x="6839126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3" name="pl18093"/>
            <p:cNvSpPr/>
            <p:nvPr/>
          </p:nvSpPr>
          <p:spPr>
            <a:xfrm>
              <a:off x="6839126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094" name="pt18094"/>
            <p:cNvSpPr/>
            <p:nvPr/>
          </p:nvSpPr>
          <p:spPr>
            <a:xfrm>
              <a:off x="6186640" y="7488891"/>
              <a:ext cx="74834" cy="74834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5" name="pt18095"/>
            <p:cNvSpPr/>
            <p:nvPr/>
          </p:nvSpPr>
          <p:spPr>
            <a:xfrm>
              <a:off x="7003312" y="79912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6" name="pt18096"/>
            <p:cNvSpPr/>
            <p:nvPr/>
          </p:nvSpPr>
          <p:spPr>
            <a:xfrm>
              <a:off x="6159541" y="7465228"/>
              <a:ext cx="48833" cy="48833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7" name="pt18097"/>
            <p:cNvSpPr/>
            <p:nvPr/>
          </p:nvSpPr>
          <p:spPr>
            <a:xfrm>
              <a:off x="6835958" y="7197754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8" name="pt18098"/>
            <p:cNvSpPr/>
            <p:nvPr/>
          </p:nvSpPr>
          <p:spPr>
            <a:xfrm>
              <a:off x="6411357" y="7913781"/>
              <a:ext cx="67219" cy="67219"/>
            </a:xfrm>
            <a:prstGeom prst="ellipse">
              <a:avLst/>
            </a:prstGeom>
            <a:solidFill>
              <a:srgbClr val="1B9E77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099" name="pt18099"/>
            <p:cNvSpPr/>
            <p:nvPr/>
          </p:nvSpPr>
          <p:spPr>
            <a:xfrm>
              <a:off x="6561921" y="8326731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0" name="pt18100"/>
            <p:cNvSpPr/>
            <p:nvPr/>
          </p:nvSpPr>
          <p:spPr>
            <a:xfrm>
              <a:off x="6223267" y="7464817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1" name="pt18101"/>
            <p:cNvSpPr/>
            <p:nvPr/>
          </p:nvSpPr>
          <p:spPr>
            <a:xfrm>
              <a:off x="6124770" y="7507393"/>
              <a:ext cx="74834" cy="74834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2" name="pt18102"/>
            <p:cNvSpPr/>
            <p:nvPr/>
          </p:nvSpPr>
          <p:spPr>
            <a:xfrm>
              <a:off x="6404316" y="795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3" name="pt18103"/>
            <p:cNvSpPr/>
            <p:nvPr/>
          </p:nvSpPr>
          <p:spPr>
            <a:xfrm>
              <a:off x="6516580" y="788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4" name="pt18104"/>
            <p:cNvSpPr/>
            <p:nvPr/>
          </p:nvSpPr>
          <p:spPr>
            <a:xfrm>
              <a:off x="5570372" y="7930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5" name="pg18105"/>
            <p:cNvSpPr/>
            <p:nvPr/>
          </p:nvSpPr>
          <p:spPr>
            <a:xfrm>
              <a:off x="6237882" y="74574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6" name="pt18106"/>
            <p:cNvSpPr/>
            <p:nvPr/>
          </p:nvSpPr>
          <p:spPr>
            <a:xfrm>
              <a:off x="6539421" y="77163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7" name="pt18107"/>
            <p:cNvSpPr/>
            <p:nvPr/>
          </p:nvSpPr>
          <p:spPr>
            <a:xfrm>
              <a:off x="6198491" y="7536306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8" name="pt18108"/>
            <p:cNvSpPr/>
            <p:nvPr/>
          </p:nvSpPr>
          <p:spPr>
            <a:xfrm>
              <a:off x="6839467" y="83148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09" name="pg18109"/>
            <p:cNvSpPr/>
            <p:nvPr/>
          </p:nvSpPr>
          <p:spPr>
            <a:xfrm>
              <a:off x="6767859" y="781506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0" name="pt18110"/>
            <p:cNvSpPr/>
            <p:nvPr/>
          </p:nvSpPr>
          <p:spPr>
            <a:xfrm>
              <a:off x="6502704" y="76979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1" name="pg18111"/>
            <p:cNvSpPr/>
            <p:nvPr/>
          </p:nvSpPr>
          <p:spPr>
            <a:xfrm>
              <a:off x="6337069" y="7947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2" name="pg18112"/>
            <p:cNvSpPr/>
            <p:nvPr/>
          </p:nvSpPr>
          <p:spPr>
            <a:xfrm>
              <a:off x="6360517" y="79149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3" name="pt18113"/>
            <p:cNvSpPr/>
            <p:nvPr/>
          </p:nvSpPr>
          <p:spPr>
            <a:xfrm>
              <a:off x="6163813" y="7518124"/>
              <a:ext cx="48833" cy="48833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4" name="pt18114"/>
            <p:cNvSpPr/>
            <p:nvPr/>
          </p:nvSpPr>
          <p:spPr>
            <a:xfrm>
              <a:off x="6260723" y="7522008"/>
              <a:ext cx="67219" cy="67219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5" name="pt18115"/>
            <p:cNvSpPr/>
            <p:nvPr/>
          </p:nvSpPr>
          <p:spPr>
            <a:xfrm>
              <a:off x="5845399" y="82805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6" name="pt18116"/>
            <p:cNvSpPr/>
            <p:nvPr/>
          </p:nvSpPr>
          <p:spPr>
            <a:xfrm>
              <a:off x="6496874" y="77092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7" name="pt18117"/>
            <p:cNvSpPr/>
            <p:nvPr/>
          </p:nvSpPr>
          <p:spPr>
            <a:xfrm>
              <a:off x="6609536" y="84548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18" name="pl18118"/>
            <p:cNvSpPr/>
            <p:nvPr/>
          </p:nvSpPr>
          <p:spPr>
            <a:xfrm>
              <a:off x="5677330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19" name="pl18119"/>
            <p:cNvSpPr/>
            <p:nvPr/>
          </p:nvSpPr>
          <p:spPr>
            <a:xfrm>
              <a:off x="5677330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0" name="pl18120"/>
            <p:cNvSpPr/>
            <p:nvPr/>
          </p:nvSpPr>
          <p:spPr>
            <a:xfrm>
              <a:off x="5667216" y="81619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1" name="pl18121"/>
            <p:cNvSpPr/>
            <p:nvPr/>
          </p:nvSpPr>
          <p:spPr>
            <a:xfrm>
              <a:off x="5701747" y="812738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2" name="pl18122"/>
            <p:cNvSpPr/>
            <p:nvPr/>
          </p:nvSpPr>
          <p:spPr>
            <a:xfrm>
              <a:off x="6117552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3" name="pl18123"/>
            <p:cNvSpPr/>
            <p:nvPr/>
          </p:nvSpPr>
          <p:spPr>
            <a:xfrm>
              <a:off x="6117552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4" name="pl18124"/>
            <p:cNvSpPr/>
            <p:nvPr/>
          </p:nvSpPr>
          <p:spPr>
            <a:xfrm>
              <a:off x="6107438" y="7621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5" name="pl18125"/>
            <p:cNvSpPr/>
            <p:nvPr/>
          </p:nvSpPr>
          <p:spPr>
            <a:xfrm>
              <a:off x="6141969" y="7586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35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26" name="pt18126"/>
            <p:cNvSpPr/>
            <p:nvPr/>
          </p:nvSpPr>
          <p:spPr>
            <a:xfrm>
              <a:off x="6169415" y="7511644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27" name="pt18127"/>
            <p:cNvSpPr/>
            <p:nvPr/>
          </p:nvSpPr>
          <p:spPr>
            <a:xfrm>
              <a:off x="6188452" y="7519867"/>
              <a:ext cx="80678" cy="80678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28" name="pt18128"/>
            <p:cNvSpPr/>
            <p:nvPr/>
          </p:nvSpPr>
          <p:spPr>
            <a:xfrm>
              <a:off x="5896978" y="80134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29" name="pt18129"/>
            <p:cNvSpPr/>
            <p:nvPr/>
          </p:nvSpPr>
          <p:spPr>
            <a:xfrm>
              <a:off x="6243873" y="7437803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0" name="pt18130"/>
            <p:cNvSpPr/>
            <p:nvPr/>
          </p:nvSpPr>
          <p:spPr>
            <a:xfrm>
              <a:off x="6283982" y="80122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1" name="pt18131"/>
            <p:cNvSpPr/>
            <p:nvPr/>
          </p:nvSpPr>
          <p:spPr>
            <a:xfrm>
              <a:off x="5912002" y="80718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2" name="pt18132"/>
            <p:cNvSpPr/>
            <p:nvPr/>
          </p:nvSpPr>
          <p:spPr>
            <a:xfrm>
              <a:off x="6946495" y="81610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3" name="pt18133"/>
            <p:cNvSpPr/>
            <p:nvPr/>
          </p:nvSpPr>
          <p:spPr>
            <a:xfrm>
              <a:off x="6497159" y="7993974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4" name="pt18134"/>
            <p:cNvSpPr/>
            <p:nvPr/>
          </p:nvSpPr>
          <p:spPr>
            <a:xfrm>
              <a:off x="6766807" y="7995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5" name="pt18135"/>
            <p:cNvSpPr/>
            <p:nvPr/>
          </p:nvSpPr>
          <p:spPr>
            <a:xfrm>
              <a:off x="6149978" y="755990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6" name="pt18136"/>
            <p:cNvSpPr/>
            <p:nvPr/>
          </p:nvSpPr>
          <p:spPr>
            <a:xfrm>
              <a:off x="5722436" y="72460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7" name="pt18137"/>
            <p:cNvSpPr/>
            <p:nvPr/>
          </p:nvSpPr>
          <p:spPr>
            <a:xfrm>
              <a:off x="6231638" y="7435188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8" name="pt18138"/>
            <p:cNvSpPr/>
            <p:nvPr/>
          </p:nvSpPr>
          <p:spPr>
            <a:xfrm>
              <a:off x="6019764" y="84250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39" name="pt18139"/>
            <p:cNvSpPr/>
            <p:nvPr/>
          </p:nvSpPr>
          <p:spPr>
            <a:xfrm>
              <a:off x="6225593" y="7564563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0" name="pt18140"/>
            <p:cNvSpPr/>
            <p:nvPr/>
          </p:nvSpPr>
          <p:spPr>
            <a:xfrm>
              <a:off x="6242543" y="75206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1" name="pt18141"/>
            <p:cNvSpPr/>
            <p:nvPr/>
          </p:nvSpPr>
          <p:spPr>
            <a:xfrm>
              <a:off x="5653724" y="80710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2" name="pt18142"/>
            <p:cNvSpPr/>
            <p:nvPr/>
          </p:nvSpPr>
          <p:spPr>
            <a:xfrm>
              <a:off x="6245194" y="7517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3" name="pt18143"/>
            <p:cNvSpPr/>
            <p:nvPr/>
          </p:nvSpPr>
          <p:spPr>
            <a:xfrm>
              <a:off x="5737421" y="719908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4" name="pt18144"/>
            <p:cNvSpPr/>
            <p:nvPr/>
          </p:nvSpPr>
          <p:spPr>
            <a:xfrm>
              <a:off x="6498392" y="77017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5" name="pt18145"/>
            <p:cNvSpPr/>
            <p:nvPr/>
          </p:nvSpPr>
          <p:spPr>
            <a:xfrm>
              <a:off x="6147385" y="7564608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6" name="pt18146"/>
            <p:cNvSpPr/>
            <p:nvPr/>
          </p:nvSpPr>
          <p:spPr>
            <a:xfrm>
              <a:off x="6227385" y="7482708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7" name="pt18147"/>
            <p:cNvSpPr/>
            <p:nvPr/>
          </p:nvSpPr>
          <p:spPr>
            <a:xfrm>
              <a:off x="6141237" y="7554423"/>
              <a:ext cx="74834" cy="74834"/>
            </a:xfrm>
            <a:prstGeom prst="ellipse">
              <a:avLst/>
            </a:prstGeom>
            <a:solidFill>
              <a:srgbClr val="7570B3">
                <a:alpha val="6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8" name="pt18148"/>
            <p:cNvSpPr/>
            <p:nvPr/>
          </p:nvSpPr>
          <p:spPr>
            <a:xfrm>
              <a:off x="6544952" y="79713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49" name="pg18149"/>
            <p:cNvSpPr/>
            <p:nvPr/>
          </p:nvSpPr>
          <p:spPr>
            <a:xfrm>
              <a:off x="7068666" y="77600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0" name="pt18150"/>
            <p:cNvSpPr/>
            <p:nvPr/>
          </p:nvSpPr>
          <p:spPr>
            <a:xfrm>
              <a:off x="6739378" y="79661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1" name="pt18151"/>
            <p:cNvSpPr/>
            <p:nvPr/>
          </p:nvSpPr>
          <p:spPr>
            <a:xfrm>
              <a:off x="6565190" y="76951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2" name="pt18152"/>
            <p:cNvSpPr/>
            <p:nvPr/>
          </p:nvSpPr>
          <p:spPr>
            <a:xfrm>
              <a:off x="6232822" y="7561773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3" name="pt18153"/>
            <p:cNvSpPr/>
            <p:nvPr/>
          </p:nvSpPr>
          <p:spPr>
            <a:xfrm>
              <a:off x="5719771" y="7316513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4" name="pt18154"/>
            <p:cNvSpPr/>
            <p:nvPr/>
          </p:nvSpPr>
          <p:spPr>
            <a:xfrm>
              <a:off x="6169830" y="7465088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5" name="pt18155"/>
            <p:cNvSpPr/>
            <p:nvPr/>
          </p:nvSpPr>
          <p:spPr>
            <a:xfrm>
              <a:off x="6217337" y="7568148"/>
              <a:ext cx="48833" cy="48833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6" name="pt18156"/>
            <p:cNvSpPr/>
            <p:nvPr/>
          </p:nvSpPr>
          <p:spPr>
            <a:xfrm>
              <a:off x="6544251" y="77115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7" name="pt18157"/>
            <p:cNvSpPr/>
            <p:nvPr/>
          </p:nvSpPr>
          <p:spPr>
            <a:xfrm>
              <a:off x="5935999" y="807395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8" name="pt18158"/>
            <p:cNvSpPr/>
            <p:nvPr/>
          </p:nvSpPr>
          <p:spPr>
            <a:xfrm>
              <a:off x="6247971" y="7493886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59" name="pg18159"/>
            <p:cNvSpPr/>
            <p:nvPr/>
          </p:nvSpPr>
          <p:spPr>
            <a:xfrm>
              <a:off x="6106992" y="75526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0" name="pt18160"/>
            <p:cNvSpPr/>
            <p:nvPr/>
          </p:nvSpPr>
          <p:spPr>
            <a:xfrm>
              <a:off x="6530667" y="76901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1" name="pt18161"/>
            <p:cNvSpPr/>
            <p:nvPr/>
          </p:nvSpPr>
          <p:spPr>
            <a:xfrm>
              <a:off x="6526750" y="7707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2" name="pt18162"/>
            <p:cNvSpPr/>
            <p:nvPr/>
          </p:nvSpPr>
          <p:spPr>
            <a:xfrm>
              <a:off x="6229480" y="747950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3" name="pt18163"/>
            <p:cNvSpPr/>
            <p:nvPr/>
          </p:nvSpPr>
          <p:spPr>
            <a:xfrm>
              <a:off x="6204416" y="8480790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4" name="pt18164"/>
            <p:cNvSpPr/>
            <p:nvPr/>
          </p:nvSpPr>
          <p:spPr>
            <a:xfrm>
              <a:off x="6531368" y="7698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5" name="pt18165"/>
            <p:cNvSpPr/>
            <p:nvPr/>
          </p:nvSpPr>
          <p:spPr>
            <a:xfrm>
              <a:off x="6169076" y="7501914"/>
              <a:ext cx="67219" cy="67219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6" name="pt18166"/>
            <p:cNvSpPr/>
            <p:nvPr/>
          </p:nvSpPr>
          <p:spPr>
            <a:xfrm>
              <a:off x="6821658" y="83188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7" name="pt18167"/>
            <p:cNvSpPr/>
            <p:nvPr/>
          </p:nvSpPr>
          <p:spPr>
            <a:xfrm>
              <a:off x="6694727" y="76478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8" name="pt18168"/>
            <p:cNvSpPr/>
            <p:nvPr/>
          </p:nvSpPr>
          <p:spPr>
            <a:xfrm>
              <a:off x="6514604" y="78967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69" name="pt18169"/>
            <p:cNvSpPr/>
            <p:nvPr/>
          </p:nvSpPr>
          <p:spPr>
            <a:xfrm>
              <a:off x="6246145" y="75240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0" name="pt18170"/>
            <p:cNvSpPr/>
            <p:nvPr/>
          </p:nvSpPr>
          <p:spPr>
            <a:xfrm>
              <a:off x="6617947" y="76497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1" name="pt18171"/>
            <p:cNvSpPr/>
            <p:nvPr/>
          </p:nvSpPr>
          <p:spPr>
            <a:xfrm>
              <a:off x="6247485" y="7525862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2" name="pt18172"/>
            <p:cNvSpPr/>
            <p:nvPr/>
          </p:nvSpPr>
          <p:spPr>
            <a:xfrm>
              <a:off x="6174165" y="755686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3" name="pt18173"/>
            <p:cNvSpPr/>
            <p:nvPr/>
          </p:nvSpPr>
          <p:spPr>
            <a:xfrm>
              <a:off x="6779530" y="7869047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4" name="pt18174"/>
            <p:cNvSpPr/>
            <p:nvPr/>
          </p:nvSpPr>
          <p:spPr>
            <a:xfrm>
              <a:off x="6590518" y="7955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5" name="pt18175"/>
            <p:cNvSpPr/>
            <p:nvPr/>
          </p:nvSpPr>
          <p:spPr>
            <a:xfrm>
              <a:off x="6578282" y="76933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6" name="pt18176"/>
            <p:cNvSpPr/>
            <p:nvPr/>
          </p:nvSpPr>
          <p:spPr>
            <a:xfrm>
              <a:off x="6693838" y="7923037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7" name="pt18177"/>
            <p:cNvSpPr/>
            <p:nvPr/>
          </p:nvSpPr>
          <p:spPr>
            <a:xfrm>
              <a:off x="5704676" y="7317249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8" name="pt18178"/>
            <p:cNvSpPr/>
            <p:nvPr/>
          </p:nvSpPr>
          <p:spPr>
            <a:xfrm>
              <a:off x="6197862" y="7545402"/>
              <a:ext cx="74834" cy="74834"/>
            </a:xfrm>
            <a:prstGeom prst="ellipse">
              <a:avLst/>
            </a:prstGeom>
            <a:solidFill>
              <a:srgbClr val="D95F02">
                <a:alpha val="5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79" name="pl18179"/>
            <p:cNvSpPr/>
            <p:nvPr/>
          </p:nvSpPr>
          <p:spPr>
            <a:xfrm>
              <a:off x="6354766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0" name="pl18180"/>
            <p:cNvSpPr/>
            <p:nvPr/>
          </p:nvSpPr>
          <p:spPr>
            <a:xfrm>
              <a:off x="6354766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1" name="pl18181"/>
            <p:cNvSpPr/>
            <p:nvPr/>
          </p:nvSpPr>
          <p:spPr>
            <a:xfrm>
              <a:off x="6516913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2" name="pl18182"/>
            <p:cNvSpPr/>
            <p:nvPr/>
          </p:nvSpPr>
          <p:spPr>
            <a:xfrm>
              <a:off x="6516913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83" name="pg18183"/>
            <p:cNvSpPr/>
            <p:nvPr/>
          </p:nvSpPr>
          <p:spPr>
            <a:xfrm>
              <a:off x="6138096" y="749981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4" name="pg18184"/>
            <p:cNvSpPr/>
            <p:nvPr/>
          </p:nvSpPr>
          <p:spPr>
            <a:xfrm>
              <a:off x="6449124" y="768239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5" name="pt18185"/>
            <p:cNvSpPr/>
            <p:nvPr/>
          </p:nvSpPr>
          <p:spPr>
            <a:xfrm>
              <a:off x="5908414" y="804516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6" name="pt18186"/>
            <p:cNvSpPr/>
            <p:nvPr/>
          </p:nvSpPr>
          <p:spPr>
            <a:xfrm>
              <a:off x="6167438" y="75237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7" name="pt18187"/>
            <p:cNvSpPr/>
            <p:nvPr/>
          </p:nvSpPr>
          <p:spPr>
            <a:xfrm>
              <a:off x="6191338" y="7519701"/>
              <a:ext cx="74834" cy="74834"/>
            </a:xfrm>
            <a:prstGeom prst="ellipse">
              <a:avLst/>
            </a:prstGeom>
            <a:solidFill>
              <a:srgbClr val="D95F02">
                <a:alpha val="4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8" name="pt18188"/>
            <p:cNvSpPr/>
            <p:nvPr/>
          </p:nvSpPr>
          <p:spPr>
            <a:xfrm>
              <a:off x="6184277" y="7552804"/>
              <a:ext cx="67219" cy="67219"/>
            </a:xfrm>
            <a:prstGeom prst="ellipse">
              <a:avLst/>
            </a:prstGeom>
            <a:solidFill>
              <a:srgbClr val="D95F02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89" name="pt18189"/>
            <p:cNvSpPr/>
            <p:nvPr/>
          </p:nvSpPr>
          <p:spPr>
            <a:xfrm>
              <a:off x="6721789" y="79492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0" name="pt18190"/>
            <p:cNvSpPr/>
            <p:nvPr/>
          </p:nvSpPr>
          <p:spPr>
            <a:xfrm>
              <a:off x="6113314" y="84015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1" name="pt18191"/>
            <p:cNvSpPr/>
            <p:nvPr/>
          </p:nvSpPr>
          <p:spPr>
            <a:xfrm>
              <a:off x="6196896" y="7506463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2" name="pt18192"/>
            <p:cNvSpPr/>
            <p:nvPr/>
          </p:nvSpPr>
          <p:spPr>
            <a:xfrm>
              <a:off x="6245007" y="751553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3" name="pt18193"/>
            <p:cNvSpPr/>
            <p:nvPr/>
          </p:nvSpPr>
          <p:spPr>
            <a:xfrm>
              <a:off x="6166037" y="7463018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4" name="pt18194"/>
            <p:cNvSpPr/>
            <p:nvPr/>
          </p:nvSpPr>
          <p:spPr>
            <a:xfrm>
              <a:off x="7072396" y="7667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5" name="pg18195"/>
            <p:cNvSpPr/>
            <p:nvPr/>
          </p:nvSpPr>
          <p:spPr>
            <a:xfrm>
              <a:off x="6496333" y="767184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196" name="pl18196"/>
            <p:cNvSpPr/>
            <p:nvPr/>
          </p:nvSpPr>
          <p:spPr>
            <a:xfrm>
              <a:off x="6436391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7" name="pl18197"/>
            <p:cNvSpPr/>
            <p:nvPr/>
          </p:nvSpPr>
          <p:spPr>
            <a:xfrm>
              <a:off x="6436391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8" name="pl18198"/>
            <p:cNvSpPr/>
            <p:nvPr/>
          </p:nvSpPr>
          <p:spPr>
            <a:xfrm>
              <a:off x="6426277" y="69652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199" name="pl18199"/>
            <p:cNvSpPr/>
            <p:nvPr/>
          </p:nvSpPr>
          <p:spPr>
            <a:xfrm>
              <a:off x="6460808" y="69307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00" name="pt18200"/>
            <p:cNvSpPr/>
            <p:nvPr/>
          </p:nvSpPr>
          <p:spPr>
            <a:xfrm>
              <a:off x="5943286" y="83912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1" name="pt18201"/>
            <p:cNvSpPr/>
            <p:nvPr/>
          </p:nvSpPr>
          <p:spPr>
            <a:xfrm>
              <a:off x="6163912" y="70073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2" name="pt18202"/>
            <p:cNvSpPr/>
            <p:nvPr/>
          </p:nvSpPr>
          <p:spPr>
            <a:xfrm>
              <a:off x="6545043" y="79527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3" name="pt18203"/>
            <p:cNvSpPr/>
            <p:nvPr/>
          </p:nvSpPr>
          <p:spPr>
            <a:xfrm>
              <a:off x="6492381" y="7790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4" name="pt18204"/>
            <p:cNvSpPr/>
            <p:nvPr/>
          </p:nvSpPr>
          <p:spPr>
            <a:xfrm>
              <a:off x="6632916" y="770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5" name="pg18205"/>
            <p:cNvSpPr/>
            <p:nvPr/>
          </p:nvSpPr>
          <p:spPr>
            <a:xfrm>
              <a:off x="5519336" y="774893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6" name="pt18206"/>
            <p:cNvSpPr/>
            <p:nvPr/>
          </p:nvSpPr>
          <p:spPr>
            <a:xfrm>
              <a:off x="6192253" y="7537863"/>
              <a:ext cx="67219" cy="67219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7" name="pt18207"/>
            <p:cNvSpPr/>
            <p:nvPr/>
          </p:nvSpPr>
          <p:spPr>
            <a:xfrm>
              <a:off x="5580989" y="79339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8" name="pt18208"/>
            <p:cNvSpPr/>
            <p:nvPr/>
          </p:nvSpPr>
          <p:spPr>
            <a:xfrm>
              <a:off x="6919306" y="742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09" name="pt18209"/>
            <p:cNvSpPr/>
            <p:nvPr/>
          </p:nvSpPr>
          <p:spPr>
            <a:xfrm>
              <a:off x="6386082" y="83123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0" name="pt18210"/>
            <p:cNvSpPr/>
            <p:nvPr/>
          </p:nvSpPr>
          <p:spPr>
            <a:xfrm>
              <a:off x="6514964" y="77127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1" name="pt18211"/>
            <p:cNvSpPr/>
            <p:nvPr/>
          </p:nvSpPr>
          <p:spPr>
            <a:xfrm>
              <a:off x="5704433" y="7231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2" name="pt18212"/>
            <p:cNvSpPr/>
            <p:nvPr/>
          </p:nvSpPr>
          <p:spPr>
            <a:xfrm>
              <a:off x="5572797" y="7583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3" name="pt18213"/>
            <p:cNvSpPr/>
            <p:nvPr/>
          </p:nvSpPr>
          <p:spPr>
            <a:xfrm>
              <a:off x="6357001" y="83731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4" name="pg18214"/>
            <p:cNvSpPr/>
            <p:nvPr/>
          </p:nvSpPr>
          <p:spPr>
            <a:xfrm>
              <a:off x="5758892" y="78788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5" name="pt18215"/>
            <p:cNvSpPr/>
            <p:nvPr/>
          </p:nvSpPr>
          <p:spPr>
            <a:xfrm>
              <a:off x="6902308" y="7275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6" name="pt18216"/>
            <p:cNvSpPr/>
            <p:nvPr/>
          </p:nvSpPr>
          <p:spPr>
            <a:xfrm>
              <a:off x="5571488" y="77749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7" name="pt18217"/>
            <p:cNvSpPr/>
            <p:nvPr/>
          </p:nvSpPr>
          <p:spPr>
            <a:xfrm>
              <a:off x="6242956" y="7541893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8" name="pt18218"/>
            <p:cNvSpPr/>
            <p:nvPr/>
          </p:nvSpPr>
          <p:spPr>
            <a:xfrm>
              <a:off x="5930247" y="802261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19" name="pt18219"/>
            <p:cNvSpPr/>
            <p:nvPr/>
          </p:nvSpPr>
          <p:spPr>
            <a:xfrm>
              <a:off x="6517270" y="805589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0" name="pt18220"/>
            <p:cNvSpPr/>
            <p:nvPr/>
          </p:nvSpPr>
          <p:spPr>
            <a:xfrm>
              <a:off x="6364936" y="8080571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1" name="pt18221"/>
            <p:cNvSpPr/>
            <p:nvPr/>
          </p:nvSpPr>
          <p:spPr>
            <a:xfrm>
              <a:off x="7001270" y="79949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2" name="pt18222"/>
            <p:cNvSpPr/>
            <p:nvPr/>
          </p:nvSpPr>
          <p:spPr>
            <a:xfrm>
              <a:off x="6167585" y="7556766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3" name="pt18223"/>
            <p:cNvSpPr/>
            <p:nvPr/>
          </p:nvSpPr>
          <p:spPr>
            <a:xfrm>
              <a:off x="6270001" y="7493978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4" name="pt18224"/>
            <p:cNvSpPr/>
            <p:nvPr/>
          </p:nvSpPr>
          <p:spPr>
            <a:xfrm>
              <a:off x="6224970" y="753072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5" name="pt18225"/>
            <p:cNvSpPr/>
            <p:nvPr/>
          </p:nvSpPr>
          <p:spPr>
            <a:xfrm>
              <a:off x="6208562" y="7534330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6" name="pt18226"/>
            <p:cNvSpPr/>
            <p:nvPr/>
          </p:nvSpPr>
          <p:spPr>
            <a:xfrm>
              <a:off x="7054400" y="79554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7" name="pt18227"/>
            <p:cNvSpPr/>
            <p:nvPr/>
          </p:nvSpPr>
          <p:spPr>
            <a:xfrm>
              <a:off x="5640017" y="7487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8" name="pt18228"/>
            <p:cNvSpPr/>
            <p:nvPr/>
          </p:nvSpPr>
          <p:spPr>
            <a:xfrm>
              <a:off x="5996787" y="8303929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29" name="pt18229"/>
            <p:cNvSpPr/>
            <p:nvPr/>
          </p:nvSpPr>
          <p:spPr>
            <a:xfrm>
              <a:off x="5912614" y="801771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0" name="pt18230"/>
            <p:cNvSpPr/>
            <p:nvPr/>
          </p:nvSpPr>
          <p:spPr>
            <a:xfrm>
              <a:off x="6231266" y="7480790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1" name="pt18231"/>
            <p:cNvSpPr/>
            <p:nvPr/>
          </p:nvSpPr>
          <p:spPr>
            <a:xfrm>
              <a:off x="6183616" y="7554241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2" name="pt18232"/>
            <p:cNvSpPr/>
            <p:nvPr/>
          </p:nvSpPr>
          <p:spPr>
            <a:xfrm>
              <a:off x="6504320" y="78683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3" name="pg18233"/>
            <p:cNvSpPr/>
            <p:nvPr/>
          </p:nvSpPr>
          <p:spPr>
            <a:xfrm>
              <a:off x="5668879" y="812040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4" name="pg18234"/>
            <p:cNvSpPr/>
            <p:nvPr/>
          </p:nvSpPr>
          <p:spPr>
            <a:xfrm>
              <a:off x="6405996" y="783531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5" name="pg18235"/>
            <p:cNvSpPr/>
            <p:nvPr/>
          </p:nvSpPr>
          <p:spPr>
            <a:xfrm>
              <a:off x="6214694" y="7476436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6" name="pt18236"/>
            <p:cNvSpPr/>
            <p:nvPr/>
          </p:nvSpPr>
          <p:spPr>
            <a:xfrm>
              <a:off x="6187564" y="7569534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7" name="pg18237"/>
            <p:cNvSpPr/>
            <p:nvPr/>
          </p:nvSpPr>
          <p:spPr>
            <a:xfrm>
              <a:off x="6445304" y="78180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8" name="pt18238"/>
            <p:cNvSpPr/>
            <p:nvPr/>
          </p:nvSpPr>
          <p:spPr>
            <a:xfrm>
              <a:off x="6197704" y="8482038"/>
              <a:ext cx="48833" cy="48833"/>
            </a:xfrm>
            <a:prstGeom prst="ellipse">
              <a:avLst/>
            </a:prstGeom>
            <a:solidFill>
              <a:srgbClr val="7570B3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39" name="pt18239"/>
            <p:cNvSpPr/>
            <p:nvPr/>
          </p:nvSpPr>
          <p:spPr>
            <a:xfrm>
              <a:off x="6524298" y="78871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0" name="pt18240"/>
            <p:cNvSpPr/>
            <p:nvPr/>
          </p:nvSpPr>
          <p:spPr>
            <a:xfrm>
              <a:off x="6229221" y="7560629"/>
              <a:ext cx="48833" cy="48833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1" name="pt18241"/>
            <p:cNvSpPr/>
            <p:nvPr/>
          </p:nvSpPr>
          <p:spPr>
            <a:xfrm>
              <a:off x="6538353" y="791374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2" name="pt18242"/>
            <p:cNvSpPr/>
            <p:nvPr/>
          </p:nvSpPr>
          <p:spPr>
            <a:xfrm>
              <a:off x="6212538" y="7532396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3" name="pt18243"/>
            <p:cNvSpPr/>
            <p:nvPr/>
          </p:nvSpPr>
          <p:spPr>
            <a:xfrm>
              <a:off x="5739625" y="81801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4" name="pg18244"/>
            <p:cNvSpPr/>
            <p:nvPr/>
          </p:nvSpPr>
          <p:spPr>
            <a:xfrm>
              <a:off x="7065908" y="77702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5" name="pt18245"/>
            <p:cNvSpPr/>
            <p:nvPr/>
          </p:nvSpPr>
          <p:spPr>
            <a:xfrm>
              <a:off x="6914380" y="742290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6" name="pt18246"/>
            <p:cNvSpPr/>
            <p:nvPr/>
          </p:nvSpPr>
          <p:spPr>
            <a:xfrm>
              <a:off x="6520539" y="78714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7" name="pt18247"/>
            <p:cNvSpPr/>
            <p:nvPr/>
          </p:nvSpPr>
          <p:spPr>
            <a:xfrm>
              <a:off x="6179811" y="7579800"/>
              <a:ext cx="48833" cy="48833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8" name="pt18248"/>
            <p:cNvSpPr/>
            <p:nvPr/>
          </p:nvSpPr>
          <p:spPr>
            <a:xfrm>
              <a:off x="6559170" y="8346461"/>
              <a:ext cx="48833" cy="48833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49" name="pl18249"/>
            <p:cNvSpPr/>
            <p:nvPr/>
          </p:nvSpPr>
          <p:spPr>
            <a:xfrm>
              <a:off x="6242967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0" name="pl18250"/>
            <p:cNvSpPr/>
            <p:nvPr/>
          </p:nvSpPr>
          <p:spPr>
            <a:xfrm>
              <a:off x="6242967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1" name="pl18251"/>
            <p:cNvSpPr/>
            <p:nvPr/>
          </p:nvSpPr>
          <p:spPr>
            <a:xfrm>
              <a:off x="6232853" y="74586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2" name="pl18252"/>
            <p:cNvSpPr/>
            <p:nvPr/>
          </p:nvSpPr>
          <p:spPr>
            <a:xfrm>
              <a:off x="6267384" y="7424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274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3" name="pt18253"/>
            <p:cNvSpPr/>
            <p:nvPr/>
          </p:nvSpPr>
          <p:spPr>
            <a:xfrm>
              <a:off x="6904358" y="78170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54" name="pt18254"/>
            <p:cNvSpPr/>
            <p:nvPr/>
          </p:nvSpPr>
          <p:spPr>
            <a:xfrm>
              <a:off x="6159987" y="7557605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55" name="pt18255"/>
            <p:cNvSpPr/>
            <p:nvPr/>
          </p:nvSpPr>
          <p:spPr>
            <a:xfrm>
              <a:off x="6185442" y="7531016"/>
              <a:ext cx="74834" cy="74834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56" name="pl18256"/>
            <p:cNvSpPr/>
            <p:nvPr/>
          </p:nvSpPr>
          <p:spPr>
            <a:xfrm>
              <a:off x="6285947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7" name="pl18257"/>
            <p:cNvSpPr/>
            <p:nvPr/>
          </p:nvSpPr>
          <p:spPr>
            <a:xfrm>
              <a:off x="6285947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8" name="pl18258"/>
            <p:cNvSpPr/>
            <p:nvPr/>
          </p:nvSpPr>
          <p:spPr>
            <a:xfrm>
              <a:off x="6275833" y="75572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59" name="pl18259"/>
            <p:cNvSpPr/>
            <p:nvPr/>
          </p:nvSpPr>
          <p:spPr>
            <a:xfrm>
              <a:off x="6310363" y="7522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0" name="pl18260"/>
            <p:cNvSpPr/>
            <p:nvPr/>
          </p:nvSpPr>
          <p:spPr>
            <a:xfrm>
              <a:off x="6511242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1" name="pl18261"/>
            <p:cNvSpPr/>
            <p:nvPr/>
          </p:nvSpPr>
          <p:spPr>
            <a:xfrm>
              <a:off x="6511242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2" name="pl18262"/>
            <p:cNvSpPr/>
            <p:nvPr/>
          </p:nvSpPr>
          <p:spPr>
            <a:xfrm>
              <a:off x="6501128" y="80995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3" name="pl18263"/>
            <p:cNvSpPr/>
            <p:nvPr/>
          </p:nvSpPr>
          <p:spPr>
            <a:xfrm>
              <a:off x="6535659" y="8064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4" name="pt18264"/>
            <p:cNvSpPr/>
            <p:nvPr/>
          </p:nvSpPr>
          <p:spPr>
            <a:xfrm>
              <a:off x="6495500" y="79006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5" name="pg18265"/>
            <p:cNvSpPr/>
            <p:nvPr/>
          </p:nvSpPr>
          <p:spPr>
            <a:xfrm>
              <a:off x="5534619" y="772943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6" name="pt18266"/>
            <p:cNvSpPr/>
            <p:nvPr/>
          </p:nvSpPr>
          <p:spPr>
            <a:xfrm>
              <a:off x="6376148" y="8370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7" name="pt18267"/>
            <p:cNvSpPr/>
            <p:nvPr/>
          </p:nvSpPr>
          <p:spPr>
            <a:xfrm>
              <a:off x="6484084" y="78936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68" name="pt18268"/>
            <p:cNvSpPr/>
            <p:nvPr/>
          </p:nvSpPr>
          <p:spPr>
            <a:xfrm>
              <a:off x="6367228" y="80551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69" name="pl18269"/>
            <p:cNvSpPr/>
            <p:nvPr/>
          </p:nvSpPr>
          <p:spPr>
            <a:xfrm>
              <a:off x="6367228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0" name="pl18270"/>
            <p:cNvSpPr/>
            <p:nvPr/>
          </p:nvSpPr>
          <p:spPr>
            <a:xfrm>
              <a:off x="6367228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1" name="pt18271"/>
            <p:cNvSpPr/>
            <p:nvPr/>
          </p:nvSpPr>
          <p:spPr>
            <a:xfrm>
              <a:off x="6238053" y="7466589"/>
              <a:ext cx="48833" cy="48833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72" name="pt18272"/>
            <p:cNvSpPr/>
            <p:nvPr/>
          </p:nvSpPr>
          <p:spPr>
            <a:xfrm>
              <a:off x="6776412" y="71617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73" name="pt18273"/>
            <p:cNvSpPr/>
            <p:nvPr/>
          </p:nvSpPr>
          <p:spPr>
            <a:xfrm>
              <a:off x="6554198" y="7901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74" name="pl18274"/>
            <p:cNvSpPr/>
            <p:nvPr/>
          </p:nvSpPr>
          <p:spPr>
            <a:xfrm>
              <a:off x="6180708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5" name="pl18275"/>
            <p:cNvSpPr/>
            <p:nvPr/>
          </p:nvSpPr>
          <p:spPr>
            <a:xfrm>
              <a:off x="6180708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6" name="pl18276"/>
            <p:cNvSpPr/>
            <p:nvPr/>
          </p:nvSpPr>
          <p:spPr>
            <a:xfrm>
              <a:off x="6148067" y="7552063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7" name="pl18277"/>
            <p:cNvSpPr/>
            <p:nvPr/>
          </p:nvSpPr>
          <p:spPr>
            <a:xfrm>
              <a:off x="6259510" y="7440620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8" name="pl18278"/>
            <p:cNvSpPr/>
            <p:nvPr/>
          </p:nvSpPr>
          <p:spPr>
            <a:xfrm>
              <a:off x="6279359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79" name="pl18279"/>
            <p:cNvSpPr/>
            <p:nvPr/>
          </p:nvSpPr>
          <p:spPr>
            <a:xfrm>
              <a:off x="6279359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0" name="pl18280"/>
            <p:cNvSpPr/>
            <p:nvPr/>
          </p:nvSpPr>
          <p:spPr>
            <a:xfrm>
              <a:off x="6269245" y="75479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1" name="pl18281"/>
            <p:cNvSpPr/>
            <p:nvPr/>
          </p:nvSpPr>
          <p:spPr>
            <a:xfrm>
              <a:off x="6303775" y="7513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2" name="pt18282"/>
            <p:cNvSpPr/>
            <p:nvPr/>
          </p:nvSpPr>
          <p:spPr>
            <a:xfrm>
              <a:off x="6562290" y="8338885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83" name="pt18283"/>
            <p:cNvSpPr/>
            <p:nvPr/>
          </p:nvSpPr>
          <p:spPr>
            <a:xfrm>
              <a:off x="6139157" y="7576971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84" name="pt18284"/>
            <p:cNvSpPr/>
            <p:nvPr/>
          </p:nvSpPr>
          <p:spPr>
            <a:xfrm>
              <a:off x="5749668" y="8242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85" name="pt18285"/>
            <p:cNvSpPr/>
            <p:nvPr/>
          </p:nvSpPr>
          <p:spPr>
            <a:xfrm>
              <a:off x="6596956" y="8466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86" name="pl18286"/>
            <p:cNvSpPr/>
            <p:nvPr/>
          </p:nvSpPr>
          <p:spPr>
            <a:xfrm>
              <a:off x="7051048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7" name="pl18287"/>
            <p:cNvSpPr/>
            <p:nvPr/>
          </p:nvSpPr>
          <p:spPr>
            <a:xfrm>
              <a:off x="7051048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8" name="pl18288"/>
            <p:cNvSpPr/>
            <p:nvPr/>
          </p:nvSpPr>
          <p:spPr>
            <a:xfrm>
              <a:off x="7040935" y="759679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89" name="pl18289"/>
            <p:cNvSpPr/>
            <p:nvPr/>
          </p:nvSpPr>
          <p:spPr>
            <a:xfrm>
              <a:off x="7075465" y="756225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290" name="pt18290"/>
            <p:cNvSpPr/>
            <p:nvPr/>
          </p:nvSpPr>
          <p:spPr>
            <a:xfrm>
              <a:off x="6536933" y="76825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1" name="pg18291"/>
            <p:cNvSpPr/>
            <p:nvPr/>
          </p:nvSpPr>
          <p:spPr>
            <a:xfrm>
              <a:off x="6502709" y="765749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2" name="pt18292"/>
            <p:cNvSpPr/>
            <p:nvPr/>
          </p:nvSpPr>
          <p:spPr>
            <a:xfrm>
              <a:off x="6797220" y="79874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3" name="pt18293"/>
            <p:cNvSpPr/>
            <p:nvPr/>
          </p:nvSpPr>
          <p:spPr>
            <a:xfrm>
              <a:off x="6218613" y="7579126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4" name="pt18294"/>
            <p:cNvSpPr/>
            <p:nvPr/>
          </p:nvSpPr>
          <p:spPr>
            <a:xfrm>
              <a:off x="5815112" y="7126123"/>
              <a:ext cx="48833" cy="48833"/>
            </a:xfrm>
            <a:prstGeom prst="ellipse">
              <a:avLst/>
            </a:prstGeom>
            <a:solidFill>
              <a:srgbClr val="7570B3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5" name="pt18295"/>
            <p:cNvSpPr/>
            <p:nvPr/>
          </p:nvSpPr>
          <p:spPr>
            <a:xfrm>
              <a:off x="6196763" y="7540464"/>
              <a:ext cx="74834" cy="74834"/>
            </a:xfrm>
            <a:prstGeom prst="ellipse">
              <a:avLst/>
            </a:prstGeom>
            <a:solidFill>
              <a:srgbClr val="7570B3">
                <a:alpha val="4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6" name="pt18296"/>
            <p:cNvSpPr/>
            <p:nvPr/>
          </p:nvSpPr>
          <p:spPr>
            <a:xfrm>
              <a:off x="6947242" y="813553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7" name="pt18297"/>
            <p:cNvSpPr/>
            <p:nvPr/>
          </p:nvSpPr>
          <p:spPr>
            <a:xfrm>
              <a:off x="6549688" y="78926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8" name="pt18298"/>
            <p:cNvSpPr/>
            <p:nvPr/>
          </p:nvSpPr>
          <p:spPr>
            <a:xfrm>
              <a:off x="6518610" y="79325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299" name="pt18299"/>
            <p:cNvSpPr/>
            <p:nvPr/>
          </p:nvSpPr>
          <p:spPr>
            <a:xfrm>
              <a:off x="6781935" y="78235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0" name="pt18300"/>
            <p:cNvSpPr/>
            <p:nvPr/>
          </p:nvSpPr>
          <p:spPr>
            <a:xfrm>
              <a:off x="6593588" y="7649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1" name="pt18301"/>
            <p:cNvSpPr/>
            <p:nvPr/>
          </p:nvSpPr>
          <p:spPr>
            <a:xfrm>
              <a:off x="6468368" y="8502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2" name="pt18302"/>
            <p:cNvSpPr/>
            <p:nvPr/>
          </p:nvSpPr>
          <p:spPr>
            <a:xfrm>
              <a:off x="6449909" y="77804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3" name="pt18303"/>
            <p:cNvSpPr/>
            <p:nvPr/>
          </p:nvSpPr>
          <p:spPr>
            <a:xfrm>
              <a:off x="6985977" y="73581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4" name="pt18304"/>
            <p:cNvSpPr/>
            <p:nvPr/>
          </p:nvSpPr>
          <p:spPr>
            <a:xfrm>
              <a:off x="6150329" y="7512364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5" name="pt18305"/>
            <p:cNvSpPr/>
            <p:nvPr/>
          </p:nvSpPr>
          <p:spPr>
            <a:xfrm>
              <a:off x="6181855" y="7567049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6" name="pg18306"/>
            <p:cNvSpPr/>
            <p:nvPr/>
          </p:nvSpPr>
          <p:spPr>
            <a:xfrm>
              <a:off x="6491821" y="77128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7" name="pt18307"/>
            <p:cNvSpPr/>
            <p:nvPr/>
          </p:nvSpPr>
          <p:spPr>
            <a:xfrm>
              <a:off x="6623890" y="79394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8" name="pt18308"/>
            <p:cNvSpPr/>
            <p:nvPr/>
          </p:nvSpPr>
          <p:spPr>
            <a:xfrm>
              <a:off x="6566379" y="70228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09" name="pg18309"/>
            <p:cNvSpPr/>
            <p:nvPr/>
          </p:nvSpPr>
          <p:spPr>
            <a:xfrm>
              <a:off x="6494913" y="769109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0" name="pg18310"/>
            <p:cNvSpPr/>
            <p:nvPr/>
          </p:nvSpPr>
          <p:spPr>
            <a:xfrm>
              <a:off x="6492645" y="771417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1" name="pt18311"/>
            <p:cNvSpPr/>
            <p:nvPr/>
          </p:nvSpPr>
          <p:spPr>
            <a:xfrm>
              <a:off x="6208238" y="7526751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2" name="pt18312"/>
            <p:cNvSpPr/>
            <p:nvPr/>
          </p:nvSpPr>
          <p:spPr>
            <a:xfrm>
              <a:off x="6494303" y="77445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3" name="pt18313"/>
            <p:cNvSpPr/>
            <p:nvPr/>
          </p:nvSpPr>
          <p:spPr>
            <a:xfrm>
              <a:off x="6556460" y="7651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4" name="pt18314"/>
            <p:cNvSpPr/>
            <p:nvPr/>
          </p:nvSpPr>
          <p:spPr>
            <a:xfrm>
              <a:off x="6574460" y="76740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5" name="pt18315"/>
            <p:cNvSpPr/>
            <p:nvPr/>
          </p:nvSpPr>
          <p:spPr>
            <a:xfrm>
              <a:off x="5646531" y="79890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6" name="pt18316"/>
            <p:cNvSpPr/>
            <p:nvPr/>
          </p:nvSpPr>
          <p:spPr>
            <a:xfrm>
              <a:off x="6465731" y="848296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7" name="pt18317"/>
            <p:cNvSpPr/>
            <p:nvPr/>
          </p:nvSpPr>
          <p:spPr>
            <a:xfrm>
              <a:off x="6528641" y="767019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8" name="pt18318"/>
            <p:cNvSpPr/>
            <p:nvPr/>
          </p:nvSpPr>
          <p:spPr>
            <a:xfrm>
              <a:off x="7062550" y="76654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19" name="pt18319"/>
            <p:cNvSpPr/>
            <p:nvPr/>
          </p:nvSpPr>
          <p:spPr>
            <a:xfrm>
              <a:off x="6250486" y="75198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0" name="pt18320"/>
            <p:cNvSpPr/>
            <p:nvPr/>
          </p:nvSpPr>
          <p:spPr>
            <a:xfrm>
              <a:off x="5704439" y="7307718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1" name="pl18321"/>
            <p:cNvSpPr/>
            <p:nvPr/>
          </p:nvSpPr>
          <p:spPr>
            <a:xfrm>
              <a:off x="6162302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2" name="pl18322"/>
            <p:cNvSpPr/>
            <p:nvPr/>
          </p:nvSpPr>
          <p:spPr>
            <a:xfrm>
              <a:off x="6162302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3" name="pl18323"/>
            <p:cNvSpPr/>
            <p:nvPr/>
          </p:nvSpPr>
          <p:spPr>
            <a:xfrm>
              <a:off x="6152188" y="74914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4" name="pl18324"/>
            <p:cNvSpPr/>
            <p:nvPr/>
          </p:nvSpPr>
          <p:spPr>
            <a:xfrm>
              <a:off x="6186719" y="74569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25" name="pt18325"/>
            <p:cNvSpPr/>
            <p:nvPr/>
          </p:nvSpPr>
          <p:spPr>
            <a:xfrm>
              <a:off x="6938639" y="7414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6" name="pt18326"/>
            <p:cNvSpPr/>
            <p:nvPr/>
          </p:nvSpPr>
          <p:spPr>
            <a:xfrm>
              <a:off x="5768890" y="82572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7" name="pt18327"/>
            <p:cNvSpPr/>
            <p:nvPr/>
          </p:nvSpPr>
          <p:spPr>
            <a:xfrm>
              <a:off x="6354943" y="748495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8" name="pt18328"/>
            <p:cNvSpPr/>
            <p:nvPr/>
          </p:nvSpPr>
          <p:spPr>
            <a:xfrm>
              <a:off x="6232393" y="75822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29" name="pt18329"/>
            <p:cNvSpPr/>
            <p:nvPr/>
          </p:nvSpPr>
          <p:spPr>
            <a:xfrm>
              <a:off x="6198723" y="7539499"/>
              <a:ext cx="74834" cy="74834"/>
            </a:xfrm>
            <a:prstGeom prst="ellipse">
              <a:avLst/>
            </a:prstGeom>
            <a:solidFill>
              <a:srgbClr val="7570B3">
                <a:alpha val="6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0" name="pt18330"/>
            <p:cNvSpPr/>
            <p:nvPr/>
          </p:nvSpPr>
          <p:spPr>
            <a:xfrm>
              <a:off x="5926757" y="808360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1" name="pt18331"/>
            <p:cNvSpPr/>
            <p:nvPr/>
          </p:nvSpPr>
          <p:spPr>
            <a:xfrm>
              <a:off x="6150069" y="7538607"/>
              <a:ext cx="80678" cy="80678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2" name="pt18332"/>
            <p:cNvSpPr/>
            <p:nvPr/>
          </p:nvSpPr>
          <p:spPr>
            <a:xfrm>
              <a:off x="6253366" y="75764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3" name="pt18333"/>
            <p:cNvSpPr/>
            <p:nvPr/>
          </p:nvSpPr>
          <p:spPr>
            <a:xfrm>
              <a:off x="6162639" y="7566116"/>
              <a:ext cx="48833" cy="48833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4" name="pt18334"/>
            <p:cNvSpPr/>
            <p:nvPr/>
          </p:nvSpPr>
          <p:spPr>
            <a:xfrm>
              <a:off x="6162316" y="7575690"/>
              <a:ext cx="67219" cy="67219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5" name="pl18335"/>
            <p:cNvSpPr/>
            <p:nvPr/>
          </p:nvSpPr>
          <p:spPr>
            <a:xfrm>
              <a:off x="6486969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6" name="pl18336"/>
            <p:cNvSpPr/>
            <p:nvPr/>
          </p:nvSpPr>
          <p:spPr>
            <a:xfrm>
              <a:off x="6486969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37" name="pt18337"/>
            <p:cNvSpPr/>
            <p:nvPr/>
          </p:nvSpPr>
          <p:spPr>
            <a:xfrm>
              <a:off x="6165935" y="7515338"/>
              <a:ext cx="67219" cy="67219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8" name="pg18338"/>
            <p:cNvSpPr/>
            <p:nvPr/>
          </p:nvSpPr>
          <p:spPr>
            <a:xfrm>
              <a:off x="6831980" y="821622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39" name="pg18339"/>
            <p:cNvSpPr/>
            <p:nvPr/>
          </p:nvSpPr>
          <p:spPr>
            <a:xfrm>
              <a:off x="6390276" y="789727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40" name="pg18340"/>
            <p:cNvSpPr/>
            <p:nvPr/>
          </p:nvSpPr>
          <p:spPr>
            <a:xfrm>
              <a:off x="6202103" y="745638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341" name="pl18341"/>
            <p:cNvSpPr/>
            <p:nvPr/>
          </p:nvSpPr>
          <p:spPr>
            <a:xfrm>
              <a:off x="6221428" y="956211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2" name="pl18342"/>
            <p:cNvSpPr/>
            <p:nvPr/>
          </p:nvSpPr>
          <p:spPr>
            <a:xfrm>
              <a:off x="6296687" y="952082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3" name="pl18343"/>
            <p:cNvSpPr/>
            <p:nvPr/>
          </p:nvSpPr>
          <p:spPr>
            <a:xfrm>
              <a:off x="6281671" y="9506361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4" name="pl18344"/>
            <p:cNvSpPr/>
            <p:nvPr/>
          </p:nvSpPr>
          <p:spPr>
            <a:xfrm>
              <a:off x="6296687" y="951157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5" name="pl18345"/>
            <p:cNvSpPr/>
            <p:nvPr/>
          </p:nvSpPr>
          <p:spPr>
            <a:xfrm>
              <a:off x="6266496" y="958290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6" name="pl18346"/>
            <p:cNvSpPr/>
            <p:nvPr/>
          </p:nvSpPr>
          <p:spPr>
            <a:xfrm>
              <a:off x="6338954" y="989029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7" name="pl18347"/>
            <p:cNvSpPr/>
            <p:nvPr/>
          </p:nvSpPr>
          <p:spPr>
            <a:xfrm>
              <a:off x="6338954" y="989029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8" name="pl18348"/>
            <p:cNvSpPr/>
            <p:nvPr/>
          </p:nvSpPr>
          <p:spPr>
            <a:xfrm>
              <a:off x="6300769" y="984283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49" name="pl18349"/>
            <p:cNvSpPr/>
            <p:nvPr/>
          </p:nvSpPr>
          <p:spPr>
            <a:xfrm>
              <a:off x="6338954" y="989029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0" name="pl18350"/>
            <p:cNvSpPr/>
            <p:nvPr/>
          </p:nvSpPr>
          <p:spPr>
            <a:xfrm>
              <a:off x="6338954" y="989029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1" name="pl18351"/>
            <p:cNvSpPr/>
            <p:nvPr/>
          </p:nvSpPr>
          <p:spPr>
            <a:xfrm>
              <a:off x="6292510" y="965849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2" name="pl18352"/>
            <p:cNvSpPr/>
            <p:nvPr/>
          </p:nvSpPr>
          <p:spPr>
            <a:xfrm>
              <a:off x="6624839" y="953999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3" name="pl18353"/>
            <p:cNvSpPr/>
            <p:nvPr/>
          </p:nvSpPr>
          <p:spPr>
            <a:xfrm>
              <a:off x="6204065" y="958972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4" name="pl18354"/>
            <p:cNvSpPr/>
            <p:nvPr/>
          </p:nvSpPr>
          <p:spPr>
            <a:xfrm>
              <a:off x="7168625" y="9511379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5" name="pl18355"/>
            <p:cNvSpPr/>
            <p:nvPr/>
          </p:nvSpPr>
          <p:spPr>
            <a:xfrm>
              <a:off x="6912006" y="9611869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6" name="pl18356"/>
            <p:cNvSpPr/>
            <p:nvPr/>
          </p:nvSpPr>
          <p:spPr>
            <a:xfrm>
              <a:off x="6578147" y="9647172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7" name="pl18357"/>
            <p:cNvSpPr/>
            <p:nvPr/>
          </p:nvSpPr>
          <p:spPr>
            <a:xfrm>
              <a:off x="6622882" y="965832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8" name="pl18358"/>
            <p:cNvSpPr/>
            <p:nvPr/>
          </p:nvSpPr>
          <p:spPr>
            <a:xfrm>
              <a:off x="6622882" y="965832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59" name="pl18359"/>
            <p:cNvSpPr/>
            <p:nvPr/>
          </p:nvSpPr>
          <p:spPr>
            <a:xfrm>
              <a:off x="6298281" y="984283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0" name="pl18360"/>
            <p:cNvSpPr/>
            <p:nvPr/>
          </p:nvSpPr>
          <p:spPr>
            <a:xfrm>
              <a:off x="6624839" y="953116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1" name="pl18361"/>
            <p:cNvSpPr/>
            <p:nvPr/>
          </p:nvSpPr>
          <p:spPr>
            <a:xfrm>
              <a:off x="6723276" y="952181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2" name="pl18362"/>
            <p:cNvSpPr/>
            <p:nvPr/>
          </p:nvSpPr>
          <p:spPr>
            <a:xfrm>
              <a:off x="6723276" y="9520792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3" name="pl18363"/>
            <p:cNvSpPr/>
            <p:nvPr/>
          </p:nvSpPr>
          <p:spPr>
            <a:xfrm>
              <a:off x="6369275" y="966715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4" name="pl18364"/>
            <p:cNvSpPr/>
            <p:nvPr/>
          </p:nvSpPr>
          <p:spPr>
            <a:xfrm>
              <a:off x="6122886" y="884132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5" name="pl18365"/>
            <p:cNvSpPr/>
            <p:nvPr/>
          </p:nvSpPr>
          <p:spPr>
            <a:xfrm>
              <a:off x="6265335" y="983541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6" name="pl18366"/>
            <p:cNvSpPr/>
            <p:nvPr/>
          </p:nvSpPr>
          <p:spPr>
            <a:xfrm>
              <a:off x="6280954" y="978495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7" name="pl18367"/>
            <p:cNvSpPr/>
            <p:nvPr/>
          </p:nvSpPr>
          <p:spPr>
            <a:xfrm>
              <a:off x="6589919" y="967664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8" name="pl18368"/>
            <p:cNvSpPr/>
            <p:nvPr/>
          </p:nvSpPr>
          <p:spPr>
            <a:xfrm>
              <a:off x="6293730" y="970751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69" name="pl18369"/>
            <p:cNvSpPr/>
            <p:nvPr/>
          </p:nvSpPr>
          <p:spPr>
            <a:xfrm>
              <a:off x="6302186" y="9715665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0" name="pl18370"/>
            <p:cNvSpPr/>
            <p:nvPr/>
          </p:nvSpPr>
          <p:spPr>
            <a:xfrm>
              <a:off x="6291552" y="9700381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1" name="pl18371"/>
            <p:cNvSpPr/>
            <p:nvPr/>
          </p:nvSpPr>
          <p:spPr>
            <a:xfrm>
              <a:off x="6290034" y="966787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2" name="pl18372"/>
            <p:cNvSpPr/>
            <p:nvPr/>
          </p:nvSpPr>
          <p:spPr>
            <a:xfrm>
              <a:off x="6290034" y="966787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3" name="pl18373"/>
            <p:cNvSpPr/>
            <p:nvPr/>
          </p:nvSpPr>
          <p:spPr>
            <a:xfrm>
              <a:off x="6282293" y="965464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4" name="pl18374"/>
            <p:cNvSpPr/>
            <p:nvPr/>
          </p:nvSpPr>
          <p:spPr>
            <a:xfrm>
              <a:off x="6265362" y="962579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5" name="pl18375"/>
            <p:cNvSpPr/>
            <p:nvPr/>
          </p:nvSpPr>
          <p:spPr>
            <a:xfrm>
              <a:off x="6290034" y="966787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6" name="pl18376"/>
            <p:cNvSpPr/>
            <p:nvPr/>
          </p:nvSpPr>
          <p:spPr>
            <a:xfrm>
              <a:off x="6226447" y="955526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7" name="pl18377"/>
            <p:cNvSpPr/>
            <p:nvPr/>
          </p:nvSpPr>
          <p:spPr>
            <a:xfrm>
              <a:off x="6226447" y="955526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8" name="pl18378"/>
            <p:cNvSpPr/>
            <p:nvPr/>
          </p:nvSpPr>
          <p:spPr>
            <a:xfrm>
              <a:off x="6344081" y="977695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79" name="pl18379"/>
            <p:cNvSpPr/>
            <p:nvPr/>
          </p:nvSpPr>
          <p:spPr>
            <a:xfrm>
              <a:off x="6321145" y="972453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0" name="pl18380"/>
            <p:cNvSpPr/>
            <p:nvPr/>
          </p:nvSpPr>
          <p:spPr>
            <a:xfrm>
              <a:off x="6321145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1" name="pl18381"/>
            <p:cNvSpPr/>
            <p:nvPr/>
          </p:nvSpPr>
          <p:spPr>
            <a:xfrm>
              <a:off x="6321145" y="9726076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2" name="pl18382"/>
            <p:cNvSpPr/>
            <p:nvPr/>
          </p:nvSpPr>
          <p:spPr>
            <a:xfrm>
              <a:off x="6550737" y="953132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3" name="pl18383"/>
            <p:cNvSpPr/>
            <p:nvPr/>
          </p:nvSpPr>
          <p:spPr>
            <a:xfrm>
              <a:off x="6602762" y="953310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4" name="pl18384"/>
            <p:cNvSpPr/>
            <p:nvPr/>
          </p:nvSpPr>
          <p:spPr>
            <a:xfrm>
              <a:off x="6058847" y="9604615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5" name="pl18385"/>
            <p:cNvSpPr/>
            <p:nvPr/>
          </p:nvSpPr>
          <p:spPr>
            <a:xfrm>
              <a:off x="6360482" y="991803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6" name="pl18386"/>
            <p:cNvSpPr/>
            <p:nvPr/>
          </p:nvSpPr>
          <p:spPr>
            <a:xfrm>
              <a:off x="6248810" y="9760691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7" name="pl18387"/>
            <p:cNvSpPr/>
            <p:nvPr/>
          </p:nvSpPr>
          <p:spPr>
            <a:xfrm>
              <a:off x="6463302" y="9513265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8" name="pl18388"/>
            <p:cNvSpPr/>
            <p:nvPr/>
          </p:nvSpPr>
          <p:spPr>
            <a:xfrm>
              <a:off x="6578147" y="9647172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89" name="pl18389"/>
            <p:cNvSpPr/>
            <p:nvPr/>
          </p:nvSpPr>
          <p:spPr>
            <a:xfrm>
              <a:off x="6402035" y="966253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0" name="pl18390"/>
            <p:cNvSpPr/>
            <p:nvPr/>
          </p:nvSpPr>
          <p:spPr>
            <a:xfrm>
              <a:off x="6334861" y="968835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1" name="pl18391"/>
            <p:cNvSpPr/>
            <p:nvPr/>
          </p:nvSpPr>
          <p:spPr>
            <a:xfrm>
              <a:off x="6307339" y="969535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2" name="pl18392"/>
            <p:cNvSpPr/>
            <p:nvPr/>
          </p:nvSpPr>
          <p:spPr>
            <a:xfrm>
              <a:off x="6305915" y="968924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3" name="pl18393"/>
            <p:cNvSpPr/>
            <p:nvPr/>
          </p:nvSpPr>
          <p:spPr>
            <a:xfrm>
              <a:off x="6293730" y="969535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4" name="pl18394"/>
            <p:cNvSpPr/>
            <p:nvPr/>
          </p:nvSpPr>
          <p:spPr>
            <a:xfrm>
              <a:off x="6307339" y="969535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5" name="pl18395"/>
            <p:cNvSpPr/>
            <p:nvPr/>
          </p:nvSpPr>
          <p:spPr>
            <a:xfrm>
              <a:off x="6292510" y="965849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6" name="pl18396"/>
            <p:cNvSpPr/>
            <p:nvPr/>
          </p:nvSpPr>
          <p:spPr>
            <a:xfrm>
              <a:off x="6307339" y="969535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7" name="pl18397"/>
            <p:cNvSpPr/>
            <p:nvPr/>
          </p:nvSpPr>
          <p:spPr>
            <a:xfrm>
              <a:off x="6281394" y="969535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8" name="pl18398"/>
            <p:cNvSpPr/>
            <p:nvPr/>
          </p:nvSpPr>
          <p:spPr>
            <a:xfrm>
              <a:off x="6307339" y="969535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399" name="pl18399"/>
            <p:cNvSpPr/>
            <p:nvPr/>
          </p:nvSpPr>
          <p:spPr>
            <a:xfrm>
              <a:off x="6304379" y="9678252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0" name="pl18400"/>
            <p:cNvSpPr/>
            <p:nvPr/>
          </p:nvSpPr>
          <p:spPr>
            <a:xfrm>
              <a:off x="6307339" y="9679098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1" name="pl18401"/>
            <p:cNvSpPr/>
            <p:nvPr/>
          </p:nvSpPr>
          <p:spPr>
            <a:xfrm>
              <a:off x="6307339" y="969535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2" name="pl18402"/>
            <p:cNvSpPr/>
            <p:nvPr/>
          </p:nvSpPr>
          <p:spPr>
            <a:xfrm>
              <a:off x="6307339" y="9692231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3" name="pl18403"/>
            <p:cNvSpPr/>
            <p:nvPr/>
          </p:nvSpPr>
          <p:spPr>
            <a:xfrm>
              <a:off x="6307339" y="969535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4" name="pl18404"/>
            <p:cNvSpPr/>
            <p:nvPr/>
          </p:nvSpPr>
          <p:spPr>
            <a:xfrm>
              <a:off x="6349866" y="965958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5" name="pl18405"/>
            <p:cNvSpPr/>
            <p:nvPr/>
          </p:nvSpPr>
          <p:spPr>
            <a:xfrm>
              <a:off x="7122319" y="992831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6" name="pl18406"/>
            <p:cNvSpPr/>
            <p:nvPr/>
          </p:nvSpPr>
          <p:spPr>
            <a:xfrm>
              <a:off x="5820839" y="8963504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7" name="pl18407"/>
            <p:cNvSpPr/>
            <p:nvPr/>
          </p:nvSpPr>
          <p:spPr>
            <a:xfrm>
              <a:off x="6396718" y="9429700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8" name="pl18408"/>
            <p:cNvSpPr/>
            <p:nvPr/>
          </p:nvSpPr>
          <p:spPr>
            <a:xfrm>
              <a:off x="6291979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09" name="pl18409"/>
            <p:cNvSpPr/>
            <p:nvPr/>
          </p:nvSpPr>
          <p:spPr>
            <a:xfrm>
              <a:off x="6234239" y="10379686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0" name="pl18410"/>
            <p:cNvSpPr/>
            <p:nvPr/>
          </p:nvSpPr>
          <p:spPr>
            <a:xfrm>
              <a:off x="6229373" y="1037625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1" name="pl18411"/>
            <p:cNvSpPr/>
            <p:nvPr/>
          </p:nvSpPr>
          <p:spPr>
            <a:xfrm>
              <a:off x="6234239" y="10379686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2" name="pl18412"/>
            <p:cNvSpPr/>
            <p:nvPr/>
          </p:nvSpPr>
          <p:spPr>
            <a:xfrm>
              <a:off x="6273221" y="9626431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3" name="pl18413"/>
            <p:cNvSpPr/>
            <p:nvPr/>
          </p:nvSpPr>
          <p:spPr>
            <a:xfrm>
              <a:off x="6250654" y="960925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4" name="pl18414"/>
            <p:cNvSpPr/>
            <p:nvPr/>
          </p:nvSpPr>
          <p:spPr>
            <a:xfrm>
              <a:off x="6273221" y="9626431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5" name="pl18415"/>
            <p:cNvSpPr/>
            <p:nvPr/>
          </p:nvSpPr>
          <p:spPr>
            <a:xfrm>
              <a:off x="6273221" y="9626431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6" name="pl18416"/>
            <p:cNvSpPr/>
            <p:nvPr/>
          </p:nvSpPr>
          <p:spPr>
            <a:xfrm>
              <a:off x="6273221" y="9626431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7" name="pl18417"/>
            <p:cNvSpPr/>
            <p:nvPr/>
          </p:nvSpPr>
          <p:spPr>
            <a:xfrm>
              <a:off x="6273221" y="9626431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8" name="pl18418"/>
            <p:cNvSpPr/>
            <p:nvPr/>
          </p:nvSpPr>
          <p:spPr>
            <a:xfrm>
              <a:off x="6273221" y="9626431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19" name="pl18419"/>
            <p:cNvSpPr/>
            <p:nvPr/>
          </p:nvSpPr>
          <p:spPr>
            <a:xfrm>
              <a:off x="6273221" y="9626431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0" name="pl18420"/>
            <p:cNvSpPr/>
            <p:nvPr/>
          </p:nvSpPr>
          <p:spPr>
            <a:xfrm>
              <a:off x="6273221" y="9626431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1" name="pl18421"/>
            <p:cNvSpPr/>
            <p:nvPr/>
          </p:nvSpPr>
          <p:spPr>
            <a:xfrm>
              <a:off x="7163143" y="979182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2" name="pl18422"/>
            <p:cNvSpPr/>
            <p:nvPr/>
          </p:nvSpPr>
          <p:spPr>
            <a:xfrm>
              <a:off x="6480505" y="922278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3" name="pl18423"/>
            <p:cNvSpPr/>
            <p:nvPr/>
          </p:nvSpPr>
          <p:spPr>
            <a:xfrm>
              <a:off x="6497114" y="918578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4" name="pl18424"/>
            <p:cNvSpPr/>
            <p:nvPr/>
          </p:nvSpPr>
          <p:spPr>
            <a:xfrm>
              <a:off x="6813715" y="1033164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5" name="pl18425"/>
            <p:cNvSpPr/>
            <p:nvPr/>
          </p:nvSpPr>
          <p:spPr>
            <a:xfrm>
              <a:off x="6473193" y="1047850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6" name="pl18426"/>
            <p:cNvSpPr/>
            <p:nvPr/>
          </p:nvSpPr>
          <p:spPr>
            <a:xfrm>
              <a:off x="6267175" y="9618620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7" name="pl18427"/>
            <p:cNvSpPr/>
            <p:nvPr/>
          </p:nvSpPr>
          <p:spPr>
            <a:xfrm>
              <a:off x="6319832" y="971368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8" name="pl18428"/>
            <p:cNvSpPr/>
            <p:nvPr/>
          </p:nvSpPr>
          <p:spPr>
            <a:xfrm>
              <a:off x="5571388" y="990088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29" name="pl18429"/>
            <p:cNvSpPr/>
            <p:nvPr/>
          </p:nvSpPr>
          <p:spPr>
            <a:xfrm>
              <a:off x="6251123" y="984283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0" name="pl18430"/>
            <p:cNvSpPr/>
            <p:nvPr/>
          </p:nvSpPr>
          <p:spPr>
            <a:xfrm>
              <a:off x="6241770" y="9702925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1" name="pl18431"/>
            <p:cNvSpPr/>
            <p:nvPr/>
          </p:nvSpPr>
          <p:spPr>
            <a:xfrm>
              <a:off x="6300769" y="984283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2" name="pl18432"/>
            <p:cNvSpPr/>
            <p:nvPr/>
          </p:nvSpPr>
          <p:spPr>
            <a:xfrm>
              <a:off x="6266496" y="9721307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3" name="pl18433"/>
            <p:cNvSpPr/>
            <p:nvPr/>
          </p:nvSpPr>
          <p:spPr>
            <a:xfrm>
              <a:off x="6277147" y="984283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4" name="pl18434"/>
            <p:cNvSpPr/>
            <p:nvPr/>
          </p:nvSpPr>
          <p:spPr>
            <a:xfrm>
              <a:off x="6364648" y="967012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5" name="pl18435"/>
            <p:cNvSpPr/>
            <p:nvPr/>
          </p:nvSpPr>
          <p:spPr>
            <a:xfrm>
              <a:off x="6369275" y="965000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6" name="pl18436"/>
            <p:cNvSpPr/>
            <p:nvPr/>
          </p:nvSpPr>
          <p:spPr>
            <a:xfrm>
              <a:off x="6467290" y="974012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7" name="pl18437"/>
            <p:cNvSpPr/>
            <p:nvPr/>
          </p:nvSpPr>
          <p:spPr>
            <a:xfrm>
              <a:off x="6256776" y="9750532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8" name="pl18438"/>
            <p:cNvSpPr/>
            <p:nvPr/>
          </p:nvSpPr>
          <p:spPr>
            <a:xfrm>
              <a:off x="6278262" y="9750532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39" name="pl18439"/>
            <p:cNvSpPr/>
            <p:nvPr/>
          </p:nvSpPr>
          <p:spPr>
            <a:xfrm>
              <a:off x="6267090" y="9750532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0" name="pl18440"/>
            <p:cNvSpPr/>
            <p:nvPr/>
          </p:nvSpPr>
          <p:spPr>
            <a:xfrm>
              <a:off x="6271592" y="9750532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1" name="pl18441"/>
            <p:cNvSpPr/>
            <p:nvPr/>
          </p:nvSpPr>
          <p:spPr>
            <a:xfrm>
              <a:off x="6277860" y="9750532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2" name="pl18442"/>
            <p:cNvSpPr/>
            <p:nvPr/>
          </p:nvSpPr>
          <p:spPr>
            <a:xfrm>
              <a:off x="6278262" y="9749754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3" name="pl18443"/>
            <p:cNvSpPr/>
            <p:nvPr/>
          </p:nvSpPr>
          <p:spPr>
            <a:xfrm>
              <a:off x="6277292" y="968103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4" name="pl18444"/>
            <p:cNvSpPr/>
            <p:nvPr/>
          </p:nvSpPr>
          <p:spPr>
            <a:xfrm>
              <a:off x="6237178" y="9750532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5" name="pl18445"/>
            <p:cNvSpPr/>
            <p:nvPr/>
          </p:nvSpPr>
          <p:spPr>
            <a:xfrm>
              <a:off x="6278262" y="9750532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6" name="pl18446"/>
            <p:cNvSpPr/>
            <p:nvPr/>
          </p:nvSpPr>
          <p:spPr>
            <a:xfrm>
              <a:off x="6269759" y="9750532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7" name="pl18447"/>
            <p:cNvSpPr/>
            <p:nvPr/>
          </p:nvSpPr>
          <p:spPr>
            <a:xfrm>
              <a:off x="6260868" y="9750532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8" name="pl18448"/>
            <p:cNvSpPr/>
            <p:nvPr/>
          </p:nvSpPr>
          <p:spPr>
            <a:xfrm>
              <a:off x="6189564" y="10494632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49" name="pl18449"/>
            <p:cNvSpPr/>
            <p:nvPr/>
          </p:nvSpPr>
          <p:spPr>
            <a:xfrm>
              <a:off x="6279984" y="964998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0" name="pl18450"/>
            <p:cNvSpPr/>
            <p:nvPr/>
          </p:nvSpPr>
          <p:spPr>
            <a:xfrm>
              <a:off x="6294747" y="969857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1" name="pl18451"/>
            <p:cNvSpPr/>
            <p:nvPr/>
          </p:nvSpPr>
          <p:spPr>
            <a:xfrm>
              <a:off x="6294747" y="969857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2" name="pl18452"/>
            <p:cNvSpPr/>
            <p:nvPr/>
          </p:nvSpPr>
          <p:spPr>
            <a:xfrm>
              <a:off x="6287078" y="969857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3" name="pl18453"/>
            <p:cNvSpPr/>
            <p:nvPr/>
          </p:nvSpPr>
          <p:spPr>
            <a:xfrm>
              <a:off x="6294747" y="968924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4" name="pl18454"/>
            <p:cNvSpPr/>
            <p:nvPr/>
          </p:nvSpPr>
          <p:spPr>
            <a:xfrm>
              <a:off x="6274095" y="964333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5" name="pl18455"/>
            <p:cNvSpPr/>
            <p:nvPr/>
          </p:nvSpPr>
          <p:spPr>
            <a:xfrm>
              <a:off x="6293730" y="969857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6" name="pl18456"/>
            <p:cNvSpPr/>
            <p:nvPr/>
          </p:nvSpPr>
          <p:spPr>
            <a:xfrm>
              <a:off x="6277431" y="969032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7" name="pl18457"/>
            <p:cNvSpPr/>
            <p:nvPr/>
          </p:nvSpPr>
          <p:spPr>
            <a:xfrm>
              <a:off x="6288348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8" name="pl18458"/>
            <p:cNvSpPr/>
            <p:nvPr/>
          </p:nvSpPr>
          <p:spPr>
            <a:xfrm>
              <a:off x="6294747" y="969857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59" name="pl18459"/>
            <p:cNvSpPr/>
            <p:nvPr/>
          </p:nvSpPr>
          <p:spPr>
            <a:xfrm>
              <a:off x="6294747" y="969857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0" name="pl18460"/>
            <p:cNvSpPr/>
            <p:nvPr/>
          </p:nvSpPr>
          <p:spPr>
            <a:xfrm>
              <a:off x="6274602" y="969857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1" name="pl18461"/>
            <p:cNvSpPr/>
            <p:nvPr/>
          </p:nvSpPr>
          <p:spPr>
            <a:xfrm>
              <a:off x="6281076" y="9667996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2" name="pl18462"/>
            <p:cNvSpPr/>
            <p:nvPr/>
          </p:nvSpPr>
          <p:spPr>
            <a:xfrm>
              <a:off x="6290633" y="968724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3" name="pl18463"/>
            <p:cNvSpPr/>
            <p:nvPr/>
          </p:nvSpPr>
          <p:spPr>
            <a:xfrm>
              <a:off x="6294747" y="969857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4" name="pl18464"/>
            <p:cNvSpPr/>
            <p:nvPr/>
          </p:nvSpPr>
          <p:spPr>
            <a:xfrm>
              <a:off x="6275331" y="969432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5" name="pl18465"/>
            <p:cNvSpPr/>
            <p:nvPr/>
          </p:nvSpPr>
          <p:spPr>
            <a:xfrm>
              <a:off x="6294747" y="969857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6" name="pl18466"/>
            <p:cNvSpPr/>
            <p:nvPr/>
          </p:nvSpPr>
          <p:spPr>
            <a:xfrm>
              <a:off x="6294747" y="969857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7" name="pl18467"/>
            <p:cNvSpPr/>
            <p:nvPr/>
          </p:nvSpPr>
          <p:spPr>
            <a:xfrm>
              <a:off x="6277292" y="968103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8" name="pl18468"/>
            <p:cNvSpPr/>
            <p:nvPr/>
          </p:nvSpPr>
          <p:spPr>
            <a:xfrm>
              <a:off x="6281394" y="969857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69" name="pl18469"/>
            <p:cNvSpPr/>
            <p:nvPr/>
          </p:nvSpPr>
          <p:spPr>
            <a:xfrm>
              <a:off x="6283385" y="969857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0" name="pl18470"/>
            <p:cNvSpPr/>
            <p:nvPr/>
          </p:nvSpPr>
          <p:spPr>
            <a:xfrm>
              <a:off x="6284613" y="969127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1" name="pl18471"/>
            <p:cNvSpPr/>
            <p:nvPr/>
          </p:nvSpPr>
          <p:spPr>
            <a:xfrm>
              <a:off x="6264993" y="969656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2" name="pl18472"/>
            <p:cNvSpPr/>
            <p:nvPr/>
          </p:nvSpPr>
          <p:spPr>
            <a:xfrm>
              <a:off x="6294747" y="969857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3" name="pl18473"/>
            <p:cNvSpPr/>
            <p:nvPr/>
          </p:nvSpPr>
          <p:spPr>
            <a:xfrm>
              <a:off x="6284397" y="9664771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4" name="pl18474"/>
            <p:cNvSpPr/>
            <p:nvPr/>
          </p:nvSpPr>
          <p:spPr>
            <a:xfrm>
              <a:off x="6294747" y="969588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5" name="pl18475"/>
            <p:cNvSpPr/>
            <p:nvPr/>
          </p:nvSpPr>
          <p:spPr>
            <a:xfrm>
              <a:off x="6285541" y="9697899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6" name="pl18476"/>
            <p:cNvSpPr/>
            <p:nvPr/>
          </p:nvSpPr>
          <p:spPr>
            <a:xfrm>
              <a:off x="6280998" y="9697695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7" name="pl18477"/>
            <p:cNvSpPr/>
            <p:nvPr/>
          </p:nvSpPr>
          <p:spPr>
            <a:xfrm>
              <a:off x="6291552" y="969857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8" name="pl18478"/>
            <p:cNvSpPr/>
            <p:nvPr/>
          </p:nvSpPr>
          <p:spPr>
            <a:xfrm>
              <a:off x="6278744" y="969857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79" name="pl18479"/>
            <p:cNvSpPr/>
            <p:nvPr/>
          </p:nvSpPr>
          <p:spPr>
            <a:xfrm>
              <a:off x="6277297" y="969764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0" name="pl18480"/>
            <p:cNvSpPr/>
            <p:nvPr/>
          </p:nvSpPr>
          <p:spPr>
            <a:xfrm>
              <a:off x="6291592" y="969549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1" name="pl18481"/>
            <p:cNvSpPr/>
            <p:nvPr/>
          </p:nvSpPr>
          <p:spPr>
            <a:xfrm>
              <a:off x="6294747" y="9688746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2" name="pl18482"/>
            <p:cNvSpPr/>
            <p:nvPr/>
          </p:nvSpPr>
          <p:spPr>
            <a:xfrm>
              <a:off x="6294747" y="9692231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3" name="pl18483"/>
            <p:cNvSpPr/>
            <p:nvPr/>
          </p:nvSpPr>
          <p:spPr>
            <a:xfrm>
              <a:off x="6466586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4" name="pl18484"/>
            <p:cNvSpPr/>
            <p:nvPr/>
          </p:nvSpPr>
          <p:spPr>
            <a:xfrm>
              <a:off x="6313423" y="9717493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5" name="pl18485"/>
            <p:cNvSpPr/>
            <p:nvPr/>
          </p:nvSpPr>
          <p:spPr>
            <a:xfrm>
              <a:off x="6298001" y="9717493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6" name="pl18486"/>
            <p:cNvSpPr/>
            <p:nvPr/>
          </p:nvSpPr>
          <p:spPr>
            <a:xfrm>
              <a:off x="6307117" y="9717845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7" name="pl18487"/>
            <p:cNvSpPr/>
            <p:nvPr/>
          </p:nvSpPr>
          <p:spPr>
            <a:xfrm>
              <a:off x="6458612" y="9262943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8" name="pl18488"/>
            <p:cNvSpPr/>
            <p:nvPr/>
          </p:nvSpPr>
          <p:spPr>
            <a:xfrm>
              <a:off x="6274567" y="9460676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89" name="pl18489"/>
            <p:cNvSpPr/>
            <p:nvPr/>
          </p:nvSpPr>
          <p:spPr>
            <a:xfrm>
              <a:off x="6453516" y="974012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0" name="pl18490"/>
            <p:cNvSpPr/>
            <p:nvPr/>
          </p:nvSpPr>
          <p:spPr>
            <a:xfrm>
              <a:off x="6467290" y="974012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1" name="pl18491"/>
            <p:cNvSpPr/>
            <p:nvPr/>
          </p:nvSpPr>
          <p:spPr>
            <a:xfrm>
              <a:off x="6077275" y="969662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2" name="pl18492"/>
            <p:cNvSpPr/>
            <p:nvPr/>
          </p:nvSpPr>
          <p:spPr>
            <a:xfrm>
              <a:off x="6332413" y="973847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3" name="pl18493"/>
            <p:cNvSpPr/>
            <p:nvPr/>
          </p:nvSpPr>
          <p:spPr>
            <a:xfrm>
              <a:off x="6626058" y="1043842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4" name="pl18494"/>
            <p:cNvSpPr/>
            <p:nvPr/>
          </p:nvSpPr>
          <p:spPr>
            <a:xfrm>
              <a:off x="6226248" y="971886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5" name="pl18495"/>
            <p:cNvSpPr/>
            <p:nvPr/>
          </p:nvSpPr>
          <p:spPr>
            <a:xfrm>
              <a:off x="6227950" y="971886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6" name="pl18496"/>
            <p:cNvSpPr/>
            <p:nvPr/>
          </p:nvSpPr>
          <p:spPr>
            <a:xfrm>
              <a:off x="6178915" y="9208838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7" name="pl18497"/>
            <p:cNvSpPr/>
            <p:nvPr/>
          </p:nvSpPr>
          <p:spPr>
            <a:xfrm>
              <a:off x="6396411" y="9388928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8" name="pl18498"/>
            <p:cNvSpPr/>
            <p:nvPr/>
          </p:nvSpPr>
          <p:spPr>
            <a:xfrm>
              <a:off x="6342822" y="934083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499" name="pl18499"/>
            <p:cNvSpPr/>
            <p:nvPr/>
          </p:nvSpPr>
          <p:spPr>
            <a:xfrm>
              <a:off x="6387602" y="935127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0" name="pl18500"/>
            <p:cNvSpPr/>
            <p:nvPr/>
          </p:nvSpPr>
          <p:spPr>
            <a:xfrm>
              <a:off x="6394510" y="934192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1" name="pl18501"/>
            <p:cNvSpPr/>
            <p:nvPr/>
          </p:nvSpPr>
          <p:spPr>
            <a:xfrm>
              <a:off x="6375762" y="9310459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2" name="pl18502"/>
            <p:cNvSpPr/>
            <p:nvPr/>
          </p:nvSpPr>
          <p:spPr>
            <a:xfrm>
              <a:off x="6297031" y="9754840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3" name="pl18503"/>
            <p:cNvSpPr/>
            <p:nvPr/>
          </p:nvSpPr>
          <p:spPr>
            <a:xfrm>
              <a:off x="5896848" y="899632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4" name="pl18504"/>
            <p:cNvSpPr/>
            <p:nvPr/>
          </p:nvSpPr>
          <p:spPr>
            <a:xfrm>
              <a:off x="5873426" y="902363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5" name="pl18505"/>
            <p:cNvSpPr/>
            <p:nvPr/>
          </p:nvSpPr>
          <p:spPr>
            <a:xfrm>
              <a:off x="6379135" y="939630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6" name="pl18506"/>
            <p:cNvSpPr/>
            <p:nvPr/>
          </p:nvSpPr>
          <p:spPr>
            <a:xfrm>
              <a:off x="6217645" y="956211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7" name="pl18507"/>
            <p:cNvSpPr/>
            <p:nvPr/>
          </p:nvSpPr>
          <p:spPr>
            <a:xfrm>
              <a:off x="6215351" y="957162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8" name="pl18508"/>
            <p:cNvSpPr/>
            <p:nvPr/>
          </p:nvSpPr>
          <p:spPr>
            <a:xfrm>
              <a:off x="5568850" y="9918078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09" name="pl18509"/>
            <p:cNvSpPr/>
            <p:nvPr/>
          </p:nvSpPr>
          <p:spPr>
            <a:xfrm>
              <a:off x="6395989" y="9375726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0" name="pl18510"/>
            <p:cNvSpPr/>
            <p:nvPr/>
          </p:nvSpPr>
          <p:spPr>
            <a:xfrm>
              <a:off x="6395634" y="927175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1" name="pl18511"/>
            <p:cNvSpPr/>
            <p:nvPr/>
          </p:nvSpPr>
          <p:spPr>
            <a:xfrm>
              <a:off x="6395786" y="928719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2" name="pl18512"/>
            <p:cNvSpPr/>
            <p:nvPr/>
          </p:nvSpPr>
          <p:spPr>
            <a:xfrm>
              <a:off x="6443254" y="8814325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3" name="pl18513"/>
            <p:cNvSpPr/>
            <p:nvPr/>
          </p:nvSpPr>
          <p:spPr>
            <a:xfrm>
              <a:off x="5652991" y="9318000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4" name="pl18514"/>
            <p:cNvSpPr/>
            <p:nvPr/>
          </p:nvSpPr>
          <p:spPr>
            <a:xfrm>
              <a:off x="5639222" y="932085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5" name="pl18515"/>
            <p:cNvSpPr/>
            <p:nvPr/>
          </p:nvSpPr>
          <p:spPr>
            <a:xfrm>
              <a:off x="5639715" y="933204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6" name="pl18516"/>
            <p:cNvSpPr/>
            <p:nvPr/>
          </p:nvSpPr>
          <p:spPr>
            <a:xfrm>
              <a:off x="6396718" y="9460676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7" name="pl18517"/>
            <p:cNvSpPr/>
            <p:nvPr/>
          </p:nvSpPr>
          <p:spPr>
            <a:xfrm>
              <a:off x="6463302" y="9513265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8" name="pl18518"/>
            <p:cNvSpPr/>
            <p:nvPr/>
          </p:nvSpPr>
          <p:spPr>
            <a:xfrm>
              <a:off x="6463302" y="947888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19" name="pl18519"/>
            <p:cNvSpPr/>
            <p:nvPr/>
          </p:nvSpPr>
          <p:spPr>
            <a:xfrm>
              <a:off x="6463302" y="9493828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0" name="pl18520"/>
            <p:cNvSpPr/>
            <p:nvPr/>
          </p:nvSpPr>
          <p:spPr>
            <a:xfrm>
              <a:off x="6510153" y="9119680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1" name="pl18521"/>
            <p:cNvSpPr/>
            <p:nvPr/>
          </p:nvSpPr>
          <p:spPr>
            <a:xfrm>
              <a:off x="6266510" y="999724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2" name="pl18522"/>
            <p:cNvSpPr/>
            <p:nvPr/>
          </p:nvSpPr>
          <p:spPr>
            <a:xfrm>
              <a:off x="6384004" y="974605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3" name="pl18523"/>
            <p:cNvSpPr/>
            <p:nvPr/>
          </p:nvSpPr>
          <p:spPr>
            <a:xfrm>
              <a:off x="6382653" y="9748089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4" name="pl18524"/>
            <p:cNvSpPr/>
            <p:nvPr/>
          </p:nvSpPr>
          <p:spPr>
            <a:xfrm>
              <a:off x="6210782" y="994198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5" name="pl18525"/>
            <p:cNvSpPr/>
            <p:nvPr/>
          </p:nvSpPr>
          <p:spPr>
            <a:xfrm>
              <a:off x="6234097" y="994198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6" name="pl18526"/>
            <p:cNvSpPr/>
            <p:nvPr/>
          </p:nvSpPr>
          <p:spPr>
            <a:xfrm>
              <a:off x="6202243" y="994198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7" name="pl18527"/>
            <p:cNvSpPr/>
            <p:nvPr/>
          </p:nvSpPr>
          <p:spPr>
            <a:xfrm>
              <a:off x="6246635" y="994198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8" name="pl18528"/>
            <p:cNvSpPr/>
            <p:nvPr/>
          </p:nvSpPr>
          <p:spPr>
            <a:xfrm>
              <a:off x="6226786" y="994198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29" name="pl18529"/>
            <p:cNvSpPr/>
            <p:nvPr/>
          </p:nvSpPr>
          <p:spPr>
            <a:xfrm>
              <a:off x="6321145" y="9726076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0" name="pl18530"/>
            <p:cNvSpPr/>
            <p:nvPr/>
          </p:nvSpPr>
          <p:spPr>
            <a:xfrm>
              <a:off x="6342468" y="973547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1" name="pl18531"/>
            <p:cNvSpPr/>
            <p:nvPr/>
          </p:nvSpPr>
          <p:spPr>
            <a:xfrm>
              <a:off x="6328821" y="9814498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2" name="pl18532"/>
            <p:cNvSpPr/>
            <p:nvPr/>
          </p:nvSpPr>
          <p:spPr>
            <a:xfrm>
              <a:off x="6151665" y="916245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3" name="pl18533"/>
            <p:cNvSpPr/>
            <p:nvPr/>
          </p:nvSpPr>
          <p:spPr>
            <a:xfrm>
              <a:off x="6161768" y="9181985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4" name="pl18534"/>
            <p:cNvSpPr/>
            <p:nvPr/>
          </p:nvSpPr>
          <p:spPr>
            <a:xfrm>
              <a:off x="6681907" y="9704363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5" name="pl18535"/>
            <p:cNvSpPr/>
            <p:nvPr/>
          </p:nvSpPr>
          <p:spPr>
            <a:xfrm>
              <a:off x="6681907" y="9704363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6" name="pl18536"/>
            <p:cNvSpPr/>
            <p:nvPr/>
          </p:nvSpPr>
          <p:spPr>
            <a:xfrm>
              <a:off x="6681907" y="9704363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7" name="pl18537"/>
            <p:cNvSpPr/>
            <p:nvPr/>
          </p:nvSpPr>
          <p:spPr>
            <a:xfrm>
              <a:off x="6372255" y="952082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8" name="pl18538"/>
            <p:cNvSpPr/>
            <p:nvPr/>
          </p:nvSpPr>
          <p:spPr>
            <a:xfrm>
              <a:off x="6364648" y="9682283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39" name="pl18539"/>
            <p:cNvSpPr/>
            <p:nvPr/>
          </p:nvSpPr>
          <p:spPr>
            <a:xfrm>
              <a:off x="6315215" y="982217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0" name="pl18540"/>
            <p:cNvSpPr/>
            <p:nvPr/>
          </p:nvSpPr>
          <p:spPr>
            <a:xfrm>
              <a:off x="6314196" y="982217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1" name="pl18541"/>
            <p:cNvSpPr/>
            <p:nvPr/>
          </p:nvSpPr>
          <p:spPr>
            <a:xfrm>
              <a:off x="6369275" y="9666378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2" name="pl18542"/>
            <p:cNvSpPr/>
            <p:nvPr/>
          </p:nvSpPr>
          <p:spPr>
            <a:xfrm>
              <a:off x="6321145" y="971104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3" name="pl18543"/>
            <p:cNvSpPr/>
            <p:nvPr/>
          </p:nvSpPr>
          <p:spPr>
            <a:xfrm>
              <a:off x="6335893" y="967012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4" name="pl18544"/>
            <p:cNvSpPr/>
            <p:nvPr/>
          </p:nvSpPr>
          <p:spPr>
            <a:xfrm>
              <a:off x="6611640" y="8839180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5" name="pl18545"/>
            <p:cNvSpPr/>
            <p:nvPr/>
          </p:nvSpPr>
          <p:spPr>
            <a:xfrm>
              <a:off x="6261079" y="952082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6" name="pl18546"/>
            <p:cNvSpPr/>
            <p:nvPr/>
          </p:nvSpPr>
          <p:spPr>
            <a:xfrm>
              <a:off x="6236192" y="949254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7" name="pl18547"/>
            <p:cNvSpPr/>
            <p:nvPr/>
          </p:nvSpPr>
          <p:spPr>
            <a:xfrm>
              <a:off x="6307452" y="9702769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8" name="pl18548"/>
            <p:cNvSpPr/>
            <p:nvPr/>
          </p:nvSpPr>
          <p:spPr>
            <a:xfrm>
              <a:off x="5523437" y="972450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49" name="pl18549"/>
            <p:cNvSpPr/>
            <p:nvPr/>
          </p:nvSpPr>
          <p:spPr>
            <a:xfrm>
              <a:off x="5523465" y="9735657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0" name="pl18550"/>
            <p:cNvSpPr/>
            <p:nvPr/>
          </p:nvSpPr>
          <p:spPr>
            <a:xfrm>
              <a:off x="6321145" y="9726076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1" name="pl18551"/>
            <p:cNvSpPr/>
            <p:nvPr/>
          </p:nvSpPr>
          <p:spPr>
            <a:xfrm>
              <a:off x="6328558" y="973458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2" name="pl18552"/>
            <p:cNvSpPr/>
            <p:nvPr/>
          </p:nvSpPr>
          <p:spPr>
            <a:xfrm>
              <a:off x="6396718" y="939634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3" name="pl18553"/>
            <p:cNvSpPr/>
            <p:nvPr/>
          </p:nvSpPr>
          <p:spPr>
            <a:xfrm>
              <a:off x="6266775" y="969662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4" name="pl18554"/>
            <p:cNvSpPr/>
            <p:nvPr/>
          </p:nvSpPr>
          <p:spPr>
            <a:xfrm>
              <a:off x="6370306" y="940345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5" name="pl18555"/>
            <p:cNvSpPr/>
            <p:nvPr/>
          </p:nvSpPr>
          <p:spPr>
            <a:xfrm>
              <a:off x="6558015" y="9647172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6" name="pl18556"/>
            <p:cNvSpPr/>
            <p:nvPr/>
          </p:nvSpPr>
          <p:spPr>
            <a:xfrm>
              <a:off x="6521996" y="973142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7" name="pl18557"/>
            <p:cNvSpPr/>
            <p:nvPr/>
          </p:nvSpPr>
          <p:spPr>
            <a:xfrm>
              <a:off x="6377173" y="987284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8" name="pl18558"/>
            <p:cNvSpPr/>
            <p:nvPr/>
          </p:nvSpPr>
          <p:spPr>
            <a:xfrm>
              <a:off x="6470031" y="981112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59" name="pl18559"/>
            <p:cNvSpPr/>
            <p:nvPr/>
          </p:nvSpPr>
          <p:spPr>
            <a:xfrm>
              <a:off x="6317283" y="9726076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0" name="pl18560"/>
            <p:cNvSpPr/>
            <p:nvPr/>
          </p:nvSpPr>
          <p:spPr>
            <a:xfrm>
              <a:off x="5652991" y="933204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1" name="pl18561"/>
            <p:cNvSpPr/>
            <p:nvPr/>
          </p:nvSpPr>
          <p:spPr>
            <a:xfrm>
              <a:off x="6221428" y="9553704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2" name="pl18562"/>
            <p:cNvSpPr/>
            <p:nvPr/>
          </p:nvSpPr>
          <p:spPr>
            <a:xfrm>
              <a:off x="6223137" y="9553704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3" name="pl18563"/>
            <p:cNvSpPr/>
            <p:nvPr/>
          </p:nvSpPr>
          <p:spPr>
            <a:xfrm>
              <a:off x="6223137" y="950841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4" name="pl18564"/>
            <p:cNvSpPr/>
            <p:nvPr/>
          </p:nvSpPr>
          <p:spPr>
            <a:xfrm>
              <a:off x="6223137" y="955119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5" name="pl18565"/>
            <p:cNvSpPr/>
            <p:nvPr/>
          </p:nvSpPr>
          <p:spPr>
            <a:xfrm>
              <a:off x="6223137" y="9537800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6" name="pl18566"/>
            <p:cNvSpPr/>
            <p:nvPr/>
          </p:nvSpPr>
          <p:spPr>
            <a:xfrm>
              <a:off x="6223137" y="954995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7" name="pl18567"/>
            <p:cNvSpPr/>
            <p:nvPr/>
          </p:nvSpPr>
          <p:spPr>
            <a:xfrm>
              <a:off x="6273331" y="970683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8" name="pl18568"/>
            <p:cNvSpPr/>
            <p:nvPr/>
          </p:nvSpPr>
          <p:spPr>
            <a:xfrm>
              <a:off x="6288348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69" name="pl18569"/>
            <p:cNvSpPr/>
            <p:nvPr/>
          </p:nvSpPr>
          <p:spPr>
            <a:xfrm>
              <a:off x="6266664" y="970683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0" name="pl18570"/>
            <p:cNvSpPr/>
            <p:nvPr/>
          </p:nvSpPr>
          <p:spPr>
            <a:xfrm>
              <a:off x="6286190" y="970683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1" name="pl18571"/>
            <p:cNvSpPr/>
            <p:nvPr/>
          </p:nvSpPr>
          <p:spPr>
            <a:xfrm>
              <a:off x="6308380" y="970394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2" name="pl18572"/>
            <p:cNvSpPr/>
            <p:nvPr/>
          </p:nvSpPr>
          <p:spPr>
            <a:xfrm>
              <a:off x="6367398" y="989620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3" name="pl18573"/>
            <p:cNvSpPr/>
            <p:nvPr/>
          </p:nvSpPr>
          <p:spPr>
            <a:xfrm>
              <a:off x="6466586" y="952082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4" name="pl18574"/>
            <p:cNvSpPr/>
            <p:nvPr/>
          </p:nvSpPr>
          <p:spPr>
            <a:xfrm>
              <a:off x="5542862" y="9475234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5" name="pl18575"/>
            <p:cNvSpPr/>
            <p:nvPr/>
          </p:nvSpPr>
          <p:spPr>
            <a:xfrm>
              <a:off x="6431387" y="930932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6" name="pl18576"/>
            <p:cNvSpPr/>
            <p:nvPr/>
          </p:nvSpPr>
          <p:spPr>
            <a:xfrm>
              <a:off x="6396718" y="936149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7" name="pl18577"/>
            <p:cNvSpPr/>
            <p:nvPr/>
          </p:nvSpPr>
          <p:spPr>
            <a:xfrm>
              <a:off x="6431387" y="931076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8" name="pl18578"/>
            <p:cNvSpPr/>
            <p:nvPr/>
          </p:nvSpPr>
          <p:spPr>
            <a:xfrm>
              <a:off x="6431387" y="930737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79" name="pl18579"/>
            <p:cNvSpPr/>
            <p:nvPr/>
          </p:nvSpPr>
          <p:spPr>
            <a:xfrm>
              <a:off x="6316066" y="9678330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0" name="pl18580"/>
            <p:cNvSpPr/>
            <p:nvPr/>
          </p:nvSpPr>
          <p:spPr>
            <a:xfrm>
              <a:off x="6321431" y="975170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1" name="pl18581"/>
            <p:cNvSpPr/>
            <p:nvPr/>
          </p:nvSpPr>
          <p:spPr>
            <a:xfrm>
              <a:off x="6321145" y="9726076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2" name="pl18582"/>
            <p:cNvSpPr/>
            <p:nvPr/>
          </p:nvSpPr>
          <p:spPr>
            <a:xfrm>
              <a:off x="6319645" y="975170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3" name="pl18583"/>
            <p:cNvSpPr/>
            <p:nvPr/>
          </p:nvSpPr>
          <p:spPr>
            <a:xfrm>
              <a:off x="6954730" y="9055080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4" name="pl18584"/>
            <p:cNvSpPr/>
            <p:nvPr/>
          </p:nvSpPr>
          <p:spPr>
            <a:xfrm>
              <a:off x="6467290" y="973747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5" name="pl18585"/>
            <p:cNvSpPr/>
            <p:nvPr/>
          </p:nvSpPr>
          <p:spPr>
            <a:xfrm>
              <a:off x="7046482" y="916136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6" name="pl18586"/>
            <p:cNvSpPr/>
            <p:nvPr/>
          </p:nvSpPr>
          <p:spPr>
            <a:xfrm>
              <a:off x="6396012" y="975019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7" name="pl18587"/>
            <p:cNvSpPr/>
            <p:nvPr/>
          </p:nvSpPr>
          <p:spPr>
            <a:xfrm>
              <a:off x="6384004" y="974605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8" name="pl18588"/>
            <p:cNvSpPr/>
            <p:nvPr/>
          </p:nvSpPr>
          <p:spPr>
            <a:xfrm>
              <a:off x="6382653" y="9748089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89" name="pl18589"/>
            <p:cNvSpPr/>
            <p:nvPr/>
          </p:nvSpPr>
          <p:spPr>
            <a:xfrm>
              <a:off x="6682357" y="889062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0" name="pl18590"/>
            <p:cNvSpPr/>
            <p:nvPr/>
          </p:nvSpPr>
          <p:spPr>
            <a:xfrm>
              <a:off x="6215351" y="958203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1" name="pl18591"/>
            <p:cNvSpPr/>
            <p:nvPr/>
          </p:nvSpPr>
          <p:spPr>
            <a:xfrm>
              <a:off x="6215351" y="954087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2" name="pl18592"/>
            <p:cNvSpPr/>
            <p:nvPr/>
          </p:nvSpPr>
          <p:spPr>
            <a:xfrm>
              <a:off x="6215351" y="9538266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3" name="pl18593"/>
            <p:cNvSpPr/>
            <p:nvPr/>
          </p:nvSpPr>
          <p:spPr>
            <a:xfrm>
              <a:off x="6215351" y="954687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4" name="pl18594"/>
            <p:cNvSpPr/>
            <p:nvPr/>
          </p:nvSpPr>
          <p:spPr>
            <a:xfrm>
              <a:off x="6215351" y="950848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5" name="pl18595"/>
            <p:cNvSpPr/>
            <p:nvPr/>
          </p:nvSpPr>
          <p:spPr>
            <a:xfrm>
              <a:off x="6174990" y="956163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6" name="pl18596"/>
            <p:cNvSpPr/>
            <p:nvPr/>
          </p:nvSpPr>
          <p:spPr>
            <a:xfrm>
              <a:off x="6183388" y="957146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7" name="pl18597"/>
            <p:cNvSpPr/>
            <p:nvPr/>
          </p:nvSpPr>
          <p:spPr>
            <a:xfrm>
              <a:off x="6215351" y="9509491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8" name="pl18598"/>
            <p:cNvSpPr/>
            <p:nvPr/>
          </p:nvSpPr>
          <p:spPr>
            <a:xfrm>
              <a:off x="6076450" y="9157053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599" name="pl18599"/>
            <p:cNvSpPr/>
            <p:nvPr/>
          </p:nvSpPr>
          <p:spPr>
            <a:xfrm>
              <a:off x="5865762" y="908166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0" name="pl18600"/>
            <p:cNvSpPr/>
            <p:nvPr/>
          </p:nvSpPr>
          <p:spPr>
            <a:xfrm>
              <a:off x="5876937" y="908811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1" name="pl18601"/>
            <p:cNvSpPr/>
            <p:nvPr/>
          </p:nvSpPr>
          <p:spPr>
            <a:xfrm>
              <a:off x="5896848" y="903783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2" name="pl18602"/>
            <p:cNvSpPr/>
            <p:nvPr/>
          </p:nvSpPr>
          <p:spPr>
            <a:xfrm>
              <a:off x="5910939" y="908811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3" name="pl18603"/>
            <p:cNvSpPr/>
            <p:nvPr/>
          </p:nvSpPr>
          <p:spPr>
            <a:xfrm>
              <a:off x="5895544" y="9086662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4" name="pl18604"/>
            <p:cNvSpPr/>
            <p:nvPr/>
          </p:nvSpPr>
          <p:spPr>
            <a:xfrm>
              <a:off x="6321145" y="9726076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5" name="pl18605"/>
            <p:cNvSpPr/>
            <p:nvPr/>
          </p:nvSpPr>
          <p:spPr>
            <a:xfrm>
              <a:off x="6307339" y="967262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6" name="pl18606"/>
            <p:cNvSpPr/>
            <p:nvPr/>
          </p:nvSpPr>
          <p:spPr>
            <a:xfrm>
              <a:off x="6349866" y="967012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7" name="pl18607"/>
            <p:cNvSpPr/>
            <p:nvPr/>
          </p:nvSpPr>
          <p:spPr>
            <a:xfrm>
              <a:off x="6396718" y="9411993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8" name="pl18608"/>
            <p:cNvSpPr/>
            <p:nvPr/>
          </p:nvSpPr>
          <p:spPr>
            <a:xfrm>
              <a:off x="5619078" y="998170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09" name="pl18609"/>
            <p:cNvSpPr/>
            <p:nvPr/>
          </p:nvSpPr>
          <p:spPr>
            <a:xfrm>
              <a:off x="6466586" y="946353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0" name="pl18610"/>
            <p:cNvSpPr/>
            <p:nvPr/>
          </p:nvSpPr>
          <p:spPr>
            <a:xfrm>
              <a:off x="5974707" y="1040078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1" name="pl18611"/>
            <p:cNvSpPr/>
            <p:nvPr/>
          </p:nvSpPr>
          <p:spPr>
            <a:xfrm>
              <a:off x="6300463" y="1052238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2" name="pl18612"/>
            <p:cNvSpPr/>
            <p:nvPr/>
          </p:nvSpPr>
          <p:spPr>
            <a:xfrm>
              <a:off x="7087465" y="10035873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3" name="pl18613"/>
            <p:cNvSpPr/>
            <p:nvPr/>
          </p:nvSpPr>
          <p:spPr>
            <a:xfrm>
              <a:off x="6237429" y="977103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4" name="pl18614"/>
            <p:cNvSpPr/>
            <p:nvPr/>
          </p:nvSpPr>
          <p:spPr>
            <a:xfrm>
              <a:off x="6316066" y="968233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5" name="pl18615"/>
            <p:cNvSpPr/>
            <p:nvPr/>
          </p:nvSpPr>
          <p:spPr>
            <a:xfrm>
              <a:off x="6318732" y="9676686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6" name="pl18616"/>
            <p:cNvSpPr/>
            <p:nvPr/>
          </p:nvSpPr>
          <p:spPr>
            <a:xfrm>
              <a:off x="6315440" y="967999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7" name="pl18617"/>
            <p:cNvSpPr/>
            <p:nvPr/>
          </p:nvSpPr>
          <p:spPr>
            <a:xfrm>
              <a:off x="6318203" y="9770518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8" name="pl18618"/>
            <p:cNvSpPr/>
            <p:nvPr/>
          </p:nvSpPr>
          <p:spPr>
            <a:xfrm>
              <a:off x="6903896" y="1025781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19" name="pl18619"/>
            <p:cNvSpPr/>
            <p:nvPr/>
          </p:nvSpPr>
          <p:spPr>
            <a:xfrm>
              <a:off x="6919624" y="1025627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0" name="pl18620"/>
            <p:cNvSpPr/>
            <p:nvPr/>
          </p:nvSpPr>
          <p:spPr>
            <a:xfrm>
              <a:off x="6369524" y="1019763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1" name="pl18621"/>
            <p:cNvSpPr/>
            <p:nvPr/>
          </p:nvSpPr>
          <p:spPr>
            <a:xfrm>
              <a:off x="6369524" y="1019763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2" name="pl18622"/>
            <p:cNvSpPr/>
            <p:nvPr/>
          </p:nvSpPr>
          <p:spPr>
            <a:xfrm>
              <a:off x="6384247" y="9743434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3" name="pl18623"/>
            <p:cNvSpPr/>
            <p:nvPr/>
          </p:nvSpPr>
          <p:spPr>
            <a:xfrm>
              <a:off x="6281328" y="967240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4" name="pl18624"/>
            <p:cNvSpPr/>
            <p:nvPr/>
          </p:nvSpPr>
          <p:spPr>
            <a:xfrm>
              <a:off x="6297215" y="968408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5" name="pl18625"/>
            <p:cNvSpPr/>
            <p:nvPr/>
          </p:nvSpPr>
          <p:spPr>
            <a:xfrm>
              <a:off x="6297215" y="9682706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6" name="pl18626"/>
            <p:cNvSpPr/>
            <p:nvPr/>
          </p:nvSpPr>
          <p:spPr>
            <a:xfrm>
              <a:off x="6294747" y="968408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7" name="pl18627"/>
            <p:cNvSpPr/>
            <p:nvPr/>
          </p:nvSpPr>
          <p:spPr>
            <a:xfrm>
              <a:off x="6293384" y="9678398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8" name="pl18628"/>
            <p:cNvSpPr/>
            <p:nvPr/>
          </p:nvSpPr>
          <p:spPr>
            <a:xfrm>
              <a:off x="6293148" y="967479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29" name="pl18629"/>
            <p:cNvSpPr/>
            <p:nvPr/>
          </p:nvSpPr>
          <p:spPr>
            <a:xfrm>
              <a:off x="5912726" y="8982657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0" name="pl18630"/>
            <p:cNvSpPr/>
            <p:nvPr/>
          </p:nvSpPr>
          <p:spPr>
            <a:xfrm>
              <a:off x="6020068" y="8877846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1" name="pl18631"/>
            <p:cNvSpPr/>
            <p:nvPr/>
          </p:nvSpPr>
          <p:spPr>
            <a:xfrm>
              <a:off x="6295101" y="984283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2" name="pl18632"/>
            <p:cNvSpPr/>
            <p:nvPr/>
          </p:nvSpPr>
          <p:spPr>
            <a:xfrm>
              <a:off x="6226898" y="956569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3" name="pl18633"/>
            <p:cNvSpPr/>
            <p:nvPr/>
          </p:nvSpPr>
          <p:spPr>
            <a:xfrm>
              <a:off x="6254021" y="959092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4" name="pl18634"/>
            <p:cNvSpPr/>
            <p:nvPr/>
          </p:nvSpPr>
          <p:spPr>
            <a:xfrm>
              <a:off x="6223137" y="9553704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5" name="pl18635"/>
            <p:cNvSpPr/>
            <p:nvPr/>
          </p:nvSpPr>
          <p:spPr>
            <a:xfrm>
              <a:off x="6254021" y="959092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6" name="pl18636"/>
            <p:cNvSpPr/>
            <p:nvPr/>
          </p:nvSpPr>
          <p:spPr>
            <a:xfrm>
              <a:off x="6254021" y="932183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7" name="pl18637"/>
            <p:cNvSpPr/>
            <p:nvPr/>
          </p:nvSpPr>
          <p:spPr>
            <a:xfrm>
              <a:off x="6369275" y="9663385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8" name="pl18638"/>
            <p:cNvSpPr/>
            <p:nvPr/>
          </p:nvSpPr>
          <p:spPr>
            <a:xfrm>
              <a:off x="6623073" y="1043195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39" name="pl18639"/>
            <p:cNvSpPr/>
            <p:nvPr/>
          </p:nvSpPr>
          <p:spPr>
            <a:xfrm>
              <a:off x="6466586" y="9498423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0" name="pl18640"/>
            <p:cNvSpPr/>
            <p:nvPr/>
          </p:nvSpPr>
          <p:spPr>
            <a:xfrm>
              <a:off x="6314600" y="972494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1" name="pl18641"/>
            <p:cNvSpPr/>
            <p:nvPr/>
          </p:nvSpPr>
          <p:spPr>
            <a:xfrm>
              <a:off x="6296880" y="972494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2" name="pl18642"/>
            <p:cNvSpPr/>
            <p:nvPr/>
          </p:nvSpPr>
          <p:spPr>
            <a:xfrm>
              <a:off x="6384004" y="974284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3" name="pl18643"/>
            <p:cNvSpPr/>
            <p:nvPr/>
          </p:nvSpPr>
          <p:spPr>
            <a:xfrm>
              <a:off x="6360409" y="970580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4" name="pl18644"/>
            <p:cNvSpPr/>
            <p:nvPr/>
          </p:nvSpPr>
          <p:spPr>
            <a:xfrm>
              <a:off x="6382653" y="9748089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5" name="pl18645"/>
            <p:cNvSpPr/>
            <p:nvPr/>
          </p:nvSpPr>
          <p:spPr>
            <a:xfrm>
              <a:off x="6349957" y="9748089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6" name="pl18646"/>
            <p:cNvSpPr/>
            <p:nvPr/>
          </p:nvSpPr>
          <p:spPr>
            <a:xfrm>
              <a:off x="6382653" y="974605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7" name="pl18647"/>
            <p:cNvSpPr/>
            <p:nvPr/>
          </p:nvSpPr>
          <p:spPr>
            <a:xfrm>
              <a:off x="6294304" y="952082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8" name="pl18648"/>
            <p:cNvSpPr/>
            <p:nvPr/>
          </p:nvSpPr>
          <p:spPr>
            <a:xfrm>
              <a:off x="6290321" y="949712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49" name="pl18649"/>
            <p:cNvSpPr/>
            <p:nvPr/>
          </p:nvSpPr>
          <p:spPr>
            <a:xfrm>
              <a:off x="6394896" y="945258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0" name="pl18650"/>
            <p:cNvSpPr/>
            <p:nvPr/>
          </p:nvSpPr>
          <p:spPr>
            <a:xfrm>
              <a:off x="6886150" y="935119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1" name="pl18651"/>
            <p:cNvSpPr/>
            <p:nvPr/>
          </p:nvSpPr>
          <p:spPr>
            <a:xfrm>
              <a:off x="6799382" y="936698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2" name="pl18652"/>
            <p:cNvSpPr/>
            <p:nvPr/>
          </p:nvSpPr>
          <p:spPr>
            <a:xfrm>
              <a:off x="6466586" y="952082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3" name="pl18653"/>
            <p:cNvSpPr/>
            <p:nvPr/>
          </p:nvSpPr>
          <p:spPr>
            <a:xfrm>
              <a:off x="6613889" y="956753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4" name="pl18654"/>
            <p:cNvSpPr/>
            <p:nvPr/>
          </p:nvSpPr>
          <p:spPr>
            <a:xfrm>
              <a:off x="6466586" y="952082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5" name="pl18655"/>
            <p:cNvSpPr/>
            <p:nvPr/>
          </p:nvSpPr>
          <p:spPr>
            <a:xfrm>
              <a:off x="6613889" y="9567595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6" name="pl18656"/>
            <p:cNvSpPr/>
            <p:nvPr/>
          </p:nvSpPr>
          <p:spPr>
            <a:xfrm>
              <a:off x="6613889" y="9567595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7" name="pl18657"/>
            <p:cNvSpPr/>
            <p:nvPr/>
          </p:nvSpPr>
          <p:spPr>
            <a:xfrm>
              <a:off x="6154531" y="9793122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8" name="pl18658"/>
            <p:cNvSpPr/>
            <p:nvPr/>
          </p:nvSpPr>
          <p:spPr>
            <a:xfrm>
              <a:off x="6223133" y="955085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59" name="pl18659"/>
            <p:cNvSpPr/>
            <p:nvPr/>
          </p:nvSpPr>
          <p:spPr>
            <a:xfrm>
              <a:off x="6260121" y="9599635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0" name="pl18660"/>
            <p:cNvSpPr/>
            <p:nvPr/>
          </p:nvSpPr>
          <p:spPr>
            <a:xfrm>
              <a:off x="6263363" y="9601944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1" name="pl18661"/>
            <p:cNvSpPr/>
            <p:nvPr/>
          </p:nvSpPr>
          <p:spPr>
            <a:xfrm>
              <a:off x="6263363" y="9598075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2" name="pl18662"/>
            <p:cNvSpPr/>
            <p:nvPr/>
          </p:nvSpPr>
          <p:spPr>
            <a:xfrm>
              <a:off x="6263363" y="960436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3" name="pl18663"/>
            <p:cNvSpPr/>
            <p:nvPr/>
          </p:nvSpPr>
          <p:spPr>
            <a:xfrm>
              <a:off x="6263363" y="960436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4" name="pl18664"/>
            <p:cNvSpPr/>
            <p:nvPr/>
          </p:nvSpPr>
          <p:spPr>
            <a:xfrm>
              <a:off x="6261131" y="9600706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5" name="pl18665"/>
            <p:cNvSpPr/>
            <p:nvPr/>
          </p:nvSpPr>
          <p:spPr>
            <a:xfrm>
              <a:off x="6263363" y="959556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6" name="pl18666"/>
            <p:cNvSpPr/>
            <p:nvPr/>
          </p:nvSpPr>
          <p:spPr>
            <a:xfrm>
              <a:off x="6317486" y="9711653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7" name="pl18667"/>
            <p:cNvSpPr/>
            <p:nvPr/>
          </p:nvSpPr>
          <p:spPr>
            <a:xfrm>
              <a:off x="6307339" y="969535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8" name="pl18668"/>
            <p:cNvSpPr/>
            <p:nvPr/>
          </p:nvSpPr>
          <p:spPr>
            <a:xfrm>
              <a:off x="6243247" y="9608726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69" name="pl18669"/>
            <p:cNvSpPr/>
            <p:nvPr/>
          </p:nvSpPr>
          <p:spPr>
            <a:xfrm>
              <a:off x="6453947" y="882419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0" name="pl18670"/>
            <p:cNvSpPr/>
            <p:nvPr/>
          </p:nvSpPr>
          <p:spPr>
            <a:xfrm>
              <a:off x="5668811" y="998621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1" name="pl18671"/>
            <p:cNvSpPr/>
            <p:nvPr/>
          </p:nvSpPr>
          <p:spPr>
            <a:xfrm>
              <a:off x="6316066" y="967328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2" name="pl18672"/>
            <p:cNvSpPr/>
            <p:nvPr/>
          </p:nvSpPr>
          <p:spPr>
            <a:xfrm>
              <a:off x="6338106" y="967012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3" name="pl18673"/>
            <p:cNvSpPr/>
            <p:nvPr/>
          </p:nvSpPr>
          <p:spPr>
            <a:xfrm>
              <a:off x="6338106" y="966765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4" name="pl18674"/>
            <p:cNvSpPr/>
            <p:nvPr/>
          </p:nvSpPr>
          <p:spPr>
            <a:xfrm>
              <a:off x="6338106" y="966633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5" name="pl18675"/>
            <p:cNvSpPr/>
            <p:nvPr/>
          </p:nvSpPr>
          <p:spPr>
            <a:xfrm>
              <a:off x="6310767" y="9726076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6" name="pl18676"/>
            <p:cNvSpPr/>
            <p:nvPr/>
          </p:nvSpPr>
          <p:spPr>
            <a:xfrm>
              <a:off x="6297649" y="9726272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7" name="pl18677"/>
            <p:cNvSpPr/>
            <p:nvPr/>
          </p:nvSpPr>
          <p:spPr>
            <a:xfrm>
              <a:off x="5800777" y="10273859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8" name="pl18678"/>
            <p:cNvSpPr/>
            <p:nvPr/>
          </p:nvSpPr>
          <p:spPr>
            <a:xfrm>
              <a:off x="6257122" y="999724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79" name="pl18679"/>
            <p:cNvSpPr/>
            <p:nvPr/>
          </p:nvSpPr>
          <p:spPr>
            <a:xfrm>
              <a:off x="6491505" y="951170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0" name="pl18680"/>
            <p:cNvSpPr/>
            <p:nvPr/>
          </p:nvSpPr>
          <p:spPr>
            <a:xfrm>
              <a:off x="6491505" y="9472534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1" name="pl18681"/>
            <p:cNvSpPr/>
            <p:nvPr/>
          </p:nvSpPr>
          <p:spPr>
            <a:xfrm>
              <a:off x="6466586" y="951223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2" name="pl18682"/>
            <p:cNvSpPr/>
            <p:nvPr/>
          </p:nvSpPr>
          <p:spPr>
            <a:xfrm>
              <a:off x="6491505" y="9490431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3" name="pl18683"/>
            <p:cNvSpPr/>
            <p:nvPr/>
          </p:nvSpPr>
          <p:spPr>
            <a:xfrm>
              <a:off x="6491505" y="949655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4" name="pl18684"/>
            <p:cNvSpPr/>
            <p:nvPr/>
          </p:nvSpPr>
          <p:spPr>
            <a:xfrm>
              <a:off x="6491505" y="9503144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5" name="pl18685"/>
            <p:cNvSpPr/>
            <p:nvPr/>
          </p:nvSpPr>
          <p:spPr>
            <a:xfrm>
              <a:off x="6491505" y="949859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6" name="pl18686"/>
            <p:cNvSpPr/>
            <p:nvPr/>
          </p:nvSpPr>
          <p:spPr>
            <a:xfrm>
              <a:off x="6259077" y="9672943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7" name="pl18687"/>
            <p:cNvSpPr/>
            <p:nvPr/>
          </p:nvSpPr>
          <p:spPr>
            <a:xfrm>
              <a:off x="6258540" y="966831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8" name="pl18688"/>
            <p:cNvSpPr/>
            <p:nvPr/>
          </p:nvSpPr>
          <p:spPr>
            <a:xfrm>
              <a:off x="6248848" y="9673243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89" name="pl18689"/>
            <p:cNvSpPr/>
            <p:nvPr/>
          </p:nvSpPr>
          <p:spPr>
            <a:xfrm>
              <a:off x="6466586" y="947965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0" name="pl18690"/>
            <p:cNvSpPr/>
            <p:nvPr/>
          </p:nvSpPr>
          <p:spPr>
            <a:xfrm>
              <a:off x="6528531" y="9433130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1" name="pl18691"/>
            <p:cNvSpPr/>
            <p:nvPr/>
          </p:nvSpPr>
          <p:spPr>
            <a:xfrm>
              <a:off x="6396230" y="940342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2" name="pl18692"/>
            <p:cNvSpPr/>
            <p:nvPr/>
          </p:nvSpPr>
          <p:spPr>
            <a:xfrm>
              <a:off x="6224593" y="9766113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3" name="pl18693"/>
            <p:cNvSpPr/>
            <p:nvPr/>
          </p:nvSpPr>
          <p:spPr>
            <a:xfrm>
              <a:off x="6274854" y="9766113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4" name="pl18694"/>
            <p:cNvSpPr/>
            <p:nvPr/>
          </p:nvSpPr>
          <p:spPr>
            <a:xfrm>
              <a:off x="6623082" y="1043842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5" name="pl18695"/>
            <p:cNvSpPr/>
            <p:nvPr/>
          </p:nvSpPr>
          <p:spPr>
            <a:xfrm>
              <a:off x="6269175" y="971414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6" name="pl18696"/>
            <p:cNvSpPr/>
            <p:nvPr/>
          </p:nvSpPr>
          <p:spPr>
            <a:xfrm>
              <a:off x="6262382" y="971414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7" name="pl18697"/>
            <p:cNvSpPr/>
            <p:nvPr/>
          </p:nvSpPr>
          <p:spPr>
            <a:xfrm>
              <a:off x="6456314" y="9429700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8" name="pl18698"/>
            <p:cNvSpPr/>
            <p:nvPr/>
          </p:nvSpPr>
          <p:spPr>
            <a:xfrm>
              <a:off x="6456314" y="9399483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699" name="pl18699"/>
            <p:cNvSpPr/>
            <p:nvPr/>
          </p:nvSpPr>
          <p:spPr>
            <a:xfrm>
              <a:off x="5571388" y="986189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0" name="pl18700"/>
            <p:cNvSpPr/>
            <p:nvPr/>
          </p:nvSpPr>
          <p:spPr>
            <a:xfrm>
              <a:off x="5543406" y="986347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1" name="pl18701"/>
            <p:cNvSpPr/>
            <p:nvPr/>
          </p:nvSpPr>
          <p:spPr>
            <a:xfrm>
              <a:off x="6167130" y="978186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2" name="pl18702"/>
            <p:cNvSpPr/>
            <p:nvPr/>
          </p:nvSpPr>
          <p:spPr>
            <a:xfrm>
              <a:off x="6130195" y="9793122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3" name="pl18703"/>
            <p:cNvSpPr/>
            <p:nvPr/>
          </p:nvSpPr>
          <p:spPr>
            <a:xfrm>
              <a:off x="6321145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4" name="pl18704"/>
            <p:cNvSpPr/>
            <p:nvPr/>
          </p:nvSpPr>
          <p:spPr>
            <a:xfrm>
              <a:off x="6324076" y="972250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5" name="pl18705"/>
            <p:cNvSpPr/>
            <p:nvPr/>
          </p:nvSpPr>
          <p:spPr>
            <a:xfrm>
              <a:off x="6262374" y="952082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6" name="pl18706"/>
            <p:cNvSpPr/>
            <p:nvPr/>
          </p:nvSpPr>
          <p:spPr>
            <a:xfrm>
              <a:off x="6213669" y="948321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7" name="pl18707"/>
            <p:cNvSpPr/>
            <p:nvPr/>
          </p:nvSpPr>
          <p:spPr>
            <a:xfrm>
              <a:off x="6316066" y="968088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8" name="pl18708"/>
            <p:cNvSpPr/>
            <p:nvPr/>
          </p:nvSpPr>
          <p:spPr>
            <a:xfrm>
              <a:off x="6538821" y="966253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09" name="pl18709"/>
            <p:cNvSpPr/>
            <p:nvPr/>
          </p:nvSpPr>
          <p:spPr>
            <a:xfrm>
              <a:off x="6466586" y="952082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0" name="pl18710"/>
            <p:cNvSpPr/>
            <p:nvPr/>
          </p:nvSpPr>
          <p:spPr>
            <a:xfrm>
              <a:off x="6538821" y="9631801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1" name="pl18711"/>
            <p:cNvSpPr/>
            <p:nvPr/>
          </p:nvSpPr>
          <p:spPr>
            <a:xfrm>
              <a:off x="6538821" y="966253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2" name="pl18712"/>
            <p:cNvSpPr/>
            <p:nvPr/>
          </p:nvSpPr>
          <p:spPr>
            <a:xfrm>
              <a:off x="6328821" y="9814498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3" name="pl18713"/>
            <p:cNvSpPr/>
            <p:nvPr/>
          </p:nvSpPr>
          <p:spPr>
            <a:xfrm>
              <a:off x="6328821" y="9814498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4" name="pl18714"/>
            <p:cNvSpPr/>
            <p:nvPr/>
          </p:nvSpPr>
          <p:spPr>
            <a:xfrm>
              <a:off x="6278262" y="973245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5" name="pl18715"/>
            <p:cNvSpPr/>
            <p:nvPr/>
          </p:nvSpPr>
          <p:spPr>
            <a:xfrm>
              <a:off x="6186784" y="9721307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6" name="pl18716"/>
            <p:cNvSpPr/>
            <p:nvPr/>
          </p:nvSpPr>
          <p:spPr>
            <a:xfrm>
              <a:off x="6466586" y="9413748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7" name="pl18717"/>
            <p:cNvSpPr/>
            <p:nvPr/>
          </p:nvSpPr>
          <p:spPr>
            <a:xfrm>
              <a:off x="6123051" y="969662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8" name="pl18718"/>
            <p:cNvSpPr/>
            <p:nvPr/>
          </p:nvSpPr>
          <p:spPr>
            <a:xfrm>
              <a:off x="6437656" y="9250908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19" name="pl18719"/>
            <p:cNvSpPr/>
            <p:nvPr/>
          </p:nvSpPr>
          <p:spPr>
            <a:xfrm>
              <a:off x="6457369" y="919379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0" name="pl18720"/>
            <p:cNvSpPr/>
            <p:nvPr/>
          </p:nvSpPr>
          <p:spPr>
            <a:xfrm>
              <a:off x="6456892" y="923380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1" name="pl18721"/>
            <p:cNvSpPr/>
            <p:nvPr/>
          </p:nvSpPr>
          <p:spPr>
            <a:xfrm>
              <a:off x="6446224" y="9250908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2" name="pl18722"/>
            <p:cNvSpPr/>
            <p:nvPr/>
          </p:nvSpPr>
          <p:spPr>
            <a:xfrm>
              <a:off x="6224593" y="9771855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3" name="pl18723"/>
            <p:cNvSpPr/>
            <p:nvPr/>
          </p:nvSpPr>
          <p:spPr>
            <a:xfrm>
              <a:off x="6195707" y="9771855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4" name="pl18724"/>
            <p:cNvSpPr/>
            <p:nvPr/>
          </p:nvSpPr>
          <p:spPr>
            <a:xfrm>
              <a:off x="6200304" y="9771855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5" name="pl18725"/>
            <p:cNvSpPr/>
            <p:nvPr/>
          </p:nvSpPr>
          <p:spPr>
            <a:xfrm>
              <a:off x="6291979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6" name="pl18726"/>
            <p:cNvSpPr/>
            <p:nvPr/>
          </p:nvSpPr>
          <p:spPr>
            <a:xfrm>
              <a:off x="6270799" y="945887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7" name="pl18727"/>
            <p:cNvSpPr/>
            <p:nvPr/>
          </p:nvSpPr>
          <p:spPr>
            <a:xfrm>
              <a:off x="6625427" y="956753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8" name="pl18728"/>
            <p:cNvSpPr/>
            <p:nvPr/>
          </p:nvSpPr>
          <p:spPr>
            <a:xfrm>
              <a:off x="6656783" y="958228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29" name="pl18729"/>
            <p:cNvSpPr/>
            <p:nvPr/>
          </p:nvSpPr>
          <p:spPr>
            <a:xfrm>
              <a:off x="6332580" y="973322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0" name="pl18730"/>
            <p:cNvSpPr/>
            <p:nvPr/>
          </p:nvSpPr>
          <p:spPr>
            <a:xfrm>
              <a:off x="6304379" y="9678252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1" name="pl18731"/>
            <p:cNvSpPr/>
            <p:nvPr/>
          </p:nvSpPr>
          <p:spPr>
            <a:xfrm>
              <a:off x="6377173" y="991814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2" name="pl18732"/>
            <p:cNvSpPr/>
            <p:nvPr/>
          </p:nvSpPr>
          <p:spPr>
            <a:xfrm>
              <a:off x="6394697" y="9975340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3" name="pl18733"/>
            <p:cNvSpPr/>
            <p:nvPr/>
          </p:nvSpPr>
          <p:spPr>
            <a:xfrm>
              <a:off x="6394697" y="9975340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4" name="pl18734"/>
            <p:cNvSpPr/>
            <p:nvPr/>
          </p:nvSpPr>
          <p:spPr>
            <a:xfrm>
              <a:off x="6263363" y="960110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5" name="pl18735"/>
            <p:cNvSpPr/>
            <p:nvPr/>
          </p:nvSpPr>
          <p:spPr>
            <a:xfrm>
              <a:off x="6321145" y="9726076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6" name="pl18736"/>
            <p:cNvSpPr/>
            <p:nvPr/>
          </p:nvSpPr>
          <p:spPr>
            <a:xfrm>
              <a:off x="6313426" y="972280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7" name="pl18737"/>
            <p:cNvSpPr/>
            <p:nvPr/>
          </p:nvSpPr>
          <p:spPr>
            <a:xfrm>
              <a:off x="6295266" y="972280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8" name="pl18738"/>
            <p:cNvSpPr/>
            <p:nvPr/>
          </p:nvSpPr>
          <p:spPr>
            <a:xfrm>
              <a:off x="6313426" y="972280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39" name="pl18739"/>
            <p:cNvSpPr/>
            <p:nvPr/>
          </p:nvSpPr>
          <p:spPr>
            <a:xfrm>
              <a:off x="6646110" y="9315521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0" name="pl18740"/>
            <p:cNvSpPr/>
            <p:nvPr/>
          </p:nvSpPr>
          <p:spPr>
            <a:xfrm>
              <a:off x="6594135" y="936961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1" name="pl18741"/>
            <p:cNvSpPr/>
            <p:nvPr/>
          </p:nvSpPr>
          <p:spPr>
            <a:xfrm>
              <a:off x="6646110" y="932618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2" name="pl18742"/>
            <p:cNvSpPr/>
            <p:nvPr/>
          </p:nvSpPr>
          <p:spPr>
            <a:xfrm>
              <a:off x="6211353" y="895639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3" name="pl18743"/>
            <p:cNvSpPr/>
            <p:nvPr/>
          </p:nvSpPr>
          <p:spPr>
            <a:xfrm>
              <a:off x="6215922" y="895706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4" name="pl18744"/>
            <p:cNvSpPr/>
            <p:nvPr/>
          </p:nvSpPr>
          <p:spPr>
            <a:xfrm>
              <a:off x="6646987" y="967199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5" name="pl18745"/>
            <p:cNvSpPr/>
            <p:nvPr/>
          </p:nvSpPr>
          <p:spPr>
            <a:xfrm>
              <a:off x="6206696" y="958203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6" name="pl18746"/>
            <p:cNvSpPr/>
            <p:nvPr/>
          </p:nvSpPr>
          <p:spPr>
            <a:xfrm>
              <a:off x="6202541" y="9588655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7" name="pl18747"/>
            <p:cNvSpPr/>
            <p:nvPr/>
          </p:nvSpPr>
          <p:spPr>
            <a:xfrm>
              <a:off x="6199168" y="958972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8" name="pl18748"/>
            <p:cNvSpPr/>
            <p:nvPr/>
          </p:nvSpPr>
          <p:spPr>
            <a:xfrm>
              <a:off x="6882384" y="1007707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49" name="pl18749"/>
            <p:cNvSpPr/>
            <p:nvPr/>
          </p:nvSpPr>
          <p:spPr>
            <a:xfrm>
              <a:off x="6885641" y="10083841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0" name="pl18750"/>
            <p:cNvSpPr/>
            <p:nvPr/>
          </p:nvSpPr>
          <p:spPr>
            <a:xfrm>
              <a:off x="6885641" y="1008249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1" name="pl18751"/>
            <p:cNvSpPr/>
            <p:nvPr/>
          </p:nvSpPr>
          <p:spPr>
            <a:xfrm>
              <a:off x="6363355" y="9270877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2" name="pl18752"/>
            <p:cNvSpPr/>
            <p:nvPr/>
          </p:nvSpPr>
          <p:spPr>
            <a:xfrm>
              <a:off x="6369862" y="9292037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3" name="pl18753"/>
            <p:cNvSpPr/>
            <p:nvPr/>
          </p:nvSpPr>
          <p:spPr>
            <a:xfrm>
              <a:off x="6360928" y="925238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4" name="pl18754"/>
            <p:cNvSpPr/>
            <p:nvPr/>
          </p:nvSpPr>
          <p:spPr>
            <a:xfrm>
              <a:off x="5562592" y="9361290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5" name="pl18755"/>
            <p:cNvSpPr/>
            <p:nvPr/>
          </p:nvSpPr>
          <p:spPr>
            <a:xfrm>
              <a:off x="6624839" y="9535275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6" name="pl18756"/>
            <p:cNvSpPr/>
            <p:nvPr/>
          </p:nvSpPr>
          <p:spPr>
            <a:xfrm>
              <a:off x="6396508" y="9442463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7" name="pl18757"/>
            <p:cNvSpPr/>
            <p:nvPr/>
          </p:nvSpPr>
          <p:spPr>
            <a:xfrm>
              <a:off x="6542315" y="9317706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8" name="pl18758"/>
            <p:cNvSpPr/>
            <p:nvPr/>
          </p:nvSpPr>
          <p:spPr>
            <a:xfrm>
              <a:off x="6542315" y="931142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59" name="pl18759"/>
            <p:cNvSpPr/>
            <p:nvPr/>
          </p:nvSpPr>
          <p:spPr>
            <a:xfrm>
              <a:off x="6542315" y="931500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0" name="pl18760"/>
            <p:cNvSpPr/>
            <p:nvPr/>
          </p:nvSpPr>
          <p:spPr>
            <a:xfrm>
              <a:off x="6542315" y="930943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1" name="pl18761"/>
            <p:cNvSpPr/>
            <p:nvPr/>
          </p:nvSpPr>
          <p:spPr>
            <a:xfrm>
              <a:off x="6542315" y="930441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2" name="pl18762"/>
            <p:cNvSpPr/>
            <p:nvPr/>
          </p:nvSpPr>
          <p:spPr>
            <a:xfrm>
              <a:off x="6509840" y="972657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3" name="pl18763"/>
            <p:cNvSpPr/>
            <p:nvPr/>
          </p:nvSpPr>
          <p:spPr>
            <a:xfrm>
              <a:off x="5730158" y="9028781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4" name="pl18764"/>
            <p:cNvSpPr/>
            <p:nvPr/>
          </p:nvSpPr>
          <p:spPr>
            <a:xfrm>
              <a:off x="5737414" y="9030906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5" name="pl18765"/>
            <p:cNvSpPr/>
            <p:nvPr/>
          </p:nvSpPr>
          <p:spPr>
            <a:xfrm>
              <a:off x="6466586" y="952082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6" name="pl18766"/>
            <p:cNvSpPr/>
            <p:nvPr/>
          </p:nvSpPr>
          <p:spPr>
            <a:xfrm>
              <a:off x="6605522" y="9593752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7" name="pl18767"/>
            <p:cNvSpPr/>
            <p:nvPr/>
          </p:nvSpPr>
          <p:spPr>
            <a:xfrm>
              <a:off x="6656783" y="959256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8" name="pl18768"/>
            <p:cNvSpPr/>
            <p:nvPr/>
          </p:nvSpPr>
          <p:spPr>
            <a:xfrm>
              <a:off x="6321145" y="9726076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69" name="pl18769"/>
            <p:cNvSpPr/>
            <p:nvPr/>
          </p:nvSpPr>
          <p:spPr>
            <a:xfrm>
              <a:off x="6288346" y="9694747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0" name="pl18770"/>
            <p:cNvSpPr/>
            <p:nvPr/>
          </p:nvSpPr>
          <p:spPr>
            <a:xfrm>
              <a:off x="6275753" y="9686313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1" name="pl18771"/>
            <p:cNvSpPr/>
            <p:nvPr/>
          </p:nvSpPr>
          <p:spPr>
            <a:xfrm>
              <a:off x="5568139" y="992153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2" name="pl18772"/>
            <p:cNvSpPr/>
            <p:nvPr/>
          </p:nvSpPr>
          <p:spPr>
            <a:xfrm>
              <a:off x="6158745" y="1040288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3" name="pl18773"/>
            <p:cNvSpPr/>
            <p:nvPr/>
          </p:nvSpPr>
          <p:spPr>
            <a:xfrm>
              <a:off x="6165060" y="1040353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4" name="pl18774"/>
            <p:cNvSpPr/>
            <p:nvPr/>
          </p:nvSpPr>
          <p:spPr>
            <a:xfrm>
              <a:off x="6241938" y="882247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5" name="pl18775"/>
            <p:cNvSpPr/>
            <p:nvPr/>
          </p:nvSpPr>
          <p:spPr>
            <a:xfrm>
              <a:off x="6245138" y="969728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6" name="pl18776"/>
            <p:cNvSpPr/>
            <p:nvPr/>
          </p:nvSpPr>
          <p:spPr>
            <a:xfrm>
              <a:off x="6369275" y="965700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7" name="pl18777"/>
            <p:cNvSpPr/>
            <p:nvPr/>
          </p:nvSpPr>
          <p:spPr>
            <a:xfrm>
              <a:off x="6427922" y="9654169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8" name="pl18778"/>
            <p:cNvSpPr/>
            <p:nvPr/>
          </p:nvSpPr>
          <p:spPr>
            <a:xfrm>
              <a:off x="6427922" y="964812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79" name="pl18779"/>
            <p:cNvSpPr/>
            <p:nvPr/>
          </p:nvSpPr>
          <p:spPr>
            <a:xfrm>
              <a:off x="6427922" y="964201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0" name="pl18780"/>
            <p:cNvSpPr/>
            <p:nvPr/>
          </p:nvSpPr>
          <p:spPr>
            <a:xfrm>
              <a:off x="6427922" y="9649994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1" name="pl18781"/>
            <p:cNvSpPr/>
            <p:nvPr/>
          </p:nvSpPr>
          <p:spPr>
            <a:xfrm>
              <a:off x="6427922" y="965700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2" name="pl18782"/>
            <p:cNvSpPr/>
            <p:nvPr/>
          </p:nvSpPr>
          <p:spPr>
            <a:xfrm>
              <a:off x="6427922" y="964856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3" name="pl18783"/>
            <p:cNvSpPr/>
            <p:nvPr/>
          </p:nvSpPr>
          <p:spPr>
            <a:xfrm>
              <a:off x="6396718" y="9450403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4" name="pl18784"/>
            <p:cNvSpPr/>
            <p:nvPr/>
          </p:nvSpPr>
          <p:spPr>
            <a:xfrm>
              <a:off x="6353409" y="977471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5" name="pl18785"/>
            <p:cNvSpPr/>
            <p:nvPr/>
          </p:nvSpPr>
          <p:spPr>
            <a:xfrm>
              <a:off x="6353409" y="977471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6" name="pl18786"/>
            <p:cNvSpPr/>
            <p:nvPr/>
          </p:nvSpPr>
          <p:spPr>
            <a:xfrm>
              <a:off x="6221098" y="962586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7" name="pl18787"/>
            <p:cNvSpPr/>
            <p:nvPr/>
          </p:nvSpPr>
          <p:spPr>
            <a:xfrm>
              <a:off x="6215351" y="958203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8" name="pl18788"/>
            <p:cNvSpPr/>
            <p:nvPr/>
          </p:nvSpPr>
          <p:spPr>
            <a:xfrm>
              <a:off x="6271350" y="970683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89" name="pl18789"/>
            <p:cNvSpPr/>
            <p:nvPr/>
          </p:nvSpPr>
          <p:spPr>
            <a:xfrm>
              <a:off x="6319837" y="972103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0" name="pl18790"/>
            <p:cNvSpPr/>
            <p:nvPr/>
          </p:nvSpPr>
          <p:spPr>
            <a:xfrm>
              <a:off x="6272498" y="999724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1" name="pl18791"/>
            <p:cNvSpPr/>
            <p:nvPr/>
          </p:nvSpPr>
          <p:spPr>
            <a:xfrm>
              <a:off x="6271629" y="999724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2" name="pl18792"/>
            <p:cNvSpPr/>
            <p:nvPr/>
          </p:nvSpPr>
          <p:spPr>
            <a:xfrm>
              <a:off x="5815307" y="896644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3" name="pl18793"/>
            <p:cNvSpPr/>
            <p:nvPr/>
          </p:nvSpPr>
          <p:spPr>
            <a:xfrm>
              <a:off x="6321145" y="9726076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4" name="pl18794"/>
            <p:cNvSpPr/>
            <p:nvPr/>
          </p:nvSpPr>
          <p:spPr>
            <a:xfrm>
              <a:off x="6326791" y="974059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5" name="pl18795"/>
            <p:cNvSpPr/>
            <p:nvPr/>
          </p:nvSpPr>
          <p:spPr>
            <a:xfrm>
              <a:off x="6328558" y="973458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6" name="pl18796"/>
            <p:cNvSpPr/>
            <p:nvPr/>
          </p:nvSpPr>
          <p:spPr>
            <a:xfrm>
              <a:off x="6396718" y="940297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7" name="pl18797"/>
            <p:cNvSpPr/>
            <p:nvPr/>
          </p:nvSpPr>
          <p:spPr>
            <a:xfrm>
              <a:off x="6553453" y="884842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8" name="pl18798"/>
            <p:cNvSpPr/>
            <p:nvPr/>
          </p:nvSpPr>
          <p:spPr>
            <a:xfrm>
              <a:off x="5573818" y="992153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799" name="pl18799"/>
            <p:cNvSpPr/>
            <p:nvPr/>
          </p:nvSpPr>
          <p:spPr>
            <a:xfrm>
              <a:off x="5595842" y="9951351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0" name="pl18800"/>
            <p:cNvSpPr/>
            <p:nvPr/>
          </p:nvSpPr>
          <p:spPr>
            <a:xfrm>
              <a:off x="5589990" y="9951351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1" name="pl18801"/>
            <p:cNvSpPr/>
            <p:nvPr/>
          </p:nvSpPr>
          <p:spPr>
            <a:xfrm>
              <a:off x="6656783" y="9581142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2" name="pl18802"/>
            <p:cNvSpPr/>
            <p:nvPr/>
          </p:nvSpPr>
          <p:spPr>
            <a:xfrm>
              <a:off x="6331136" y="9460676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3" name="pl18803"/>
            <p:cNvSpPr/>
            <p:nvPr/>
          </p:nvSpPr>
          <p:spPr>
            <a:xfrm>
              <a:off x="6331136" y="9509491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4" name="pl18804"/>
            <p:cNvSpPr/>
            <p:nvPr/>
          </p:nvSpPr>
          <p:spPr>
            <a:xfrm>
              <a:off x="7190371" y="961378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5" name="pl18805"/>
            <p:cNvSpPr/>
            <p:nvPr/>
          </p:nvSpPr>
          <p:spPr>
            <a:xfrm>
              <a:off x="7189216" y="9632680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6" name="pl18806"/>
            <p:cNvSpPr/>
            <p:nvPr/>
          </p:nvSpPr>
          <p:spPr>
            <a:xfrm>
              <a:off x="6322085" y="9742538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7" name="pl18807"/>
            <p:cNvSpPr/>
            <p:nvPr/>
          </p:nvSpPr>
          <p:spPr>
            <a:xfrm>
              <a:off x="6322085" y="9742538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8" name="pl18808"/>
            <p:cNvSpPr/>
            <p:nvPr/>
          </p:nvSpPr>
          <p:spPr>
            <a:xfrm>
              <a:off x="6319832" y="9714539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09" name="pl18809"/>
            <p:cNvSpPr/>
            <p:nvPr/>
          </p:nvSpPr>
          <p:spPr>
            <a:xfrm>
              <a:off x="6307117" y="9717845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0" name="pl18810"/>
            <p:cNvSpPr/>
            <p:nvPr/>
          </p:nvSpPr>
          <p:spPr>
            <a:xfrm>
              <a:off x="6287078" y="971886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1" name="pl18811"/>
            <p:cNvSpPr/>
            <p:nvPr/>
          </p:nvSpPr>
          <p:spPr>
            <a:xfrm>
              <a:off x="6301320" y="9742538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2" name="pl18812"/>
            <p:cNvSpPr/>
            <p:nvPr/>
          </p:nvSpPr>
          <p:spPr>
            <a:xfrm>
              <a:off x="6322085" y="9742538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3" name="pl18813"/>
            <p:cNvSpPr/>
            <p:nvPr/>
          </p:nvSpPr>
          <p:spPr>
            <a:xfrm>
              <a:off x="6322085" y="9693210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4" name="pl18814"/>
            <p:cNvSpPr/>
            <p:nvPr/>
          </p:nvSpPr>
          <p:spPr>
            <a:xfrm>
              <a:off x="6315215" y="9742538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5" name="pl18815"/>
            <p:cNvSpPr/>
            <p:nvPr/>
          </p:nvSpPr>
          <p:spPr>
            <a:xfrm>
              <a:off x="6315885" y="9742538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6" name="pl18816"/>
            <p:cNvSpPr/>
            <p:nvPr/>
          </p:nvSpPr>
          <p:spPr>
            <a:xfrm>
              <a:off x="6322085" y="9732423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7" name="pl18817"/>
            <p:cNvSpPr/>
            <p:nvPr/>
          </p:nvSpPr>
          <p:spPr>
            <a:xfrm>
              <a:off x="6302235" y="969615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8" name="pl18818"/>
            <p:cNvSpPr/>
            <p:nvPr/>
          </p:nvSpPr>
          <p:spPr>
            <a:xfrm>
              <a:off x="6321431" y="9742538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19" name="pl18819"/>
            <p:cNvSpPr/>
            <p:nvPr/>
          </p:nvSpPr>
          <p:spPr>
            <a:xfrm>
              <a:off x="6276867" y="9742538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0" name="pl18820"/>
            <p:cNvSpPr/>
            <p:nvPr/>
          </p:nvSpPr>
          <p:spPr>
            <a:xfrm>
              <a:off x="6322085" y="9742538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1" name="pl18821"/>
            <p:cNvSpPr/>
            <p:nvPr/>
          </p:nvSpPr>
          <p:spPr>
            <a:xfrm>
              <a:off x="6318203" y="9742538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2" name="pl18822"/>
            <p:cNvSpPr/>
            <p:nvPr/>
          </p:nvSpPr>
          <p:spPr>
            <a:xfrm>
              <a:off x="6322085" y="9742538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3" name="pl18823"/>
            <p:cNvSpPr/>
            <p:nvPr/>
          </p:nvSpPr>
          <p:spPr>
            <a:xfrm>
              <a:off x="6322085" y="9742538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4" name="pl18824"/>
            <p:cNvSpPr/>
            <p:nvPr/>
          </p:nvSpPr>
          <p:spPr>
            <a:xfrm>
              <a:off x="6322085" y="9742538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5" name="pl18825"/>
            <p:cNvSpPr/>
            <p:nvPr/>
          </p:nvSpPr>
          <p:spPr>
            <a:xfrm>
              <a:off x="6254609" y="961312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6" name="pl18826"/>
            <p:cNvSpPr/>
            <p:nvPr/>
          </p:nvSpPr>
          <p:spPr>
            <a:xfrm>
              <a:off x="6310767" y="9726272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7" name="pl18827"/>
            <p:cNvSpPr/>
            <p:nvPr/>
          </p:nvSpPr>
          <p:spPr>
            <a:xfrm>
              <a:off x="6310918" y="9742538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8" name="pl18828"/>
            <p:cNvSpPr/>
            <p:nvPr/>
          </p:nvSpPr>
          <p:spPr>
            <a:xfrm>
              <a:off x="6322085" y="9742538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29" name="pl18829"/>
            <p:cNvSpPr/>
            <p:nvPr/>
          </p:nvSpPr>
          <p:spPr>
            <a:xfrm>
              <a:off x="6288163" y="9742538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0" name="pl18830"/>
            <p:cNvSpPr/>
            <p:nvPr/>
          </p:nvSpPr>
          <p:spPr>
            <a:xfrm>
              <a:off x="6322085" y="9742538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1" name="pl18831"/>
            <p:cNvSpPr/>
            <p:nvPr/>
          </p:nvSpPr>
          <p:spPr>
            <a:xfrm>
              <a:off x="6321500" y="9733768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2" name="pl18832"/>
            <p:cNvSpPr/>
            <p:nvPr/>
          </p:nvSpPr>
          <p:spPr>
            <a:xfrm>
              <a:off x="6304668" y="969444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3" name="pl18833"/>
            <p:cNvSpPr/>
            <p:nvPr/>
          </p:nvSpPr>
          <p:spPr>
            <a:xfrm>
              <a:off x="6321713" y="973798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4" name="pl18834"/>
            <p:cNvSpPr/>
            <p:nvPr/>
          </p:nvSpPr>
          <p:spPr>
            <a:xfrm>
              <a:off x="6285119" y="9742538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5" name="pl18835"/>
            <p:cNvSpPr/>
            <p:nvPr/>
          </p:nvSpPr>
          <p:spPr>
            <a:xfrm>
              <a:off x="6322085" y="9742538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6" name="pl18836"/>
            <p:cNvSpPr/>
            <p:nvPr/>
          </p:nvSpPr>
          <p:spPr>
            <a:xfrm>
              <a:off x="6322085" y="9742538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7" name="pl18837"/>
            <p:cNvSpPr/>
            <p:nvPr/>
          </p:nvSpPr>
          <p:spPr>
            <a:xfrm>
              <a:off x="6321273" y="973179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8" name="pl18838"/>
            <p:cNvSpPr/>
            <p:nvPr/>
          </p:nvSpPr>
          <p:spPr>
            <a:xfrm>
              <a:off x="6308295" y="9742538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39" name="pl18839"/>
            <p:cNvSpPr/>
            <p:nvPr/>
          </p:nvSpPr>
          <p:spPr>
            <a:xfrm>
              <a:off x="6322085" y="9742538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0" name="pl18840"/>
            <p:cNvSpPr/>
            <p:nvPr/>
          </p:nvSpPr>
          <p:spPr>
            <a:xfrm>
              <a:off x="6313049" y="9692231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1" name="pl18841"/>
            <p:cNvSpPr/>
            <p:nvPr/>
          </p:nvSpPr>
          <p:spPr>
            <a:xfrm>
              <a:off x="6462984" y="9729390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2" name="pl18842"/>
            <p:cNvSpPr/>
            <p:nvPr/>
          </p:nvSpPr>
          <p:spPr>
            <a:xfrm>
              <a:off x="6384247" y="973530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3" name="pl18843"/>
            <p:cNvSpPr/>
            <p:nvPr/>
          </p:nvSpPr>
          <p:spPr>
            <a:xfrm>
              <a:off x="6224593" y="978186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4" name="pl18844"/>
            <p:cNvSpPr/>
            <p:nvPr/>
          </p:nvSpPr>
          <p:spPr>
            <a:xfrm>
              <a:off x="6299867" y="975971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5" name="pl18845"/>
            <p:cNvSpPr/>
            <p:nvPr/>
          </p:nvSpPr>
          <p:spPr>
            <a:xfrm>
              <a:off x="6299867" y="9770518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6" name="pl18846"/>
            <p:cNvSpPr/>
            <p:nvPr/>
          </p:nvSpPr>
          <p:spPr>
            <a:xfrm>
              <a:off x="6277860" y="976453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7" name="pl18847"/>
            <p:cNvSpPr/>
            <p:nvPr/>
          </p:nvSpPr>
          <p:spPr>
            <a:xfrm>
              <a:off x="6299867" y="975367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8" name="pl18848"/>
            <p:cNvSpPr/>
            <p:nvPr/>
          </p:nvSpPr>
          <p:spPr>
            <a:xfrm>
              <a:off x="6288163" y="9766113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49" name="pl18849"/>
            <p:cNvSpPr/>
            <p:nvPr/>
          </p:nvSpPr>
          <p:spPr>
            <a:xfrm>
              <a:off x="6292130" y="984283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0" name="pl18850"/>
            <p:cNvSpPr/>
            <p:nvPr/>
          </p:nvSpPr>
          <p:spPr>
            <a:xfrm>
              <a:off x="6321145" y="9726076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1" name="pl18851"/>
            <p:cNvSpPr/>
            <p:nvPr/>
          </p:nvSpPr>
          <p:spPr>
            <a:xfrm>
              <a:off x="6332413" y="973847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2" name="pl18852"/>
            <p:cNvSpPr/>
            <p:nvPr/>
          </p:nvSpPr>
          <p:spPr>
            <a:xfrm>
              <a:off x="6466586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3" name="pl18853"/>
            <p:cNvSpPr/>
            <p:nvPr/>
          </p:nvSpPr>
          <p:spPr>
            <a:xfrm>
              <a:off x="6632600" y="943435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4" name="pl18854"/>
            <p:cNvSpPr/>
            <p:nvPr/>
          </p:nvSpPr>
          <p:spPr>
            <a:xfrm>
              <a:off x="6632600" y="9386736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5" name="pl18855"/>
            <p:cNvSpPr/>
            <p:nvPr/>
          </p:nvSpPr>
          <p:spPr>
            <a:xfrm>
              <a:off x="6632600" y="9405721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6" name="pl18856"/>
            <p:cNvSpPr/>
            <p:nvPr/>
          </p:nvSpPr>
          <p:spPr>
            <a:xfrm>
              <a:off x="6632600" y="9435824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7" name="pl18857"/>
            <p:cNvSpPr/>
            <p:nvPr/>
          </p:nvSpPr>
          <p:spPr>
            <a:xfrm>
              <a:off x="6528531" y="945062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8" name="pl18858"/>
            <p:cNvSpPr/>
            <p:nvPr/>
          </p:nvSpPr>
          <p:spPr>
            <a:xfrm>
              <a:off x="6632600" y="942444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59" name="pl18859"/>
            <p:cNvSpPr/>
            <p:nvPr/>
          </p:nvSpPr>
          <p:spPr>
            <a:xfrm>
              <a:off x="6632600" y="942152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0" name="pl18860"/>
            <p:cNvSpPr/>
            <p:nvPr/>
          </p:nvSpPr>
          <p:spPr>
            <a:xfrm>
              <a:off x="6632600" y="944469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1" name="pl18861"/>
            <p:cNvSpPr/>
            <p:nvPr/>
          </p:nvSpPr>
          <p:spPr>
            <a:xfrm>
              <a:off x="6632600" y="939439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2" name="pl18862"/>
            <p:cNvSpPr/>
            <p:nvPr/>
          </p:nvSpPr>
          <p:spPr>
            <a:xfrm>
              <a:off x="6369275" y="9665532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3" name="pl18863"/>
            <p:cNvSpPr/>
            <p:nvPr/>
          </p:nvSpPr>
          <p:spPr>
            <a:xfrm>
              <a:off x="6293064" y="969857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4" name="pl18864"/>
            <p:cNvSpPr/>
            <p:nvPr/>
          </p:nvSpPr>
          <p:spPr>
            <a:xfrm>
              <a:off x="6321145" y="9726076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5" name="pl18865"/>
            <p:cNvSpPr/>
            <p:nvPr/>
          </p:nvSpPr>
          <p:spPr>
            <a:xfrm>
              <a:off x="5946573" y="9102817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6" name="pl18866"/>
            <p:cNvSpPr/>
            <p:nvPr/>
          </p:nvSpPr>
          <p:spPr>
            <a:xfrm>
              <a:off x="5937726" y="9078394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7" name="pl18867"/>
            <p:cNvSpPr/>
            <p:nvPr/>
          </p:nvSpPr>
          <p:spPr>
            <a:xfrm>
              <a:off x="7030266" y="1011285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8" name="pl18868"/>
            <p:cNvSpPr/>
            <p:nvPr/>
          </p:nvSpPr>
          <p:spPr>
            <a:xfrm>
              <a:off x="7014737" y="1014126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69" name="pl18869"/>
            <p:cNvSpPr/>
            <p:nvPr/>
          </p:nvSpPr>
          <p:spPr>
            <a:xfrm>
              <a:off x="5692232" y="10180267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0" name="pl18870"/>
            <p:cNvSpPr/>
            <p:nvPr/>
          </p:nvSpPr>
          <p:spPr>
            <a:xfrm>
              <a:off x="5696953" y="1014795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1" name="pl18871"/>
            <p:cNvSpPr/>
            <p:nvPr/>
          </p:nvSpPr>
          <p:spPr>
            <a:xfrm>
              <a:off x="5711787" y="10180267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2" name="pl18872"/>
            <p:cNvSpPr/>
            <p:nvPr/>
          </p:nvSpPr>
          <p:spPr>
            <a:xfrm>
              <a:off x="6341390" y="8812451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3" name="pl18873"/>
            <p:cNvSpPr/>
            <p:nvPr/>
          </p:nvSpPr>
          <p:spPr>
            <a:xfrm>
              <a:off x="6396237" y="942682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4" name="pl18874"/>
            <p:cNvSpPr/>
            <p:nvPr/>
          </p:nvSpPr>
          <p:spPr>
            <a:xfrm>
              <a:off x="6495737" y="10471407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5" name="pl18875"/>
            <p:cNvSpPr/>
            <p:nvPr/>
          </p:nvSpPr>
          <p:spPr>
            <a:xfrm>
              <a:off x="6300486" y="984283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6" name="pl18876"/>
            <p:cNvSpPr/>
            <p:nvPr/>
          </p:nvSpPr>
          <p:spPr>
            <a:xfrm>
              <a:off x="6288353" y="984675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7" name="pl18877"/>
            <p:cNvSpPr/>
            <p:nvPr/>
          </p:nvSpPr>
          <p:spPr>
            <a:xfrm>
              <a:off x="6281077" y="984675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8" name="pl18878"/>
            <p:cNvSpPr/>
            <p:nvPr/>
          </p:nvSpPr>
          <p:spPr>
            <a:xfrm>
              <a:off x="6334888" y="1048222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79" name="pl18879"/>
            <p:cNvSpPr/>
            <p:nvPr/>
          </p:nvSpPr>
          <p:spPr>
            <a:xfrm>
              <a:off x="6574136" y="9285861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0" name="pl18880"/>
            <p:cNvSpPr/>
            <p:nvPr/>
          </p:nvSpPr>
          <p:spPr>
            <a:xfrm>
              <a:off x="6466586" y="939674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1" name="pl18881"/>
            <p:cNvSpPr/>
            <p:nvPr/>
          </p:nvSpPr>
          <p:spPr>
            <a:xfrm>
              <a:off x="6241197" y="969145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2" name="pl18882"/>
            <p:cNvSpPr/>
            <p:nvPr/>
          </p:nvSpPr>
          <p:spPr>
            <a:xfrm>
              <a:off x="6385264" y="991389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3" name="pl18883"/>
            <p:cNvSpPr/>
            <p:nvPr/>
          </p:nvSpPr>
          <p:spPr>
            <a:xfrm>
              <a:off x="6466586" y="950075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4" name="pl18884"/>
            <p:cNvSpPr/>
            <p:nvPr/>
          </p:nvSpPr>
          <p:spPr>
            <a:xfrm>
              <a:off x="6533156" y="948142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5" name="pl18885"/>
            <p:cNvSpPr/>
            <p:nvPr/>
          </p:nvSpPr>
          <p:spPr>
            <a:xfrm>
              <a:off x="6533156" y="949668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6" name="pl18886"/>
            <p:cNvSpPr/>
            <p:nvPr/>
          </p:nvSpPr>
          <p:spPr>
            <a:xfrm>
              <a:off x="6533156" y="946390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7" name="pl18887"/>
            <p:cNvSpPr/>
            <p:nvPr/>
          </p:nvSpPr>
          <p:spPr>
            <a:xfrm>
              <a:off x="6369275" y="966117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8" name="pl18888"/>
            <p:cNvSpPr/>
            <p:nvPr/>
          </p:nvSpPr>
          <p:spPr>
            <a:xfrm>
              <a:off x="7158236" y="981932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89" name="pl18889"/>
            <p:cNvSpPr/>
            <p:nvPr/>
          </p:nvSpPr>
          <p:spPr>
            <a:xfrm>
              <a:off x="5521496" y="956387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0" name="pl18890"/>
            <p:cNvSpPr/>
            <p:nvPr/>
          </p:nvSpPr>
          <p:spPr>
            <a:xfrm>
              <a:off x="6344081" y="977695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1" name="pl18891"/>
            <p:cNvSpPr/>
            <p:nvPr/>
          </p:nvSpPr>
          <p:spPr>
            <a:xfrm>
              <a:off x="6344081" y="977695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2" name="pl18892"/>
            <p:cNvSpPr/>
            <p:nvPr/>
          </p:nvSpPr>
          <p:spPr>
            <a:xfrm>
              <a:off x="6344081" y="977695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3" name="pl18893"/>
            <p:cNvSpPr/>
            <p:nvPr/>
          </p:nvSpPr>
          <p:spPr>
            <a:xfrm>
              <a:off x="6313049" y="9682706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4" name="pl18894"/>
            <p:cNvSpPr/>
            <p:nvPr/>
          </p:nvSpPr>
          <p:spPr>
            <a:xfrm>
              <a:off x="6061827" y="9604615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5" name="pl18895"/>
            <p:cNvSpPr/>
            <p:nvPr/>
          </p:nvSpPr>
          <p:spPr>
            <a:xfrm>
              <a:off x="6377173" y="991814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6" name="pl18896"/>
            <p:cNvSpPr/>
            <p:nvPr/>
          </p:nvSpPr>
          <p:spPr>
            <a:xfrm>
              <a:off x="6342468" y="973547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7" name="pl18897"/>
            <p:cNvSpPr/>
            <p:nvPr/>
          </p:nvSpPr>
          <p:spPr>
            <a:xfrm>
              <a:off x="7123608" y="9295100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8" name="pl18898"/>
            <p:cNvSpPr/>
            <p:nvPr/>
          </p:nvSpPr>
          <p:spPr>
            <a:xfrm>
              <a:off x="6321145" y="970618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899" name="pl18899"/>
            <p:cNvSpPr/>
            <p:nvPr/>
          </p:nvSpPr>
          <p:spPr>
            <a:xfrm>
              <a:off x="6339405" y="967012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0" name="pl18900"/>
            <p:cNvSpPr/>
            <p:nvPr/>
          </p:nvSpPr>
          <p:spPr>
            <a:xfrm>
              <a:off x="6843779" y="897135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1" name="pl18901"/>
            <p:cNvSpPr/>
            <p:nvPr/>
          </p:nvSpPr>
          <p:spPr>
            <a:xfrm>
              <a:off x="6319835" y="9717330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2" name="pl18902"/>
            <p:cNvSpPr/>
            <p:nvPr/>
          </p:nvSpPr>
          <p:spPr>
            <a:xfrm>
              <a:off x="6319835" y="9714436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3" name="pl18903"/>
            <p:cNvSpPr/>
            <p:nvPr/>
          </p:nvSpPr>
          <p:spPr>
            <a:xfrm>
              <a:off x="6457369" y="923416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4" name="pl18904"/>
            <p:cNvSpPr/>
            <p:nvPr/>
          </p:nvSpPr>
          <p:spPr>
            <a:xfrm>
              <a:off x="6395667" y="991389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5" name="pl18905"/>
            <p:cNvSpPr/>
            <p:nvPr/>
          </p:nvSpPr>
          <p:spPr>
            <a:xfrm>
              <a:off x="6395667" y="991389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6" name="pl18906"/>
            <p:cNvSpPr/>
            <p:nvPr/>
          </p:nvSpPr>
          <p:spPr>
            <a:xfrm>
              <a:off x="6460123" y="968372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7" name="pl18907"/>
            <p:cNvSpPr/>
            <p:nvPr/>
          </p:nvSpPr>
          <p:spPr>
            <a:xfrm>
              <a:off x="6460854" y="9683428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08" name="pg18908"/>
            <p:cNvSpPr/>
            <p:nvPr/>
          </p:nvSpPr>
          <p:spPr>
            <a:xfrm>
              <a:off x="6193289" y="953208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09" name="pt18909"/>
            <p:cNvSpPr/>
            <p:nvPr/>
          </p:nvSpPr>
          <p:spPr>
            <a:xfrm>
              <a:off x="6489042" y="94872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0" name="pt18910"/>
            <p:cNvSpPr/>
            <p:nvPr/>
          </p:nvSpPr>
          <p:spPr>
            <a:xfrm>
              <a:off x="6499608" y="94481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1" name="pt18911"/>
            <p:cNvSpPr/>
            <p:nvPr/>
          </p:nvSpPr>
          <p:spPr>
            <a:xfrm>
              <a:off x="6302808" y="97310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2" name="pt18912"/>
            <p:cNvSpPr/>
            <p:nvPr/>
          </p:nvSpPr>
          <p:spPr>
            <a:xfrm>
              <a:off x="6309780" y="97399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3" name="pt18913"/>
            <p:cNvSpPr/>
            <p:nvPr/>
          </p:nvSpPr>
          <p:spPr>
            <a:xfrm>
              <a:off x="6256911" y="9647984"/>
              <a:ext cx="48833" cy="48833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4" name="pt18914"/>
            <p:cNvSpPr/>
            <p:nvPr/>
          </p:nvSpPr>
          <p:spPr>
            <a:xfrm>
              <a:off x="6253885" y="9540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5" name="pt18915"/>
            <p:cNvSpPr/>
            <p:nvPr/>
          </p:nvSpPr>
          <p:spPr>
            <a:xfrm>
              <a:off x="6510622" y="90952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6" name="pg18916"/>
            <p:cNvSpPr/>
            <p:nvPr/>
          </p:nvSpPr>
          <p:spPr>
            <a:xfrm>
              <a:off x="6296152" y="984748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7" name="pg18917"/>
            <p:cNvSpPr/>
            <p:nvPr/>
          </p:nvSpPr>
          <p:spPr>
            <a:xfrm>
              <a:off x="6297508" y="97431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8" name="pt18918"/>
            <p:cNvSpPr/>
            <p:nvPr/>
          </p:nvSpPr>
          <p:spPr>
            <a:xfrm>
              <a:off x="6588641" y="10401011"/>
              <a:ext cx="74834" cy="74834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19" name="pt18919"/>
            <p:cNvSpPr/>
            <p:nvPr/>
          </p:nvSpPr>
          <p:spPr>
            <a:xfrm>
              <a:off x="6326799" y="967219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0" name="pt18920"/>
            <p:cNvSpPr/>
            <p:nvPr/>
          </p:nvSpPr>
          <p:spPr>
            <a:xfrm>
              <a:off x="6244758" y="969695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1" name="pt18921"/>
            <p:cNvSpPr/>
            <p:nvPr/>
          </p:nvSpPr>
          <p:spPr>
            <a:xfrm>
              <a:off x="6690124" y="9661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2" name="pt18922"/>
            <p:cNvSpPr/>
            <p:nvPr/>
          </p:nvSpPr>
          <p:spPr>
            <a:xfrm>
              <a:off x="6588009" y="95301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3" name="pg18923"/>
            <p:cNvSpPr/>
            <p:nvPr/>
          </p:nvSpPr>
          <p:spPr>
            <a:xfrm>
              <a:off x="6179648" y="95669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4" name="pt18924"/>
            <p:cNvSpPr/>
            <p:nvPr/>
          </p:nvSpPr>
          <p:spPr>
            <a:xfrm>
              <a:off x="7145292" y="9492511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5" name="pg18925"/>
            <p:cNvSpPr/>
            <p:nvPr/>
          </p:nvSpPr>
          <p:spPr>
            <a:xfrm>
              <a:off x="6887589" y="95874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6" name="pg18926"/>
            <p:cNvSpPr/>
            <p:nvPr/>
          </p:nvSpPr>
          <p:spPr>
            <a:xfrm>
              <a:off x="6572489" y="960013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7" name="pt18927"/>
            <p:cNvSpPr/>
            <p:nvPr/>
          </p:nvSpPr>
          <p:spPr>
            <a:xfrm>
              <a:off x="6273864" y="98351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8" name="pt18928"/>
            <p:cNvSpPr/>
            <p:nvPr/>
          </p:nvSpPr>
          <p:spPr>
            <a:xfrm>
              <a:off x="6211530" y="1036265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29" name="pt18929"/>
            <p:cNvSpPr/>
            <p:nvPr/>
          </p:nvSpPr>
          <p:spPr>
            <a:xfrm>
              <a:off x="6246374" y="9616380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30" name="pt18930"/>
            <p:cNvSpPr/>
            <p:nvPr/>
          </p:nvSpPr>
          <p:spPr>
            <a:xfrm>
              <a:off x="6644950" y="92614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31" name="pt18931"/>
            <p:cNvSpPr/>
            <p:nvPr/>
          </p:nvSpPr>
          <p:spPr>
            <a:xfrm>
              <a:off x="6685859" y="9493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32" name="pl18932"/>
            <p:cNvSpPr/>
            <p:nvPr/>
          </p:nvSpPr>
          <p:spPr>
            <a:xfrm>
              <a:off x="6225590" y="959963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3" name="pl18933"/>
            <p:cNvSpPr/>
            <p:nvPr/>
          </p:nvSpPr>
          <p:spPr>
            <a:xfrm>
              <a:off x="6260121" y="956510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4" name="pt18934"/>
            <p:cNvSpPr/>
            <p:nvPr/>
          </p:nvSpPr>
          <p:spPr>
            <a:xfrm>
              <a:off x="6348396" y="9642739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35" name="pl18935"/>
            <p:cNvSpPr/>
            <p:nvPr/>
          </p:nvSpPr>
          <p:spPr>
            <a:xfrm>
              <a:off x="6184011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6" name="pl18936"/>
            <p:cNvSpPr/>
            <p:nvPr/>
          </p:nvSpPr>
          <p:spPr>
            <a:xfrm>
              <a:off x="6184011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7" name="pl18937"/>
            <p:cNvSpPr/>
            <p:nvPr/>
          </p:nvSpPr>
          <p:spPr>
            <a:xfrm>
              <a:off x="6098469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8" name="pl18938"/>
            <p:cNvSpPr/>
            <p:nvPr/>
          </p:nvSpPr>
          <p:spPr>
            <a:xfrm>
              <a:off x="6098469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39" name="pl18939"/>
            <p:cNvSpPr/>
            <p:nvPr/>
          </p:nvSpPr>
          <p:spPr>
            <a:xfrm>
              <a:off x="6088355" y="88502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0" name="pl18940"/>
            <p:cNvSpPr/>
            <p:nvPr/>
          </p:nvSpPr>
          <p:spPr>
            <a:xfrm>
              <a:off x="6122886" y="88157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1" name="pg18941"/>
            <p:cNvSpPr/>
            <p:nvPr/>
          </p:nvSpPr>
          <p:spPr>
            <a:xfrm>
              <a:off x="6247344" y="980180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42" name="pt18942"/>
            <p:cNvSpPr/>
            <p:nvPr/>
          </p:nvSpPr>
          <p:spPr>
            <a:xfrm>
              <a:off x="5879116" y="8962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43" name="pt18943"/>
            <p:cNvSpPr/>
            <p:nvPr/>
          </p:nvSpPr>
          <p:spPr>
            <a:xfrm>
              <a:off x="6556310" y="96430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44" name="pl18944"/>
            <p:cNvSpPr/>
            <p:nvPr/>
          </p:nvSpPr>
          <p:spPr>
            <a:xfrm>
              <a:off x="6264768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5" name="pl18945"/>
            <p:cNvSpPr/>
            <p:nvPr/>
          </p:nvSpPr>
          <p:spPr>
            <a:xfrm>
              <a:off x="6264768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6" name="pl18946"/>
            <p:cNvSpPr/>
            <p:nvPr/>
          </p:nvSpPr>
          <p:spPr>
            <a:xfrm>
              <a:off x="6249270" y="9715665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7" name="pl18947"/>
            <p:cNvSpPr/>
            <p:nvPr/>
          </p:nvSpPr>
          <p:spPr>
            <a:xfrm>
              <a:off x="6302186" y="966274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8" name="pl18948"/>
            <p:cNvSpPr/>
            <p:nvPr/>
          </p:nvSpPr>
          <p:spPr>
            <a:xfrm>
              <a:off x="6247232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49" name="pl18949"/>
            <p:cNvSpPr/>
            <p:nvPr/>
          </p:nvSpPr>
          <p:spPr>
            <a:xfrm>
              <a:off x="6247232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0" name="pl18950"/>
            <p:cNvSpPr/>
            <p:nvPr/>
          </p:nvSpPr>
          <p:spPr>
            <a:xfrm>
              <a:off x="6229503" y="966787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1" name="pl18951"/>
            <p:cNvSpPr/>
            <p:nvPr/>
          </p:nvSpPr>
          <p:spPr>
            <a:xfrm>
              <a:off x="6290034" y="960734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2" name="pt18952"/>
            <p:cNvSpPr/>
            <p:nvPr/>
          </p:nvSpPr>
          <p:spPr>
            <a:xfrm>
              <a:off x="6248914" y="96857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53" name="pt18953"/>
            <p:cNvSpPr/>
            <p:nvPr/>
          </p:nvSpPr>
          <p:spPr>
            <a:xfrm>
              <a:off x="6184253" y="974152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54" name="pl18954"/>
            <p:cNvSpPr/>
            <p:nvPr/>
          </p:nvSpPr>
          <p:spPr>
            <a:xfrm>
              <a:off x="6189029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5" name="pl18955"/>
            <p:cNvSpPr/>
            <p:nvPr/>
          </p:nvSpPr>
          <p:spPr>
            <a:xfrm>
              <a:off x="6189029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6" name="pl18956"/>
            <p:cNvSpPr/>
            <p:nvPr/>
          </p:nvSpPr>
          <p:spPr>
            <a:xfrm>
              <a:off x="6173530" y="955526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7" name="pl18957"/>
            <p:cNvSpPr/>
            <p:nvPr/>
          </p:nvSpPr>
          <p:spPr>
            <a:xfrm>
              <a:off x="6226447" y="950234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58" name="pt18958"/>
            <p:cNvSpPr/>
            <p:nvPr/>
          </p:nvSpPr>
          <p:spPr>
            <a:xfrm>
              <a:off x="6239374" y="9577527"/>
              <a:ext cx="48833" cy="48833"/>
            </a:xfrm>
            <a:prstGeom prst="ellipse">
              <a:avLst/>
            </a:prstGeom>
            <a:solidFill>
              <a:srgbClr val="A6761D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59" name="pl18959"/>
            <p:cNvSpPr/>
            <p:nvPr/>
          </p:nvSpPr>
          <p:spPr>
            <a:xfrm>
              <a:off x="6335010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0" name="pl18960"/>
            <p:cNvSpPr/>
            <p:nvPr/>
          </p:nvSpPr>
          <p:spPr>
            <a:xfrm>
              <a:off x="6335010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1" name="pl18961"/>
            <p:cNvSpPr/>
            <p:nvPr/>
          </p:nvSpPr>
          <p:spPr>
            <a:xfrm>
              <a:off x="6324896" y="97962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2" name="pl18962"/>
            <p:cNvSpPr/>
            <p:nvPr/>
          </p:nvSpPr>
          <p:spPr>
            <a:xfrm>
              <a:off x="6359427" y="9761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3" name="pl18963"/>
            <p:cNvSpPr/>
            <p:nvPr/>
          </p:nvSpPr>
          <p:spPr>
            <a:xfrm>
              <a:off x="6250765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4" name="pl18964"/>
            <p:cNvSpPr/>
            <p:nvPr/>
          </p:nvSpPr>
          <p:spPr>
            <a:xfrm>
              <a:off x="6250765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5" name="pl18965"/>
            <p:cNvSpPr/>
            <p:nvPr/>
          </p:nvSpPr>
          <p:spPr>
            <a:xfrm>
              <a:off x="6221612" y="9726076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6" name="pl18966"/>
            <p:cNvSpPr/>
            <p:nvPr/>
          </p:nvSpPr>
          <p:spPr>
            <a:xfrm>
              <a:off x="6321145" y="9626543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509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7" name="pl18967"/>
            <p:cNvSpPr/>
            <p:nvPr/>
          </p:nvSpPr>
          <p:spPr>
            <a:xfrm>
              <a:off x="6582036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8" name="pl18968"/>
            <p:cNvSpPr/>
            <p:nvPr/>
          </p:nvSpPr>
          <p:spPr>
            <a:xfrm>
              <a:off x="6582036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69" name="pl18969"/>
            <p:cNvSpPr/>
            <p:nvPr/>
          </p:nvSpPr>
          <p:spPr>
            <a:xfrm>
              <a:off x="6564307" y="953999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0" name="pl18970"/>
            <p:cNvSpPr/>
            <p:nvPr/>
          </p:nvSpPr>
          <p:spPr>
            <a:xfrm>
              <a:off x="6624839" y="947946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1" name="pl18971"/>
            <p:cNvSpPr/>
            <p:nvPr/>
          </p:nvSpPr>
          <p:spPr>
            <a:xfrm>
              <a:off x="5499020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2" name="pl18972"/>
            <p:cNvSpPr/>
            <p:nvPr/>
          </p:nvSpPr>
          <p:spPr>
            <a:xfrm>
              <a:off x="5499020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3" name="pl18973"/>
            <p:cNvSpPr/>
            <p:nvPr/>
          </p:nvSpPr>
          <p:spPr>
            <a:xfrm>
              <a:off x="5488907" y="97245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4" name="pl18974"/>
            <p:cNvSpPr/>
            <p:nvPr/>
          </p:nvSpPr>
          <p:spPr>
            <a:xfrm>
              <a:off x="5523437" y="96899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5" name="pt18975"/>
            <p:cNvSpPr/>
            <p:nvPr/>
          </p:nvSpPr>
          <p:spPr>
            <a:xfrm>
              <a:off x="6425002" y="927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76" name="pl18976"/>
            <p:cNvSpPr/>
            <p:nvPr/>
          </p:nvSpPr>
          <p:spPr>
            <a:xfrm>
              <a:off x="6030560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7" name="pl18977"/>
            <p:cNvSpPr/>
            <p:nvPr/>
          </p:nvSpPr>
          <p:spPr>
            <a:xfrm>
              <a:off x="6030560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8" name="pl18978"/>
            <p:cNvSpPr/>
            <p:nvPr/>
          </p:nvSpPr>
          <p:spPr>
            <a:xfrm>
              <a:off x="6016639" y="960461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79" name="pl18979"/>
            <p:cNvSpPr/>
            <p:nvPr/>
          </p:nvSpPr>
          <p:spPr>
            <a:xfrm>
              <a:off x="6064170" y="955708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0" name="pl18980"/>
            <p:cNvSpPr/>
            <p:nvPr/>
          </p:nvSpPr>
          <p:spPr>
            <a:xfrm>
              <a:off x="6326872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1" name="pl18981"/>
            <p:cNvSpPr/>
            <p:nvPr/>
          </p:nvSpPr>
          <p:spPr>
            <a:xfrm>
              <a:off x="6326872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2" name="pl18982"/>
            <p:cNvSpPr/>
            <p:nvPr/>
          </p:nvSpPr>
          <p:spPr>
            <a:xfrm>
              <a:off x="6312950" y="99180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3" name="pl18983"/>
            <p:cNvSpPr/>
            <p:nvPr/>
          </p:nvSpPr>
          <p:spPr>
            <a:xfrm>
              <a:off x="6360482" y="987050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4" name="pt18984"/>
            <p:cNvSpPr/>
            <p:nvPr/>
          </p:nvSpPr>
          <p:spPr>
            <a:xfrm>
              <a:off x="6223166" y="9727082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85" name="pl18985"/>
            <p:cNvSpPr/>
            <p:nvPr/>
          </p:nvSpPr>
          <p:spPr>
            <a:xfrm>
              <a:off x="6239031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6" name="pl18986"/>
            <p:cNvSpPr/>
            <p:nvPr/>
          </p:nvSpPr>
          <p:spPr>
            <a:xfrm>
              <a:off x="6239031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7" name="pl18987"/>
            <p:cNvSpPr/>
            <p:nvPr/>
          </p:nvSpPr>
          <p:spPr>
            <a:xfrm>
              <a:off x="6228917" y="95980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8" name="pl18988"/>
            <p:cNvSpPr/>
            <p:nvPr/>
          </p:nvSpPr>
          <p:spPr>
            <a:xfrm>
              <a:off x="6263448" y="956354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89" name="pt18989"/>
            <p:cNvSpPr/>
            <p:nvPr/>
          </p:nvSpPr>
          <p:spPr>
            <a:xfrm>
              <a:off x="6336834" y="9877801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90" name="pt18990"/>
            <p:cNvSpPr/>
            <p:nvPr/>
          </p:nvSpPr>
          <p:spPr>
            <a:xfrm>
              <a:off x="6537808" y="960683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91" name="pt18991"/>
            <p:cNvSpPr/>
            <p:nvPr/>
          </p:nvSpPr>
          <p:spPr>
            <a:xfrm>
              <a:off x="6419907" y="970923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8992" name="pl18992"/>
            <p:cNvSpPr/>
            <p:nvPr/>
          </p:nvSpPr>
          <p:spPr>
            <a:xfrm>
              <a:off x="6368425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3" name="pl18993"/>
            <p:cNvSpPr/>
            <p:nvPr/>
          </p:nvSpPr>
          <p:spPr>
            <a:xfrm>
              <a:off x="6368425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4" name="pl18994"/>
            <p:cNvSpPr/>
            <p:nvPr/>
          </p:nvSpPr>
          <p:spPr>
            <a:xfrm>
              <a:off x="6354504" y="968835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5" name="pl18995"/>
            <p:cNvSpPr/>
            <p:nvPr/>
          </p:nvSpPr>
          <p:spPr>
            <a:xfrm>
              <a:off x="6402035" y="964082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6" name="pl18996"/>
            <p:cNvSpPr/>
            <p:nvPr/>
          </p:nvSpPr>
          <p:spPr>
            <a:xfrm>
              <a:off x="6247319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7" name="pl18997"/>
            <p:cNvSpPr/>
            <p:nvPr/>
          </p:nvSpPr>
          <p:spPr>
            <a:xfrm>
              <a:off x="6247319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8" name="pl18998"/>
            <p:cNvSpPr/>
            <p:nvPr/>
          </p:nvSpPr>
          <p:spPr>
            <a:xfrm>
              <a:off x="6222458" y="969535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999" name="pl18999"/>
            <p:cNvSpPr/>
            <p:nvPr/>
          </p:nvSpPr>
          <p:spPr>
            <a:xfrm>
              <a:off x="6307339" y="9610474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0" name="pl19000"/>
            <p:cNvSpPr/>
            <p:nvPr/>
          </p:nvSpPr>
          <p:spPr>
            <a:xfrm>
              <a:off x="6335320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1" name="pl19001"/>
            <p:cNvSpPr/>
            <p:nvPr/>
          </p:nvSpPr>
          <p:spPr>
            <a:xfrm>
              <a:off x="6335320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2" name="pl19002"/>
            <p:cNvSpPr/>
            <p:nvPr/>
          </p:nvSpPr>
          <p:spPr>
            <a:xfrm>
              <a:off x="6325206" y="9659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3" name="pl19003"/>
            <p:cNvSpPr/>
            <p:nvPr/>
          </p:nvSpPr>
          <p:spPr>
            <a:xfrm>
              <a:off x="6359737" y="9625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4" name="pg19004"/>
            <p:cNvSpPr/>
            <p:nvPr/>
          </p:nvSpPr>
          <p:spPr>
            <a:xfrm>
              <a:off x="7108994" y="99038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05" name="pl19005"/>
            <p:cNvSpPr/>
            <p:nvPr/>
          </p:nvSpPr>
          <p:spPr>
            <a:xfrm>
              <a:off x="5796422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6" name="pl19006"/>
            <p:cNvSpPr/>
            <p:nvPr/>
          </p:nvSpPr>
          <p:spPr>
            <a:xfrm>
              <a:off x="5796422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7" name="pl19007"/>
            <p:cNvSpPr/>
            <p:nvPr/>
          </p:nvSpPr>
          <p:spPr>
            <a:xfrm>
              <a:off x="5786308" y="896350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8" name="pl19008"/>
            <p:cNvSpPr/>
            <p:nvPr/>
          </p:nvSpPr>
          <p:spPr>
            <a:xfrm>
              <a:off x="5820839" y="89289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09" name="pl19009"/>
            <p:cNvSpPr/>
            <p:nvPr/>
          </p:nvSpPr>
          <p:spPr>
            <a:xfrm>
              <a:off x="6334399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0" name="pl19010"/>
            <p:cNvSpPr/>
            <p:nvPr/>
          </p:nvSpPr>
          <p:spPr>
            <a:xfrm>
              <a:off x="6334399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1" name="pl19011"/>
            <p:cNvSpPr/>
            <p:nvPr/>
          </p:nvSpPr>
          <p:spPr>
            <a:xfrm>
              <a:off x="6308585" y="9460676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2" name="pl19012"/>
            <p:cNvSpPr/>
            <p:nvPr/>
          </p:nvSpPr>
          <p:spPr>
            <a:xfrm>
              <a:off x="6396718" y="9372543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3" name="pg19013"/>
            <p:cNvSpPr/>
            <p:nvPr/>
          </p:nvSpPr>
          <p:spPr>
            <a:xfrm>
              <a:off x="6183847" y="1032149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14" name="pl19014"/>
            <p:cNvSpPr/>
            <p:nvPr/>
          </p:nvSpPr>
          <p:spPr>
            <a:xfrm>
              <a:off x="6221226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5" name="pl19015"/>
            <p:cNvSpPr/>
            <p:nvPr/>
          </p:nvSpPr>
          <p:spPr>
            <a:xfrm>
              <a:off x="6221226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6" name="pl19016"/>
            <p:cNvSpPr/>
            <p:nvPr/>
          </p:nvSpPr>
          <p:spPr>
            <a:xfrm>
              <a:off x="6199689" y="9626431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7" name="pl19017"/>
            <p:cNvSpPr/>
            <p:nvPr/>
          </p:nvSpPr>
          <p:spPr>
            <a:xfrm>
              <a:off x="6273221" y="9552899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18" name="pt19018"/>
            <p:cNvSpPr/>
            <p:nvPr/>
          </p:nvSpPr>
          <p:spPr>
            <a:xfrm>
              <a:off x="6304792" y="9703878"/>
              <a:ext cx="67219" cy="67219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19" name="pl19019"/>
            <p:cNvSpPr/>
            <p:nvPr/>
          </p:nvSpPr>
          <p:spPr>
            <a:xfrm>
              <a:off x="6267327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0" name="pl19020"/>
            <p:cNvSpPr/>
            <p:nvPr/>
          </p:nvSpPr>
          <p:spPr>
            <a:xfrm>
              <a:off x="6267327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1" name="pl19021"/>
            <p:cNvSpPr/>
            <p:nvPr/>
          </p:nvSpPr>
          <p:spPr>
            <a:xfrm>
              <a:off x="6247139" y="9682706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2" name="pl19022"/>
            <p:cNvSpPr/>
            <p:nvPr/>
          </p:nvSpPr>
          <p:spPr>
            <a:xfrm>
              <a:off x="6316066" y="961378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3" name="pt19023"/>
            <p:cNvSpPr/>
            <p:nvPr/>
          </p:nvSpPr>
          <p:spPr>
            <a:xfrm>
              <a:off x="6488387" y="977751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24" name="pt19024"/>
            <p:cNvSpPr/>
            <p:nvPr/>
          </p:nvSpPr>
          <p:spPr>
            <a:xfrm>
              <a:off x="7148573" y="9767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25" name="pt19025"/>
            <p:cNvSpPr/>
            <p:nvPr/>
          </p:nvSpPr>
          <p:spPr>
            <a:xfrm>
              <a:off x="6523079" y="929328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26" name="pl19026"/>
            <p:cNvSpPr/>
            <p:nvPr/>
          </p:nvSpPr>
          <p:spPr>
            <a:xfrm>
              <a:off x="6463504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7" name="pl19027"/>
            <p:cNvSpPr/>
            <p:nvPr/>
          </p:nvSpPr>
          <p:spPr>
            <a:xfrm>
              <a:off x="6463504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8" name="pl19028"/>
            <p:cNvSpPr/>
            <p:nvPr/>
          </p:nvSpPr>
          <p:spPr>
            <a:xfrm>
              <a:off x="6449583" y="92227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29" name="pl19029"/>
            <p:cNvSpPr/>
            <p:nvPr/>
          </p:nvSpPr>
          <p:spPr>
            <a:xfrm>
              <a:off x="6497114" y="91752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0" name="pt19030"/>
            <p:cNvSpPr/>
            <p:nvPr/>
          </p:nvSpPr>
          <p:spPr>
            <a:xfrm>
              <a:off x="6789299" y="103072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31" name="pl19031"/>
            <p:cNvSpPr/>
            <p:nvPr/>
          </p:nvSpPr>
          <p:spPr>
            <a:xfrm>
              <a:off x="6462127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2" name="pl19032"/>
            <p:cNvSpPr/>
            <p:nvPr/>
          </p:nvSpPr>
          <p:spPr>
            <a:xfrm>
              <a:off x="6462127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3" name="pl19033"/>
            <p:cNvSpPr/>
            <p:nvPr/>
          </p:nvSpPr>
          <p:spPr>
            <a:xfrm>
              <a:off x="6448206" y="1047850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4" name="pl19034"/>
            <p:cNvSpPr/>
            <p:nvPr/>
          </p:nvSpPr>
          <p:spPr>
            <a:xfrm>
              <a:off x="6495737" y="1043097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5" name="pl19035"/>
            <p:cNvSpPr/>
            <p:nvPr/>
          </p:nvSpPr>
          <p:spPr>
            <a:xfrm>
              <a:off x="6233566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6" name="pl19036"/>
            <p:cNvSpPr/>
            <p:nvPr/>
          </p:nvSpPr>
          <p:spPr>
            <a:xfrm>
              <a:off x="6233566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7" name="pl19037"/>
            <p:cNvSpPr/>
            <p:nvPr/>
          </p:nvSpPr>
          <p:spPr>
            <a:xfrm>
              <a:off x="6219644" y="9618620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8" name="pl19038"/>
            <p:cNvSpPr/>
            <p:nvPr/>
          </p:nvSpPr>
          <p:spPr>
            <a:xfrm>
              <a:off x="6267175" y="95710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39" name="pt19039"/>
            <p:cNvSpPr/>
            <p:nvPr/>
          </p:nvSpPr>
          <p:spPr>
            <a:xfrm>
              <a:off x="6282415" y="9677122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40" name="pl19040"/>
            <p:cNvSpPr/>
            <p:nvPr/>
          </p:nvSpPr>
          <p:spPr>
            <a:xfrm>
              <a:off x="5533479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1" name="pl19041"/>
            <p:cNvSpPr/>
            <p:nvPr/>
          </p:nvSpPr>
          <p:spPr>
            <a:xfrm>
              <a:off x="5533479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2" name="pl19042"/>
            <p:cNvSpPr/>
            <p:nvPr/>
          </p:nvSpPr>
          <p:spPr>
            <a:xfrm>
              <a:off x="5516770" y="992153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3" name="pl19043"/>
            <p:cNvSpPr/>
            <p:nvPr/>
          </p:nvSpPr>
          <p:spPr>
            <a:xfrm>
              <a:off x="5573818" y="986449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4" name="pl19044"/>
            <p:cNvSpPr/>
            <p:nvPr/>
          </p:nvSpPr>
          <p:spPr>
            <a:xfrm>
              <a:off x="6248774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5" name="pl19045"/>
            <p:cNvSpPr/>
            <p:nvPr/>
          </p:nvSpPr>
          <p:spPr>
            <a:xfrm>
              <a:off x="6248774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6" name="pl19046"/>
            <p:cNvSpPr/>
            <p:nvPr/>
          </p:nvSpPr>
          <p:spPr>
            <a:xfrm>
              <a:off x="6227237" y="984283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7" name="pl19047"/>
            <p:cNvSpPr/>
            <p:nvPr/>
          </p:nvSpPr>
          <p:spPr>
            <a:xfrm>
              <a:off x="6300769" y="9769297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48" name="pt19048"/>
            <p:cNvSpPr/>
            <p:nvPr/>
          </p:nvSpPr>
          <p:spPr>
            <a:xfrm>
              <a:off x="6314369" y="9615222"/>
              <a:ext cx="109811" cy="109811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49" name="pt19049"/>
            <p:cNvSpPr/>
            <p:nvPr/>
          </p:nvSpPr>
          <p:spPr>
            <a:xfrm>
              <a:off x="6236714" y="9576290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0" name="pt19050"/>
            <p:cNvSpPr/>
            <p:nvPr/>
          </p:nvSpPr>
          <p:spPr>
            <a:xfrm>
              <a:off x="6452469" y="9715752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1" name="pg19051"/>
            <p:cNvSpPr/>
            <p:nvPr/>
          </p:nvSpPr>
          <p:spPr>
            <a:xfrm>
              <a:off x="6404046" y="927715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2" name="pl19052"/>
            <p:cNvSpPr/>
            <p:nvPr/>
          </p:nvSpPr>
          <p:spPr>
            <a:xfrm>
              <a:off x="5585469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3" name="pl19053"/>
            <p:cNvSpPr/>
            <p:nvPr/>
          </p:nvSpPr>
          <p:spPr>
            <a:xfrm>
              <a:off x="5585469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4" name="pl19054"/>
            <p:cNvSpPr/>
            <p:nvPr/>
          </p:nvSpPr>
          <p:spPr>
            <a:xfrm>
              <a:off x="5571547" y="998170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5" name="pl19055"/>
            <p:cNvSpPr/>
            <p:nvPr/>
          </p:nvSpPr>
          <p:spPr>
            <a:xfrm>
              <a:off x="5619078" y="993417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56" name="pt19056"/>
            <p:cNvSpPr/>
            <p:nvPr/>
          </p:nvSpPr>
          <p:spPr>
            <a:xfrm>
              <a:off x="6223356" y="9695627"/>
              <a:ext cx="109811" cy="109811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7" name="pt19057"/>
            <p:cNvSpPr/>
            <p:nvPr/>
          </p:nvSpPr>
          <p:spPr>
            <a:xfrm>
              <a:off x="6317818" y="969001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8" name="pg19058"/>
            <p:cNvSpPr/>
            <p:nvPr/>
          </p:nvSpPr>
          <p:spPr>
            <a:xfrm>
              <a:off x="6441861" y="91693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59" name="pt19059"/>
            <p:cNvSpPr/>
            <p:nvPr/>
          </p:nvSpPr>
          <p:spPr>
            <a:xfrm>
              <a:off x="6273584" y="9734826"/>
              <a:ext cx="48833" cy="48833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0" name="pt19060"/>
            <p:cNvSpPr/>
            <p:nvPr/>
          </p:nvSpPr>
          <p:spPr>
            <a:xfrm>
              <a:off x="6331210" y="977249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1" name="pl19061"/>
            <p:cNvSpPr/>
            <p:nvPr/>
          </p:nvSpPr>
          <p:spPr>
            <a:xfrm>
              <a:off x="6165147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2" name="pl19062"/>
            <p:cNvSpPr/>
            <p:nvPr/>
          </p:nvSpPr>
          <p:spPr>
            <a:xfrm>
              <a:off x="6165147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3" name="pl19063"/>
            <p:cNvSpPr/>
            <p:nvPr/>
          </p:nvSpPr>
          <p:spPr>
            <a:xfrm>
              <a:off x="6155033" y="104959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4" name="pl19064"/>
            <p:cNvSpPr/>
            <p:nvPr/>
          </p:nvSpPr>
          <p:spPr>
            <a:xfrm>
              <a:off x="6189564" y="104613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65" name="pt19065"/>
            <p:cNvSpPr/>
            <p:nvPr/>
          </p:nvSpPr>
          <p:spPr>
            <a:xfrm>
              <a:off x="6214412" y="9618242"/>
              <a:ext cx="160668" cy="160668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6" name="pg19066"/>
            <p:cNvSpPr/>
            <p:nvPr/>
          </p:nvSpPr>
          <p:spPr>
            <a:xfrm>
              <a:off x="6399051" y="945329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7" name="pt19067"/>
            <p:cNvSpPr/>
            <p:nvPr/>
          </p:nvSpPr>
          <p:spPr>
            <a:xfrm>
              <a:off x="6186365" y="99746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8" name="pt19068"/>
            <p:cNvSpPr/>
            <p:nvPr/>
          </p:nvSpPr>
          <p:spPr>
            <a:xfrm>
              <a:off x="6209680" y="99518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69" name="pg19069"/>
            <p:cNvSpPr/>
            <p:nvPr/>
          </p:nvSpPr>
          <p:spPr>
            <a:xfrm>
              <a:off x="6464575" y="967712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0" name="pt19070"/>
            <p:cNvSpPr/>
            <p:nvPr/>
          </p:nvSpPr>
          <p:spPr>
            <a:xfrm>
              <a:off x="6226237" y="958483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1" name="pt19071"/>
            <p:cNvSpPr/>
            <p:nvPr/>
          </p:nvSpPr>
          <p:spPr>
            <a:xfrm>
              <a:off x="6552769" y="94570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2" name="pt19072"/>
            <p:cNvSpPr/>
            <p:nvPr/>
          </p:nvSpPr>
          <p:spPr>
            <a:xfrm>
              <a:off x="6273084" y="9677154"/>
              <a:ext cx="80678" cy="80678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3" name="pt19073"/>
            <p:cNvSpPr/>
            <p:nvPr/>
          </p:nvSpPr>
          <p:spPr>
            <a:xfrm>
              <a:off x="6269700" y="9680428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4" name="pt19074"/>
            <p:cNvSpPr/>
            <p:nvPr/>
          </p:nvSpPr>
          <p:spPr>
            <a:xfrm>
              <a:off x="6263936" y="9879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5" name="pt19075"/>
            <p:cNvSpPr/>
            <p:nvPr/>
          </p:nvSpPr>
          <p:spPr>
            <a:xfrm>
              <a:off x="6446895" y="92293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6" name="pt19076"/>
            <p:cNvSpPr/>
            <p:nvPr/>
          </p:nvSpPr>
          <p:spPr>
            <a:xfrm>
              <a:off x="5636519" y="92935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7" name="pt19077"/>
            <p:cNvSpPr/>
            <p:nvPr/>
          </p:nvSpPr>
          <p:spPr>
            <a:xfrm>
              <a:off x="6199675" y="893264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8" name="pt19078"/>
            <p:cNvSpPr/>
            <p:nvPr/>
          </p:nvSpPr>
          <p:spPr>
            <a:xfrm>
              <a:off x="7022065" y="9136943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79" name="pt19079"/>
            <p:cNvSpPr/>
            <p:nvPr/>
          </p:nvSpPr>
          <p:spPr>
            <a:xfrm>
              <a:off x="6240957" y="94748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0" name="pt19080"/>
            <p:cNvSpPr/>
            <p:nvPr/>
          </p:nvSpPr>
          <p:spPr>
            <a:xfrm>
              <a:off x="6426951" y="9699784"/>
              <a:ext cx="80678" cy="80678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1" name="pt19081"/>
            <p:cNvSpPr/>
            <p:nvPr/>
          </p:nvSpPr>
          <p:spPr>
            <a:xfrm>
              <a:off x="5841345" y="9057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2" name="pt19082"/>
            <p:cNvSpPr/>
            <p:nvPr/>
          </p:nvSpPr>
          <p:spPr>
            <a:xfrm>
              <a:off x="6257254" y="94819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3" name="pt19083"/>
            <p:cNvSpPr/>
            <p:nvPr/>
          </p:nvSpPr>
          <p:spPr>
            <a:xfrm>
              <a:off x="6199029" y="9526775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4" name="pl19084"/>
            <p:cNvSpPr/>
            <p:nvPr/>
          </p:nvSpPr>
          <p:spPr>
            <a:xfrm>
              <a:off x="6199029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5" name="pl19085"/>
            <p:cNvSpPr/>
            <p:nvPr/>
          </p:nvSpPr>
          <p:spPr>
            <a:xfrm>
              <a:off x="6199029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086" name="pg19086"/>
            <p:cNvSpPr/>
            <p:nvPr/>
          </p:nvSpPr>
          <p:spPr>
            <a:xfrm>
              <a:off x="6052858" y="96893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7" name="pt19087"/>
            <p:cNvSpPr/>
            <p:nvPr/>
          </p:nvSpPr>
          <p:spPr>
            <a:xfrm>
              <a:off x="5852520" y="90732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8" name="pt19088"/>
            <p:cNvSpPr/>
            <p:nvPr/>
          </p:nvSpPr>
          <p:spPr>
            <a:xfrm>
              <a:off x="6408549" y="96297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89" name="pt19089"/>
            <p:cNvSpPr/>
            <p:nvPr/>
          </p:nvSpPr>
          <p:spPr>
            <a:xfrm>
              <a:off x="6336209" y="9742620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0" name="pt19090"/>
            <p:cNvSpPr/>
            <p:nvPr/>
          </p:nvSpPr>
          <p:spPr>
            <a:xfrm>
              <a:off x="6609458" y="10414991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1" name="pt19091"/>
            <p:cNvSpPr/>
            <p:nvPr/>
          </p:nvSpPr>
          <p:spPr>
            <a:xfrm>
              <a:off x="6246739" y="9678529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2" name="pt19092"/>
            <p:cNvSpPr/>
            <p:nvPr/>
          </p:nvSpPr>
          <p:spPr>
            <a:xfrm>
              <a:off x="6305775" y="9814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3" name="pt19093"/>
            <p:cNvSpPr/>
            <p:nvPr/>
          </p:nvSpPr>
          <p:spPr>
            <a:xfrm>
              <a:off x="7165954" y="9589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4" name="pt19094"/>
            <p:cNvSpPr/>
            <p:nvPr/>
          </p:nvSpPr>
          <p:spPr>
            <a:xfrm>
              <a:off x="6309213" y="930722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5" name="pt19095"/>
            <p:cNvSpPr/>
            <p:nvPr/>
          </p:nvSpPr>
          <p:spPr>
            <a:xfrm>
              <a:off x="6353609" y="934612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6" name="pt19096"/>
            <p:cNvSpPr/>
            <p:nvPr/>
          </p:nvSpPr>
          <p:spPr>
            <a:xfrm>
              <a:off x="6170946" y="104702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7" name="pt19097"/>
            <p:cNvSpPr/>
            <p:nvPr/>
          </p:nvSpPr>
          <p:spPr>
            <a:xfrm>
              <a:off x="6263902" y="971742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8" name="pt19098"/>
            <p:cNvSpPr/>
            <p:nvPr/>
          </p:nvSpPr>
          <p:spPr>
            <a:xfrm>
              <a:off x="6363185" y="93268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099" name="pt19099"/>
            <p:cNvSpPr/>
            <p:nvPr/>
          </p:nvSpPr>
          <p:spPr>
            <a:xfrm>
              <a:off x="5859430" y="900041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0" name="pt19100"/>
            <p:cNvSpPr/>
            <p:nvPr/>
          </p:nvSpPr>
          <p:spPr>
            <a:xfrm>
              <a:off x="6354719" y="9371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1" name="pt19101"/>
            <p:cNvSpPr/>
            <p:nvPr/>
          </p:nvSpPr>
          <p:spPr>
            <a:xfrm>
              <a:off x="7104239" y="92706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2" name="pt19102"/>
            <p:cNvSpPr/>
            <p:nvPr/>
          </p:nvSpPr>
          <p:spPr>
            <a:xfrm>
              <a:off x="6374471" y="96578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3" name="pg19103"/>
            <p:cNvSpPr/>
            <p:nvPr/>
          </p:nvSpPr>
          <p:spPr>
            <a:xfrm>
              <a:off x="6184036" y="953801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4" name="pt19104"/>
            <p:cNvSpPr/>
            <p:nvPr/>
          </p:nvSpPr>
          <p:spPr>
            <a:xfrm>
              <a:off x="6530476" y="9472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5" name="pt19105"/>
            <p:cNvSpPr/>
            <p:nvPr/>
          </p:nvSpPr>
          <p:spPr>
            <a:xfrm>
              <a:off x="5544433" y="98936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6" name="pt19106"/>
            <p:cNvSpPr/>
            <p:nvPr/>
          </p:nvSpPr>
          <p:spPr>
            <a:xfrm>
              <a:off x="6358571" y="933830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7" name="pt19107"/>
            <p:cNvSpPr/>
            <p:nvPr/>
          </p:nvSpPr>
          <p:spPr>
            <a:xfrm>
              <a:off x="6324949" y="87880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8" name="pt19108"/>
            <p:cNvSpPr/>
            <p:nvPr/>
          </p:nvSpPr>
          <p:spPr>
            <a:xfrm>
              <a:off x="6420337" y="879058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09" name="pt19109"/>
            <p:cNvSpPr/>
            <p:nvPr/>
          </p:nvSpPr>
          <p:spPr>
            <a:xfrm>
              <a:off x="5612652" y="929170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0" name="pt19110"/>
            <p:cNvSpPr/>
            <p:nvPr/>
          </p:nvSpPr>
          <p:spPr>
            <a:xfrm>
              <a:off x="6857967" y="100526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1" name="pl19111"/>
            <p:cNvSpPr/>
            <p:nvPr/>
          </p:nvSpPr>
          <p:spPr>
            <a:xfrm>
              <a:off x="6857967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2" name="pl19112"/>
            <p:cNvSpPr/>
            <p:nvPr/>
          </p:nvSpPr>
          <p:spPr>
            <a:xfrm>
              <a:off x="6857967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13" name="pt19113"/>
            <p:cNvSpPr/>
            <p:nvPr/>
          </p:nvSpPr>
          <p:spPr>
            <a:xfrm>
              <a:off x="6420500" y="947046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4" name="pt19114"/>
            <p:cNvSpPr/>
            <p:nvPr/>
          </p:nvSpPr>
          <p:spPr>
            <a:xfrm>
              <a:off x="6272306" y="9655631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5" name="pt19115"/>
            <p:cNvSpPr/>
            <p:nvPr/>
          </p:nvSpPr>
          <p:spPr>
            <a:xfrm>
              <a:off x="6313965" y="9700113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6" name="pt19116"/>
            <p:cNvSpPr/>
            <p:nvPr/>
          </p:nvSpPr>
          <p:spPr>
            <a:xfrm>
              <a:off x="6476544" y="91521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7" name="pt19117"/>
            <p:cNvSpPr/>
            <p:nvPr/>
          </p:nvSpPr>
          <p:spPr>
            <a:xfrm>
              <a:off x="6242094" y="100279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8" name="pt19118"/>
            <p:cNvSpPr/>
            <p:nvPr/>
          </p:nvSpPr>
          <p:spPr>
            <a:xfrm>
              <a:off x="6380477" y="973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19" name="pt19119"/>
            <p:cNvSpPr/>
            <p:nvPr/>
          </p:nvSpPr>
          <p:spPr>
            <a:xfrm>
              <a:off x="6359930" y="971278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0" name="pt19120"/>
            <p:cNvSpPr/>
            <p:nvPr/>
          </p:nvSpPr>
          <p:spPr>
            <a:xfrm>
              <a:off x="6303764" y="973692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1" name="pt19121"/>
            <p:cNvSpPr/>
            <p:nvPr/>
          </p:nvSpPr>
          <p:spPr>
            <a:xfrm>
              <a:off x="6206151" y="9897008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2" name="pt19122"/>
            <p:cNvSpPr/>
            <p:nvPr/>
          </p:nvSpPr>
          <p:spPr>
            <a:xfrm>
              <a:off x="6240485" y="9609728"/>
              <a:ext cx="67219" cy="67219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3" name="pt19123"/>
            <p:cNvSpPr/>
            <p:nvPr/>
          </p:nvSpPr>
          <p:spPr>
            <a:xfrm>
              <a:off x="6305050" y="9698053"/>
              <a:ext cx="74834" cy="7483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4" name="pt19124"/>
            <p:cNvSpPr/>
            <p:nvPr/>
          </p:nvSpPr>
          <p:spPr>
            <a:xfrm>
              <a:off x="6308352" y="98051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5" name="pt19125"/>
            <p:cNvSpPr/>
            <p:nvPr/>
          </p:nvSpPr>
          <p:spPr>
            <a:xfrm>
              <a:off x="6305225" y="97981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6" name="pt19126"/>
            <p:cNvSpPr/>
            <p:nvPr/>
          </p:nvSpPr>
          <p:spPr>
            <a:xfrm>
              <a:off x="6503006" y="9466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7" name="pt19127"/>
            <p:cNvSpPr/>
            <p:nvPr/>
          </p:nvSpPr>
          <p:spPr>
            <a:xfrm>
              <a:off x="6138576" y="916849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8" name="pt19128"/>
            <p:cNvSpPr/>
            <p:nvPr/>
          </p:nvSpPr>
          <p:spPr>
            <a:xfrm>
              <a:off x="6641568" y="966402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29" name="pt19129"/>
            <p:cNvSpPr/>
            <p:nvPr/>
          </p:nvSpPr>
          <p:spPr>
            <a:xfrm>
              <a:off x="6338646" y="95072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0" name="pt19130"/>
            <p:cNvSpPr/>
            <p:nvPr/>
          </p:nvSpPr>
          <p:spPr>
            <a:xfrm>
              <a:off x="6327230" y="9655793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1" name="pt19131"/>
            <p:cNvSpPr/>
            <p:nvPr/>
          </p:nvSpPr>
          <p:spPr>
            <a:xfrm>
              <a:off x="6290918" y="98403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2" name="pt19132"/>
            <p:cNvSpPr/>
            <p:nvPr/>
          </p:nvSpPr>
          <p:spPr>
            <a:xfrm>
              <a:off x="6277798" y="978475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3" name="pt19133"/>
            <p:cNvSpPr/>
            <p:nvPr/>
          </p:nvSpPr>
          <p:spPr>
            <a:xfrm>
              <a:off x="6655417" y="94099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4" name="pt19134"/>
            <p:cNvSpPr/>
            <p:nvPr/>
          </p:nvSpPr>
          <p:spPr>
            <a:xfrm>
              <a:off x="6256313" y="9670094"/>
              <a:ext cx="74834" cy="74834"/>
            </a:xfrm>
            <a:prstGeom prst="ellipse">
              <a:avLst/>
            </a:prstGeom>
            <a:solidFill>
              <a:srgbClr val="7570B3">
                <a:alpha val="3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5" name="pt19135"/>
            <p:cNvSpPr/>
            <p:nvPr/>
          </p:nvSpPr>
          <p:spPr>
            <a:xfrm>
              <a:off x="6352701" y="9641961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6" name="pt19136"/>
            <p:cNvSpPr/>
            <p:nvPr/>
          </p:nvSpPr>
          <p:spPr>
            <a:xfrm>
              <a:off x="6707471" y="93623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7" name="pt19137"/>
            <p:cNvSpPr/>
            <p:nvPr/>
          </p:nvSpPr>
          <p:spPr>
            <a:xfrm>
              <a:off x="6302283" y="9677430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8" name="pt19138"/>
            <p:cNvSpPr/>
            <p:nvPr/>
          </p:nvSpPr>
          <p:spPr>
            <a:xfrm>
              <a:off x="6412803" y="9623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39" name="pg19139"/>
            <p:cNvSpPr/>
            <p:nvPr/>
          </p:nvSpPr>
          <p:spPr>
            <a:xfrm>
              <a:off x="7089435" y="992300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0" name="pt19140"/>
            <p:cNvSpPr/>
            <p:nvPr/>
          </p:nvSpPr>
          <p:spPr>
            <a:xfrm>
              <a:off x="6595449" y="8814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1" name="pt19141"/>
            <p:cNvSpPr/>
            <p:nvPr/>
          </p:nvSpPr>
          <p:spPr>
            <a:xfrm>
              <a:off x="5549431" y="98374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2" name="pt19142"/>
            <p:cNvSpPr/>
            <p:nvPr/>
          </p:nvSpPr>
          <p:spPr>
            <a:xfrm>
              <a:off x="6253014" y="966590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3" name="pt19143"/>
            <p:cNvSpPr/>
            <p:nvPr/>
          </p:nvSpPr>
          <p:spPr>
            <a:xfrm>
              <a:off x="6282275" y="97261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4" name="pt19144"/>
            <p:cNvSpPr/>
            <p:nvPr/>
          </p:nvSpPr>
          <p:spPr>
            <a:xfrm>
              <a:off x="6337670" y="972208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5" name="pt19145"/>
            <p:cNvSpPr/>
            <p:nvPr/>
          </p:nvSpPr>
          <p:spPr>
            <a:xfrm>
              <a:off x="6454569" y="94544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6" name="pt19146"/>
            <p:cNvSpPr/>
            <p:nvPr/>
          </p:nvSpPr>
          <p:spPr>
            <a:xfrm>
              <a:off x="5518989" y="9839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7" name="pt19147"/>
            <p:cNvSpPr/>
            <p:nvPr/>
          </p:nvSpPr>
          <p:spPr>
            <a:xfrm>
              <a:off x="6223661" y="950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8" name="pt19148"/>
            <p:cNvSpPr/>
            <p:nvPr/>
          </p:nvSpPr>
          <p:spPr>
            <a:xfrm>
              <a:off x="6879479" y="102436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49" name="pt19149"/>
            <p:cNvSpPr/>
            <p:nvPr/>
          </p:nvSpPr>
          <p:spPr>
            <a:xfrm>
              <a:off x="6270034" y="9665352"/>
              <a:ext cx="74834" cy="74834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0" name="pt19150"/>
            <p:cNvSpPr/>
            <p:nvPr/>
          </p:nvSpPr>
          <p:spPr>
            <a:xfrm>
              <a:off x="5950290" y="10382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1" name="pt19151"/>
            <p:cNvSpPr/>
            <p:nvPr/>
          </p:nvSpPr>
          <p:spPr>
            <a:xfrm>
              <a:off x="5489856" y="9702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2" name="pl19152"/>
            <p:cNvSpPr/>
            <p:nvPr/>
          </p:nvSpPr>
          <p:spPr>
            <a:xfrm>
              <a:off x="6887593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3" name="pl19153"/>
            <p:cNvSpPr/>
            <p:nvPr/>
          </p:nvSpPr>
          <p:spPr>
            <a:xfrm>
              <a:off x="6887593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4" name="pl19154"/>
            <p:cNvSpPr/>
            <p:nvPr/>
          </p:nvSpPr>
          <p:spPr>
            <a:xfrm>
              <a:off x="6877479" y="961611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5" name="pl19155"/>
            <p:cNvSpPr/>
            <p:nvPr/>
          </p:nvSpPr>
          <p:spPr>
            <a:xfrm>
              <a:off x="6912009" y="95815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56" name="pt19156"/>
            <p:cNvSpPr/>
            <p:nvPr/>
          </p:nvSpPr>
          <p:spPr>
            <a:xfrm>
              <a:off x="6291140" y="9697171"/>
              <a:ext cx="74834" cy="74834"/>
            </a:xfrm>
            <a:prstGeom prst="ellipse">
              <a:avLst/>
            </a:prstGeom>
            <a:solidFill>
              <a:srgbClr val="7570B3">
                <a:alpha val="9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7" name="pt19157"/>
            <p:cNvSpPr/>
            <p:nvPr/>
          </p:nvSpPr>
          <p:spPr>
            <a:xfrm>
              <a:off x="6385016" y="937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8" name="pt19158"/>
            <p:cNvSpPr/>
            <p:nvPr/>
          </p:nvSpPr>
          <p:spPr>
            <a:xfrm>
              <a:off x="6229358" y="96592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59" name="pt19159"/>
            <p:cNvSpPr/>
            <p:nvPr/>
          </p:nvSpPr>
          <p:spPr>
            <a:xfrm>
              <a:off x="6345889" y="9379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0" name="pt19160"/>
            <p:cNvSpPr/>
            <p:nvPr/>
          </p:nvSpPr>
          <p:spPr>
            <a:xfrm>
              <a:off x="6524405" y="96978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1" name="pt19161"/>
            <p:cNvSpPr/>
            <p:nvPr/>
          </p:nvSpPr>
          <p:spPr>
            <a:xfrm>
              <a:off x="6436422" y="98392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2" name="pt19162"/>
            <p:cNvSpPr/>
            <p:nvPr/>
          </p:nvSpPr>
          <p:spPr>
            <a:xfrm>
              <a:off x="6242673" y="973368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3" name="pt19163"/>
            <p:cNvSpPr/>
            <p:nvPr/>
          </p:nvSpPr>
          <p:spPr>
            <a:xfrm>
              <a:off x="6292866" y="97110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4" name="pt19164"/>
            <p:cNvSpPr/>
            <p:nvPr/>
          </p:nvSpPr>
          <p:spPr>
            <a:xfrm>
              <a:off x="6171291" y="97618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5" name="pt19165"/>
            <p:cNvSpPr/>
            <p:nvPr/>
          </p:nvSpPr>
          <p:spPr>
            <a:xfrm>
              <a:off x="5638128" y="9316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6" name="pg19166"/>
            <p:cNvSpPr/>
            <p:nvPr/>
          </p:nvSpPr>
          <p:spPr>
            <a:xfrm>
              <a:off x="6174399" y="950496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7" name="pt19167"/>
            <p:cNvSpPr/>
            <p:nvPr/>
          </p:nvSpPr>
          <p:spPr>
            <a:xfrm>
              <a:off x="6340591" y="9736141"/>
              <a:ext cx="48833" cy="48833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8" name="pt19168"/>
            <p:cNvSpPr/>
            <p:nvPr/>
          </p:nvSpPr>
          <p:spPr>
            <a:xfrm>
              <a:off x="6255093" y="9621078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69" name="pt19169"/>
            <p:cNvSpPr/>
            <p:nvPr/>
          </p:nvSpPr>
          <p:spPr>
            <a:xfrm>
              <a:off x="6208161" y="96693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0" name="pt19170"/>
            <p:cNvSpPr/>
            <p:nvPr/>
          </p:nvSpPr>
          <p:spPr>
            <a:xfrm>
              <a:off x="6243375" y="9661860"/>
              <a:ext cx="89944" cy="8994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1" name="pg19171"/>
            <p:cNvSpPr/>
            <p:nvPr/>
          </p:nvSpPr>
          <p:spPr>
            <a:xfrm>
              <a:off x="6232451" y="98227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2" name="pt19172"/>
            <p:cNvSpPr/>
            <p:nvPr/>
          </p:nvSpPr>
          <p:spPr>
            <a:xfrm>
              <a:off x="6201831" y="970202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3" name="pt19173"/>
            <p:cNvSpPr/>
            <p:nvPr/>
          </p:nvSpPr>
          <p:spPr>
            <a:xfrm>
              <a:off x="6268040" y="9663604"/>
              <a:ext cx="80678" cy="80678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4" name="pt19174"/>
            <p:cNvSpPr/>
            <p:nvPr/>
          </p:nvSpPr>
          <p:spPr>
            <a:xfrm>
              <a:off x="5667815" y="101634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5" name="pt19175"/>
            <p:cNvSpPr/>
            <p:nvPr/>
          </p:nvSpPr>
          <p:spPr>
            <a:xfrm>
              <a:off x="6448877" y="9375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6" name="pt19176"/>
            <p:cNvSpPr/>
            <p:nvPr/>
          </p:nvSpPr>
          <p:spPr>
            <a:xfrm>
              <a:off x="6288586" y="969881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7" name="pt19177"/>
            <p:cNvSpPr/>
            <p:nvPr/>
          </p:nvSpPr>
          <p:spPr>
            <a:xfrm>
              <a:off x="6432475" y="92093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8" name="pt19178"/>
            <p:cNvSpPr/>
            <p:nvPr/>
          </p:nvSpPr>
          <p:spPr>
            <a:xfrm>
              <a:off x="6319049" y="99142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79" name="pt19179"/>
            <p:cNvSpPr/>
            <p:nvPr/>
          </p:nvSpPr>
          <p:spPr>
            <a:xfrm>
              <a:off x="6333788" y="98625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0" name="pt19180"/>
            <p:cNvSpPr/>
            <p:nvPr/>
          </p:nvSpPr>
          <p:spPr>
            <a:xfrm>
              <a:off x="6517127" y="94977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1" name="pt19181"/>
            <p:cNvSpPr/>
            <p:nvPr/>
          </p:nvSpPr>
          <p:spPr>
            <a:xfrm>
              <a:off x="5530298" y="94528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2" name="pt19182"/>
            <p:cNvSpPr/>
            <p:nvPr/>
          </p:nvSpPr>
          <p:spPr>
            <a:xfrm>
              <a:off x="5518445" y="94508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3" name="pg19183"/>
            <p:cNvSpPr/>
            <p:nvPr/>
          </p:nvSpPr>
          <p:spPr>
            <a:xfrm>
              <a:off x="6377060" y="929876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4" name="pt19184"/>
            <p:cNvSpPr/>
            <p:nvPr/>
          </p:nvSpPr>
          <p:spPr>
            <a:xfrm>
              <a:off x="6250185" y="9675927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5" name="pt19185"/>
            <p:cNvSpPr/>
            <p:nvPr/>
          </p:nvSpPr>
          <p:spPr>
            <a:xfrm>
              <a:off x="6757993" y="94974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6" name="pt19186"/>
            <p:cNvSpPr/>
            <p:nvPr/>
          </p:nvSpPr>
          <p:spPr>
            <a:xfrm>
              <a:off x="6300076" y="9653914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7" name="pg19187"/>
            <p:cNvSpPr/>
            <p:nvPr/>
          </p:nvSpPr>
          <p:spPr>
            <a:xfrm>
              <a:off x="6256970" y="96438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8" name="pt19188"/>
            <p:cNvSpPr/>
            <p:nvPr/>
          </p:nvSpPr>
          <p:spPr>
            <a:xfrm>
              <a:off x="6281092" y="9711361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89" name="pt19189"/>
            <p:cNvSpPr/>
            <p:nvPr/>
          </p:nvSpPr>
          <p:spPr>
            <a:xfrm>
              <a:off x="6446611" y="9469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0" name="pt19190"/>
            <p:cNvSpPr/>
            <p:nvPr/>
          </p:nvSpPr>
          <p:spPr>
            <a:xfrm>
              <a:off x="5614805" y="92964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1" name="pt19191"/>
            <p:cNvSpPr/>
            <p:nvPr/>
          </p:nvSpPr>
          <p:spPr>
            <a:xfrm>
              <a:off x="6869271" y="100696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2" name="pt19192"/>
            <p:cNvSpPr/>
            <p:nvPr/>
          </p:nvSpPr>
          <p:spPr>
            <a:xfrm>
              <a:off x="6930313" y="90306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3" name="pl19193"/>
            <p:cNvSpPr/>
            <p:nvPr/>
          </p:nvSpPr>
          <p:spPr>
            <a:xfrm>
              <a:off x="6453591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4" name="pl19194"/>
            <p:cNvSpPr/>
            <p:nvPr/>
          </p:nvSpPr>
          <p:spPr>
            <a:xfrm>
              <a:off x="6453591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5" name="pl19195"/>
            <p:cNvSpPr/>
            <p:nvPr/>
          </p:nvSpPr>
          <p:spPr>
            <a:xfrm>
              <a:off x="6443477" y="97374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6" name="pl19196"/>
            <p:cNvSpPr/>
            <p:nvPr/>
          </p:nvSpPr>
          <p:spPr>
            <a:xfrm>
              <a:off x="6478008" y="97029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197" name="pt19197"/>
            <p:cNvSpPr/>
            <p:nvPr/>
          </p:nvSpPr>
          <p:spPr>
            <a:xfrm>
              <a:off x="6272614" y="97414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8" name="pt19198"/>
            <p:cNvSpPr/>
            <p:nvPr/>
          </p:nvSpPr>
          <p:spPr>
            <a:xfrm>
              <a:off x="6449492" y="971666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199" name="pt19199"/>
            <p:cNvSpPr/>
            <p:nvPr/>
          </p:nvSpPr>
          <p:spPr>
            <a:xfrm>
              <a:off x="7026751" y="9140137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0" name="pl19200"/>
            <p:cNvSpPr/>
            <p:nvPr/>
          </p:nvSpPr>
          <p:spPr>
            <a:xfrm>
              <a:off x="6724639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1" name="pl19201"/>
            <p:cNvSpPr/>
            <p:nvPr/>
          </p:nvSpPr>
          <p:spPr>
            <a:xfrm>
              <a:off x="6724639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2" name="pl19202"/>
            <p:cNvSpPr/>
            <p:nvPr/>
          </p:nvSpPr>
          <p:spPr>
            <a:xfrm>
              <a:off x="6714525" y="973234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3" name="pl19203"/>
            <p:cNvSpPr/>
            <p:nvPr/>
          </p:nvSpPr>
          <p:spPr>
            <a:xfrm>
              <a:off x="6749056" y="969781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04" name="pt19204"/>
            <p:cNvSpPr/>
            <p:nvPr/>
          </p:nvSpPr>
          <p:spPr>
            <a:xfrm>
              <a:off x="6224393" y="97417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5" name="pt19205"/>
            <p:cNvSpPr/>
            <p:nvPr/>
          </p:nvSpPr>
          <p:spPr>
            <a:xfrm>
              <a:off x="6242248" y="96852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6" name="pt19206"/>
            <p:cNvSpPr/>
            <p:nvPr/>
          </p:nvSpPr>
          <p:spPr>
            <a:xfrm>
              <a:off x="6301445" y="968926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7" name="pt19207"/>
            <p:cNvSpPr/>
            <p:nvPr/>
          </p:nvSpPr>
          <p:spPr>
            <a:xfrm>
              <a:off x="6701423" y="96939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8" name="pt19208"/>
            <p:cNvSpPr/>
            <p:nvPr/>
          </p:nvSpPr>
          <p:spPr>
            <a:xfrm>
              <a:off x="6270849" y="971718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09" name="pt19209"/>
            <p:cNvSpPr/>
            <p:nvPr/>
          </p:nvSpPr>
          <p:spPr>
            <a:xfrm>
              <a:off x="6218830" y="95843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10" name="pl19210"/>
            <p:cNvSpPr/>
            <p:nvPr/>
          </p:nvSpPr>
          <p:spPr>
            <a:xfrm>
              <a:off x="6358595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1" name="pl19211"/>
            <p:cNvSpPr/>
            <p:nvPr/>
          </p:nvSpPr>
          <p:spPr>
            <a:xfrm>
              <a:off x="6358595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2" name="pl19212"/>
            <p:cNvSpPr/>
            <p:nvPr/>
          </p:nvSpPr>
          <p:spPr>
            <a:xfrm>
              <a:off x="6343096" y="975292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3" name="pl19213"/>
            <p:cNvSpPr/>
            <p:nvPr/>
          </p:nvSpPr>
          <p:spPr>
            <a:xfrm>
              <a:off x="6396012" y="970001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4" name="pl19214"/>
            <p:cNvSpPr/>
            <p:nvPr/>
          </p:nvSpPr>
          <p:spPr>
            <a:xfrm>
              <a:off x="5504887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5" name="pl19215"/>
            <p:cNvSpPr/>
            <p:nvPr/>
          </p:nvSpPr>
          <p:spPr>
            <a:xfrm>
              <a:off x="5504887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6" name="pl19216"/>
            <p:cNvSpPr/>
            <p:nvPr/>
          </p:nvSpPr>
          <p:spPr>
            <a:xfrm>
              <a:off x="5494773" y="97408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7" name="pl19217"/>
            <p:cNvSpPr/>
            <p:nvPr/>
          </p:nvSpPr>
          <p:spPr>
            <a:xfrm>
              <a:off x="5529304" y="970635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18" name="pt19218"/>
            <p:cNvSpPr/>
            <p:nvPr/>
          </p:nvSpPr>
          <p:spPr>
            <a:xfrm>
              <a:off x="6234660" y="964852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19" name="pl19219"/>
            <p:cNvSpPr/>
            <p:nvPr/>
          </p:nvSpPr>
          <p:spPr>
            <a:xfrm>
              <a:off x="6728266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0" name="pl19220"/>
            <p:cNvSpPr/>
            <p:nvPr/>
          </p:nvSpPr>
          <p:spPr>
            <a:xfrm>
              <a:off x="6728266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1" name="pl19221"/>
            <p:cNvSpPr/>
            <p:nvPr/>
          </p:nvSpPr>
          <p:spPr>
            <a:xfrm>
              <a:off x="6718152" y="97179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2" name="pl19222"/>
            <p:cNvSpPr/>
            <p:nvPr/>
          </p:nvSpPr>
          <p:spPr>
            <a:xfrm>
              <a:off x="6752683" y="96833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3" name="pl19223"/>
            <p:cNvSpPr/>
            <p:nvPr/>
          </p:nvSpPr>
          <p:spPr>
            <a:xfrm>
              <a:off x="6311214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4" name="pl19224"/>
            <p:cNvSpPr/>
            <p:nvPr/>
          </p:nvSpPr>
          <p:spPr>
            <a:xfrm>
              <a:off x="6311214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5" name="pl19225"/>
            <p:cNvSpPr/>
            <p:nvPr/>
          </p:nvSpPr>
          <p:spPr>
            <a:xfrm>
              <a:off x="6301100" y="10482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6" name="pl19226"/>
            <p:cNvSpPr/>
            <p:nvPr/>
          </p:nvSpPr>
          <p:spPr>
            <a:xfrm>
              <a:off x="6335631" y="10447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27" name="pt19227"/>
            <p:cNvSpPr/>
            <p:nvPr/>
          </p:nvSpPr>
          <p:spPr>
            <a:xfrm>
              <a:off x="6657940" y="88662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28" name="pt19228"/>
            <p:cNvSpPr/>
            <p:nvPr/>
          </p:nvSpPr>
          <p:spPr>
            <a:xfrm>
              <a:off x="6289780" y="98116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29" name="pl19229"/>
            <p:cNvSpPr/>
            <p:nvPr/>
          </p:nvSpPr>
          <p:spPr>
            <a:xfrm>
              <a:off x="6161864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0" name="pl19230"/>
            <p:cNvSpPr/>
            <p:nvPr/>
          </p:nvSpPr>
          <p:spPr>
            <a:xfrm>
              <a:off x="6161864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1" name="pt19231"/>
            <p:cNvSpPr/>
            <p:nvPr/>
          </p:nvSpPr>
          <p:spPr>
            <a:xfrm>
              <a:off x="6376659" y="989213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2" name="pl19232"/>
            <p:cNvSpPr/>
            <p:nvPr/>
          </p:nvSpPr>
          <p:spPr>
            <a:xfrm>
              <a:off x="6376659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3" name="pl19233"/>
            <p:cNvSpPr/>
            <p:nvPr/>
          </p:nvSpPr>
          <p:spPr>
            <a:xfrm>
              <a:off x="6376659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34" name="pt19234"/>
            <p:cNvSpPr/>
            <p:nvPr/>
          </p:nvSpPr>
          <p:spPr>
            <a:xfrm>
              <a:off x="6042841" y="91234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35" name="pt19235"/>
            <p:cNvSpPr/>
            <p:nvPr/>
          </p:nvSpPr>
          <p:spPr>
            <a:xfrm>
              <a:off x="5868136" y="904531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36" name="pt19236"/>
            <p:cNvSpPr/>
            <p:nvPr/>
          </p:nvSpPr>
          <p:spPr>
            <a:xfrm>
              <a:off x="6374526" y="9981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37" name="pt19237"/>
            <p:cNvSpPr/>
            <p:nvPr/>
          </p:nvSpPr>
          <p:spPr>
            <a:xfrm>
              <a:off x="5795457" y="89328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38" name="pt19238"/>
            <p:cNvSpPr/>
            <p:nvPr/>
          </p:nvSpPr>
          <p:spPr>
            <a:xfrm>
              <a:off x="6300342" y="9702412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39" name="pg19239"/>
            <p:cNvSpPr/>
            <p:nvPr/>
          </p:nvSpPr>
          <p:spPr>
            <a:xfrm>
              <a:off x="6299473" y="96144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0" name="pt19240"/>
            <p:cNvSpPr/>
            <p:nvPr/>
          </p:nvSpPr>
          <p:spPr>
            <a:xfrm>
              <a:off x="6383685" y="99822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1" name="pt19241"/>
            <p:cNvSpPr/>
            <p:nvPr/>
          </p:nvSpPr>
          <p:spPr>
            <a:xfrm>
              <a:off x="6177826" y="100007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2" name="pt19242"/>
            <p:cNvSpPr/>
            <p:nvPr/>
          </p:nvSpPr>
          <p:spPr>
            <a:xfrm>
              <a:off x="6790096" y="103208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3" name="pt19243"/>
            <p:cNvSpPr/>
            <p:nvPr/>
          </p:nvSpPr>
          <p:spPr>
            <a:xfrm>
              <a:off x="6571913" y="95981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4" name="pt19244"/>
            <p:cNvSpPr/>
            <p:nvPr/>
          </p:nvSpPr>
          <p:spPr>
            <a:xfrm>
              <a:off x="6389963" y="93875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5" name="pt19245"/>
            <p:cNvSpPr/>
            <p:nvPr/>
          </p:nvSpPr>
          <p:spPr>
            <a:xfrm>
              <a:off x="5597141" y="99621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6" name="pt19246"/>
            <p:cNvSpPr/>
            <p:nvPr/>
          </p:nvSpPr>
          <p:spPr>
            <a:xfrm>
              <a:off x="6482824" y="94721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7" name="pt19247"/>
            <p:cNvSpPr/>
            <p:nvPr/>
          </p:nvSpPr>
          <p:spPr>
            <a:xfrm>
              <a:off x="6272463" y="9722678"/>
              <a:ext cx="48833" cy="48833"/>
            </a:xfrm>
            <a:prstGeom prst="ellipse">
              <a:avLst/>
            </a:prstGeom>
            <a:solidFill>
              <a:srgbClr val="7570B3">
                <a:alpha val="5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8" name="pt19248"/>
            <p:cNvSpPr/>
            <p:nvPr/>
          </p:nvSpPr>
          <p:spPr>
            <a:xfrm>
              <a:off x="6622902" y="96361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49" name="pl19249"/>
            <p:cNvSpPr/>
            <p:nvPr/>
          </p:nvSpPr>
          <p:spPr>
            <a:xfrm>
              <a:off x="6371899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0" name="pl19250"/>
            <p:cNvSpPr/>
            <p:nvPr/>
          </p:nvSpPr>
          <p:spPr>
            <a:xfrm>
              <a:off x="6371899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51" name="pt19251"/>
            <p:cNvSpPr/>
            <p:nvPr/>
          </p:nvSpPr>
          <p:spPr>
            <a:xfrm>
              <a:off x="6257876" y="963022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2" name="pt19252"/>
            <p:cNvSpPr/>
            <p:nvPr/>
          </p:nvSpPr>
          <p:spPr>
            <a:xfrm>
              <a:off x="6530260" y="928701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3" name="pt19253"/>
            <p:cNvSpPr/>
            <p:nvPr/>
          </p:nvSpPr>
          <p:spPr>
            <a:xfrm>
              <a:off x="6247466" y="9634387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4" name="pt19254"/>
            <p:cNvSpPr/>
            <p:nvPr/>
          </p:nvSpPr>
          <p:spPr>
            <a:xfrm>
              <a:off x="6717568" y="93813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5" name="pt19255"/>
            <p:cNvSpPr/>
            <p:nvPr/>
          </p:nvSpPr>
          <p:spPr>
            <a:xfrm>
              <a:off x="6477417" y="9439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6" name="pt19256"/>
            <p:cNvSpPr/>
            <p:nvPr/>
          </p:nvSpPr>
          <p:spPr>
            <a:xfrm>
              <a:off x="5951364" y="103763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7" name="pt19257"/>
            <p:cNvSpPr/>
            <p:nvPr/>
          </p:nvSpPr>
          <p:spPr>
            <a:xfrm>
              <a:off x="6276046" y="104979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8" name="pt19258"/>
            <p:cNvSpPr/>
            <p:nvPr/>
          </p:nvSpPr>
          <p:spPr>
            <a:xfrm>
              <a:off x="7068872" y="100215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59" name="pt19259"/>
            <p:cNvSpPr/>
            <p:nvPr/>
          </p:nvSpPr>
          <p:spPr>
            <a:xfrm>
              <a:off x="6243257" y="973742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0" name="pt19260"/>
            <p:cNvSpPr/>
            <p:nvPr/>
          </p:nvSpPr>
          <p:spPr>
            <a:xfrm>
              <a:off x="6554847" y="94087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1" name="pt19261"/>
            <p:cNvSpPr/>
            <p:nvPr/>
          </p:nvSpPr>
          <p:spPr>
            <a:xfrm>
              <a:off x="6285122" y="9648720"/>
              <a:ext cx="67219" cy="6721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2" name="pt19262"/>
            <p:cNvSpPr/>
            <p:nvPr/>
          </p:nvSpPr>
          <p:spPr>
            <a:xfrm>
              <a:off x="6291024" y="96555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3" name="pt19263"/>
            <p:cNvSpPr/>
            <p:nvPr/>
          </p:nvSpPr>
          <p:spPr>
            <a:xfrm>
              <a:off x="6307200" y="97332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4" name="pt19264"/>
            <p:cNvSpPr/>
            <p:nvPr/>
          </p:nvSpPr>
          <p:spPr>
            <a:xfrm>
              <a:off x="6099905" y="8816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5" name="pt19265"/>
            <p:cNvSpPr/>
            <p:nvPr/>
          </p:nvSpPr>
          <p:spPr>
            <a:xfrm>
              <a:off x="6221618" y="8800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6" name="pt19266"/>
            <p:cNvSpPr/>
            <p:nvPr/>
          </p:nvSpPr>
          <p:spPr>
            <a:xfrm>
              <a:off x="6280786" y="973310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7" name="pt19267"/>
            <p:cNvSpPr/>
            <p:nvPr/>
          </p:nvSpPr>
          <p:spPr>
            <a:xfrm>
              <a:off x="6886014" y="102242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8" name="pt19268"/>
            <p:cNvSpPr/>
            <p:nvPr/>
          </p:nvSpPr>
          <p:spPr>
            <a:xfrm>
              <a:off x="6335914" y="101640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69" name="pt19269"/>
            <p:cNvSpPr/>
            <p:nvPr/>
          </p:nvSpPr>
          <p:spPr>
            <a:xfrm>
              <a:off x="6389383" y="97260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0" name="pt19270"/>
            <p:cNvSpPr/>
            <p:nvPr/>
          </p:nvSpPr>
          <p:spPr>
            <a:xfrm>
              <a:off x="6425790" y="9617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1" name="pt19271"/>
            <p:cNvSpPr/>
            <p:nvPr/>
          </p:nvSpPr>
          <p:spPr>
            <a:xfrm>
              <a:off x="6252242" y="9639110"/>
              <a:ext cx="89944" cy="89944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2" name="pt19272"/>
            <p:cNvSpPr/>
            <p:nvPr/>
          </p:nvSpPr>
          <p:spPr>
            <a:xfrm>
              <a:off x="6266216" y="9662826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3" name="pt19273"/>
            <p:cNvSpPr/>
            <p:nvPr/>
          </p:nvSpPr>
          <p:spPr>
            <a:xfrm>
              <a:off x="6643869" y="94114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4" name="pt19274"/>
            <p:cNvSpPr/>
            <p:nvPr/>
          </p:nvSpPr>
          <p:spPr>
            <a:xfrm>
              <a:off x="5894459" y="8958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5" name="pt19275"/>
            <p:cNvSpPr/>
            <p:nvPr/>
          </p:nvSpPr>
          <p:spPr>
            <a:xfrm>
              <a:off x="6345880" y="10178334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6" name="pl19276"/>
            <p:cNvSpPr/>
            <p:nvPr/>
          </p:nvSpPr>
          <p:spPr>
            <a:xfrm>
              <a:off x="6345880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7" name="pl19277"/>
            <p:cNvSpPr/>
            <p:nvPr/>
          </p:nvSpPr>
          <p:spPr>
            <a:xfrm>
              <a:off x="6345880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78" name="pt19278"/>
            <p:cNvSpPr/>
            <p:nvPr/>
          </p:nvSpPr>
          <p:spPr>
            <a:xfrm>
              <a:off x="5995651" y="8853429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79" name="pt19279"/>
            <p:cNvSpPr/>
            <p:nvPr/>
          </p:nvSpPr>
          <p:spPr>
            <a:xfrm>
              <a:off x="6270684" y="9828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0" name="pt19280"/>
            <p:cNvSpPr/>
            <p:nvPr/>
          </p:nvSpPr>
          <p:spPr>
            <a:xfrm>
              <a:off x="6306261" y="9730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1" name="pl19281"/>
            <p:cNvSpPr/>
            <p:nvPr/>
          </p:nvSpPr>
          <p:spPr>
            <a:xfrm>
              <a:off x="6211218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2" name="pl19282"/>
            <p:cNvSpPr/>
            <p:nvPr/>
          </p:nvSpPr>
          <p:spPr>
            <a:xfrm>
              <a:off x="6211218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283" name="pt19283"/>
            <p:cNvSpPr/>
            <p:nvPr/>
          </p:nvSpPr>
          <p:spPr>
            <a:xfrm>
              <a:off x="6350615" y="9638969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4" name="pt19284"/>
            <p:cNvSpPr/>
            <p:nvPr/>
          </p:nvSpPr>
          <p:spPr>
            <a:xfrm>
              <a:off x="6598656" y="10407535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5" name="pt19285"/>
            <p:cNvSpPr/>
            <p:nvPr/>
          </p:nvSpPr>
          <p:spPr>
            <a:xfrm>
              <a:off x="6316348" y="97168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6" name="pt19286"/>
            <p:cNvSpPr/>
            <p:nvPr/>
          </p:nvSpPr>
          <p:spPr>
            <a:xfrm>
              <a:off x="6370093" y="93175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7" name="pt19287"/>
            <p:cNvSpPr/>
            <p:nvPr/>
          </p:nvSpPr>
          <p:spPr>
            <a:xfrm>
              <a:off x="6461736" y="94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8" name="pt19288"/>
            <p:cNvSpPr/>
            <p:nvPr/>
          </p:nvSpPr>
          <p:spPr>
            <a:xfrm>
              <a:off x="6204957" y="1035183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89" name="pt19289"/>
            <p:cNvSpPr/>
            <p:nvPr/>
          </p:nvSpPr>
          <p:spPr>
            <a:xfrm>
              <a:off x="6247175" y="9730185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0" name="pt19290"/>
            <p:cNvSpPr/>
            <p:nvPr/>
          </p:nvSpPr>
          <p:spPr>
            <a:xfrm>
              <a:off x="6274261" y="9684605"/>
              <a:ext cx="80678" cy="80678"/>
            </a:xfrm>
            <a:prstGeom prst="ellipse">
              <a:avLst/>
            </a:prstGeom>
            <a:solidFill>
              <a:srgbClr val="7570B3">
                <a:alpha val="7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1" name="pt19291"/>
            <p:cNvSpPr/>
            <p:nvPr/>
          </p:nvSpPr>
          <p:spPr>
            <a:xfrm>
              <a:off x="6341202" y="970325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2" name="pt19292"/>
            <p:cNvSpPr/>
            <p:nvPr/>
          </p:nvSpPr>
          <p:spPr>
            <a:xfrm>
              <a:off x="6337681" y="9703117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3" name="pt19293"/>
            <p:cNvSpPr/>
            <p:nvPr/>
          </p:nvSpPr>
          <p:spPr>
            <a:xfrm>
              <a:off x="6295228" y="974692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4" name="pt19294"/>
            <p:cNvSpPr/>
            <p:nvPr/>
          </p:nvSpPr>
          <p:spPr>
            <a:xfrm>
              <a:off x="6256887" y="95003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5" name="pt19295"/>
            <p:cNvSpPr/>
            <p:nvPr/>
          </p:nvSpPr>
          <p:spPr>
            <a:xfrm>
              <a:off x="7063049" y="100114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6" name="pt19296"/>
            <p:cNvSpPr/>
            <p:nvPr/>
          </p:nvSpPr>
          <p:spPr>
            <a:xfrm>
              <a:off x="6241722" y="9660710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7" name="pt19297"/>
            <p:cNvSpPr/>
            <p:nvPr/>
          </p:nvSpPr>
          <p:spPr>
            <a:xfrm>
              <a:off x="6003976" y="8854120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8" name="pt19298"/>
            <p:cNvSpPr/>
            <p:nvPr/>
          </p:nvSpPr>
          <p:spPr>
            <a:xfrm>
              <a:off x="6315551" y="99223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299" name="pt19299"/>
            <p:cNvSpPr/>
            <p:nvPr/>
          </p:nvSpPr>
          <p:spPr>
            <a:xfrm>
              <a:off x="6370479" y="94281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0" name="pt19300"/>
            <p:cNvSpPr/>
            <p:nvPr/>
          </p:nvSpPr>
          <p:spPr>
            <a:xfrm>
              <a:off x="6280685" y="10498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1" name="pg19301"/>
            <p:cNvSpPr/>
            <p:nvPr/>
          </p:nvSpPr>
          <p:spPr>
            <a:xfrm>
              <a:off x="6232595" y="97122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2" name="pt19302"/>
            <p:cNvSpPr/>
            <p:nvPr/>
          </p:nvSpPr>
          <p:spPr>
            <a:xfrm>
              <a:off x="6852540" y="93333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3" name="pt19303"/>
            <p:cNvSpPr/>
            <p:nvPr/>
          </p:nvSpPr>
          <p:spPr>
            <a:xfrm>
              <a:off x="6569152" y="94994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4" name="pt19304"/>
            <p:cNvSpPr/>
            <p:nvPr/>
          </p:nvSpPr>
          <p:spPr>
            <a:xfrm>
              <a:off x="6327720" y="9730081"/>
              <a:ext cx="48833" cy="48833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5" name="pt19305"/>
            <p:cNvSpPr/>
            <p:nvPr/>
          </p:nvSpPr>
          <p:spPr>
            <a:xfrm>
              <a:off x="6867912" y="100580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6" name="pt19306"/>
            <p:cNvSpPr/>
            <p:nvPr/>
          </p:nvSpPr>
          <p:spPr>
            <a:xfrm>
              <a:off x="6338938" y="9246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7" name="pg19307"/>
            <p:cNvSpPr/>
            <p:nvPr/>
          </p:nvSpPr>
          <p:spPr>
            <a:xfrm>
              <a:off x="6573550" y="9527256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8" name="pt19308"/>
            <p:cNvSpPr/>
            <p:nvPr/>
          </p:nvSpPr>
          <p:spPr>
            <a:xfrm>
              <a:off x="6407596" y="96255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09" name="pl19309"/>
            <p:cNvSpPr/>
            <p:nvPr/>
          </p:nvSpPr>
          <p:spPr>
            <a:xfrm>
              <a:off x="6130114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0" name="pl19310"/>
            <p:cNvSpPr/>
            <p:nvPr/>
          </p:nvSpPr>
          <p:spPr>
            <a:xfrm>
              <a:off x="6130114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1" name="pl19311"/>
            <p:cNvSpPr/>
            <p:nvPr/>
          </p:nvSpPr>
          <p:spPr>
            <a:xfrm>
              <a:off x="6120000" y="979688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2" name="pl19312"/>
            <p:cNvSpPr/>
            <p:nvPr/>
          </p:nvSpPr>
          <p:spPr>
            <a:xfrm>
              <a:off x="6154531" y="97623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13" name="pg19313"/>
            <p:cNvSpPr/>
            <p:nvPr/>
          </p:nvSpPr>
          <p:spPr>
            <a:xfrm>
              <a:off x="6198716" y="95264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4" name="pt19314"/>
            <p:cNvSpPr/>
            <p:nvPr/>
          </p:nvSpPr>
          <p:spPr>
            <a:xfrm>
              <a:off x="6786477" y="9496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5" name="pg19315"/>
            <p:cNvSpPr/>
            <p:nvPr/>
          </p:nvSpPr>
          <p:spPr>
            <a:xfrm>
              <a:off x="6212945" y="955394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6" name="pt19316"/>
            <p:cNvSpPr/>
            <p:nvPr/>
          </p:nvSpPr>
          <p:spPr>
            <a:xfrm>
              <a:off x="6234123" y="964389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7" name="pg19317"/>
            <p:cNvSpPr/>
            <p:nvPr/>
          </p:nvSpPr>
          <p:spPr>
            <a:xfrm>
              <a:off x="6371217" y="9247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8" name="pt19318"/>
            <p:cNvSpPr/>
            <p:nvPr/>
          </p:nvSpPr>
          <p:spPr>
            <a:xfrm>
              <a:off x="6913664" y="10231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19" name="pt19319"/>
            <p:cNvSpPr/>
            <p:nvPr/>
          </p:nvSpPr>
          <p:spPr>
            <a:xfrm>
              <a:off x="6283876" y="9678044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0" name="pt19320"/>
            <p:cNvSpPr/>
            <p:nvPr/>
          </p:nvSpPr>
          <p:spPr>
            <a:xfrm>
              <a:off x="6217191" y="957571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1" name="pt19321"/>
            <p:cNvSpPr/>
            <p:nvPr/>
          </p:nvSpPr>
          <p:spPr>
            <a:xfrm>
              <a:off x="6162367" y="9737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2" name="pt19322"/>
            <p:cNvSpPr/>
            <p:nvPr/>
          </p:nvSpPr>
          <p:spPr>
            <a:xfrm>
              <a:off x="6418837" y="87899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3" name="pt19323"/>
            <p:cNvSpPr/>
            <p:nvPr/>
          </p:nvSpPr>
          <p:spPr>
            <a:xfrm>
              <a:off x="6447399" y="8809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4" name="pt19324"/>
            <p:cNvSpPr/>
            <p:nvPr/>
          </p:nvSpPr>
          <p:spPr>
            <a:xfrm>
              <a:off x="5644394" y="9961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5" name="pt19325"/>
            <p:cNvSpPr/>
            <p:nvPr/>
          </p:nvSpPr>
          <p:spPr>
            <a:xfrm>
              <a:off x="6487108" y="9478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26" name="pl19326"/>
            <p:cNvSpPr/>
            <p:nvPr/>
          </p:nvSpPr>
          <p:spPr>
            <a:xfrm>
              <a:off x="6406758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7" name="pl19327"/>
            <p:cNvSpPr/>
            <p:nvPr/>
          </p:nvSpPr>
          <p:spPr>
            <a:xfrm>
              <a:off x="6406758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8" name="pl19328"/>
            <p:cNvSpPr/>
            <p:nvPr/>
          </p:nvSpPr>
          <p:spPr>
            <a:xfrm>
              <a:off x="6396644" y="96579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29" name="pl19329"/>
            <p:cNvSpPr/>
            <p:nvPr/>
          </p:nvSpPr>
          <p:spPr>
            <a:xfrm>
              <a:off x="6431175" y="96234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30" name="pt19330"/>
            <p:cNvSpPr/>
            <p:nvPr/>
          </p:nvSpPr>
          <p:spPr>
            <a:xfrm>
              <a:off x="6275723" y="9676481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1" name="pt19331"/>
            <p:cNvSpPr/>
            <p:nvPr/>
          </p:nvSpPr>
          <p:spPr>
            <a:xfrm>
              <a:off x="6684677" y="9291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2" name="pt19332"/>
            <p:cNvSpPr/>
            <p:nvPr/>
          </p:nvSpPr>
          <p:spPr>
            <a:xfrm>
              <a:off x="6297767" y="9632944"/>
              <a:ext cx="80678" cy="80678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3" name="pt19333"/>
            <p:cNvSpPr/>
            <p:nvPr/>
          </p:nvSpPr>
          <p:spPr>
            <a:xfrm>
              <a:off x="6270428" y="9685933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4" name="pt19334"/>
            <p:cNvSpPr/>
            <p:nvPr/>
          </p:nvSpPr>
          <p:spPr>
            <a:xfrm>
              <a:off x="6277222" y="94871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5" name="pt19335"/>
            <p:cNvSpPr/>
            <p:nvPr/>
          </p:nvSpPr>
          <p:spPr>
            <a:xfrm>
              <a:off x="5784442" y="102579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6" name="pt19336"/>
            <p:cNvSpPr/>
            <p:nvPr/>
          </p:nvSpPr>
          <p:spPr>
            <a:xfrm>
              <a:off x="6277308" y="971614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7" name="pt19337"/>
            <p:cNvSpPr/>
            <p:nvPr/>
          </p:nvSpPr>
          <p:spPr>
            <a:xfrm>
              <a:off x="6232705" y="100632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8" name="pt19338"/>
            <p:cNvSpPr/>
            <p:nvPr/>
          </p:nvSpPr>
          <p:spPr>
            <a:xfrm>
              <a:off x="6444571" y="9465303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39" name="pt19339"/>
            <p:cNvSpPr/>
            <p:nvPr/>
          </p:nvSpPr>
          <p:spPr>
            <a:xfrm>
              <a:off x="6232320" y="9636067"/>
              <a:ext cx="89944" cy="8994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0" name="pt19340"/>
            <p:cNvSpPr/>
            <p:nvPr/>
          </p:nvSpPr>
          <p:spPr>
            <a:xfrm>
              <a:off x="6491114" y="944224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1" name="pt19341"/>
            <p:cNvSpPr/>
            <p:nvPr/>
          </p:nvSpPr>
          <p:spPr>
            <a:xfrm>
              <a:off x="5538175" y="9344366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2" name="pt19342"/>
            <p:cNvSpPr/>
            <p:nvPr/>
          </p:nvSpPr>
          <p:spPr>
            <a:xfrm>
              <a:off x="6288582" y="97200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3" name="pt19343"/>
            <p:cNvSpPr/>
            <p:nvPr/>
          </p:nvSpPr>
          <p:spPr>
            <a:xfrm>
              <a:off x="6371814" y="937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4" name="pt19344"/>
            <p:cNvSpPr/>
            <p:nvPr/>
          </p:nvSpPr>
          <p:spPr>
            <a:xfrm>
              <a:off x="6247824" y="972577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5" name="pt19345"/>
            <p:cNvSpPr/>
            <p:nvPr/>
          </p:nvSpPr>
          <p:spPr>
            <a:xfrm>
              <a:off x="6412614" y="92737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6" name="pt19346"/>
            <p:cNvSpPr/>
            <p:nvPr/>
          </p:nvSpPr>
          <p:spPr>
            <a:xfrm>
              <a:off x="6598665" y="10421964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7" name="pt19347"/>
            <p:cNvSpPr/>
            <p:nvPr/>
          </p:nvSpPr>
          <p:spPr>
            <a:xfrm>
              <a:off x="6241055" y="9673809"/>
              <a:ext cx="80678" cy="80678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8" name="pt19348"/>
            <p:cNvSpPr/>
            <p:nvPr/>
          </p:nvSpPr>
          <p:spPr>
            <a:xfrm>
              <a:off x="6418896" y="93922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49" name="pt19349"/>
            <p:cNvSpPr/>
            <p:nvPr/>
          </p:nvSpPr>
          <p:spPr>
            <a:xfrm>
              <a:off x="5533971" y="986347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0" name="pt19350"/>
            <p:cNvSpPr/>
            <p:nvPr/>
          </p:nvSpPr>
          <p:spPr>
            <a:xfrm>
              <a:off x="5913309" y="90539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1" name="pt19351"/>
            <p:cNvSpPr/>
            <p:nvPr/>
          </p:nvSpPr>
          <p:spPr>
            <a:xfrm>
              <a:off x="6129712" y="975570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2" name="pt19352"/>
            <p:cNvSpPr/>
            <p:nvPr/>
          </p:nvSpPr>
          <p:spPr>
            <a:xfrm>
              <a:off x="6529036" y="882401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3" name="pt19353"/>
            <p:cNvSpPr/>
            <p:nvPr/>
          </p:nvSpPr>
          <p:spPr>
            <a:xfrm>
              <a:off x="6283736" y="9682166"/>
              <a:ext cx="80678" cy="80678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4" name="pg19354"/>
            <p:cNvSpPr/>
            <p:nvPr/>
          </p:nvSpPr>
          <p:spPr>
            <a:xfrm>
              <a:off x="6824806" y="893338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5" name="pt19355"/>
            <p:cNvSpPr/>
            <p:nvPr/>
          </p:nvSpPr>
          <p:spPr>
            <a:xfrm>
              <a:off x="6224957" y="950945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6" name="pt19356"/>
            <p:cNvSpPr/>
            <p:nvPr/>
          </p:nvSpPr>
          <p:spPr>
            <a:xfrm>
              <a:off x="6297512" y="9656470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7" name="pt19357"/>
            <p:cNvSpPr/>
            <p:nvPr/>
          </p:nvSpPr>
          <p:spPr>
            <a:xfrm>
              <a:off x="6127249" y="91380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8" name="pt19358"/>
            <p:cNvSpPr/>
            <p:nvPr/>
          </p:nvSpPr>
          <p:spPr>
            <a:xfrm>
              <a:off x="6231753" y="959218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59" name="pt19359"/>
            <p:cNvSpPr/>
            <p:nvPr/>
          </p:nvSpPr>
          <p:spPr>
            <a:xfrm>
              <a:off x="6211775" y="946813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0" name="pt19360"/>
            <p:cNvSpPr/>
            <p:nvPr/>
          </p:nvSpPr>
          <p:spPr>
            <a:xfrm>
              <a:off x="6496019" y="9619727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1" name="pt19361"/>
            <p:cNvSpPr/>
            <p:nvPr/>
          </p:nvSpPr>
          <p:spPr>
            <a:xfrm>
              <a:off x="6288482" y="977415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2" name="pg19362"/>
            <p:cNvSpPr/>
            <p:nvPr/>
          </p:nvSpPr>
          <p:spPr>
            <a:xfrm>
              <a:off x="6238120" y="968018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3" name="pt19363"/>
            <p:cNvSpPr/>
            <p:nvPr/>
          </p:nvSpPr>
          <p:spPr>
            <a:xfrm>
              <a:off x="6229078" y="96838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4" name="pt19364"/>
            <p:cNvSpPr/>
            <p:nvPr/>
          </p:nvSpPr>
          <p:spPr>
            <a:xfrm>
              <a:off x="6621805" y="96411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5" name="pt19365"/>
            <p:cNvSpPr/>
            <p:nvPr/>
          </p:nvSpPr>
          <p:spPr>
            <a:xfrm>
              <a:off x="7144208" y="9486962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6" name="pt19366"/>
            <p:cNvSpPr/>
            <p:nvPr/>
          </p:nvSpPr>
          <p:spPr>
            <a:xfrm>
              <a:off x="6248081" y="10008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7" name="pt19367"/>
            <p:cNvSpPr/>
            <p:nvPr/>
          </p:nvSpPr>
          <p:spPr>
            <a:xfrm>
              <a:off x="6560526" y="93801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8" name="pt19368"/>
            <p:cNvSpPr/>
            <p:nvPr/>
          </p:nvSpPr>
          <p:spPr>
            <a:xfrm>
              <a:off x="6034430" y="958180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69" name="pt19369"/>
            <p:cNvSpPr/>
            <p:nvPr/>
          </p:nvSpPr>
          <p:spPr>
            <a:xfrm>
              <a:off x="6098634" y="9677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0" name="pt19370"/>
            <p:cNvSpPr/>
            <p:nvPr/>
          </p:nvSpPr>
          <p:spPr>
            <a:xfrm>
              <a:off x="6414567" y="9208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1" name="pt19371"/>
            <p:cNvSpPr/>
            <p:nvPr/>
          </p:nvSpPr>
          <p:spPr>
            <a:xfrm>
              <a:off x="6196839" y="9731516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2" name="pt19372"/>
            <p:cNvSpPr/>
            <p:nvPr/>
          </p:nvSpPr>
          <p:spPr>
            <a:xfrm>
              <a:off x="6251640" y="94681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3" name="pt19373"/>
            <p:cNvSpPr/>
            <p:nvPr/>
          </p:nvSpPr>
          <p:spPr>
            <a:xfrm>
              <a:off x="6345445" y="9267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4" name="pt19374"/>
            <p:cNvSpPr/>
            <p:nvPr/>
          </p:nvSpPr>
          <p:spPr>
            <a:xfrm>
              <a:off x="7164799" y="96272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5" name="pt19375"/>
            <p:cNvSpPr/>
            <p:nvPr/>
          </p:nvSpPr>
          <p:spPr>
            <a:xfrm>
              <a:off x="6265904" y="94727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6" name="pt19376"/>
            <p:cNvSpPr/>
            <p:nvPr/>
          </p:nvSpPr>
          <p:spPr>
            <a:xfrm>
              <a:off x="6260196" y="9666855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7" name="pt19377"/>
            <p:cNvSpPr/>
            <p:nvPr/>
          </p:nvSpPr>
          <p:spPr>
            <a:xfrm>
              <a:off x="6273233" y="97283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8" name="pt19378"/>
            <p:cNvSpPr/>
            <p:nvPr/>
          </p:nvSpPr>
          <p:spPr>
            <a:xfrm>
              <a:off x="6939750" y="9045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79" name="pt19379"/>
            <p:cNvSpPr/>
            <p:nvPr/>
          </p:nvSpPr>
          <p:spPr>
            <a:xfrm>
              <a:off x="6645279" y="95486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80" name="pt19380"/>
            <p:cNvSpPr/>
            <p:nvPr/>
          </p:nvSpPr>
          <p:spPr>
            <a:xfrm>
              <a:off x="6105778" y="97813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81" name="pt19381"/>
            <p:cNvSpPr/>
            <p:nvPr/>
          </p:nvSpPr>
          <p:spPr>
            <a:xfrm>
              <a:off x="6298970" y="9699612"/>
              <a:ext cx="67219" cy="67219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82" name="pl19382"/>
            <p:cNvSpPr/>
            <p:nvPr/>
          </p:nvSpPr>
          <p:spPr>
            <a:xfrm>
              <a:off x="6198783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3" name="pl19383"/>
            <p:cNvSpPr/>
            <p:nvPr/>
          </p:nvSpPr>
          <p:spPr>
            <a:xfrm>
              <a:off x="6198783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4" name="pl19384"/>
            <p:cNvSpPr/>
            <p:nvPr/>
          </p:nvSpPr>
          <p:spPr>
            <a:xfrm>
              <a:off x="6178124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5" name="pl19385"/>
            <p:cNvSpPr/>
            <p:nvPr/>
          </p:nvSpPr>
          <p:spPr>
            <a:xfrm>
              <a:off x="6178124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6" name="pl19386"/>
            <p:cNvSpPr/>
            <p:nvPr/>
          </p:nvSpPr>
          <p:spPr>
            <a:xfrm>
              <a:off x="6174751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7" name="pl19387"/>
            <p:cNvSpPr/>
            <p:nvPr/>
          </p:nvSpPr>
          <p:spPr>
            <a:xfrm>
              <a:off x="6174751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88" name="pg19388"/>
            <p:cNvSpPr/>
            <p:nvPr/>
          </p:nvSpPr>
          <p:spPr>
            <a:xfrm>
              <a:off x="6250051" y="961552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89" name="pg19389"/>
            <p:cNvSpPr/>
            <p:nvPr/>
          </p:nvSpPr>
          <p:spPr>
            <a:xfrm>
              <a:off x="6344305" y="991715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0" name="pg19390"/>
            <p:cNvSpPr/>
            <p:nvPr/>
          </p:nvSpPr>
          <p:spPr>
            <a:xfrm>
              <a:off x="6246382" y="94344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1" name="pt19391"/>
            <p:cNvSpPr/>
            <p:nvPr/>
          </p:nvSpPr>
          <p:spPr>
            <a:xfrm>
              <a:off x="6240576" y="9672150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2" name="pt19392"/>
            <p:cNvSpPr/>
            <p:nvPr/>
          </p:nvSpPr>
          <p:spPr>
            <a:xfrm>
              <a:off x="6263929" y="9670331"/>
              <a:ext cx="48833" cy="48833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3" name="pt19393"/>
            <p:cNvSpPr/>
            <p:nvPr/>
          </p:nvSpPr>
          <p:spPr>
            <a:xfrm>
              <a:off x="6203534" y="971260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4" name="pt19394"/>
            <p:cNvSpPr/>
            <p:nvPr/>
          </p:nvSpPr>
          <p:spPr>
            <a:xfrm>
              <a:off x="6251336" y="9661897"/>
              <a:ext cx="48833" cy="48833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5" name="pt19395"/>
            <p:cNvSpPr/>
            <p:nvPr/>
          </p:nvSpPr>
          <p:spPr>
            <a:xfrm>
              <a:off x="6240884" y="9576685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6" name="pt19396"/>
            <p:cNvSpPr/>
            <p:nvPr/>
          </p:nvSpPr>
          <p:spPr>
            <a:xfrm>
              <a:off x="6287891" y="970015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7" name="pt19397"/>
            <p:cNvSpPr/>
            <p:nvPr/>
          </p:nvSpPr>
          <p:spPr>
            <a:xfrm>
              <a:off x="6273087" y="9682462"/>
              <a:ext cx="80678" cy="80678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398" name="pl19398"/>
            <p:cNvSpPr/>
            <p:nvPr/>
          </p:nvSpPr>
          <p:spPr>
            <a:xfrm>
              <a:off x="6239677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399" name="pl19399"/>
            <p:cNvSpPr/>
            <p:nvPr/>
          </p:nvSpPr>
          <p:spPr>
            <a:xfrm>
              <a:off x="6239677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0" name="pl19400"/>
            <p:cNvSpPr/>
            <p:nvPr/>
          </p:nvSpPr>
          <p:spPr>
            <a:xfrm>
              <a:off x="6229563" y="9595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1" name="pl19401"/>
            <p:cNvSpPr/>
            <p:nvPr/>
          </p:nvSpPr>
          <p:spPr>
            <a:xfrm>
              <a:off x="6264093" y="9561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02" name="pt19402"/>
            <p:cNvSpPr/>
            <p:nvPr/>
          </p:nvSpPr>
          <p:spPr>
            <a:xfrm>
              <a:off x="6220721" y="967286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3" name="pt19403"/>
            <p:cNvSpPr/>
            <p:nvPr/>
          </p:nvSpPr>
          <p:spPr>
            <a:xfrm>
              <a:off x="5705741" y="9004365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4" name="pt19404"/>
            <p:cNvSpPr/>
            <p:nvPr/>
          </p:nvSpPr>
          <p:spPr>
            <a:xfrm>
              <a:off x="6237966" y="9699751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5" name="pt19405"/>
            <p:cNvSpPr/>
            <p:nvPr/>
          </p:nvSpPr>
          <p:spPr>
            <a:xfrm>
              <a:off x="6295278" y="9652269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6" name="pt19406"/>
            <p:cNvSpPr/>
            <p:nvPr/>
          </p:nvSpPr>
          <p:spPr>
            <a:xfrm>
              <a:off x="7023356" y="10088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7" name="pt19407"/>
            <p:cNvSpPr/>
            <p:nvPr/>
          </p:nvSpPr>
          <p:spPr>
            <a:xfrm>
              <a:off x="5672537" y="101235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8" name="pt19408"/>
            <p:cNvSpPr/>
            <p:nvPr/>
          </p:nvSpPr>
          <p:spPr>
            <a:xfrm>
              <a:off x="6317989" y="9643235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09" name="pt19409"/>
            <p:cNvSpPr/>
            <p:nvPr/>
          </p:nvSpPr>
          <p:spPr>
            <a:xfrm>
              <a:off x="6919880" y="9326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0" name="pt19410"/>
            <p:cNvSpPr/>
            <p:nvPr/>
          </p:nvSpPr>
          <p:spPr>
            <a:xfrm>
              <a:off x="6608693" y="933219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1" name="pt19411"/>
            <p:cNvSpPr/>
            <p:nvPr/>
          </p:nvSpPr>
          <p:spPr>
            <a:xfrm>
              <a:off x="6990320" y="101405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2" name="pl19412"/>
            <p:cNvSpPr/>
            <p:nvPr/>
          </p:nvSpPr>
          <p:spPr>
            <a:xfrm>
              <a:off x="6186936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3" name="pl19413"/>
            <p:cNvSpPr/>
            <p:nvPr/>
          </p:nvSpPr>
          <p:spPr>
            <a:xfrm>
              <a:off x="6186936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4" name="pl19414"/>
            <p:cNvSpPr/>
            <p:nvPr/>
          </p:nvSpPr>
          <p:spPr>
            <a:xfrm>
              <a:off x="6176822" y="89563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5" name="pl19415"/>
            <p:cNvSpPr/>
            <p:nvPr/>
          </p:nvSpPr>
          <p:spPr>
            <a:xfrm>
              <a:off x="6211353" y="89218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16" name="pt19416"/>
            <p:cNvSpPr/>
            <p:nvPr/>
          </p:nvSpPr>
          <p:spPr>
            <a:xfrm>
              <a:off x="6321094" y="9641918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7" name="pt19417"/>
            <p:cNvSpPr/>
            <p:nvPr/>
          </p:nvSpPr>
          <p:spPr>
            <a:xfrm>
              <a:off x="6294428" y="97874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8" name="pt19418"/>
            <p:cNvSpPr/>
            <p:nvPr/>
          </p:nvSpPr>
          <p:spPr>
            <a:xfrm>
              <a:off x="6137351" y="91575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19" name="pt19419"/>
            <p:cNvSpPr/>
            <p:nvPr/>
          </p:nvSpPr>
          <p:spPr>
            <a:xfrm>
              <a:off x="6268967" y="9653982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0" name="pt19420"/>
            <p:cNvSpPr/>
            <p:nvPr/>
          </p:nvSpPr>
          <p:spPr>
            <a:xfrm>
              <a:off x="6647412" y="94000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1" name="pt19421"/>
            <p:cNvSpPr/>
            <p:nvPr/>
          </p:nvSpPr>
          <p:spPr>
            <a:xfrm>
              <a:off x="6271058" y="966083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2" name="pt19422"/>
            <p:cNvSpPr/>
            <p:nvPr/>
          </p:nvSpPr>
          <p:spPr>
            <a:xfrm>
              <a:off x="6525962" y="929058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3" name="pt19423"/>
            <p:cNvSpPr/>
            <p:nvPr/>
          </p:nvSpPr>
          <p:spPr>
            <a:xfrm>
              <a:off x="6250787" y="9631162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4" name="pt19424"/>
            <p:cNvSpPr/>
            <p:nvPr/>
          </p:nvSpPr>
          <p:spPr>
            <a:xfrm>
              <a:off x="6310881" y="97277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5" name="pt19425"/>
            <p:cNvSpPr/>
            <p:nvPr/>
          </p:nvSpPr>
          <p:spPr>
            <a:xfrm>
              <a:off x="6301251" y="9662270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6" name="pt19426"/>
            <p:cNvSpPr/>
            <p:nvPr/>
          </p:nvSpPr>
          <p:spPr>
            <a:xfrm>
              <a:off x="6182312" y="8925970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7" name="pt19427"/>
            <p:cNvSpPr/>
            <p:nvPr/>
          </p:nvSpPr>
          <p:spPr>
            <a:xfrm>
              <a:off x="6613378" y="963838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8" name="pt19428"/>
            <p:cNvSpPr/>
            <p:nvPr/>
          </p:nvSpPr>
          <p:spPr>
            <a:xfrm>
              <a:off x="6268731" y="9650377"/>
              <a:ext cx="48833" cy="48833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29" name="pg19429"/>
            <p:cNvSpPr/>
            <p:nvPr/>
          </p:nvSpPr>
          <p:spPr>
            <a:xfrm>
              <a:off x="6166357" y="954938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0" name="pt19430"/>
            <p:cNvSpPr/>
            <p:nvPr/>
          </p:nvSpPr>
          <p:spPr>
            <a:xfrm>
              <a:off x="6582310" y="96514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1" name="pt19431"/>
            <p:cNvSpPr/>
            <p:nvPr/>
          </p:nvSpPr>
          <p:spPr>
            <a:xfrm>
              <a:off x="6336511" y="92279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2" name="pt19432"/>
            <p:cNvSpPr/>
            <p:nvPr/>
          </p:nvSpPr>
          <p:spPr>
            <a:xfrm>
              <a:off x="6222218" y="99302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3" name="pt19433"/>
            <p:cNvSpPr/>
            <p:nvPr/>
          </p:nvSpPr>
          <p:spPr>
            <a:xfrm>
              <a:off x="6671392" y="93017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4" name="pt19434"/>
            <p:cNvSpPr/>
            <p:nvPr/>
          </p:nvSpPr>
          <p:spPr>
            <a:xfrm>
              <a:off x="6134329" y="10378470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5" name="pt19435"/>
            <p:cNvSpPr/>
            <p:nvPr/>
          </p:nvSpPr>
          <p:spPr>
            <a:xfrm>
              <a:off x="6587224" y="88148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6" name="pg19436"/>
            <p:cNvSpPr/>
            <p:nvPr/>
          </p:nvSpPr>
          <p:spPr>
            <a:xfrm>
              <a:off x="6835248" y="1002565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7" name="pt19437"/>
            <p:cNvSpPr/>
            <p:nvPr/>
          </p:nvSpPr>
          <p:spPr>
            <a:xfrm>
              <a:off x="6261124" y="9673483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8" name="pt19438"/>
            <p:cNvSpPr/>
            <p:nvPr/>
          </p:nvSpPr>
          <p:spPr>
            <a:xfrm>
              <a:off x="5776360" y="102494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39" name="pg19439"/>
            <p:cNvSpPr/>
            <p:nvPr/>
          </p:nvSpPr>
          <p:spPr>
            <a:xfrm>
              <a:off x="6321434" y="924772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0" name="pt19440"/>
            <p:cNvSpPr/>
            <p:nvPr/>
          </p:nvSpPr>
          <p:spPr>
            <a:xfrm>
              <a:off x="5539137" y="9336874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1" name="pt19441"/>
            <p:cNvSpPr/>
            <p:nvPr/>
          </p:nvSpPr>
          <p:spPr>
            <a:xfrm>
              <a:off x="6326612" y="97719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2" name="pt19442"/>
            <p:cNvSpPr/>
            <p:nvPr/>
          </p:nvSpPr>
          <p:spPr>
            <a:xfrm>
              <a:off x="5849009" y="89992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3" name="pt19443"/>
            <p:cNvSpPr/>
            <p:nvPr/>
          </p:nvSpPr>
          <p:spPr>
            <a:xfrm>
              <a:off x="6640869" y="95108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4" name="pt19444"/>
            <p:cNvSpPr/>
            <p:nvPr/>
          </p:nvSpPr>
          <p:spPr>
            <a:xfrm>
              <a:off x="6372091" y="94180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5" name="pt19445"/>
            <p:cNvSpPr/>
            <p:nvPr/>
          </p:nvSpPr>
          <p:spPr>
            <a:xfrm>
              <a:off x="6284905" y="9654682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6" name="pg19446"/>
            <p:cNvSpPr/>
            <p:nvPr/>
          </p:nvSpPr>
          <p:spPr>
            <a:xfrm>
              <a:off x="6497343" y="927685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7" name="pt19447"/>
            <p:cNvSpPr/>
            <p:nvPr/>
          </p:nvSpPr>
          <p:spPr>
            <a:xfrm>
              <a:off x="6507237" y="97021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8" name="pt19448"/>
            <p:cNvSpPr/>
            <p:nvPr/>
          </p:nvSpPr>
          <p:spPr>
            <a:xfrm>
              <a:off x="5703804" y="8997297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49" name="pt19449"/>
            <p:cNvSpPr/>
            <p:nvPr/>
          </p:nvSpPr>
          <p:spPr>
            <a:xfrm>
              <a:off x="6330543" y="97669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0" name="pt19450"/>
            <p:cNvSpPr/>
            <p:nvPr/>
          </p:nvSpPr>
          <p:spPr>
            <a:xfrm>
              <a:off x="6613981" y="955095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1" name="pt19451"/>
            <p:cNvSpPr/>
            <p:nvPr/>
          </p:nvSpPr>
          <p:spPr>
            <a:xfrm>
              <a:off x="6693638" y="95681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2" name="pt19452"/>
            <p:cNvSpPr/>
            <p:nvPr/>
          </p:nvSpPr>
          <p:spPr>
            <a:xfrm>
              <a:off x="6636569" y="93971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3" name="pt19453"/>
            <p:cNvSpPr/>
            <p:nvPr/>
          </p:nvSpPr>
          <p:spPr>
            <a:xfrm>
              <a:off x="6189252" y="94588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4" name="pt19454"/>
            <p:cNvSpPr/>
            <p:nvPr/>
          </p:nvSpPr>
          <p:spPr>
            <a:xfrm>
              <a:off x="6256581" y="967327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5" name="pt19455"/>
            <p:cNvSpPr/>
            <p:nvPr/>
          </p:nvSpPr>
          <p:spPr>
            <a:xfrm>
              <a:off x="6369643" y="9793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6" name="pt19456"/>
            <p:cNvSpPr/>
            <p:nvPr/>
          </p:nvSpPr>
          <p:spPr>
            <a:xfrm>
              <a:off x="6659945" y="8866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7" name="pt19457"/>
            <p:cNvSpPr/>
            <p:nvPr/>
          </p:nvSpPr>
          <p:spPr>
            <a:xfrm>
              <a:off x="5719081" y="9011921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8" name="pt19458"/>
            <p:cNvSpPr/>
            <p:nvPr/>
          </p:nvSpPr>
          <p:spPr>
            <a:xfrm>
              <a:off x="6288103" y="97043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59" name="pt19459"/>
            <p:cNvSpPr/>
            <p:nvPr/>
          </p:nvSpPr>
          <p:spPr>
            <a:xfrm>
              <a:off x="6251213" y="9660042"/>
              <a:ext cx="80678" cy="80678"/>
            </a:xfrm>
            <a:prstGeom prst="ellipse">
              <a:avLst/>
            </a:prstGeom>
            <a:solidFill>
              <a:srgbClr val="D95F02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0" name="pt19460"/>
            <p:cNvSpPr/>
            <p:nvPr/>
          </p:nvSpPr>
          <p:spPr>
            <a:xfrm>
              <a:off x="6254327" y="9679640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1" name="pt19461"/>
            <p:cNvSpPr/>
            <p:nvPr/>
          </p:nvSpPr>
          <p:spPr>
            <a:xfrm>
              <a:off x="6202369" y="99804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2" name="pt19462"/>
            <p:cNvSpPr/>
            <p:nvPr/>
          </p:nvSpPr>
          <p:spPr>
            <a:xfrm>
              <a:off x="5543722" y="99046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3" name="pt19463"/>
            <p:cNvSpPr/>
            <p:nvPr/>
          </p:nvSpPr>
          <p:spPr>
            <a:xfrm>
              <a:off x="6131450" y="10369929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4" name="pt19464"/>
            <p:cNvSpPr/>
            <p:nvPr/>
          </p:nvSpPr>
          <p:spPr>
            <a:xfrm>
              <a:off x="6217521" y="879805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5" name="pt19465"/>
            <p:cNvSpPr/>
            <p:nvPr/>
          </p:nvSpPr>
          <p:spPr>
            <a:xfrm>
              <a:off x="6243687" y="9664030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66" name="pt19466"/>
            <p:cNvSpPr/>
            <p:nvPr/>
          </p:nvSpPr>
          <p:spPr>
            <a:xfrm>
              <a:off x="6345131" y="1017361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7" name="pl19467"/>
            <p:cNvSpPr/>
            <p:nvPr/>
          </p:nvSpPr>
          <p:spPr>
            <a:xfrm>
              <a:off x="6345131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8" name="pl19468"/>
            <p:cNvSpPr/>
            <p:nvPr/>
          </p:nvSpPr>
          <p:spPr>
            <a:xfrm>
              <a:off x="6345131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469" name="pt19469"/>
            <p:cNvSpPr/>
            <p:nvPr/>
          </p:nvSpPr>
          <p:spPr>
            <a:xfrm>
              <a:off x="6267176" y="967107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0" name="pt19470"/>
            <p:cNvSpPr/>
            <p:nvPr/>
          </p:nvSpPr>
          <p:spPr>
            <a:xfrm>
              <a:off x="6150573" y="95372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1" name="pg19471"/>
            <p:cNvSpPr/>
            <p:nvPr/>
          </p:nvSpPr>
          <p:spPr>
            <a:xfrm>
              <a:off x="6364712" y="9584017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2" name="pg19472"/>
            <p:cNvSpPr/>
            <p:nvPr/>
          </p:nvSpPr>
          <p:spPr>
            <a:xfrm>
              <a:off x="6369135" y="94124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3" name="pt19473"/>
            <p:cNvSpPr/>
            <p:nvPr/>
          </p:nvSpPr>
          <p:spPr>
            <a:xfrm>
              <a:off x="6256660" y="98993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4" name="pg19474"/>
            <p:cNvSpPr/>
            <p:nvPr/>
          </p:nvSpPr>
          <p:spPr>
            <a:xfrm>
              <a:off x="6239855" y="970221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5" name="pt19475"/>
            <p:cNvSpPr/>
            <p:nvPr/>
          </p:nvSpPr>
          <p:spPr>
            <a:xfrm>
              <a:off x="6315992" y="973729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6" name="pg19476"/>
            <p:cNvSpPr/>
            <p:nvPr/>
          </p:nvSpPr>
          <p:spPr>
            <a:xfrm>
              <a:off x="6175834" y="957359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7" name="pt19477"/>
            <p:cNvSpPr/>
            <p:nvPr/>
          </p:nvSpPr>
          <p:spPr>
            <a:xfrm>
              <a:off x="6425399" y="96241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8" name="pt19478"/>
            <p:cNvSpPr/>
            <p:nvPr/>
          </p:nvSpPr>
          <p:spPr>
            <a:xfrm>
              <a:off x="6246933" y="9691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79" name="pt19479"/>
            <p:cNvSpPr/>
            <p:nvPr/>
          </p:nvSpPr>
          <p:spPr>
            <a:xfrm>
              <a:off x="6286228" y="9687427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0" name="pt19480"/>
            <p:cNvSpPr/>
            <p:nvPr/>
          </p:nvSpPr>
          <p:spPr>
            <a:xfrm>
              <a:off x="6234345" y="995443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1" name="pt19481"/>
            <p:cNvSpPr/>
            <p:nvPr/>
          </p:nvSpPr>
          <p:spPr>
            <a:xfrm>
              <a:off x="6360650" y="9625591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2" name="pt19482"/>
            <p:cNvSpPr/>
            <p:nvPr/>
          </p:nvSpPr>
          <p:spPr>
            <a:xfrm>
              <a:off x="7133819" y="98171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3" name="pt19483"/>
            <p:cNvSpPr/>
            <p:nvPr/>
          </p:nvSpPr>
          <p:spPr>
            <a:xfrm>
              <a:off x="5646063" y="99713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4" name="pt19484"/>
            <p:cNvSpPr/>
            <p:nvPr/>
          </p:nvSpPr>
          <p:spPr>
            <a:xfrm>
              <a:off x="5790890" y="89652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5" name="pt19485"/>
            <p:cNvSpPr/>
            <p:nvPr/>
          </p:nvSpPr>
          <p:spPr>
            <a:xfrm>
              <a:off x="6224432" y="9648826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6" name="pt19486"/>
            <p:cNvSpPr/>
            <p:nvPr/>
          </p:nvSpPr>
          <p:spPr>
            <a:xfrm>
              <a:off x="6293182" y="970698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7" name="pt19487"/>
            <p:cNvSpPr/>
            <p:nvPr/>
          </p:nvSpPr>
          <p:spPr>
            <a:xfrm>
              <a:off x="6313693" y="9719736"/>
              <a:ext cx="48833" cy="48833"/>
            </a:xfrm>
            <a:prstGeom prst="ellipse">
              <a:avLst/>
            </a:prstGeom>
            <a:solidFill>
              <a:srgbClr val="E7298A">
                <a:alpha val="9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8" name="pt19488"/>
            <p:cNvSpPr/>
            <p:nvPr/>
          </p:nvSpPr>
          <p:spPr>
            <a:xfrm>
              <a:off x="6158971" y="95470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89" name="pt19489"/>
            <p:cNvSpPr/>
            <p:nvPr/>
          </p:nvSpPr>
          <p:spPr>
            <a:xfrm>
              <a:off x="6247212" y="10018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0" name="pt19490"/>
            <p:cNvSpPr/>
            <p:nvPr/>
          </p:nvSpPr>
          <p:spPr>
            <a:xfrm>
              <a:off x="6400140" y="93785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1" name="pt19491"/>
            <p:cNvSpPr/>
            <p:nvPr/>
          </p:nvSpPr>
          <p:spPr>
            <a:xfrm>
              <a:off x="6529041" y="88363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2" name="pg19492"/>
            <p:cNvSpPr/>
            <p:nvPr/>
          </p:nvSpPr>
          <p:spPr>
            <a:xfrm>
              <a:off x="5545449" y="98931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3" name="pt19493"/>
            <p:cNvSpPr/>
            <p:nvPr/>
          </p:nvSpPr>
          <p:spPr>
            <a:xfrm>
              <a:off x="6693853" y="9556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4" name="pt19494"/>
            <p:cNvSpPr/>
            <p:nvPr/>
          </p:nvSpPr>
          <p:spPr>
            <a:xfrm>
              <a:off x="5565574" y="99331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5" name="pt19495"/>
            <p:cNvSpPr/>
            <p:nvPr/>
          </p:nvSpPr>
          <p:spPr>
            <a:xfrm>
              <a:off x="6293719" y="947207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6" name="pt19496"/>
            <p:cNvSpPr/>
            <p:nvPr/>
          </p:nvSpPr>
          <p:spPr>
            <a:xfrm>
              <a:off x="7157627" y="9599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7" name="pt19497"/>
            <p:cNvSpPr/>
            <p:nvPr/>
          </p:nvSpPr>
          <p:spPr>
            <a:xfrm>
              <a:off x="6600649" y="95475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8" name="pt19498"/>
            <p:cNvSpPr/>
            <p:nvPr/>
          </p:nvSpPr>
          <p:spPr>
            <a:xfrm>
              <a:off x="6346829" y="970601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499" name="pl19499"/>
            <p:cNvSpPr/>
            <p:nvPr/>
          </p:nvSpPr>
          <p:spPr>
            <a:xfrm>
              <a:off x="6244066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0" name="pl19500"/>
            <p:cNvSpPr/>
            <p:nvPr/>
          </p:nvSpPr>
          <p:spPr>
            <a:xfrm>
              <a:off x="6244066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1" name="pl19501"/>
            <p:cNvSpPr/>
            <p:nvPr/>
          </p:nvSpPr>
          <p:spPr>
            <a:xfrm>
              <a:off x="6211749" y="9742538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2" name="pl19502"/>
            <p:cNvSpPr/>
            <p:nvPr/>
          </p:nvSpPr>
          <p:spPr>
            <a:xfrm>
              <a:off x="6322085" y="9632202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3" name="pt19503"/>
            <p:cNvSpPr/>
            <p:nvPr/>
          </p:nvSpPr>
          <p:spPr>
            <a:xfrm>
              <a:off x="5709694" y="101702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4" name="pt19504"/>
            <p:cNvSpPr/>
            <p:nvPr/>
          </p:nvSpPr>
          <p:spPr>
            <a:xfrm>
              <a:off x="6522686" y="9285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5" name="pt19505"/>
            <p:cNvSpPr/>
            <p:nvPr/>
          </p:nvSpPr>
          <p:spPr>
            <a:xfrm>
              <a:off x="6175887" y="97681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6" name="pt19506"/>
            <p:cNvSpPr/>
            <p:nvPr/>
          </p:nvSpPr>
          <p:spPr>
            <a:xfrm>
              <a:off x="6429375" y="970169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7" name="pt19507"/>
            <p:cNvSpPr/>
            <p:nvPr/>
          </p:nvSpPr>
          <p:spPr>
            <a:xfrm>
              <a:off x="6203819" y="97486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08" name="pl19508"/>
            <p:cNvSpPr/>
            <p:nvPr/>
          </p:nvSpPr>
          <p:spPr>
            <a:xfrm>
              <a:off x="6257065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09" name="pl19509"/>
            <p:cNvSpPr/>
            <p:nvPr/>
          </p:nvSpPr>
          <p:spPr>
            <a:xfrm>
              <a:off x="6257065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0" name="pl19510"/>
            <p:cNvSpPr/>
            <p:nvPr/>
          </p:nvSpPr>
          <p:spPr>
            <a:xfrm>
              <a:off x="6239336" y="977249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1" name="pl19511"/>
            <p:cNvSpPr/>
            <p:nvPr/>
          </p:nvSpPr>
          <p:spPr>
            <a:xfrm>
              <a:off x="6299867" y="9711961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12" name="pg19512"/>
            <p:cNvSpPr/>
            <p:nvPr/>
          </p:nvSpPr>
          <p:spPr>
            <a:xfrm>
              <a:off x="6259246" y="982387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3" name="pt19513"/>
            <p:cNvSpPr/>
            <p:nvPr/>
          </p:nvSpPr>
          <p:spPr>
            <a:xfrm>
              <a:off x="6498856" y="94741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4" name="pg19514"/>
            <p:cNvSpPr/>
            <p:nvPr/>
          </p:nvSpPr>
          <p:spPr>
            <a:xfrm>
              <a:off x="6435707" y="96621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5" name="pg19515"/>
            <p:cNvSpPr/>
            <p:nvPr/>
          </p:nvSpPr>
          <p:spPr>
            <a:xfrm>
              <a:off x="6443041" y="96590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6" name="pt19516"/>
            <p:cNvSpPr/>
            <p:nvPr/>
          </p:nvSpPr>
          <p:spPr>
            <a:xfrm>
              <a:off x="5615298" y="9321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7" name="pt19517"/>
            <p:cNvSpPr/>
            <p:nvPr/>
          </p:nvSpPr>
          <p:spPr>
            <a:xfrm>
              <a:off x="6292074" y="9698133"/>
              <a:ext cx="80678" cy="80678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8" name="pg19518"/>
            <p:cNvSpPr/>
            <p:nvPr/>
          </p:nvSpPr>
          <p:spPr>
            <a:xfrm>
              <a:off x="6560565" y="9367450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19" name="pt19519"/>
            <p:cNvSpPr/>
            <p:nvPr/>
          </p:nvSpPr>
          <p:spPr>
            <a:xfrm>
              <a:off x="6351078" y="9641115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0" name="pt19520"/>
            <p:cNvSpPr/>
            <p:nvPr/>
          </p:nvSpPr>
          <p:spPr>
            <a:xfrm>
              <a:off x="6268647" y="9678006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1" name="pt19521"/>
            <p:cNvSpPr/>
            <p:nvPr/>
          </p:nvSpPr>
          <p:spPr>
            <a:xfrm>
              <a:off x="6287664" y="9698185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2" name="pt19522"/>
            <p:cNvSpPr/>
            <p:nvPr/>
          </p:nvSpPr>
          <p:spPr>
            <a:xfrm>
              <a:off x="5909155" y="906540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3" name="pt19523"/>
            <p:cNvSpPr/>
            <p:nvPr/>
          </p:nvSpPr>
          <p:spPr>
            <a:xfrm>
              <a:off x="6448776" y="104545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4" name="pt19524"/>
            <p:cNvSpPr/>
            <p:nvPr/>
          </p:nvSpPr>
          <p:spPr>
            <a:xfrm>
              <a:off x="6996657" y="101076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5" name="pt19525"/>
            <p:cNvSpPr/>
            <p:nvPr/>
          </p:nvSpPr>
          <p:spPr>
            <a:xfrm>
              <a:off x="6603103" y="95482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6" name="pt19526"/>
            <p:cNvSpPr/>
            <p:nvPr/>
          </p:nvSpPr>
          <p:spPr>
            <a:xfrm>
              <a:off x="6563648" y="94394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27" name="pl19527"/>
            <p:cNvSpPr/>
            <p:nvPr/>
          </p:nvSpPr>
          <p:spPr>
            <a:xfrm>
              <a:off x="6261774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8" name="pl19528"/>
            <p:cNvSpPr/>
            <p:nvPr/>
          </p:nvSpPr>
          <p:spPr>
            <a:xfrm>
              <a:off x="6261774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29" name="pl19529"/>
            <p:cNvSpPr/>
            <p:nvPr/>
          </p:nvSpPr>
          <p:spPr>
            <a:xfrm>
              <a:off x="6251660" y="971286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0" name="pl19530"/>
            <p:cNvSpPr/>
            <p:nvPr/>
          </p:nvSpPr>
          <p:spPr>
            <a:xfrm>
              <a:off x="6286190" y="96783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1" name="pt19531"/>
            <p:cNvSpPr/>
            <p:nvPr/>
          </p:nvSpPr>
          <p:spPr>
            <a:xfrm>
              <a:off x="5674369" y="1014285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2" name="pt19532"/>
            <p:cNvSpPr/>
            <p:nvPr/>
          </p:nvSpPr>
          <p:spPr>
            <a:xfrm>
              <a:off x="6274685" y="975134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3" name="pt19533"/>
            <p:cNvSpPr/>
            <p:nvPr/>
          </p:nvSpPr>
          <p:spPr>
            <a:xfrm>
              <a:off x="6272252" y="966432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4" name="pt19534"/>
            <p:cNvSpPr/>
            <p:nvPr/>
          </p:nvSpPr>
          <p:spPr>
            <a:xfrm>
              <a:off x="6316973" y="87907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5" name="pg19535"/>
            <p:cNvSpPr/>
            <p:nvPr/>
          </p:nvSpPr>
          <p:spPr>
            <a:xfrm>
              <a:off x="6363353" y="93888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6" name="pt19536"/>
            <p:cNvSpPr/>
            <p:nvPr/>
          </p:nvSpPr>
          <p:spPr>
            <a:xfrm>
              <a:off x="6493319" y="10446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37" name="pl19537"/>
            <p:cNvSpPr/>
            <p:nvPr/>
          </p:nvSpPr>
          <p:spPr>
            <a:xfrm>
              <a:off x="6371369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8" name="pl19538"/>
            <p:cNvSpPr/>
            <p:nvPr/>
          </p:nvSpPr>
          <p:spPr>
            <a:xfrm>
              <a:off x="6371369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39" name="pl19539"/>
            <p:cNvSpPr/>
            <p:nvPr/>
          </p:nvSpPr>
          <p:spPr>
            <a:xfrm>
              <a:off x="6361256" y="92871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0" name="pl19540"/>
            <p:cNvSpPr/>
            <p:nvPr/>
          </p:nvSpPr>
          <p:spPr>
            <a:xfrm>
              <a:off x="6395786" y="925266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1" name="pg19541"/>
            <p:cNvSpPr/>
            <p:nvPr/>
          </p:nvSpPr>
          <p:spPr>
            <a:xfrm>
              <a:off x="6263068" y="980933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2" name="pt19542"/>
            <p:cNvSpPr/>
            <p:nvPr/>
          </p:nvSpPr>
          <p:spPr>
            <a:xfrm>
              <a:off x="5871127" y="90622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3" name="pg19543"/>
            <p:cNvSpPr/>
            <p:nvPr/>
          </p:nvSpPr>
          <p:spPr>
            <a:xfrm>
              <a:off x="6310471" y="104578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4" name="pt19544"/>
            <p:cNvSpPr/>
            <p:nvPr/>
          </p:nvSpPr>
          <p:spPr>
            <a:xfrm>
              <a:off x="6245342" y="973512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5" name="pt19545"/>
            <p:cNvSpPr/>
            <p:nvPr/>
          </p:nvSpPr>
          <p:spPr>
            <a:xfrm>
              <a:off x="6651050" y="9420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6" name="pt19546"/>
            <p:cNvSpPr/>
            <p:nvPr/>
          </p:nvSpPr>
          <p:spPr>
            <a:xfrm>
              <a:off x="6540527" y="936313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7" name="pt19547"/>
            <p:cNvSpPr/>
            <p:nvPr/>
          </p:nvSpPr>
          <p:spPr>
            <a:xfrm>
              <a:off x="5513654" y="95541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48" name="pl19548"/>
            <p:cNvSpPr/>
            <p:nvPr/>
          </p:nvSpPr>
          <p:spPr>
            <a:xfrm>
              <a:off x="6216781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49" name="pl19549"/>
            <p:cNvSpPr/>
            <p:nvPr/>
          </p:nvSpPr>
          <p:spPr>
            <a:xfrm>
              <a:off x="6216781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0" name="pl19550"/>
            <p:cNvSpPr/>
            <p:nvPr/>
          </p:nvSpPr>
          <p:spPr>
            <a:xfrm>
              <a:off x="6206667" y="96914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1" name="pl19551"/>
            <p:cNvSpPr/>
            <p:nvPr/>
          </p:nvSpPr>
          <p:spPr>
            <a:xfrm>
              <a:off x="6241197" y="96569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52" name="pt19552"/>
            <p:cNvSpPr/>
            <p:nvPr/>
          </p:nvSpPr>
          <p:spPr>
            <a:xfrm>
              <a:off x="6765772" y="93607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3" name="pt19553"/>
            <p:cNvSpPr/>
            <p:nvPr/>
          </p:nvSpPr>
          <p:spPr>
            <a:xfrm>
              <a:off x="6351654" y="99023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4" name="pt19554"/>
            <p:cNvSpPr/>
            <p:nvPr/>
          </p:nvSpPr>
          <p:spPr>
            <a:xfrm>
              <a:off x="6492817" y="946041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5" name="pt19555"/>
            <p:cNvSpPr/>
            <p:nvPr/>
          </p:nvSpPr>
          <p:spPr>
            <a:xfrm>
              <a:off x="6140883" y="10388279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6" name="pt19556"/>
            <p:cNvSpPr/>
            <p:nvPr/>
          </p:nvSpPr>
          <p:spPr>
            <a:xfrm>
              <a:off x="6236452" y="973746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7" name="pt19557"/>
            <p:cNvSpPr/>
            <p:nvPr/>
          </p:nvSpPr>
          <p:spPr>
            <a:xfrm>
              <a:off x="6353339" y="9636754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8" name="pt19558"/>
            <p:cNvSpPr/>
            <p:nvPr/>
          </p:nvSpPr>
          <p:spPr>
            <a:xfrm>
              <a:off x="7129533" y="978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59" name="pt19559"/>
            <p:cNvSpPr/>
            <p:nvPr/>
          </p:nvSpPr>
          <p:spPr>
            <a:xfrm>
              <a:off x="5497080" y="95394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0" name="pt19560"/>
            <p:cNvSpPr/>
            <p:nvPr/>
          </p:nvSpPr>
          <p:spPr>
            <a:xfrm>
              <a:off x="6301278" y="9734150"/>
              <a:ext cx="85604" cy="8560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1" name="pt19561"/>
            <p:cNvSpPr/>
            <p:nvPr/>
          </p:nvSpPr>
          <p:spPr>
            <a:xfrm>
              <a:off x="6219818" y="103576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2" name="pt19562"/>
            <p:cNvSpPr/>
            <p:nvPr/>
          </p:nvSpPr>
          <p:spPr>
            <a:xfrm>
              <a:off x="6272710" y="9651892"/>
              <a:ext cx="80678" cy="80678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3" name="pt19563"/>
            <p:cNvSpPr/>
            <p:nvPr/>
          </p:nvSpPr>
          <p:spPr>
            <a:xfrm>
              <a:off x="6037410" y="9581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4" name="pt19564"/>
            <p:cNvSpPr/>
            <p:nvPr/>
          </p:nvSpPr>
          <p:spPr>
            <a:xfrm>
              <a:off x="6531062" y="927999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5" name="pt19565"/>
            <p:cNvSpPr/>
            <p:nvPr/>
          </p:nvSpPr>
          <p:spPr>
            <a:xfrm>
              <a:off x="6392582" y="99982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6" name="pt19566"/>
            <p:cNvSpPr/>
            <p:nvPr/>
          </p:nvSpPr>
          <p:spPr>
            <a:xfrm>
              <a:off x="6344769" y="97647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67" name="pl19567"/>
            <p:cNvSpPr/>
            <p:nvPr/>
          </p:nvSpPr>
          <p:spPr>
            <a:xfrm>
              <a:off x="6329044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8" name="pl19568"/>
            <p:cNvSpPr/>
            <p:nvPr/>
          </p:nvSpPr>
          <p:spPr>
            <a:xfrm>
              <a:off x="6329044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69" name="pl19569"/>
            <p:cNvSpPr/>
            <p:nvPr/>
          </p:nvSpPr>
          <p:spPr>
            <a:xfrm>
              <a:off x="6318930" y="97409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0" name="pl19570"/>
            <p:cNvSpPr/>
            <p:nvPr/>
          </p:nvSpPr>
          <p:spPr>
            <a:xfrm>
              <a:off x="6353461" y="97064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1" name="pt19571"/>
            <p:cNvSpPr/>
            <p:nvPr/>
          </p:nvSpPr>
          <p:spPr>
            <a:xfrm>
              <a:off x="7099191" y="92735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72" name="pt19572"/>
            <p:cNvSpPr/>
            <p:nvPr/>
          </p:nvSpPr>
          <p:spPr>
            <a:xfrm>
              <a:off x="6305795" y="9672570"/>
              <a:ext cx="67219" cy="6721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73" name="pt19573"/>
            <p:cNvSpPr/>
            <p:nvPr/>
          </p:nvSpPr>
          <p:spPr>
            <a:xfrm>
              <a:off x="6819362" y="895497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4" name="pl19574"/>
            <p:cNvSpPr/>
            <p:nvPr/>
          </p:nvSpPr>
          <p:spPr>
            <a:xfrm>
              <a:off x="6819362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5" name="pl19575"/>
            <p:cNvSpPr/>
            <p:nvPr/>
          </p:nvSpPr>
          <p:spPr>
            <a:xfrm>
              <a:off x="6819362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6" name="pt19576"/>
            <p:cNvSpPr/>
            <p:nvPr/>
          </p:nvSpPr>
          <p:spPr>
            <a:xfrm>
              <a:off x="6282417" y="9679913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77" name="pl19577"/>
            <p:cNvSpPr/>
            <p:nvPr/>
          </p:nvSpPr>
          <p:spPr>
            <a:xfrm>
              <a:off x="6442920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8" name="pl19578"/>
            <p:cNvSpPr/>
            <p:nvPr/>
          </p:nvSpPr>
          <p:spPr>
            <a:xfrm>
              <a:off x="6442920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79" name="pl19579"/>
            <p:cNvSpPr/>
            <p:nvPr/>
          </p:nvSpPr>
          <p:spPr>
            <a:xfrm>
              <a:off x="6432806" y="92341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0" name="pl19580"/>
            <p:cNvSpPr/>
            <p:nvPr/>
          </p:nvSpPr>
          <p:spPr>
            <a:xfrm>
              <a:off x="6467337" y="91996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1" name="pg19581"/>
            <p:cNvSpPr/>
            <p:nvPr/>
          </p:nvSpPr>
          <p:spPr>
            <a:xfrm>
              <a:off x="6355328" y="987355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82" name="pg19582"/>
            <p:cNvSpPr/>
            <p:nvPr/>
          </p:nvSpPr>
          <p:spPr>
            <a:xfrm>
              <a:off x="6427244" y="96501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83" name="pt19583"/>
            <p:cNvSpPr/>
            <p:nvPr/>
          </p:nvSpPr>
          <p:spPr>
            <a:xfrm>
              <a:off x="6250437" y="97589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9584" name="pl19584"/>
            <p:cNvSpPr/>
            <p:nvPr/>
          </p:nvSpPr>
          <p:spPr>
            <a:xfrm>
              <a:off x="6803114" y="1178295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5" name="pl19585"/>
            <p:cNvSpPr/>
            <p:nvPr/>
          </p:nvSpPr>
          <p:spPr>
            <a:xfrm>
              <a:off x="6889749" y="1118128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6" name="pl19586"/>
            <p:cNvSpPr/>
            <p:nvPr/>
          </p:nvSpPr>
          <p:spPr>
            <a:xfrm>
              <a:off x="6909337" y="11185376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7" name="pl19587"/>
            <p:cNvSpPr/>
            <p:nvPr/>
          </p:nvSpPr>
          <p:spPr>
            <a:xfrm>
              <a:off x="6406100" y="1196260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8" name="pl19588"/>
            <p:cNvSpPr/>
            <p:nvPr/>
          </p:nvSpPr>
          <p:spPr>
            <a:xfrm>
              <a:off x="6409169" y="1188915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89" name="pl19589"/>
            <p:cNvSpPr/>
            <p:nvPr/>
          </p:nvSpPr>
          <p:spPr>
            <a:xfrm>
              <a:off x="6388552" y="11406119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0" name="pl19590"/>
            <p:cNvSpPr/>
            <p:nvPr/>
          </p:nvSpPr>
          <p:spPr>
            <a:xfrm>
              <a:off x="6780651" y="1174736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1" name="pl19591"/>
            <p:cNvSpPr/>
            <p:nvPr/>
          </p:nvSpPr>
          <p:spPr>
            <a:xfrm>
              <a:off x="6421934" y="1225048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2" name="pl19592"/>
            <p:cNvSpPr/>
            <p:nvPr/>
          </p:nvSpPr>
          <p:spPr>
            <a:xfrm>
              <a:off x="6189158" y="11498794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3" name="pl19593"/>
            <p:cNvSpPr/>
            <p:nvPr/>
          </p:nvSpPr>
          <p:spPr>
            <a:xfrm>
              <a:off x="6397568" y="1196683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4" name="pl19594"/>
            <p:cNvSpPr/>
            <p:nvPr/>
          </p:nvSpPr>
          <p:spPr>
            <a:xfrm>
              <a:off x="6380273" y="1198307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5" name="pl19595"/>
            <p:cNvSpPr/>
            <p:nvPr/>
          </p:nvSpPr>
          <p:spPr>
            <a:xfrm>
              <a:off x="6295256" y="11422520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6" name="pl19596"/>
            <p:cNvSpPr/>
            <p:nvPr/>
          </p:nvSpPr>
          <p:spPr>
            <a:xfrm>
              <a:off x="6044181" y="1233267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7" name="pl19597"/>
            <p:cNvSpPr/>
            <p:nvPr/>
          </p:nvSpPr>
          <p:spPr>
            <a:xfrm>
              <a:off x="6312151" y="11419445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8" name="pl19598"/>
            <p:cNvSpPr/>
            <p:nvPr/>
          </p:nvSpPr>
          <p:spPr>
            <a:xfrm>
              <a:off x="6339499" y="1140805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599" name="pl19599"/>
            <p:cNvSpPr/>
            <p:nvPr/>
          </p:nvSpPr>
          <p:spPr>
            <a:xfrm>
              <a:off x="6229057" y="1146776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0" name="pl19600"/>
            <p:cNvSpPr/>
            <p:nvPr/>
          </p:nvSpPr>
          <p:spPr>
            <a:xfrm>
              <a:off x="6228756" y="11446613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1" name="pl19601"/>
            <p:cNvSpPr/>
            <p:nvPr/>
          </p:nvSpPr>
          <p:spPr>
            <a:xfrm>
              <a:off x="6217886" y="1146776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2" name="pl19602"/>
            <p:cNvSpPr/>
            <p:nvPr/>
          </p:nvSpPr>
          <p:spPr>
            <a:xfrm>
              <a:off x="6229057" y="1146737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3" name="pl19603"/>
            <p:cNvSpPr/>
            <p:nvPr/>
          </p:nvSpPr>
          <p:spPr>
            <a:xfrm>
              <a:off x="6229057" y="1146641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4" name="pl19604"/>
            <p:cNvSpPr/>
            <p:nvPr/>
          </p:nvSpPr>
          <p:spPr>
            <a:xfrm>
              <a:off x="6469890" y="1163462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5" name="pl19605"/>
            <p:cNvSpPr/>
            <p:nvPr/>
          </p:nvSpPr>
          <p:spPr>
            <a:xfrm>
              <a:off x="6265086" y="1140404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6" name="pl19606"/>
            <p:cNvSpPr/>
            <p:nvPr/>
          </p:nvSpPr>
          <p:spPr>
            <a:xfrm>
              <a:off x="6219576" y="11435345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7" name="pl19607"/>
            <p:cNvSpPr/>
            <p:nvPr/>
          </p:nvSpPr>
          <p:spPr>
            <a:xfrm>
              <a:off x="6230796" y="1143702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8" name="pl19608"/>
            <p:cNvSpPr/>
            <p:nvPr/>
          </p:nvSpPr>
          <p:spPr>
            <a:xfrm>
              <a:off x="5956112" y="10966326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09" name="pl19609"/>
            <p:cNvSpPr/>
            <p:nvPr/>
          </p:nvSpPr>
          <p:spPr>
            <a:xfrm>
              <a:off x="6244332" y="11468174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0" name="pl19610"/>
            <p:cNvSpPr/>
            <p:nvPr/>
          </p:nvSpPr>
          <p:spPr>
            <a:xfrm>
              <a:off x="6243957" y="11468174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1" name="pl19611"/>
            <p:cNvSpPr/>
            <p:nvPr/>
          </p:nvSpPr>
          <p:spPr>
            <a:xfrm>
              <a:off x="6244332" y="11468174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2" name="pl19612"/>
            <p:cNvSpPr/>
            <p:nvPr/>
          </p:nvSpPr>
          <p:spPr>
            <a:xfrm>
              <a:off x="6244332" y="11468174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3" name="pl19613"/>
            <p:cNvSpPr/>
            <p:nvPr/>
          </p:nvSpPr>
          <p:spPr>
            <a:xfrm>
              <a:off x="6241754" y="11468174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4" name="pl19614"/>
            <p:cNvSpPr/>
            <p:nvPr/>
          </p:nvSpPr>
          <p:spPr>
            <a:xfrm>
              <a:off x="6244332" y="11468174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5" name="pl19615"/>
            <p:cNvSpPr/>
            <p:nvPr/>
          </p:nvSpPr>
          <p:spPr>
            <a:xfrm>
              <a:off x="6515005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6" name="pl19616"/>
            <p:cNvSpPr/>
            <p:nvPr/>
          </p:nvSpPr>
          <p:spPr>
            <a:xfrm>
              <a:off x="6515005" y="1166762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7" name="pl19617"/>
            <p:cNvSpPr/>
            <p:nvPr/>
          </p:nvSpPr>
          <p:spPr>
            <a:xfrm>
              <a:off x="5780223" y="11131386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8" name="pl19618"/>
            <p:cNvSpPr/>
            <p:nvPr/>
          </p:nvSpPr>
          <p:spPr>
            <a:xfrm>
              <a:off x="5780223" y="1111056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19" name="pl19619"/>
            <p:cNvSpPr/>
            <p:nvPr/>
          </p:nvSpPr>
          <p:spPr>
            <a:xfrm>
              <a:off x="6243030" y="11481565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0" name="pl19620"/>
            <p:cNvSpPr/>
            <p:nvPr/>
          </p:nvSpPr>
          <p:spPr>
            <a:xfrm>
              <a:off x="6660812" y="10975690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1" name="pl19621"/>
            <p:cNvSpPr/>
            <p:nvPr/>
          </p:nvSpPr>
          <p:spPr>
            <a:xfrm>
              <a:off x="6142186" y="11481335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2" name="pl19622"/>
            <p:cNvSpPr/>
            <p:nvPr/>
          </p:nvSpPr>
          <p:spPr>
            <a:xfrm>
              <a:off x="6179420" y="1143881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3" name="pl19623"/>
            <p:cNvSpPr/>
            <p:nvPr/>
          </p:nvSpPr>
          <p:spPr>
            <a:xfrm>
              <a:off x="6166427" y="1092522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4" name="pl19624"/>
            <p:cNvSpPr/>
            <p:nvPr/>
          </p:nvSpPr>
          <p:spPr>
            <a:xfrm>
              <a:off x="5653053" y="1138021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5" name="pl19625"/>
            <p:cNvSpPr/>
            <p:nvPr/>
          </p:nvSpPr>
          <p:spPr>
            <a:xfrm>
              <a:off x="5658746" y="11391152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6" name="pl19626"/>
            <p:cNvSpPr/>
            <p:nvPr/>
          </p:nvSpPr>
          <p:spPr>
            <a:xfrm>
              <a:off x="5915497" y="1174501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7" name="pl19627"/>
            <p:cNvSpPr/>
            <p:nvPr/>
          </p:nvSpPr>
          <p:spPr>
            <a:xfrm>
              <a:off x="6499340" y="1239290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8" name="pl19628"/>
            <p:cNvSpPr/>
            <p:nvPr/>
          </p:nvSpPr>
          <p:spPr>
            <a:xfrm>
              <a:off x="6174619" y="1146840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29" name="pl19629"/>
            <p:cNvSpPr/>
            <p:nvPr/>
          </p:nvSpPr>
          <p:spPr>
            <a:xfrm>
              <a:off x="6174016" y="11450538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0" name="pl19630"/>
            <p:cNvSpPr/>
            <p:nvPr/>
          </p:nvSpPr>
          <p:spPr>
            <a:xfrm>
              <a:off x="6391533" y="1183688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1" name="pl19631"/>
            <p:cNvSpPr/>
            <p:nvPr/>
          </p:nvSpPr>
          <p:spPr>
            <a:xfrm>
              <a:off x="6374486" y="11863991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2" name="pl19632"/>
            <p:cNvSpPr/>
            <p:nvPr/>
          </p:nvSpPr>
          <p:spPr>
            <a:xfrm>
              <a:off x="6206087" y="1142267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3" name="pl19633"/>
            <p:cNvSpPr/>
            <p:nvPr/>
          </p:nvSpPr>
          <p:spPr>
            <a:xfrm>
              <a:off x="6193803" y="1142267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4" name="pl19634"/>
            <p:cNvSpPr/>
            <p:nvPr/>
          </p:nvSpPr>
          <p:spPr>
            <a:xfrm>
              <a:off x="6209217" y="1142267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5" name="pl19635"/>
            <p:cNvSpPr/>
            <p:nvPr/>
          </p:nvSpPr>
          <p:spPr>
            <a:xfrm>
              <a:off x="6200724" y="1140963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6" name="pl19636"/>
            <p:cNvSpPr/>
            <p:nvPr/>
          </p:nvSpPr>
          <p:spPr>
            <a:xfrm>
              <a:off x="6209217" y="1141580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7" name="pl19637"/>
            <p:cNvSpPr/>
            <p:nvPr/>
          </p:nvSpPr>
          <p:spPr>
            <a:xfrm>
              <a:off x="6199544" y="1142267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8" name="pl19638"/>
            <p:cNvSpPr/>
            <p:nvPr/>
          </p:nvSpPr>
          <p:spPr>
            <a:xfrm>
              <a:off x="6219576" y="1139993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39" name="pl19639"/>
            <p:cNvSpPr/>
            <p:nvPr/>
          </p:nvSpPr>
          <p:spPr>
            <a:xfrm>
              <a:off x="6223731" y="1136849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0" name="pl19640"/>
            <p:cNvSpPr/>
            <p:nvPr/>
          </p:nvSpPr>
          <p:spPr>
            <a:xfrm>
              <a:off x="6513614" y="11794527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1" name="pl19641"/>
            <p:cNvSpPr/>
            <p:nvPr/>
          </p:nvSpPr>
          <p:spPr>
            <a:xfrm>
              <a:off x="6523834" y="11794527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2" name="pl19642"/>
            <p:cNvSpPr/>
            <p:nvPr/>
          </p:nvSpPr>
          <p:spPr>
            <a:xfrm>
              <a:off x="6523834" y="11794527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3" name="pl19643"/>
            <p:cNvSpPr/>
            <p:nvPr/>
          </p:nvSpPr>
          <p:spPr>
            <a:xfrm>
              <a:off x="6523834" y="11794527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4" name="pl19644"/>
            <p:cNvSpPr/>
            <p:nvPr/>
          </p:nvSpPr>
          <p:spPr>
            <a:xfrm>
              <a:off x="6523834" y="11794527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5" name="pl19645"/>
            <p:cNvSpPr/>
            <p:nvPr/>
          </p:nvSpPr>
          <p:spPr>
            <a:xfrm>
              <a:off x="6523834" y="11794527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6" name="pl19646"/>
            <p:cNvSpPr/>
            <p:nvPr/>
          </p:nvSpPr>
          <p:spPr>
            <a:xfrm>
              <a:off x="6444967" y="11794527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7" name="pl19647"/>
            <p:cNvSpPr/>
            <p:nvPr/>
          </p:nvSpPr>
          <p:spPr>
            <a:xfrm>
              <a:off x="6523834" y="11794527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8" name="pl19648"/>
            <p:cNvSpPr/>
            <p:nvPr/>
          </p:nvSpPr>
          <p:spPr>
            <a:xfrm>
              <a:off x="6523834" y="1178229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49" name="pl19649"/>
            <p:cNvSpPr/>
            <p:nvPr/>
          </p:nvSpPr>
          <p:spPr>
            <a:xfrm>
              <a:off x="6523834" y="11794527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0" name="pl19650"/>
            <p:cNvSpPr/>
            <p:nvPr/>
          </p:nvSpPr>
          <p:spPr>
            <a:xfrm>
              <a:off x="6523834" y="11794527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1" name="pl19651"/>
            <p:cNvSpPr/>
            <p:nvPr/>
          </p:nvSpPr>
          <p:spPr>
            <a:xfrm>
              <a:off x="6523834" y="11785337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2" name="pl19652"/>
            <p:cNvSpPr/>
            <p:nvPr/>
          </p:nvSpPr>
          <p:spPr>
            <a:xfrm>
              <a:off x="6519917" y="11794527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3" name="pl19653"/>
            <p:cNvSpPr/>
            <p:nvPr/>
          </p:nvSpPr>
          <p:spPr>
            <a:xfrm>
              <a:off x="6508501" y="11794527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4" name="pl19654"/>
            <p:cNvSpPr/>
            <p:nvPr/>
          </p:nvSpPr>
          <p:spPr>
            <a:xfrm>
              <a:off x="6523834" y="11794527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5" name="pl19655"/>
            <p:cNvSpPr/>
            <p:nvPr/>
          </p:nvSpPr>
          <p:spPr>
            <a:xfrm>
              <a:off x="6523834" y="11794527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6" name="pl19656"/>
            <p:cNvSpPr/>
            <p:nvPr/>
          </p:nvSpPr>
          <p:spPr>
            <a:xfrm>
              <a:off x="6523834" y="11794527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7" name="pl19657"/>
            <p:cNvSpPr/>
            <p:nvPr/>
          </p:nvSpPr>
          <p:spPr>
            <a:xfrm>
              <a:off x="6303610" y="1140971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8" name="pl19658"/>
            <p:cNvSpPr/>
            <p:nvPr/>
          </p:nvSpPr>
          <p:spPr>
            <a:xfrm>
              <a:off x="6252091" y="1136496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59" name="pl19659"/>
            <p:cNvSpPr/>
            <p:nvPr/>
          </p:nvSpPr>
          <p:spPr>
            <a:xfrm>
              <a:off x="6252091" y="1135281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0" name="pl19660"/>
            <p:cNvSpPr/>
            <p:nvPr/>
          </p:nvSpPr>
          <p:spPr>
            <a:xfrm>
              <a:off x="6242838" y="11399876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1" name="pl19661"/>
            <p:cNvSpPr/>
            <p:nvPr/>
          </p:nvSpPr>
          <p:spPr>
            <a:xfrm>
              <a:off x="6221232" y="11399876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2" name="pl19662"/>
            <p:cNvSpPr/>
            <p:nvPr/>
          </p:nvSpPr>
          <p:spPr>
            <a:xfrm>
              <a:off x="6252091" y="1138431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3" name="pl19663"/>
            <p:cNvSpPr/>
            <p:nvPr/>
          </p:nvSpPr>
          <p:spPr>
            <a:xfrm>
              <a:off x="6252091" y="11387921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4" name="pl19664"/>
            <p:cNvSpPr/>
            <p:nvPr/>
          </p:nvSpPr>
          <p:spPr>
            <a:xfrm>
              <a:off x="6252091" y="1136090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5" name="pl19665"/>
            <p:cNvSpPr/>
            <p:nvPr/>
          </p:nvSpPr>
          <p:spPr>
            <a:xfrm>
              <a:off x="6252091" y="11393416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6" name="pl19666"/>
            <p:cNvSpPr/>
            <p:nvPr/>
          </p:nvSpPr>
          <p:spPr>
            <a:xfrm>
              <a:off x="6228756" y="11399876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7" name="pl19667"/>
            <p:cNvSpPr/>
            <p:nvPr/>
          </p:nvSpPr>
          <p:spPr>
            <a:xfrm>
              <a:off x="6230506" y="11399876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8" name="pl19668"/>
            <p:cNvSpPr/>
            <p:nvPr/>
          </p:nvSpPr>
          <p:spPr>
            <a:xfrm>
              <a:off x="6252091" y="11399876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69" name="pl19669"/>
            <p:cNvSpPr/>
            <p:nvPr/>
          </p:nvSpPr>
          <p:spPr>
            <a:xfrm>
              <a:off x="6109636" y="1146815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0" name="pl19670"/>
            <p:cNvSpPr/>
            <p:nvPr/>
          </p:nvSpPr>
          <p:spPr>
            <a:xfrm>
              <a:off x="6167609" y="1147987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1" name="pl19671"/>
            <p:cNvSpPr/>
            <p:nvPr/>
          </p:nvSpPr>
          <p:spPr>
            <a:xfrm>
              <a:off x="6286691" y="1143008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2" name="pl19672"/>
            <p:cNvSpPr/>
            <p:nvPr/>
          </p:nvSpPr>
          <p:spPr>
            <a:xfrm>
              <a:off x="5983474" y="1132799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3" name="pl19673"/>
            <p:cNvSpPr/>
            <p:nvPr/>
          </p:nvSpPr>
          <p:spPr>
            <a:xfrm>
              <a:off x="6736712" y="1102105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4" name="pl19674"/>
            <p:cNvSpPr/>
            <p:nvPr/>
          </p:nvSpPr>
          <p:spPr>
            <a:xfrm>
              <a:off x="5780223" y="11131386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5" name="pl19675"/>
            <p:cNvSpPr/>
            <p:nvPr/>
          </p:nvSpPr>
          <p:spPr>
            <a:xfrm>
              <a:off x="6440777" y="1177737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6" name="pl19676"/>
            <p:cNvSpPr/>
            <p:nvPr/>
          </p:nvSpPr>
          <p:spPr>
            <a:xfrm>
              <a:off x="6461834" y="1163460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7" name="pl19677"/>
            <p:cNvSpPr/>
            <p:nvPr/>
          </p:nvSpPr>
          <p:spPr>
            <a:xfrm>
              <a:off x="6461834" y="1175985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8" name="pl19678"/>
            <p:cNvSpPr/>
            <p:nvPr/>
          </p:nvSpPr>
          <p:spPr>
            <a:xfrm>
              <a:off x="6403128" y="1223304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79" name="pl19679"/>
            <p:cNvSpPr/>
            <p:nvPr/>
          </p:nvSpPr>
          <p:spPr>
            <a:xfrm>
              <a:off x="6407670" y="1223304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0" name="pl19680"/>
            <p:cNvSpPr/>
            <p:nvPr/>
          </p:nvSpPr>
          <p:spPr>
            <a:xfrm>
              <a:off x="6407318" y="1219368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1" name="pl19681"/>
            <p:cNvSpPr/>
            <p:nvPr/>
          </p:nvSpPr>
          <p:spPr>
            <a:xfrm>
              <a:off x="6404974" y="1223304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2" name="pl19682"/>
            <p:cNvSpPr/>
            <p:nvPr/>
          </p:nvSpPr>
          <p:spPr>
            <a:xfrm>
              <a:off x="6384639" y="1223304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3" name="pl19683"/>
            <p:cNvSpPr/>
            <p:nvPr/>
          </p:nvSpPr>
          <p:spPr>
            <a:xfrm>
              <a:off x="6407670" y="1222626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4" name="pl19684"/>
            <p:cNvSpPr/>
            <p:nvPr/>
          </p:nvSpPr>
          <p:spPr>
            <a:xfrm>
              <a:off x="6265248" y="1134099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5" name="pl19685"/>
            <p:cNvSpPr/>
            <p:nvPr/>
          </p:nvSpPr>
          <p:spPr>
            <a:xfrm>
              <a:off x="5665499" y="1197065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6" name="pl19686"/>
            <p:cNvSpPr/>
            <p:nvPr/>
          </p:nvSpPr>
          <p:spPr>
            <a:xfrm>
              <a:off x="6537840" y="1158277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7" name="pl19687"/>
            <p:cNvSpPr/>
            <p:nvPr/>
          </p:nvSpPr>
          <p:spPr>
            <a:xfrm>
              <a:off x="6528127" y="1161583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8" name="pl19688"/>
            <p:cNvSpPr/>
            <p:nvPr/>
          </p:nvSpPr>
          <p:spPr>
            <a:xfrm>
              <a:off x="6523332" y="11590402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89" name="pl19689"/>
            <p:cNvSpPr/>
            <p:nvPr/>
          </p:nvSpPr>
          <p:spPr>
            <a:xfrm>
              <a:off x="6528096" y="1160018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0" name="pl19690"/>
            <p:cNvSpPr/>
            <p:nvPr/>
          </p:nvSpPr>
          <p:spPr>
            <a:xfrm>
              <a:off x="6537840" y="1161583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1" name="pl19691"/>
            <p:cNvSpPr/>
            <p:nvPr/>
          </p:nvSpPr>
          <p:spPr>
            <a:xfrm>
              <a:off x="6532742" y="1160310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2" name="pl19692"/>
            <p:cNvSpPr/>
            <p:nvPr/>
          </p:nvSpPr>
          <p:spPr>
            <a:xfrm>
              <a:off x="6537840" y="1161583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3" name="pl19693"/>
            <p:cNvSpPr/>
            <p:nvPr/>
          </p:nvSpPr>
          <p:spPr>
            <a:xfrm>
              <a:off x="6521118" y="1161583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4" name="pl19694"/>
            <p:cNvSpPr/>
            <p:nvPr/>
          </p:nvSpPr>
          <p:spPr>
            <a:xfrm>
              <a:off x="6537840" y="1161583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5" name="pl19695"/>
            <p:cNvSpPr/>
            <p:nvPr/>
          </p:nvSpPr>
          <p:spPr>
            <a:xfrm>
              <a:off x="6527121" y="1161186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6" name="pl19696"/>
            <p:cNvSpPr/>
            <p:nvPr/>
          </p:nvSpPr>
          <p:spPr>
            <a:xfrm>
              <a:off x="6522809" y="1161570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7" name="pl19697"/>
            <p:cNvSpPr/>
            <p:nvPr/>
          </p:nvSpPr>
          <p:spPr>
            <a:xfrm>
              <a:off x="6537840" y="1161583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8" name="pl19698"/>
            <p:cNvSpPr/>
            <p:nvPr/>
          </p:nvSpPr>
          <p:spPr>
            <a:xfrm>
              <a:off x="6537840" y="1161583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699" name="pl19699"/>
            <p:cNvSpPr/>
            <p:nvPr/>
          </p:nvSpPr>
          <p:spPr>
            <a:xfrm>
              <a:off x="6537840" y="1160409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0" name="pl19700"/>
            <p:cNvSpPr/>
            <p:nvPr/>
          </p:nvSpPr>
          <p:spPr>
            <a:xfrm>
              <a:off x="6537840" y="1161583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1" name="pl19701"/>
            <p:cNvSpPr/>
            <p:nvPr/>
          </p:nvSpPr>
          <p:spPr>
            <a:xfrm>
              <a:off x="6537840" y="11612791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2" name="pl19702"/>
            <p:cNvSpPr/>
            <p:nvPr/>
          </p:nvSpPr>
          <p:spPr>
            <a:xfrm>
              <a:off x="6537840" y="1160725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3" name="pl19703"/>
            <p:cNvSpPr/>
            <p:nvPr/>
          </p:nvSpPr>
          <p:spPr>
            <a:xfrm>
              <a:off x="6537840" y="1161583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4" name="pl19704"/>
            <p:cNvSpPr/>
            <p:nvPr/>
          </p:nvSpPr>
          <p:spPr>
            <a:xfrm>
              <a:off x="6537840" y="11605622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5" name="pl19705"/>
            <p:cNvSpPr/>
            <p:nvPr/>
          </p:nvSpPr>
          <p:spPr>
            <a:xfrm>
              <a:off x="6483518" y="1161583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6" name="pl19706"/>
            <p:cNvSpPr/>
            <p:nvPr/>
          </p:nvSpPr>
          <p:spPr>
            <a:xfrm>
              <a:off x="6526255" y="1161583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7" name="pl19707"/>
            <p:cNvSpPr/>
            <p:nvPr/>
          </p:nvSpPr>
          <p:spPr>
            <a:xfrm>
              <a:off x="6527913" y="1161583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8" name="pl19708"/>
            <p:cNvSpPr/>
            <p:nvPr/>
          </p:nvSpPr>
          <p:spPr>
            <a:xfrm>
              <a:off x="6537840" y="1156568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09" name="pl19709"/>
            <p:cNvSpPr/>
            <p:nvPr/>
          </p:nvSpPr>
          <p:spPr>
            <a:xfrm>
              <a:off x="6537840" y="1158794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0" name="pl19710"/>
            <p:cNvSpPr/>
            <p:nvPr/>
          </p:nvSpPr>
          <p:spPr>
            <a:xfrm>
              <a:off x="6537840" y="11597103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1" name="pl19711"/>
            <p:cNvSpPr/>
            <p:nvPr/>
          </p:nvSpPr>
          <p:spPr>
            <a:xfrm>
              <a:off x="6174745" y="1142627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2" name="pl19712"/>
            <p:cNvSpPr/>
            <p:nvPr/>
          </p:nvSpPr>
          <p:spPr>
            <a:xfrm>
              <a:off x="6509789" y="1160088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3" name="pl19713"/>
            <p:cNvSpPr/>
            <p:nvPr/>
          </p:nvSpPr>
          <p:spPr>
            <a:xfrm>
              <a:off x="6282927" y="1134030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4" name="pl19714"/>
            <p:cNvSpPr/>
            <p:nvPr/>
          </p:nvSpPr>
          <p:spPr>
            <a:xfrm>
              <a:off x="6277482" y="1134030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5" name="pl19715"/>
            <p:cNvSpPr/>
            <p:nvPr/>
          </p:nvSpPr>
          <p:spPr>
            <a:xfrm>
              <a:off x="6259970" y="11379410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6" name="pl19716"/>
            <p:cNvSpPr/>
            <p:nvPr/>
          </p:nvSpPr>
          <p:spPr>
            <a:xfrm>
              <a:off x="6259970" y="1138313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7" name="pl19717"/>
            <p:cNvSpPr/>
            <p:nvPr/>
          </p:nvSpPr>
          <p:spPr>
            <a:xfrm>
              <a:off x="6259970" y="1139271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8" name="pl19718"/>
            <p:cNvSpPr/>
            <p:nvPr/>
          </p:nvSpPr>
          <p:spPr>
            <a:xfrm>
              <a:off x="6258990" y="1138431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19" name="pl19719"/>
            <p:cNvSpPr/>
            <p:nvPr/>
          </p:nvSpPr>
          <p:spPr>
            <a:xfrm>
              <a:off x="6228136" y="1139271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0" name="pl19720"/>
            <p:cNvSpPr/>
            <p:nvPr/>
          </p:nvSpPr>
          <p:spPr>
            <a:xfrm>
              <a:off x="6256876" y="11387921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1" name="pl19721"/>
            <p:cNvSpPr/>
            <p:nvPr/>
          </p:nvSpPr>
          <p:spPr>
            <a:xfrm>
              <a:off x="6259970" y="1138492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2" name="pl19722"/>
            <p:cNvSpPr/>
            <p:nvPr/>
          </p:nvSpPr>
          <p:spPr>
            <a:xfrm>
              <a:off x="6259970" y="1135829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3" name="pl19723"/>
            <p:cNvSpPr/>
            <p:nvPr/>
          </p:nvSpPr>
          <p:spPr>
            <a:xfrm>
              <a:off x="6259970" y="1139271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4" name="pl19724"/>
            <p:cNvSpPr/>
            <p:nvPr/>
          </p:nvSpPr>
          <p:spPr>
            <a:xfrm>
              <a:off x="6259970" y="1139271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5" name="pl19725"/>
            <p:cNvSpPr/>
            <p:nvPr/>
          </p:nvSpPr>
          <p:spPr>
            <a:xfrm>
              <a:off x="6259970" y="1138050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6" name="pl19726"/>
            <p:cNvSpPr/>
            <p:nvPr/>
          </p:nvSpPr>
          <p:spPr>
            <a:xfrm>
              <a:off x="6174814" y="1148070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7" name="pl19727"/>
            <p:cNvSpPr/>
            <p:nvPr/>
          </p:nvSpPr>
          <p:spPr>
            <a:xfrm>
              <a:off x="6682067" y="1187396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8" name="pl19728"/>
            <p:cNvSpPr/>
            <p:nvPr/>
          </p:nvSpPr>
          <p:spPr>
            <a:xfrm>
              <a:off x="6030397" y="1222703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29" name="pl19729"/>
            <p:cNvSpPr/>
            <p:nvPr/>
          </p:nvSpPr>
          <p:spPr>
            <a:xfrm>
              <a:off x="6024457" y="1222703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0" name="pl19730"/>
            <p:cNvSpPr/>
            <p:nvPr/>
          </p:nvSpPr>
          <p:spPr>
            <a:xfrm>
              <a:off x="5780223" y="11098423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1" name="pl19731"/>
            <p:cNvSpPr/>
            <p:nvPr/>
          </p:nvSpPr>
          <p:spPr>
            <a:xfrm>
              <a:off x="6239774" y="1131896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2" name="pl19732"/>
            <p:cNvSpPr/>
            <p:nvPr/>
          </p:nvSpPr>
          <p:spPr>
            <a:xfrm>
              <a:off x="6206087" y="1144499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3" name="pl19733"/>
            <p:cNvSpPr/>
            <p:nvPr/>
          </p:nvSpPr>
          <p:spPr>
            <a:xfrm>
              <a:off x="6193803" y="1144175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4" name="pl19734"/>
            <p:cNvSpPr/>
            <p:nvPr/>
          </p:nvSpPr>
          <p:spPr>
            <a:xfrm>
              <a:off x="6195971" y="1146316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5" name="pl19735"/>
            <p:cNvSpPr/>
            <p:nvPr/>
          </p:nvSpPr>
          <p:spPr>
            <a:xfrm>
              <a:off x="6214510" y="11455522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6" name="pl19736"/>
            <p:cNvSpPr/>
            <p:nvPr/>
          </p:nvSpPr>
          <p:spPr>
            <a:xfrm>
              <a:off x="6202062" y="1146316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7" name="pl19737"/>
            <p:cNvSpPr/>
            <p:nvPr/>
          </p:nvSpPr>
          <p:spPr>
            <a:xfrm>
              <a:off x="6214510" y="1145193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8" name="pl19738"/>
            <p:cNvSpPr/>
            <p:nvPr/>
          </p:nvSpPr>
          <p:spPr>
            <a:xfrm>
              <a:off x="6214510" y="1146316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39" name="pl19739"/>
            <p:cNvSpPr/>
            <p:nvPr/>
          </p:nvSpPr>
          <p:spPr>
            <a:xfrm>
              <a:off x="6207874" y="1146316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0" name="pl19740"/>
            <p:cNvSpPr/>
            <p:nvPr/>
          </p:nvSpPr>
          <p:spPr>
            <a:xfrm>
              <a:off x="6210749" y="1146316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1" name="pl19741"/>
            <p:cNvSpPr/>
            <p:nvPr/>
          </p:nvSpPr>
          <p:spPr>
            <a:xfrm>
              <a:off x="6214510" y="11448667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2" name="pl19742"/>
            <p:cNvSpPr/>
            <p:nvPr/>
          </p:nvSpPr>
          <p:spPr>
            <a:xfrm>
              <a:off x="6208069" y="1146316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3" name="pl19743"/>
            <p:cNvSpPr/>
            <p:nvPr/>
          </p:nvSpPr>
          <p:spPr>
            <a:xfrm>
              <a:off x="6205919" y="1146316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4" name="pl19744"/>
            <p:cNvSpPr/>
            <p:nvPr/>
          </p:nvSpPr>
          <p:spPr>
            <a:xfrm>
              <a:off x="6197737" y="1146316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5" name="pl19745"/>
            <p:cNvSpPr/>
            <p:nvPr/>
          </p:nvSpPr>
          <p:spPr>
            <a:xfrm>
              <a:off x="6214510" y="11435345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6" name="pl19746"/>
            <p:cNvSpPr/>
            <p:nvPr/>
          </p:nvSpPr>
          <p:spPr>
            <a:xfrm>
              <a:off x="6214510" y="1144136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7" name="pl19747"/>
            <p:cNvSpPr/>
            <p:nvPr/>
          </p:nvSpPr>
          <p:spPr>
            <a:xfrm>
              <a:off x="6214510" y="11446466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8" name="pl19748"/>
            <p:cNvSpPr/>
            <p:nvPr/>
          </p:nvSpPr>
          <p:spPr>
            <a:xfrm>
              <a:off x="6214510" y="11450668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49" name="pl19749"/>
            <p:cNvSpPr/>
            <p:nvPr/>
          </p:nvSpPr>
          <p:spPr>
            <a:xfrm>
              <a:off x="6209467" y="1146316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0" name="pl19750"/>
            <p:cNvSpPr/>
            <p:nvPr/>
          </p:nvSpPr>
          <p:spPr>
            <a:xfrm>
              <a:off x="6214510" y="1145552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1" name="pl19751"/>
            <p:cNvSpPr/>
            <p:nvPr/>
          </p:nvSpPr>
          <p:spPr>
            <a:xfrm>
              <a:off x="6214510" y="11428012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2" name="pl19752"/>
            <p:cNvSpPr/>
            <p:nvPr/>
          </p:nvSpPr>
          <p:spPr>
            <a:xfrm>
              <a:off x="6214510" y="1144970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3" name="pl19753"/>
            <p:cNvSpPr/>
            <p:nvPr/>
          </p:nvSpPr>
          <p:spPr>
            <a:xfrm>
              <a:off x="6171802" y="1146316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4" name="pl19754"/>
            <p:cNvSpPr/>
            <p:nvPr/>
          </p:nvSpPr>
          <p:spPr>
            <a:xfrm>
              <a:off x="6178655" y="1146316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5" name="pl19755"/>
            <p:cNvSpPr/>
            <p:nvPr/>
          </p:nvSpPr>
          <p:spPr>
            <a:xfrm>
              <a:off x="6157384" y="1146316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6" name="pl19756"/>
            <p:cNvSpPr/>
            <p:nvPr/>
          </p:nvSpPr>
          <p:spPr>
            <a:xfrm>
              <a:off x="6198582" y="1146316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7" name="pl19757"/>
            <p:cNvSpPr/>
            <p:nvPr/>
          </p:nvSpPr>
          <p:spPr>
            <a:xfrm>
              <a:off x="6214510" y="1146316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8" name="pl19758"/>
            <p:cNvSpPr/>
            <p:nvPr/>
          </p:nvSpPr>
          <p:spPr>
            <a:xfrm>
              <a:off x="6192424" y="11452039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59" name="pl19759"/>
            <p:cNvSpPr/>
            <p:nvPr/>
          </p:nvSpPr>
          <p:spPr>
            <a:xfrm>
              <a:off x="6214510" y="11446613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0" name="pl19760"/>
            <p:cNvSpPr/>
            <p:nvPr/>
          </p:nvSpPr>
          <p:spPr>
            <a:xfrm>
              <a:off x="6214510" y="1146316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1" name="pl19761"/>
            <p:cNvSpPr/>
            <p:nvPr/>
          </p:nvSpPr>
          <p:spPr>
            <a:xfrm>
              <a:off x="6214510" y="11429567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2" name="pl19762"/>
            <p:cNvSpPr/>
            <p:nvPr/>
          </p:nvSpPr>
          <p:spPr>
            <a:xfrm>
              <a:off x="6214510" y="1146096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3" name="pl19763"/>
            <p:cNvSpPr/>
            <p:nvPr/>
          </p:nvSpPr>
          <p:spPr>
            <a:xfrm>
              <a:off x="6201195" y="1146316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4" name="pl19764"/>
            <p:cNvSpPr/>
            <p:nvPr/>
          </p:nvSpPr>
          <p:spPr>
            <a:xfrm>
              <a:off x="6214510" y="1146316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5" name="pl19765"/>
            <p:cNvSpPr/>
            <p:nvPr/>
          </p:nvSpPr>
          <p:spPr>
            <a:xfrm>
              <a:off x="6208033" y="1146316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6" name="pl19766"/>
            <p:cNvSpPr/>
            <p:nvPr/>
          </p:nvSpPr>
          <p:spPr>
            <a:xfrm>
              <a:off x="6211981" y="1146316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7" name="pl19767"/>
            <p:cNvSpPr/>
            <p:nvPr/>
          </p:nvSpPr>
          <p:spPr>
            <a:xfrm>
              <a:off x="6204228" y="1146316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8" name="pl19768"/>
            <p:cNvSpPr/>
            <p:nvPr/>
          </p:nvSpPr>
          <p:spPr>
            <a:xfrm>
              <a:off x="6193596" y="1146316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69" name="pl19769"/>
            <p:cNvSpPr/>
            <p:nvPr/>
          </p:nvSpPr>
          <p:spPr>
            <a:xfrm>
              <a:off x="6214510" y="1146316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0" name="pl19770"/>
            <p:cNvSpPr/>
            <p:nvPr/>
          </p:nvSpPr>
          <p:spPr>
            <a:xfrm>
              <a:off x="6206271" y="1146316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1" name="pl19771"/>
            <p:cNvSpPr/>
            <p:nvPr/>
          </p:nvSpPr>
          <p:spPr>
            <a:xfrm>
              <a:off x="6214510" y="11449855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2" name="pl19772"/>
            <p:cNvSpPr/>
            <p:nvPr/>
          </p:nvSpPr>
          <p:spPr>
            <a:xfrm>
              <a:off x="6214510" y="1146316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3" name="pl19773"/>
            <p:cNvSpPr/>
            <p:nvPr/>
          </p:nvSpPr>
          <p:spPr>
            <a:xfrm>
              <a:off x="6190408" y="1146316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4" name="pl19774"/>
            <p:cNvSpPr/>
            <p:nvPr/>
          </p:nvSpPr>
          <p:spPr>
            <a:xfrm>
              <a:off x="6187055" y="1146316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5" name="pl19775"/>
            <p:cNvSpPr/>
            <p:nvPr/>
          </p:nvSpPr>
          <p:spPr>
            <a:xfrm>
              <a:off x="6195926" y="1146316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6" name="pl19776"/>
            <p:cNvSpPr/>
            <p:nvPr/>
          </p:nvSpPr>
          <p:spPr>
            <a:xfrm>
              <a:off x="6199544" y="1143844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7" name="pl19777"/>
            <p:cNvSpPr/>
            <p:nvPr/>
          </p:nvSpPr>
          <p:spPr>
            <a:xfrm>
              <a:off x="6540415" y="1184780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8" name="pl19778"/>
            <p:cNvSpPr/>
            <p:nvPr/>
          </p:nvSpPr>
          <p:spPr>
            <a:xfrm>
              <a:off x="6564712" y="1184065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79" name="pl19779"/>
            <p:cNvSpPr/>
            <p:nvPr/>
          </p:nvSpPr>
          <p:spPr>
            <a:xfrm>
              <a:off x="6853924" y="12226561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0" name="pl19780"/>
            <p:cNvSpPr/>
            <p:nvPr/>
          </p:nvSpPr>
          <p:spPr>
            <a:xfrm>
              <a:off x="6212268" y="1142507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1" name="pl19781"/>
            <p:cNvSpPr/>
            <p:nvPr/>
          </p:nvSpPr>
          <p:spPr>
            <a:xfrm>
              <a:off x="5942070" y="1197745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2" name="pl19782"/>
            <p:cNvSpPr/>
            <p:nvPr/>
          </p:nvSpPr>
          <p:spPr>
            <a:xfrm>
              <a:off x="6167804" y="1145474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3" name="pl19783"/>
            <p:cNvSpPr/>
            <p:nvPr/>
          </p:nvSpPr>
          <p:spPr>
            <a:xfrm>
              <a:off x="6178212" y="11452039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4" name="pl19784"/>
            <p:cNvSpPr/>
            <p:nvPr/>
          </p:nvSpPr>
          <p:spPr>
            <a:xfrm>
              <a:off x="6381418" y="1225609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5" name="pl19785"/>
            <p:cNvSpPr/>
            <p:nvPr/>
          </p:nvSpPr>
          <p:spPr>
            <a:xfrm>
              <a:off x="6400565" y="1225609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6" name="pl19786"/>
            <p:cNvSpPr/>
            <p:nvPr/>
          </p:nvSpPr>
          <p:spPr>
            <a:xfrm>
              <a:off x="6746125" y="1217860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7" name="pl19787"/>
            <p:cNvSpPr/>
            <p:nvPr/>
          </p:nvSpPr>
          <p:spPr>
            <a:xfrm>
              <a:off x="7051514" y="1138732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8" name="pl19788"/>
            <p:cNvSpPr/>
            <p:nvPr/>
          </p:nvSpPr>
          <p:spPr>
            <a:xfrm>
              <a:off x="6392273" y="11968631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89" name="pl19789"/>
            <p:cNvSpPr/>
            <p:nvPr/>
          </p:nvSpPr>
          <p:spPr>
            <a:xfrm>
              <a:off x="6393388" y="1196683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0" name="pl19790"/>
            <p:cNvSpPr/>
            <p:nvPr/>
          </p:nvSpPr>
          <p:spPr>
            <a:xfrm>
              <a:off x="6391645" y="11968631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1" name="pl19791"/>
            <p:cNvSpPr/>
            <p:nvPr/>
          </p:nvSpPr>
          <p:spPr>
            <a:xfrm>
              <a:off x="5849127" y="12194862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2" name="pl19792"/>
            <p:cNvSpPr/>
            <p:nvPr/>
          </p:nvSpPr>
          <p:spPr>
            <a:xfrm>
              <a:off x="6337661" y="11874474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3" name="pl19793"/>
            <p:cNvSpPr/>
            <p:nvPr/>
          </p:nvSpPr>
          <p:spPr>
            <a:xfrm>
              <a:off x="6539097" y="1182477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4" name="pl19794"/>
            <p:cNvSpPr/>
            <p:nvPr/>
          </p:nvSpPr>
          <p:spPr>
            <a:xfrm>
              <a:off x="6539097" y="1182477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5" name="pl19795"/>
            <p:cNvSpPr/>
            <p:nvPr/>
          </p:nvSpPr>
          <p:spPr>
            <a:xfrm>
              <a:off x="6539097" y="1182477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6" name="pl19796"/>
            <p:cNvSpPr/>
            <p:nvPr/>
          </p:nvSpPr>
          <p:spPr>
            <a:xfrm>
              <a:off x="6401246" y="1090327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7" name="pl19797"/>
            <p:cNvSpPr/>
            <p:nvPr/>
          </p:nvSpPr>
          <p:spPr>
            <a:xfrm>
              <a:off x="6520067" y="1163727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8" name="pl19798"/>
            <p:cNvSpPr/>
            <p:nvPr/>
          </p:nvSpPr>
          <p:spPr>
            <a:xfrm>
              <a:off x="6209453" y="1139112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799" name="pl19799"/>
            <p:cNvSpPr/>
            <p:nvPr/>
          </p:nvSpPr>
          <p:spPr>
            <a:xfrm>
              <a:off x="6244332" y="1145416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0" name="pl19800"/>
            <p:cNvSpPr/>
            <p:nvPr/>
          </p:nvSpPr>
          <p:spPr>
            <a:xfrm>
              <a:off x="6209167" y="1144746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1" name="pl19801"/>
            <p:cNvSpPr/>
            <p:nvPr/>
          </p:nvSpPr>
          <p:spPr>
            <a:xfrm>
              <a:off x="5926670" y="11906627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2" name="pl19802"/>
            <p:cNvSpPr/>
            <p:nvPr/>
          </p:nvSpPr>
          <p:spPr>
            <a:xfrm>
              <a:off x="5933337" y="11905659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3" name="pl19803"/>
            <p:cNvSpPr/>
            <p:nvPr/>
          </p:nvSpPr>
          <p:spPr>
            <a:xfrm>
              <a:off x="6244332" y="1145979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4" name="pl19804"/>
            <p:cNvSpPr/>
            <p:nvPr/>
          </p:nvSpPr>
          <p:spPr>
            <a:xfrm>
              <a:off x="6583721" y="10936751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5" name="pl19805"/>
            <p:cNvSpPr/>
            <p:nvPr/>
          </p:nvSpPr>
          <p:spPr>
            <a:xfrm>
              <a:off x="6370297" y="11874474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6" name="pl19806"/>
            <p:cNvSpPr/>
            <p:nvPr/>
          </p:nvSpPr>
          <p:spPr>
            <a:xfrm>
              <a:off x="6365701" y="1187494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7" name="pl19807"/>
            <p:cNvSpPr/>
            <p:nvPr/>
          </p:nvSpPr>
          <p:spPr>
            <a:xfrm>
              <a:off x="6364072" y="1187494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8" name="pl19808"/>
            <p:cNvSpPr/>
            <p:nvPr/>
          </p:nvSpPr>
          <p:spPr>
            <a:xfrm>
              <a:off x="6285389" y="1141731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09" name="pl19809"/>
            <p:cNvSpPr/>
            <p:nvPr/>
          </p:nvSpPr>
          <p:spPr>
            <a:xfrm>
              <a:off x="6162242" y="10930292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0" name="pl19810"/>
            <p:cNvSpPr/>
            <p:nvPr/>
          </p:nvSpPr>
          <p:spPr>
            <a:xfrm>
              <a:off x="6125533" y="1150032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1" name="pl19811"/>
            <p:cNvSpPr/>
            <p:nvPr/>
          </p:nvSpPr>
          <p:spPr>
            <a:xfrm>
              <a:off x="6627678" y="11566216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2" name="pl19812"/>
            <p:cNvSpPr/>
            <p:nvPr/>
          </p:nvSpPr>
          <p:spPr>
            <a:xfrm>
              <a:off x="6438880" y="11758266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3" name="pl19813"/>
            <p:cNvSpPr/>
            <p:nvPr/>
          </p:nvSpPr>
          <p:spPr>
            <a:xfrm>
              <a:off x="6515005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4" name="pl19814"/>
            <p:cNvSpPr/>
            <p:nvPr/>
          </p:nvSpPr>
          <p:spPr>
            <a:xfrm>
              <a:off x="6522988" y="11784702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5" name="pl19815"/>
            <p:cNvSpPr/>
            <p:nvPr/>
          </p:nvSpPr>
          <p:spPr>
            <a:xfrm>
              <a:off x="6523834" y="1167324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6" name="pl19816"/>
            <p:cNvSpPr/>
            <p:nvPr/>
          </p:nvSpPr>
          <p:spPr>
            <a:xfrm>
              <a:off x="5746853" y="1114407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7" name="pl19817"/>
            <p:cNvSpPr/>
            <p:nvPr/>
          </p:nvSpPr>
          <p:spPr>
            <a:xfrm>
              <a:off x="6404574" y="1202860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8" name="pl19818"/>
            <p:cNvSpPr/>
            <p:nvPr/>
          </p:nvSpPr>
          <p:spPr>
            <a:xfrm>
              <a:off x="6400947" y="1202860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19" name="pl19819"/>
            <p:cNvSpPr/>
            <p:nvPr/>
          </p:nvSpPr>
          <p:spPr>
            <a:xfrm>
              <a:off x="5905581" y="11744116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0" name="pl19820"/>
            <p:cNvSpPr/>
            <p:nvPr/>
          </p:nvSpPr>
          <p:spPr>
            <a:xfrm>
              <a:off x="6281094" y="1144896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1" name="pl19821"/>
            <p:cNvSpPr/>
            <p:nvPr/>
          </p:nvSpPr>
          <p:spPr>
            <a:xfrm>
              <a:off x="6285389" y="1141079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2" name="pl19822"/>
            <p:cNvSpPr/>
            <p:nvPr/>
          </p:nvSpPr>
          <p:spPr>
            <a:xfrm>
              <a:off x="6213303" y="1138038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3" name="pl19823"/>
            <p:cNvSpPr/>
            <p:nvPr/>
          </p:nvSpPr>
          <p:spPr>
            <a:xfrm>
              <a:off x="6538598" y="11575107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4" name="pl19824"/>
            <p:cNvSpPr/>
            <p:nvPr/>
          </p:nvSpPr>
          <p:spPr>
            <a:xfrm>
              <a:off x="6536225" y="1160872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5" name="pl19825"/>
            <p:cNvSpPr/>
            <p:nvPr/>
          </p:nvSpPr>
          <p:spPr>
            <a:xfrm>
              <a:off x="6531700" y="1160872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6" name="pl19826"/>
            <p:cNvSpPr/>
            <p:nvPr/>
          </p:nvSpPr>
          <p:spPr>
            <a:xfrm>
              <a:off x="6537086" y="1160872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7" name="pl19827"/>
            <p:cNvSpPr/>
            <p:nvPr/>
          </p:nvSpPr>
          <p:spPr>
            <a:xfrm>
              <a:off x="7055188" y="1148292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8" name="pl19828"/>
            <p:cNvSpPr/>
            <p:nvPr/>
          </p:nvSpPr>
          <p:spPr>
            <a:xfrm>
              <a:off x="5609601" y="1165765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29" name="pl19829"/>
            <p:cNvSpPr/>
            <p:nvPr/>
          </p:nvSpPr>
          <p:spPr>
            <a:xfrm>
              <a:off x="5588946" y="11665371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0" name="pl19830"/>
            <p:cNvSpPr/>
            <p:nvPr/>
          </p:nvSpPr>
          <p:spPr>
            <a:xfrm>
              <a:off x="6780651" y="1179190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1" name="pl19831"/>
            <p:cNvSpPr/>
            <p:nvPr/>
          </p:nvSpPr>
          <p:spPr>
            <a:xfrm>
              <a:off x="6404574" y="12127319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2" name="pl19832"/>
            <p:cNvSpPr/>
            <p:nvPr/>
          </p:nvSpPr>
          <p:spPr>
            <a:xfrm>
              <a:off x="5659581" y="1190267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3" name="pl19833"/>
            <p:cNvSpPr/>
            <p:nvPr/>
          </p:nvSpPr>
          <p:spPr>
            <a:xfrm>
              <a:off x="5921659" y="1192549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4" name="pl19834"/>
            <p:cNvSpPr/>
            <p:nvPr/>
          </p:nvSpPr>
          <p:spPr>
            <a:xfrm>
              <a:off x="5933337" y="1191091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5" name="pl19835"/>
            <p:cNvSpPr/>
            <p:nvPr/>
          </p:nvSpPr>
          <p:spPr>
            <a:xfrm>
              <a:off x="5930587" y="1192549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6" name="pl19836"/>
            <p:cNvSpPr/>
            <p:nvPr/>
          </p:nvSpPr>
          <p:spPr>
            <a:xfrm>
              <a:off x="5939636" y="1192549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7" name="pl19837"/>
            <p:cNvSpPr/>
            <p:nvPr/>
          </p:nvSpPr>
          <p:spPr>
            <a:xfrm>
              <a:off x="6860375" y="1111166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8" name="pl19838"/>
            <p:cNvSpPr/>
            <p:nvPr/>
          </p:nvSpPr>
          <p:spPr>
            <a:xfrm>
              <a:off x="6244332" y="11468174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39" name="pl19839"/>
            <p:cNvSpPr/>
            <p:nvPr/>
          </p:nvSpPr>
          <p:spPr>
            <a:xfrm>
              <a:off x="6196303" y="1139138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0" name="pl19840"/>
            <p:cNvSpPr/>
            <p:nvPr/>
          </p:nvSpPr>
          <p:spPr>
            <a:xfrm>
              <a:off x="6183958" y="1137914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1" name="pl19841"/>
            <p:cNvSpPr/>
            <p:nvPr/>
          </p:nvSpPr>
          <p:spPr>
            <a:xfrm>
              <a:off x="6194247" y="1137900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2" name="pl19842"/>
            <p:cNvSpPr/>
            <p:nvPr/>
          </p:nvSpPr>
          <p:spPr>
            <a:xfrm>
              <a:off x="6190454" y="1137693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3" name="pl19843"/>
            <p:cNvSpPr/>
            <p:nvPr/>
          </p:nvSpPr>
          <p:spPr>
            <a:xfrm>
              <a:off x="6186719" y="1138099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4" name="pl19844"/>
            <p:cNvSpPr/>
            <p:nvPr/>
          </p:nvSpPr>
          <p:spPr>
            <a:xfrm>
              <a:off x="6749358" y="1217860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5" name="pl19845"/>
            <p:cNvSpPr/>
            <p:nvPr/>
          </p:nvSpPr>
          <p:spPr>
            <a:xfrm>
              <a:off x="6924138" y="11719584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6" name="pl19846"/>
            <p:cNvSpPr/>
            <p:nvPr/>
          </p:nvSpPr>
          <p:spPr>
            <a:xfrm>
              <a:off x="6515005" y="11666926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7" name="pl19847"/>
            <p:cNvSpPr/>
            <p:nvPr/>
          </p:nvSpPr>
          <p:spPr>
            <a:xfrm>
              <a:off x="7075296" y="1186842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8" name="pl19848"/>
            <p:cNvSpPr/>
            <p:nvPr/>
          </p:nvSpPr>
          <p:spPr>
            <a:xfrm>
              <a:off x="6124831" y="11422778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49" name="pl19849"/>
            <p:cNvSpPr/>
            <p:nvPr/>
          </p:nvSpPr>
          <p:spPr>
            <a:xfrm>
              <a:off x="6135584" y="1142735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0" name="pl19850"/>
            <p:cNvSpPr/>
            <p:nvPr/>
          </p:nvSpPr>
          <p:spPr>
            <a:xfrm>
              <a:off x="6370297" y="11835484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1" name="pl19851"/>
            <p:cNvSpPr/>
            <p:nvPr/>
          </p:nvSpPr>
          <p:spPr>
            <a:xfrm>
              <a:off x="6391822" y="11835484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2" name="pl19852"/>
            <p:cNvSpPr/>
            <p:nvPr/>
          </p:nvSpPr>
          <p:spPr>
            <a:xfrm>
              <a:off x="6409169" y="1196260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3" name="pl19853"/>
            <p:cNvSpPr/>
            <p:nvPr/>
          </p:nvSpPr>
          <p:spPr>
            <a:xfrm>
              <a:off x="6121239" y="1237239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4" name="pl19854"/>
            <p:cNvSpPr/>
            <p:nvPr/>
          </p:nvSpPr>
          <p:spPr>
            <a:xfrm>
              <a:off x="6564712" y="1187396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5" name="pl19855"/>
            <p:cNvSpPr/>
            <p:nvPr/>
          </p:nvSpPr>
          <p:spPr>
            <a:xfrm>
              <a:off x="6214561" y="11401514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6" name="pl19856"/>
            <p:cNvSpPr/>
            <p:nvPr/>
          </p:nvSpPr>
          <p:spPr>
            <a:xfrm>
              <a:off x="5960074" y="1229641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7" name="pl19857"/>
            <p:cNvSpPr/>
            <p:nvPr/>
          </p:nvSpPr>
          <p:spPr>
            <a:xfrm>
              <a:off x="6863543" y="1214369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8" name="pl19858"/>
            <p:cNvSpPr/>
            <p:nvPr/>
          </p:nvSpPr>
          <p:spPr>
            <a:xfrm>
              <a:off x="6581686" y="1224064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59" name="pl19859"/>
            <p:cNvSpPr/>
            <p:nvPr/>
          </p:nvSpPr>
          <p:spPr>
            <a:xfrm>
              <a:off x="6162187" y="11434305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0" name="pl19860"/>
            <p:cNvSpPr/>
            <p:nvPr/>
          </p:nvSpPr>
          <p:spPr>
            <a:xfrm>
              <a:off x="6523834" y="11794527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1" name="pl19861"/>
            <p:cNvSpPr/>
            <p:nvPr/>
          </p:nvSpPr>
          <p:spPr>
            <a:xfrm>
              <a:off x="5594788" y="1184433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2" name="pl19862"/>
            <p:cNvSpPr/>
            <p:nvPr/>
          </p:nvSpPr>
          <p:spPr>
            <a:xfrm>
              <a:off x="6780651" y="1174197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3" name="pl19863"/>
            <p:cNvSpPr/>
            <p:nvPr/>
          </p:nvSpPr>
          <p:spPr>
            <a:xfrm>
              <a:off x="6802210" y="1174197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4" name="pl19864"/>
            <p:cNvSpPr/>
            <p:nvPr/>
          </p:nvSpPr>
          <p:spPr>
            <a:xfrm>
              <a:off x="6805276" y="1173747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5" name="pl19865"/>
            <p:cNvSpPr/>
            <p:nvPr/>
          </p:nvSpPr>
          <p:spPr>
            <a:xfrm>
              <a:off x="6364072" y="1187411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6" name="pl19866"/>
            <p:cNvSpPr/>
            <p:nvPr/>
          </p:nvSpPr>
          <p:spPr>
            <a:xfrm>
              <a:off x="6370297" y="1187411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7" name="pl19867"/>
            <p:cNvSpPr/>
            <p:nvPr/>
          </p:nvSpPr>
          <p:spPr>
            <a:xfrm>
              <a:off x="6393818" y="11837728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8" name="pl19868"/>
            <p:cNvSpPr/>
            <p:nvPr/>
          </p:nvSpPr>
          <p:spPr>
            <a:xfrm>
              <a:off x="6188230" y="1143203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69" name="pl19869"/>
            <p:cNvSpPr/>
            <p:nvPr/>
          </p:nvSpPr>
          <p:spPr>
            <a:xfrm>
              <a:off x="5859007" y="1219441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0" name="pl19870"/>
            <p:cNvSpPr/>
            <p:nvPr/>
          </p:nvSpPr>
          <p:spPr>
            <a:xfrm>
              <a:off x="6521291" y="1161801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1" name="pl19871"/>
            <p:cNvSpPr/>
            <p:nvPr/>
          </p:nvSpPr>
          <p:spPr>
            <a:xfrm>
              <a:off x="6627876" y="1236871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2" name="pl19872"/>
            <p:cNvSpPr/>
            <p:nvPr/>
          </p:nvSpPr>
          <p:spPr>
            <a:xfrm>
              <a:off x="5701747" y="1204787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3" name="pl19873"/>
            <p:cNvSpPr/>
            <p:nvPr/>
          </p:nvSpPr>
          <p:spPr>
            <a:xfrm>
              <a:off x="6141969" y="1150032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4" name="pl19874"/>
            <p:cNvSpPr/>
            <p:nvPr/>
          </p:nvSpPr>
          <p:spPr>
            <a:xfrm>
              <a:off x="6203025" y="1142267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5" name="pl19875"/>
            <p:cNvSpPr/>
            <p:nvPr/>
          </p:nvSpPr>
          <p:spPr>
            <a:xfrm>
              <a:off x="6200285" y="1143474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6" name="pl19876"/>
            <p:cNvSpPr/>
            <p:nvPr/>
          </p:nvSpPr>
          <p:spPr>
            <a:xfrm>
              <a:off x="6228791" y="11428958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7" name="pl19877"/>
            <p:cNvSpPr/>
            <p:nvPr/>
          </p:nvSpPr>
          <p:spPr>
            <a:xfrm>
              <a:off x="6222908" y="1144970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8" name="pl19878"/>
            <p:cNvSpPr/>
            <p:nvPr/>
          </p:nvSpPr>
          <p:spPr>
            <a:xfrm>
              <a:off x="5925631" y="1193651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79" name="pl19879"/>
            <p:cNvSpPr/>
            <p:nvPr/>
          </p:nvSpPr>
          <p:spPr>
            <a:xfrm>
              <a:off x="6308399" y="1190300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0" name="pl19880"/>
            <p:cNvSpPr/>
            <p:nvPr/>
          </p:nvSpPr>
          <p:spPr>
            <a:xfrm>
              <a:off x="5936419" y="1197745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1" name="pl19881"/>
            <p:cNvSpPr/>
            <p:nvPr/>
          </p:nvSpPr>
          <p:spPr>
            <a:xfrm>
              <a:off x="6549154" y="11935463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2" name="pl19882"/>
            <p:cNvSpPr/>
            <p:nvPr/>
          </p:nvSpPr>
          <p:spPr>
            <a:xfrm>
              <a:off x="6549154" y="11935463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3" name="pl19883"/>
            <p:cNvSpPr/>
            <p:nvPr/>
          </p:nvSpPr>
          <p:spPr>
            <a:xfrm>
              <a:off x="6549154" y="11935463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4" name="pl19884"/>
            <p:cNvSpPr/>
            <p:nvPr/>
          </p:nvSpPr>
          <p:spPr>
            <a:xfrm>
              <a:off x="6549154" y="11935463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5" name="pl19885"/>
            <p:cNvSpPr/>
            <p:nvPr/>
          </p:nvSpPr>
          <p:spPr>
            <a:xfrm>
              <a:off x="6515005" y="1174424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6" name="pl19886"/>
            <p:cNvSpPr/>
            <p:nvPr/>
          </p:nvSpPr>
          <p:spPr>
            <a:xfrm>
              <a:off x="6549154" y="1188472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7" name="pl19887"/>
            <p:cNvSpPr/>
            <p:nvPr/>
          </p:nvSpPr>
          <p:spPr>
            <a:xfrm>
              <a:off x="6524798" y="11851475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8" name="pl19888"/>
            <p:cNvSpPr/>
            <p:nvPr/>
          </p:nvSpPr>
          <p:spPr>
            <a:xfrm>
              <a:off x="6546218" y="11935463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89" name="pl19889"/>
            <p:cNvSpPr/>
            <p:nvPr/>
          </p:nvSpPr>
          <p:spPr>
            <a:xfrm>
              <a:off x="6549154" y="11935463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0" name="pl19890"/>
            <p:cNvSpPr/>
            <p:nvPr/>
          </p:nvSpPr>
          <p:spPr>
            <a:xfrm>
              <a:off x="6535659" y="11935463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1" name="pl19891"/>
            <p:cNvSpPr/>
            <p:nvPr/>
          </p:nvSpPr>
          <p:spPr>
            <a:xfrm>
              <a:off x="6244332" y="11468174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2" name="pl19892"/>
            <p:cNvSpPr/>
            <p:nvPr/>
          </p:nvSpPr>
          <p:spPr>
            <a:xfrm>
              <a:off x="5753341" y="11131386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3" name="pl19893"/>
            <p:cNvSpPr/>
            <p:nvPr/>
          </p:nvSpPr>
          <p:spPr>
            <a:xfrm>
              <a:off x="6552219" y="1185560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4" name="pl19894"/>
            <p:cNvSpPr/>
            <p:nvPr/>
          </p:nvSpPr>
          <p:spPr>
            <a:xfrm>
              <a:off x="7098792" y="1168746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5" name="pl19895"/>
            <p:cNvSpPr/>
            <p:nvPr/>
          </p:nvSpPr>
          <p:spPr>
            <a:xfrm>
              <a:off x="6772987" y="11889298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6" name="pl19896"/>
            <p:cNvSpPr/>
            <p:nvPr/>
          </p:nvSpPr>
          <p:spPr>
            <a:xfrm>
              <a:off x="6755398" y="1187238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7" name="pl19897"/>
            <p:cNvSpPr/>
            <p:nvPr/>
          </p:nvSpPr>
          <p:spPr>
            <a:xfrm>
              <a:off x="5738049" y="11230424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8" name="pl19898"/>
            <p:cNvSpPr/>
            <p:nvPr/>
          </p:nvSpPr>
          <p:spPr>
            <a:xfrm>
              <a:off x="6581668" y="1163842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899" name="pl19899"/>
            <p:cNvSpPr/>
            <p:nvPr/>
          </p:nvSpPr>
          <p:spPr>
            <a:xfrm>
              <a:off x="6581668" y="1163842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0" name="pl19900"/>
            <p:cNvSpPr/>
            <p:nvPr/>
          </p:nvSpPr>
          <p:spPr>
            <a:xfrm>
              <a:off x="5951216" y="1197745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1" name="pl19901"/>
            <p:cNvSpPr/>
            <p:nvPr/>
          </p:nvSpPr>
          <p:spPr>
            <a:xfrm>
              <a:off x="6202686" y="1142267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2" name="pl19902"/>
            <p:cNvSpPr/>
            <p:nvPr/>
          </p:nvSpPr>
          <p:spPr>
            <a:xfrm>
              <a:off x="6202686" y="1142501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3" name="pl19903"/>
            <p:cNvSpPr/>
            <p:nvPr/>
          </p:nvSpPr>
          <p:spPr>
            <a:xfrm>
              <a:off x="6846075" y="12226561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4" name="pl19904"/>
            <p:cNvSpPr/>
            <p:nvPr/>
          </p:nvSpPr>
          <p:spPr>
            <a:xfrm>
              <a:off x="6548213" y="1181988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5" name="pl19905"/>
            <p:cNvSpPr/>
            <p:nvPr/>
          </p:nvSpPr>
          <p:spPr>
            <a:xfrm>
              <a:off x="6655365" y="1154583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6" name="pl19906"/>
            <p:cNvSpPr/>
            <p:nvPr/>
          </p:nvSpPr>
          <p:spPr>
            <a:xfrm>
              <a:off x="6655365" y="1156173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7" name="pl19907"/>
            <p:cNvSpPr/>
            <p:nvPr/>
          </p:nvSpPr>
          <p:spPr>
            <a:xfrm>
              <a:off x="6734177" y="1179190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8" name="pl19908"/>
            <p:cNvSpPr/>
            <p:nvPr/>
          </p:nvSpPr>
          <p:spPr>
            <a:xfrm>
              <a:off x="6734177" y="1185287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09" name="pl19909"/>
            <p:cNvSpPr/>
            <p:nvPr/>
          </p:nvSpPr>
          <p:spPr>
            <a:xfrm>
              <a:off x="6682067" y="1185287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0" name="pl19910"/>
            <p:cNvSpPr/>
            <p:nvPr/>
          </p:nvSpPr>
          <p:spPr>
            <a:xfrm>
              <a:off x="6734177" y="1185287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1" name="pl19911"/>
            <p:cNvSpPr/>
            <p:nvPr/>
          </p:nvSpPr>
          <p:spPr>
            <a:xfrm>
              <a:off x="5729093" y="1123082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2" name="pl19912"/>
            <p:cNvSpPr/>
            <p:nvPr/>
          </p:nvSpPr>
          <p:spPr>
            <a:xfrm>
              <a:off x="6235279" y="11468174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3" name="pl19913"/>
            <p:cNvSpPr/>
            <p:nvPr/>
          </p:nvSpPr>
          <p:spPr>
            <a:xfrm>
              <a:off x="6397568" y="1196260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4" name="pl19914"/>
            <p:cNvSpPr/>
            <p:nvPr/>
          </p:nvSpPr>
          <p:spPr>
            <a:xfrm>
              <a:off x="6393337" y="1196683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5" name="pl19915"/>
            <p:cNvSpPr/>
            <p:nvPr/>
          </p:nvSpPr>
          <p:spPr>
            <a:xfrm>
              <a:off x="6397568" y="11921428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6" name="pl19916"/>
            <p:cNvSpPr/>
            <p:nvPr/>
          </p:nvSpPr>
          <p:spPr>
            <a:xfrm>
              <a:off x="6192424" y="1144449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7" name="pl19917"/>
            <p:cNvSpPr/>
            <p:nvPr/>
          </p:nvSpPr>
          <p:spPr>
            <a:xfrm>
              <a:off x="6485930" y="1163462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8" name="pl19918"/>
            <p:cNvSpPr/>
            <p:nvPr/>
          </p:nvSpPr>
          <p:spPr>
            <a:xfrm>
              <a:off x="6503452" y="1161583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19" name="pl19919"/>
            <p:cNvSpPr/>
            <p:nvPr/>
          </p:nvSpPr>
          <p:spPr>
            <a:xfrm>
              <a:off x="6495097" y="1163462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0" name="pl19920"/>
            <p:cNvSpPr/>
            <p:nvPr/>
          </p:nvSpPr>
          <p:spPr>
            <a:xfrm>
              <a:off x="6191855" y="1143767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1" name="pl19921"/>
            <p:cNvSpPr/>
            <p:nvPr/>
          </p:nvSpPr>
          <p:spPr>
            <a:xfrm>
              <a:off x="6137730" y="1230234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2" name="pl19922"/>
            <p:cNvSpPr/>
            <p:nvPr/>
          </p:nvSpPr>
          <p:spPr>
            <a:xfrm>
              <a:off x="6537840" y="11604141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3" name="pl19923"/>
            <p:cNvSpPr/>
            <p:nvPr/>
          </p:nvSpPr>
          <p:spPr>
            <a:xfrm>
              <a:off x="6539135" y="11589005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4" name="pl19924"/>
            <p:cNvSpPr/>
            <p:nvPr/>
          </p:nvSpPr>
          <p:spPr>
            <a:xfrm>
              <a:off x="6538598" y="11604141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5" name="pl19925"/>
            <p:cNvSpPr/>
            <p:nvPr/>
          </p:nvSpPr>
          <p:spPr>
            <a:xfrm>
              <a:off x="6538791" y="1159888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6" name="pl19926"/>
            <p:cNvSpPr/>
            <p:nvPr/>
          </p:nvSpPr>
          <p:spPr>
            <a:xfrm>
              <a:off x="6539135" y="1160381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7" name="pl19927"/>
            <p:cNvSpPr/>
            <p:nvPr/>
          </p:nvSpPr>
          <p:spPr>
            <a:xfrm>
              <a:off x="6460808" y="1085477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8" name="pl19928"/>
            <p:cNvSpPr/>
            <p:nvPr/>
          </p:nvSpPr>
          <p:spPr>
            <a:xfrm>
              <a:off x="5960074" y="12305174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29" name="pl19929"/>
            <p:cNvSpPr/>
            <p:nvPr/>
          </p:nvSpPr>
          <p:spPr>
            <a:xfrm>
              <a:off x="6174337" y="1092126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0" name="pl19930"/>
            <p:cNvSpPr/>
            <p:nvPr/>
          </p:nvSpPr>
          <p:spPr>
            <a:xfrm>
              <a:off x="6598800" y="1161827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1" name="pl19931"/>
            <p:cNvSpPr/>
            <p:nvPr/>
          </p:nvSpPr>
          <p:spPr>
            <a:xfrm>
              <a:off x="5569729" y="1169662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2" name="pl19932"/>
            <p:cNvSpPr/>
            <p:nvPr/>
          </p:nvSpPr>
          <p:spPr>
            <a:xfrm>
              <a:off x="5558648" y="1169662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3" name="pl19933"/>
            <p:cNvSpPr/>
            <p:nvPr/>
          </p:nvSpPr>
          <p:spPr>
            <a:xfrm>
              <a:off x="5569729" y="11681658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4" name="pl19934"/>
            <p:cNvSpPr/>
            <p:nvPr/>
          </p:nvSpPr>
          <p:spPr>
            <a:xfrm>
              <a:off x="5728849" y="1114407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5" name="pl19935"/>
            <p:cNvSpPr/>
            <p:nvPr/>
          </p:nvSpPr>
          <p:spPr>
            <a:xfrm>
              <a:off x="5597214" y="11491774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6" name="pl19936"/>
            <p:cNvSpPr/>
            <p:nvPr/>
          </p:nvSpPr>
          <p:spPr>
            <a:xfrm>
              <a:off x="5789412" y="1179558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7" name="pl19937"/>
            <p:cNvSpPr/>
            <p:nvPr/>
          </p:nvSpPr>
          <p:spPr>
            <a:xfrm>
              <a:off x="5792502" y="1179838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8" name="pl19938"/>
            <p:cNvSpPr/>
            <p:nvPr/>
          </p:nvSpPr>
          <p:spPr>
            <a:xfrm>
              <a:off x="5588946" y="11681658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39" name="pl19939"/>
            <p:cNvSpPr/>
            <p:nvPr/>
          </p:nvSpPr>
          <p:spPr>
            <a:xfrm>
              <a:off x="5967665" y="11949531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0" name="pl19940"/>
            <p:cNvSpPr/>
            <p:nvPr/>
          </p:nvSpPr>
          <p:spPr>
            <a:xfrm>
              <a:off x="5967665" y="11944794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1" name="pl19941"/>
            <p:cNvSpPr/>
            <p:nvPr/>
          </p:nvSpPr>
          <p:spPr>
            <a:xfrm>
              <a:off x="5950032" y="11944624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2" name="pl19942"/>
            <p:cNvSpPr/>
            <p:nvPr/>
          </p:nvSpPr>
          <p:spPr>
            <a:xfrm>
              <a:off x="6550880" y="1197900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3" name="pl19943"/>
            <p:cNvSpPr/>
            <p:nvPr/>
          </p:nvSpPr>
          <p:spPr>
            <a:xfrm>
              <a:off x="6389353" y="1198307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4" name="pl19944"/>
            <p:cNvSpPr/>
            <p:nvPr/>
          </p:nvSpPr>
          <p:spPr>
            <a:xfrm>
              <a:off x="7025687" y="11905188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5" name="pl19945"/>
            <p:cNvSpPr/>
            <p:nvPr/>
          </p:nvSpPr>
          <p:spPr>
            <a:xfrm>
              <a:off x="6244332" y="11453831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6" name="pl19946"/>
            <p:cNvSpPr/>
            <p:nvPr/>
          </p:nvSpPr>
          <p:spPr>
            <a:xfrm>
              <a:off x="6248901" y="11464164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7" name="pl19947"/>
            <p:cNvSpPr/>
            <p:nvPr/>
          </p:nvSpPr>
          <p:spPr>
            <a:xfrm>
              <a:off x="5950032" y="11944624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8" name="pl19948"/>
            <p:cNvSpPr/>
            <p:nvPr/>
          </p:nvSpPr>
          <p:spPr>
            <a:xfrm>
              <a:off x="6490568" y="1174424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49" name="pl19949"/>
            <p:cNvSpPr/>
            <p:nvPr/>
          </p:nvSpPr>
          <p:spPr>
            <a:xfrm>
              <a:off x="6222121" y="1239470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0" name="pl19950"/>
            <p:cNvSpPr/>
            <p:nvPr/>
          </p:nvSpPr>
          <p:spPr>
            <a:xfrm>
              <a:off x="6575771" y="1184065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1" name="pl19951"/>
            <p:cNvSpPr/>
            <p:nvPr/>
          </p:nvSpPr>
          <p:spPr>
            <a:xfrm>
              <a:off x="6244332" y="11459308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2" name="pl19952"/>
            <p:cNvSpPr/>
            <p:nvPr/>
          </p:nvSpPr>
          <p:spPr>
            <a:xfrm>
              <a:off x="5764042" y="1208503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3" name="pl19953"/>
            <p:cNvSpPr/>
            <p:nvPr/>
          </p:nvSpPr>
          <p:spPr>
            <a:xfrm>
              <a:off x="6951798" y="11349819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4" name="pl19954"/>
            <p:cNvSpPr/>
            <p:nvPr/>
          </p:nvSpPr>
          <p:spPr>
            <a:xfrm>
              <a:off x="6943723" y="1134165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5" name="pl19955"/>
            <p:cNvSpPr/>
            <p:nvPr/>
          </p:nvSpPr>
          <p:spPr>
            <a:xfrm>
              <a:off x="6951798" y="1132842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6" name="pl19956"/>
            <p:cNvSpPr/>
            <p:nvPr/>
          </p:nvSpPr>
          <p:spPr>
            <a:xfrm>
              <a:off x="6581686" y="1224948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7" name="pl19957"/>
            <p:cNvSpPr/>
            <p:nvPr/>
          </p:nvSpPr>
          <p:spPr>
            <a:xfrm>
              <a:off x="6261306" y="1134818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8" name="pl19958"/>
            <p:cNvSpPr/>
            <p:nvPr/>
          </p:nvSpPr>
          <p:spPr>
            <a:xfrm>
              <a:off x="6924138" y="11726646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59" name="pl19959"/>
            <p:cNvSpPr/>
            <p:nvPr/>
          </p:nvSpPr>
          <p:spPr>
            <a:xfrm>
              <a:off x="6222859" y="11457928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0" name="pl19960"/>
            <p:cNvSpPr/>
            <p:nvPr/>
          </p:nvSpPr>
          <p:spPr>
            <a:xfrm>
              <a:off x="6200285" y="1144449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1" name="pl19961"/>
            <p:cNvSpPr/>
            <p:nvPr/>
          </p:nvSpPr>
          <p:spPr>
            <a:xfrm>
              <a:off x="6209167" y="1144746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2" name="pl19962"/>
            <p:cNvSpPr/>
            <p:nvPr/>
          </p:nvSpPr>
          <p:spPr>
            <a:xfrm>
              <a:off x="6294333" y="1144511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3" name="pl19963"/>
            <p:cNvSpPr/>
            <p:nvPr/>
          </p:nvSpPr>
          <p:spPr>
            <a:xfrm>
              <a:off x="5586148" y="1166838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4" name="pl19964"/>
            <p:cNvSpPr/>
            <p:nvPr/>
          </p:nvSpPr>
          <p:spPr>
            <a:xfrm>
              <a:off x="6800828" y="1107567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5" name="pl19965"/>
            <p:cNvSpPr/>
            <p:nvPr/>
          </p:nvSpPr>
          <p:spPr>
            <a:xfrm>
              <a:off x="6259510" y="1144155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6" name="pl19966"/>
            <p:cNvSpPr/>
            <p:nvPr/>
          </p:nvSpPr>
          <p:spPr>
            <a:xfrm>
              <a:off x="6232923" y="1144155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7" name="pl19967"/>
            <p:cNvSpPr/>
            <p:nvPr/>
          </p:nvSpPr>
          <p:spPr>
            <a:xfrm>
              <a:off x="6236694" y="1144155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8" name="pl19968"/>
            <p:cNvSpPr/>
            <p:nvPr/>
          </p:nvSpPr>
          <p:spPr>
            <a:xfrm>
              <a:off x="6259510" y="1142677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69" name="pl19969"/>
            <p:cNvSpPr/>
            <p:nvPr/>
          </p:nvSpPr>
          <p:spPr>
            <a:xfrm>
              <a:off x="6259510" y="11428122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0" name="pl19970"/>
            <p:cNvSpPr/>
            <p:nvPr/>
          </p:nvSpPr>
          <p:spPr>
            <a:xfrm>
              <a:off x="6228654" y="1144155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1" name="pl19971"/>
            <p:cNvSpPr/>
            <p:nvPr/>
          </p:nvSpPr>
          <p:spPr>
            <a:xfrm>
              <a:off x="6242838" y="1142440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2" name="pl19972"/>
            <p:cNvSpPr/>
            <p:nvPr/>
          </p:nvSpPr>
          <p:spPr>
            <a:xfrm>
              <a:off x="6247050" y="1144155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3" name="pl19973"/>
            <p:cNvSpPr/>
            <p:nvPr/>
          </p:nvSpPr>
          <p:spPr>
            <a:xfrm>
              <a:off x="6252205" y="1144155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4" name="pl19974"/>
            <p:cNvSpPr/>
            <p:nvPr/>
          </p:nvSpPr>
          <p:spPr>
            <a:xfrm>
              <a:off x="6234915" y="1144155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5" name="pl19975"/>
            <p:cNvSpPr/>
            <p:nvPr/>
          </p:nvSpPr>
          <p:spPr>
            <a:xfrm>
              <a:off x="6247524" y="1144155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6" name="pl19976"/>
            <p:cNvSpPr/>
            <p:nvPr/>
          </p:nvSpPr>
          <p:spPr>
            <a:xfrm>
              <a:off x="6259510" y="11406653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7" name="pl19977"/>
            <p:cNvSpPr/>
            <p:nvPr/>
          </p:nvSpPr>
          <p:spPr>
            <a:xfrm>
              <a:off x="6259510" y="1144155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8" name="pl19978"/>
            <p:cNvSpPr/>
            <p:nvPr/>
          </p:nvSpPr>
          <p:spPr>
            <a:xfrm>
              <a:off x="6238619" y="1144155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79" name="pl19979"/>
            <p:cNvSpPr/>
            <p:nvPr/>
          </p:nvSpPr>
          <p:spPr>
            <a:xfrm>
              <a:off x="6259510" y="11436938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0" name="pl19980"/>
            <p:cNvSpPr/>
            <p:nvPr/>
          </p:nvSpPr>
          <p:spPr>
            <a:xfrm>
              <a:off x="6241463" y="1144155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1" name="pl19981"/>
            <p:cNvSpPr/>
            <p:nvPr/>
          </p:nvSpPr>
          <p:spPr>
            <a:xfrm>
              <a:off x="6224057" y="1141580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2" name="pl19982"/>
            <p:cNvSpPr/>
            <p:nvPr/>
          </p:nvSpPr>
          <p:spPr>
            <a:xfrm>
              <a:off x="6259510" y="1144155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3" name="pl19983"/>
            <p:cNvSpPr/>
            <p:nvPr/>
          </p:nvSpPr>
          <p:spPr>
            <a:xfrm>
              <a:off x="6228791" y="1144155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4" name="pl19984"/>
            <p:cNvSpPr/>
            <p:nvPr/>
          </p:nvSpPr>
          <p:spPr>
            <a:xfrm>
              <a:off x="6259510" y="1143455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5" name="pl19985"/>
            <p:cNvSpPr/>
            <p:nvPr/>
          </p:nvSpPr>
          <p:spPr>
            <a:xfrm>
              <a:off x="6259510" y="11431486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6" name="pl19986"/>
            <p:cNvSpPr/>
            <p:nvPr/>
          </p:nvSpPr>
          <p:spPr>
            <a:xfrm>
              <a:off x="6259510" y="11405812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7" name="pl19987"/>
            <p:cNvSpPr/>
            <p:nvPr/>
          </p:nvSpPr>
          <p:spPr>
            <a:xfrm>
              <a:off x="6259510" y="1142079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8" name="pl19988"/>
            <p:cNvSpPr/>
            <p:nvPr/>
          </p:nvSpPr>
          <p:spPr>
            <a:xfrm>
              <a:off x="6259510" y="1143794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89" name="pl19989"/>
            <p:cNvSpPr/>
            <p:nvPr/>
          </p:nvSpPr>
          <p:spPr>
            <a:xfrm>
              <a:off x="6259510" y="1144155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0" name="pl19990"/>
            <p:cNvSpPr/>
            <p:nvPr/>
          </p:nvSpPr>
          <p:spPr>
            <a:xfrm>
              <a:off x="6259510" y="11438640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1" name="pl19991"/>
            <p:cNvSpPr/>
            <p:nvPr/>
          </p:nvSpPr>
          <p:spPr>
            <a:xfrm>
              <a:off x="6225862" y="1144155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2" name="pl19992"/>
            <p:cNvSpPr/>
            <p:nvPr/>
          </p:nvSpPr>
          <p:spPr>
            <a:xfrm>
              <a:off x="6259510" y="1144155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3" name="pl19993"/>
            <p:cNvSpPr/>
            <p:nvPr/>
          </p:nvSpPr>
          <p:spPr>
            <a:xfrm>
              <a:off x="6259510" y="1141708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4" name="pl19994"/>
            <p:cNvSpPr/>
            <p:nvPr/>
          </p:nvSpPr>
          <p:spPr>
            <a:xfrm>
              <a:off x="6258579" y="1144155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5" name="pl19995"/>
            <p:cNvSpPr/>
            <p:nvPr/>
          </p:nvSpPr>
          <p:spPr>
            <a:xfrm>
              <a:off x="6248901" y="1144155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6" name="pl19996"/>
            <p:cNvSpPr/>
            <p:nvPr/>
          </p:nvSpPr>
          <p:spPr>
            <a:xfrm>
              <a:off x="6259510" y="1140389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7" name="pl19997"/>
            <p:cNvSpPr/>
            <p:nvPr/>
          </p:nvSpPr>
          <p:spPr>
            <a:xfrm>
              <a:off x="6259510" y="1142412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8" name="pl19998"/>
            <p:cNvSpPr/>
            <p:nvPr/>
          </p:nvSpPr>
          <p:spPr>
            <a:xfrm>
              <a:off x="6249955" y="1144155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999" name="pl19999"/>
            <p:cNvSpPr/>
            <p:nvPr/>
          </p:nvSpPr>
          <p:spPr>
            <a:xfrm>
              <a:off x="6241848" y="1144155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0" name="pl20000"/>
            <p:cNvSpPr/>
            <p:nvPr/>
          </p:nvSpPr>
          <p:spPr>
            <a:xfrm>
              <a:off x="6259510" y="11433798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1" name="pl20001"/>
            <p:cNvSpPr/>
            <p:nvPr/>
          </p:nvSpPr>
          <p:spPr>
            <a:xfrm>
              <a:off x="6278616" y="1143746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2" name="pl20002"/>
            <p:cNvSpPr/>
            <p:nvPr/>
          </p:nvSpPr>
          <p:spPr>
            <a:xfrm>
              <a:off x="6581686" y="1224948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3" name="pl20003"/>
            <p:cNvSpPr/>
            <p:nvPr/>
          </p:nvSpPr>
          <p:spPr>
            <a:xfrm>
              <a:off x="6163574" y="11481335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4" name="pl20004"/>
            <p:cNvSpPr/>
            <p:nvPr/>
          </p:nvSpPr>
          <p:spPr>
            <a:xfrm>
              <a:off x="6621372" y="12376588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5" name="pl20005"/>
            <p:cNvSpPr/>
            <p:nvPr/>
          </p:nvSpPr>
          <p:spPr>
            <a:xfrm>
              <a:off x="6570543" y="11576697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6" name="pl20006"/>
            <p:cNvSpPr/>
            <p:nvPr/>
          </p:nvSpPr>
          <p:spPr>
            <a:xfrm>
              <a:off x="6535593" y="11584964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7" name="pl20007"/>
            <p:cNvSpPr/>
            <p:nvPr/>
          </p:nvSpPr>
          <p:spPr>
            <a:xfrm>
              <a:off x="6770515" y="11870855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8" name="pl20008"/>
            <p:cNvSpPr/>
            <p:nvPr/>
          </p:nvSpPr>
          <p:spPr>
            <a:xfrm>
              <a:off x="5838372" y="1104003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09" name="pl20009"/>
            <p:cNvSpPr/>
            <p:nvPr/>
          </p:nvSpPr>
          <p:spPr>
            <a:xfrm>
              <a:off x="6234181" y="1146737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0" name="pl20010"/>
            <p:cNvSpPr/>
            <p:nvPr/>
          </p:nvSpPr>
          <p:spPr>
            <a:xfrm>
              <a:off x="6980852" y="12041901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1" name="pl20011"/>
            <p:cNvSpPr/>
            <p:nvPr/>
          </p:nvSpPr>
          <p:spPr>
            <a:xfrm>
              <a:off x="6970912" y="1205863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2" name="pl20012"/>
            <p:cNvSpPr/>
            <p:nvPr/>
          </p:nvSpPr>
          <p:spPr>
            <a:xfrm>
              <a:off x="6492785" y="1240606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3" name="pl20013"/>
            <p:cNvSpPr/>
            <p:nvPr/>
          </p:nvSpPr>
          <p:spPr>
            <a:xfrm>
              <a:off x="6452984" y="11703525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4" name="pl20014"/>
            <p:cNvSpPr/>
            <p:nvPr/>
          </p:nvSpPr>
          <p:spPr>
            <a:xfrm>
              <a:off x="6999685" y="1125956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5" name="pl20015"/>
            <p:cNvSpPr/>
            <p:nvPr/>
          </p:nvSpPr>
          <p:spPr>
            <a:xfrm>
              <a:off x="6523834" y="1165463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6" name="pl20016"/>
            <p:cNvSpPr/>
            <p:nvPr/>
          </p:nvSpPr>
          <p:spPr>
            <a:xfrm>
              <a:off x="6587807" y="1182432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7" name="pl20017"/>
            <p:cNvSpPr/>
            <p:nvPr/>
          </p:nvSpPr>
          <p:spPr>
            <a:xfrm>
              <a:off x="6532331" y="1161583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8" name="pl20018"/>
            <p:cNvSpPr/>
            <p:nvPr/>
          </p:nvSpPr>
          <p:spPr>
            <a:xfrm>
              <a:off x="6566059" y="1158153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19" name="pl20019"/>
            <p:cNvSpPr/>
            <p:nvPr/>
          </p:nvSpPr>
          <p:spPr>
            <a:xfrm>
              <a:off x="6566059" y="11563185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0" name="pl20020"/>
            <p:cNvSpPr/>
            <p:nvPr/>
          </p:nvSpPr>
          <p:spPr>
            <a:xfrm>
              <a:off x="7086967" y="1157940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1" name="pl20021"/>
            <p:cNvSpPr/>
            <p:nvPr/>
          </p:nvSpPr>
          <p:spPr>
            <a:xfrm>
              <a:off x="5774085" y="1215679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2" name="pl20022"/>
            <p:cNvSpPr/>
            <p:nvPr/>
          </p:nvSpPr>
          <p:spPr>
            <a:xfrm>
              <a:off x="6244332" y="11468174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3" name="pl20023"/>
            <p:cNvSpPr/>
            <p:nvPr/>
          </p:nvSpPr>
          <p:spPr>
            <a:xfrm>
              <a:off x="6236141" y="1146641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4" name="pl20024"/>
            <p:cNvSpPr/>
            <p:nvPr/>
          </p:nvSpPr>
          <p:spPr>
            <a:xfrm>
              <a:off x="5951173" y="1197745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5" name="pl20025"/>
            <p:cNvSpPr/>
            <p:nvPr/>
          </p:nvSpPr>
          <p:spPr>
            <a:xfrm>
              <a:off x="6174394" y="1146844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6" name="pl20026"/>
            <p:cNvSpPr/>
            <p:nvPr/>
          </p:nvSpPr>
          <p:spPr>
            <a:xfrm>
              <a:off x="6248901" y="11464164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7" name="pl20027"/>
            <p:cNvSpPr/>
            <p:nvPr/>
          </p:nvSpPr>
          <p:spPr>
            <a:xfrm>
              <a:off x="6520578" y="11669848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8" name="pl20028"/>
            <p:cNvSpPr/>
            <p:nvPr/>
          </p:nvSpPr>
          <p:spPr>
            <a:xfrm>
              <a:off x="6516798" y="11686954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29" name="pl20029"/>
            <p:cNvSpPr/>
            <p:nvPr/>
          </p:nvSpPr>
          <p:spPr>
            <a:xfrm>
              <a:off x="6433078" y="1181106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0" name="pl20030"/>
            <p:cNvSpPr/>
            <p:nvPr/>
          </p:nvSpPr>
          <p:spPr>
            <a:xfrm>
              <a:off x="6433078" y="11758266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1" name="pl20031"/>
            <p:cNvSpPr/>
            <p:nvPr/>
          </p:nvSpPr>
          <p:spPr>
            <a:xfrm>
              <a:off x="6407793" y="1182957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2" name="pl20032"/>
            <p:cNvSpPr/>
            <p:nvPr/>
          </p:nvSpPr>
          <p:spPr>
            <a:xfrm>
              <a:off x="6421291" y="1182957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3" name="pl20033"/>
            <p:cNvSpPr/>
            <p:nvPr/>
          </p:nvSpPr>
          <p:spPr>
            <a:xfrm>
              <a:off x="6428733" y="1182957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4" name="pl20034"/>
            <p:cNvSpPr/>
            <p:nvPr/>
          </p:nvSpPr>
          <p:spPr>
            <a:xfrm>
              <a:off x="6239445" y="11370029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5" name="pl20035"/>
            <p:cNvSpPr/>
            <p:nvPr/>
          </p:nvSpPr>
          <p:spPr>
            <a:xfrm>
              <a:off x="6231220" y="1138621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6" name="pl20036"/>
            <p:cNvSpPr/>
            <p:nvPr/>
          </p:nvSpPr>
          <p:spPr>
            <a:xfrm>
              <a:off x="6242442" y="1138621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7" name="pl20037"/>
            <p:cNvSpPr/>
            <p:nvPr/>
          </p:nvSpPr>
          <p:spPr>
            <a:xfrm>
              <a:off x="6241738" y="11352572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38" name="pt20038"/>
            <p:cNvSpPr/>
            <p:nvPr/>
          </p:nvSpPr>
          <p:spPr>
            <a:xfrm>
              <a:off x="6386559" y="10878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39" name="pt20039"/>
            <p:cNvSpPr/>
            <p:nvPr/>
          </p:nvSpPr>
          <p:spPr>
            <a:xfrm>
              <a:off x="6172477" y="11411380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0" name="pt20040"/>
            <p:cNvSpPr/>
            <p:nvPr/>
          </p:nvSpPr>
          <p:spPr>
            <a:xfrm>
              <a:off x="6778698" y="11762514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1" name="pt20041"/>
            <p:cNvSpPr/>
            <p:nvPr/>
          </p:nvSpPr>
          <p:spPr>
            <a:xfrm>
              <a:off x="6252252" y="114189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2" name="pt20042"/>
            <p:cNvSpPr/>
            <p:nvPr/>
          </p:nvSpPr>
          <p:spPr>
            <a:xfrm>
              <a:off x="6875727" y="111517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3" name="pg20043"/>
            <p:cNvSpPr/>
            <p:nvPr/>
          </p:nvSpPr>
          <p:spPr>
            <a:xfrm>
              <a:off x="6368830" y="1192226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4" name="pt20044"/>
            <p:cNvSpPr/>
            <p:nvPr/>
          </p:nvSpPr>
          <p:spPr>
            <a:xfrm>
              <a:off x="6230086" y="11456515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45" name="pl20045"/>
            <p:cNvSpPr/>
            <p:nvPr/>
          </p:nvSpPr>
          <p:spPr>
            <a:xfrm>
              <a:off x="6374977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6" name="pl20046"/>
            <p:cNvSpPr/>
            <p:nvPr/>
          </p:nvSpPr>
          <p:spPr>
            <a:xfrm>
              <a:off x="6374977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7" name="pl20047"/>
            <p:cNvSpPr/>
            <p:nvPr/>
          </p:nvSpPr>
          <p:spPr>
            <a:xfrm>
              <a:off x="6364863" y="114061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8" name="pl20048"/>
            <p:cNvSpPr/>
            <p:nvPr/>
          </p:nvSpPr>
          <p:spPr>
            <a:xfrm>
              <a:off x="6399393" y="1137158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49" name="pt20049"/>
            <p:cNvSpPr/>
            <p:nvPr/>
          </p:nvSpPr>
          <p:spPr>
            <a:xfrm>
              <a:off x="6208486" y="1140454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0" name="pg20050"/>
            <p:cNvSpPr/>
            <p:nvPr/>
          </p:nvSpPr>
          <p:spPr>
            <a:xfrm>
              <a:off x="5950590" y="1129002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1" name="pt20051"/>
            <p:cNvSpPr/>
            <p:nvPr/>
          </p:nvSpPr>
          <p:spPr>
            <a:xfrm>
              <a:off x="6740312" y="1175156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2" name="pt20052"/>
            <p:cNvSpPr/>
            <p:nvPr/>
          </p:nvSpPr>
          <p:spPr>
            <a:xfrm>
              <a:off x="6156386" y="11404338"/>
              <a:ext cx="74834" cy="74834"/>
            </a:xfrm>
            <a:prstGeom prst="ellipse">
              <a:avLst/>
            </a:prstGeom>
            <a:solidFill>
              <a:srgbClr val="7570B3">
                <a:alpha val="6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3" name="pt20053"/>
            <p:cNvSpPr/>
            <p:nvPr/>
          </p:nvSpPr>
          <p:spPr>
            <a:xfrm>
              <a:off x="6768600" y="117137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4" name="pt20054"/>
            <p:cNvSpPr/>
            <p:nvPr/>
          </p:nvSpPr>
          <p:spPr>
            <a:xfrm>
              <a:off x="6409023" y="12248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5" name="pt20055"/>
            <p:cNvSpPr/>
            <p:nvPr/>
          </p:nvSpPr>
          <p:spPr>
            <a:xfrm>
              <a:off x="6489197" y="117962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6" name="pg20056"/>
            <p:cNvSpPr/>
            <p:nvPr/>
          </p:nvSpPr>
          <p:spPr>
            <a:xfrm>
              <a:off x="6407168" y="1177745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7" name="pt20057"/>
            <p:cNvSpPr/>
            <p:nvPr/>
          </p:nvSpPr>
          <p:spPr>
            <a:xfrm>
              <a:off x="6594069" y="1154916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8" name="pt20058"/>
            <p:cNvSpPr/>
            <p:nvPr/>
          </p:nvSpPr>
          <p:spPr>
            <a:xfrm>
              <a:off x="6865332" y="111568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59" name="pg20059"/>
            <p:cNvSpPr/>
            <p:nvPr/>
          </p:nvSpPr>
          <p:spPr>
            <a:xfrm>
              <a:off x="6482863" y="115823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0" name="pt20060"/>
            <p:cNvSpPr/>
            <p:nvPr/>
          </p:nvSpPr>
          <p:spPr>
            <a:xfrm>
              <a:off x="6641370" y="109512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1" name="pt20061"/>
            <p:cNvSpPr/>
            <p:nvPr/>
          </p:nvSpPr>
          <p:spPr>
            <a:xfrm>
              <a:off x="6164741" y="11489689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2" name="pt20062"/>
            <p:cNvSpPr/>
            <p:nvPr/>
          </p:nvSpPr>
          <p:spPr>
            <a:xfrm>
              <a:off x="6171555" y="11442277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3" name="pg20063"/>
            <p:cNvSpPr/>
            <p:nvPr/>
          </p:nvSpPr>
          <p:spPr>
            <a:xfrm>
              <a:off x="6374441" y="119451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4" name="pt20064"/>
            <p:cNvSpPr/>
            <p:nvPr/>
          </p:nvSpPr>
          <p:spPr>
            <a:xfrm>
              <a:off x="6498915" y="115659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5" name="pt20065"/>
            <p:cNvSpPr/>
            <p:nvPr/>
          </p:nvSpPr>
          <p:spPr>
            <a:xfrm>
              <a:off x="5926465" y="1227258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6" name="pt20066"/>
            <p:cNvSpPr/>
            <p:nvPr/>
          </p:nvSpPr>
          <p:spPr>
            <a:xfrm>
              <a:off x="6541561" y="119650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7" name="pt20067"/>
            <p:cNvSpPr/>
            <p:nvPr/>
          </p:nvSpPr>
          <p:spPr>
            <a:xfrm>
              <a:off x="6355856" y="11987120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8" name="pt20068"/>
            <p:cNvSpPr/>
            <p:nvPr/>
          </p:nvSpPr>
          <p:spPr>
            <a:xfrm>
              <a:off x="6284030" y="113981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69" name="pl20069"/>
            <p:cNvSpPr/>
            <p:nvPr/>
          </p:nvSpPr>
          <p:spPr>
            <a:xfrm>
              <a:off x="6023966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0" name="pl20070"/>
            <p:cNvSpPr/>
            <p:nvPr/>
          </p:nvSpPr>
          <p:spPr>
            <a:xfrm>
              <a:off x="6023966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1" name="pl20071"/>
            <p:cNvSpPr/>
            <p:nvPr/>
          </p:nvSpPr>
          <p:spPr>
            <a:xfrm>
              <a:off x="6013852" y="123326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2" name="pl20072"/>
            <p:cNvSpPr/>
            <p:nvPr/>
          </p:nvSpPr>
          <p:spPr>
            <a:xfrm>
              <a:off x="6048383" y="122981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3" name="pg20073"/>
            <p:cNvSpPr/>
            <p:nvPr/>
          </p:nvSpPr>
          <p:spPr>
            <a:xfrm>
              <a:off x="6305889" y="113858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74" name="pt20074"/>
            <p:cNvSpPr/>
            <p:nvPr/>
          </p:nvSpPr>
          <p:spPr>
            <a:xfrm>
              <a:off x="6526880" y="1197954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75" name="pt20075"/>
            <p:cNvSpPr/>
            <p:nvPr/>
          </p:nvSpPr>
          <p:spPr>
            <a:xfrm>
              <a:off x="6550685" y="119561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76" name="pl20076"/>
            <p:cNvSpPr/>
            <p:nvPr/>
          </p:nvSpPr>
          <p:spPr>
            <a:xfrm>
              <a:off x="6186255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9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7" name="pl20077"/>
            <p:cNvSpPr/>
            <p:nvPr/>
          </p:nvSpPr>
          <p:spPr>
            <a:xfrm>
              <a:off x="6186255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9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8" name="pl20078"/>
            <p:cNvSpPr/>
            <p:nvPr/>
          </p:nvSpPr>
          <p:spPr>
            <a:xfrm>
              <a:off x="6168526" y="1146776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9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79" name="pl20079"/>
            <p:cNvSpPr/>
            <p:nvPr/>
          </p:nvSpPr>
          <p:spPr>
            <a:xfrm>
              <a:off x="6229057" y="1140722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9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0" name="pt20080"/>
            <p:cNvSpPr/>
            <p:nvPr/>
          </p:nvSpPr>
          <p:spPr>
            <a:xfrm>
              <a:off x="6445474" y="116193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81" name="pt20081"/>
            <p:cNvSpPr/>
            <p:nvPr/>
          </p:nvSpPr>
          <p:spPr>
            <a:xfrm>
              <a:off x="6461514" y="116213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82" name="pl20082"/>
            <p:cNvSpPr/>
            <p:nvPr/>
          </p:nvSpPr>
          <p:spPr>
            <a:xfrm>
              <a:off x="6526056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3" name="pl20083"/>
            <p:cNvSpPr/>
            <p:nvPr/>
          </p:nvSpPr>
          <p:spPr>
            <a:xfrm>
              <a:off x="6526056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4" name="pl20084"/>
            <p:cNvSpPr/>
            <p:nvPr/>
          </p:nvSpPr>
          <p:spPr>
            <a:xfrm>
              <a:off x="6515942" y="119930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5" name="pl20085"/>
            <p:cNvSpPr/>
            <p:nvPr/>
          </p:nvSpPr>
          <p:spPr>
            <a:xfrm>
              <a:off x="6550473" y="119584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6" name="pl20086"/>
            <p:cNvSpPr/>
            <p:nvPr/>
          </p:nvSpPr>
          <p:spPr>
            <a:xfrm>
              <a:off x="6263055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7" name="pl20087"/>
            <p:cNvSpPr/>
            <p:nvPr/>
          </p:nvSpPr>
          <p:spPr>
            <a:xfrm>
              <a:off x="6263055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8" name="pl20088"/>
            <p:cNvSpPr/>
            <p:nvPr/>
          </p:nvSpPr>
          <p:spPr>
            <a:xfrm>
              <a:off x="6252941" y="114040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89" name="pl20089"/>
            <p:cNvSpPr/>
            <p:nvPr/>
          </p:nvSpPr>
          <p:spPr>
            <a:xfrm>
              <a:off x="6287472" y="1136950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0" name="pt20090"/>
            <p:cNvSpPr/>
            <p:nvPr/>
          </p:nvSpPr>
          <p:spPr>
            <a:xfrm>
              <a:off x="6369401" y="11813312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91" name="pt20091"/>
            <p:cNvSpPr/>
            <p:nvPr/>
          </p:nvSpPr>
          <p:spPr>
            <a:xfrm>
              <a:off x="6197186" y="114034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092" name="pl20092"/>
            <p:cNvSpPr/>
            <p:nvPr/>
          </p:nvSpPr>
          <p:spPr>
            <a:xfrm>
              <a:off x="5935568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3" name="pl20093"/>
            <p:cNvSpPr/>
            <p:nvPr/>
          </p:nvSpPr>
          <p:spPr>
            <a:xfrm>
              <a:off x="5935568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4" name="pl20094"/>
            <p:cNvSpPr/>
            <p:nvPr/>
          </p:nvSpPr>
          <p:spPr>
            <a:xfrm>
              <a:off x="5925455" y="109663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5" name="pl20095"/>
            <p:cNvSpPr/>
            <p:nvPr/>
          </p:nvSpPr>
          <p:spPr>
            <a:xfrm>
              <a:off x="5959985" y="109317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6" name="pl20096"/>
            <p:cNvSpPr/>
            <p:nvPr/>
          </p:nvSpPr>
          <p:spPr>
            <a:xfrm>
              <a:off x="6183144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7" name="pl20097"/>
            <p:cNvSpPr/>
            <p:nvPr/>
          </p:nvSpPr>
          <p:spPr>
            <a:xfrm>
              <a:off x="6183144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8" name="pl20098"/>
            <p:cNvSpPr/>
            <p:nvPr/>
          </p:nvSpPr>
          <p:spPr>
            <a:xfrm>
              <a:off x="6157799" y="11468174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099" name="pl20099"/>
            <p:cNvSpPr/>
            <p:nvPr/>
          </p:nvSpPr>
          <p:spPr>
            <a:xfrm>
              <a:off x="6244332" y="1138164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470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0" name="pl20100"/>
            <p:cNvSpPr/>
            <p:nvPr/>
          </p:nvSpPr>
          <p:spPr>
            <a:xfrm>
              <a:off x="6470033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1" name="pl20101"/>
            <p:cNvSpPr/>
            <p:nvPr/>
          </p:nvSpPr>
          <p:spPr>
            <a:xfrm>
              <a:off x="6470033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2" name="pl20102"/>
            <p:cNvSpPr/>
            <p:nvPr/>
          </p:nvSpPr>
          <p:spPr>
            <a:xfrm>
              <a:off x="6451405" y="117442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3" name="pl20103"/>
            <p:cNvSpPr/>
            <p:nvPr/>
          </p:nvSpPr>
          <p:spPr>
            <a:xfrm>
              <a:off x="6515005" y="1168064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4" name="pt20104"/>
            <p:cNvSpPr/>
            <p:nvPr/>
          </p:nvSpPr>
          <p:spPr>
            <a:xfrm>
              <a:off x="5762418" y="111506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05" name="pl20105"/>
            <p:cNvSpPr/>
            <p:nvPr/>
          </p:nvSpPr>
          <p:spPr>
            <a:xfrm>
              <a:off x="5760087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6" name="pl20106"/>
            <p:cNvSpPr/>
            <p:nvPr/>
          </p:nvSpPr>
          <p:spPr>
            <a:xfrm>
              <a:off x="5760087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7" name="pl20107"/>
            <p:cNvSpPr/>
            <p:nvPr/>
          </p:nvSpPr>
          <p:spPr>
            <a:xfrm>
              <a:off x="5749973" y="11110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8" name="pl20108"/>
            <p:cNvSpPr/>
            <p:nvPr/>
          </p:nvSpPr>
          <p:spPr>
            <a:xfrm>
              <a:off x="5784503" y="11076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09" name="pt20109"/>
            <p:cNvSpPr/>
            <p:nvPr/>
          </p:nvSpPr>
          <p:spPr>
            <a:xfrm>
              <a:off x="6210347" y="11447956"/>
              <a:ext cx="67219" cy="67219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10" name="pl20110"/>
            <p:cNvSpPr/>
            <p:nvPr/>
          </p:nvSpPr>
          <p:spPr>
            <a:xfrm>
              <a:off x="5902253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1" name="pl20111"/>
            <p:cNvSpPr/>
            <p:nvPr/>
          </p:nvSpPr>
          <p:spPr>
            <a:xfrm>
              <a:off x="5902253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2" name="pl20112"/>
            <p:cNvSpPr/>
            <p:nvPr/>
          </p:nvSpPr>
          <p:spPr>
            <a:xfrm>
              <a:off x="5892140" y="1190662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3" name="pl20113"/>
            <p:cNvSpPr/>
            <p:nvPr/>
          </p:nvSpPr>
          <p:spPr>
            <a:xfrm>
              <a:off x="5926670" y="118720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4" name="pl20114"/>
            <p:cNvSpPr/>
            <p:nvPr/>
          </p:nvSpPr>
          <p:spPr>
            <a:xfrm>
              <a:off x="6636395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5" name="pl20115"/>
            <p:cNvSpPr/>
            <p:nvPr/>
          </p:nvSpPr>
          <p:spPr>
            <a:xfrm>
              <a:off x="6636395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6" name="pl20116"/>
            <p:cNvSpPr/>
            <p:nvPr/>
          </p:nvSpPr>
          <p:spPr>
            <a:xfrm>
              <a:off x="6626281" y="109845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7" name="pl20117"/>
            <p:cNvSpPr/>
            <p:nvPr/>
          </p:nvSpPr>
          <p:spPr>
            <a:xfrm>
              <a:off x="6660812" y="1095003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18" name="pt20118"/>
            <p:cNvSpPr/>
            <p:nvPr/>
          </p:nvSpPr>
          <p:spPr>
            <a:xfrm>
              <a:off x="6117769" y="11467210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19" name="pt20119"/>
            <p:cNvSpPr/>
            <p:nvPr/>
          </p:nvSpPr>
          <p:spPr>
            <a:xfrm>
              <a:off x="6155003" y="11414402"/>
              <a:ext cx="48833" cy="48833"/>
            </a:xfrm>
            <a:prstGeom prst="ellipse">
              <a:avLst/>
            </a:prstGeom>
            <a:solidFill>
              <a:srgbClr val="A6761D">
                <a:alpha val="9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0" name="pt20120"/>
            <p:cNvSpPr/>
            <p:nvPr/>
          </p:nvSpPr>
          <p:spPr>
            <a:xfrm>
              <a:off x="6142010" y="109008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1" name="pt20121"/>
            <p:cNvSpPr/>
            <p:nvPr/>
          </p:nvSpPr>
          <p:spPr>
            <a:xfrm>
              <a:off x="6370964" y="1209371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2" name="pt20122"/>
            <p:cNvSpPr/>
            <p:nvPr/>
          </p:nvSpPr>
          <p:spPr>
            <a:xfrm>
              <a:off x="6215028" y="113456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3" name="pt20123"/>
            <p:cNvSpPr/>
            <p:nvPr/>
          </p:nvSpPr>
          <p:spPr>
            <a:xfrm>
              <a:off x="5625136" y="113575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4" name="pt20124"/>
            <p:cNvSpPr/>
            <p:nvPr/>
          </p:nvSpPr>
          <p:spPr>
            <a:xfrm>
              <a:off x="5896902" y="11723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25" name="pl20125"/>
            <p:cNvSpPr/>
            <p:nvPr/>
          </p:nvSpPr>
          <p:spPr>
            <a:xfrm>
              <a:off x="6475669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6" name="pl20126"/>
            <p:cNvSpPr/>
            <p:nvPr/>
          </p:nvSpPr>
          <p:spPr>
            <a:xfrm>
              <a:off x="6475669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7" name="pl20127"/>
            <p:cNvSpPr/>
            <p:nvPr/>
          </p:nvSpPr>
          <p:spPr>
            <a:xfrm>
              <a:off x="6465555" y="1239290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8" name="pl20128"/>
            <p:cNvSpPr/>
            <p:nvPr/>
          </p:nvSpPr>
          <p:spPr>
            <a:xfrm>
              <a:off x="6500086" y="123583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29" name="pg20129"/>
            <p:cNvSpPr/>
            <p:nvPr/>
          </p:nvSpPr>
          <p:spPr>
            <a:xfrm>
              <a:off x="6141735" y="1143043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30" name="pl20130"/>
            <p:cNvSpPr/>
            <p:nvPr/>
          </p:nvSpPr>
          <p:spPr>
            <a:xfrm>
              <a:off x="6149599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1" name="pl20131"/>
            <p:cNvSpPr/>
            <p:nvPr/>
          </p:nvSpPr>
          <p:spPr>
            <a:xfrm>
              <a:off x="6149599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2" name="pl20132"/>
            <p:cNvSpPr/>
            <p:nvPr/>
          </p:nvSpPr>
          <p:spPr>
            <a:xfrm>
              <a:off x="6139485" y="114505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3" name="pl20133"/>
            <p:cNvSpPr/>
            <p:nvPr/>
          </p:nvSpPr>
          <p:spPr>
            <a:xfrm>
              <a:off x="6174016" y="1141600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4" name="pg20134"/>
            <p:cNvSpPr/>
            <p:nvPr/>
          </p:nvSpPr>
          <p:spPr>
            <a:xfrm>
              <a:off x="6357923" y="1183038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35" name="pt20135"/>
            <p:cNvSpPr/>
            <p:nvPr/>
          </p:nvSpPr>
          <p:spPr>
            <a:xfrm>
              <a:off x="5548602" y="116822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36" name="pl20136"/>
            <p:cNvSpPr/>
            <p:nvPr/>
          </p:nvSpPr>
          <p:spPr>
            <a:xfrm>
              <a:off x="6158799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1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7" name="pl20137"/>
            <p:cNvSpPr/>
            <p:nvPr/>
          </p:nvSpPr>
          <p:spPr>
            <a:xfrm>
              <a:off x="6158799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1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8" name="pl20138"/>
            <p:cNvSpPr/>
            <p:nvPr/>
          </p:nvSpPr>
          <p:spPr>
            <a:xfrm>
              <a:off x="6137915" y="1142267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1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39" name="pl20139"/>
            <p:cNvSpPr/>
            <p:nvPr/>
          </p:nvSpPr>
          <p:spPr>
            <a:xfrm>
              <a:off x="6209217" y="11351371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686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0" name="pl20140"/>
            <p:cNvSpPr/>
            <p:nvPr/>
          </p:nvSpPr>
          <p:spPr>
            <a:xfrm>
              <a:off x="6193803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1" name="pl20141"/>
            <p:cNvSpPr/>
            <p:nvPr/>
          </p:nvSpPr>
          <p:spPr>
            <a:xfrm>
              <a:off x="6193803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2" name="pl20142"/>
            <p:cNvSpPr/>
            <p:nvPr/>
          </p:nvSpPr>
          <p:spPr>
            <a:xfrm>
              <a:off x="6178304" y="1139993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3" name="pl20143"/>
            <p:cNvSpPr/>
            <p:nvPr/>
          </p:nvSpPr>
          <p:spPr>
            <a:xfrm>
              <a:off x="6231220" y="1134702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4" name="pl20144"/>
            <p:cNvSpPr/>
            <p:nvPr/>
          </p:nvSpPr>
          <p:spPr>
            <a:xfrm>
              <a:off x="6605752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5" name="pl20145"/>
            <p:cNvSpPr/>
            <p:nvPr/>
          </p:nvSpPr>
          <p:spPr>
            <a:xfrm>
              <a:off x="6605752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6" name="pl20146"/>
            <p:cNvSpPr/>
            <p:nvPr/>
          </p:nvSpPr>
          <p:spPr>
            <a:xfrm>
              <a:off x="6595639" y="119154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7" name="pl20147"/>
            <p:cNvSpPr/>
            <p:nvPr/>
          </p:nvSpPr>
          <p:spPr>
            <a:xfrm>
              <a:off x="6630169" y="11880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8" name="pl20148"/>
            <p:cNvSpPr/>
            <p:nvPr/>
          </p:nvSpPr>
          <p:spPr>
            <a:xfrm>
              <a:off x="6459347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49" name="pl20149"/>
            <p:cNvSpPr/>
            <p:nvPr/>
          </p:nvSpPr>
          <p:spPr>
            <a:xfrm>
              <a:off x="6459347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0" name="pl20150"/>
            <p:cNvSpPr/>
            <p:nvPr/>
          </p:nvSpPr>
          <p:spPr>
            <a:xfrm>
              <a:off x="6432636" y="11794527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1" name="pl20151"/>
            <p:cNvSpPr/>
            <p:nvPr/>
          </p:nvSpPr>
          <p:spPr>
            <a:xfrm>
              <a:off x="6523834" y="1170332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2" name="pt20152"/>
            <p:cNvSpPr/>
            <p:nvPr/>
          </p:nvSpPr>
          <p:spPr>
            <a:xfrm>
              <a:off x="6291802" y="11385295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53" name="pl20153"/>
            <p:cNvSpPr/>
            <p:nvPr/>
          </p:nvSpPr>
          <p:spPr>
            <a:xfrm>
              <a:off x="6197185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4" name="pl20154"/>
            <p:cNvSpPr/>
            <p:nvPr/>
          </p:nvSpPr>
          <p:spPr>
            <a:xfrm>
              <a:off x="6197185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5" name="pl20155"/>
            <p:cNvSpPr/>
            <p:nvPr/>
          </p:nvSpPr>
          <p:spPr>
            <a:xfrm>
              <a:off x="6174443" y="11399876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6" name="pl20156"/>
            <p:cNvSpPr/>
            <p:nvPr/>
          </p:nvSpPr>
          <p:spPr>
            <a:xfrm>
              <a:off x="6252091" y="1132222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7" name="pl20157"/>
            <p:cNvSpPr/>
            <p:nvPr/>
          </p:nvSpPr>
          <p:spPr>
            <a:xfrm>
              <a:off x="6085219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8" name="pl20158"/>
            <p:cNvSpPr/>
            <p:nvPr/>
          </p:nvSpPr>
          <p:spPr>
            <a:xfrm>
              <a:off x="6085219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59" name="pl20159"/>
            <p:cNvSpPr/>
            <p:nvPr/>
          </p:nvSpPr>
          <p:spPr>
            <a:xfrm>
              <a:off x="6075106" y="114681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0" name="pl20160"/>
            <p:cNvSpPr/>
            <p:nvPr/>
          </p:nvSpPr>
          <p:spPr>
            <a:xfrm>
              <a:off x="6109636" y="114336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1" name="pt20161"/>
            <p:cNvSpPr/>
            <p:nvPr/>
          </p:nvSpPr>
          <p:spPr>
            <a:xfrm>
              <a:off x="6143192" y="1149779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2" name="pt20162"/>
            <p:cNvSpPr/>
            <p:nvPr/>
          </p:nvSpPr>
          <p:spPr>
            <a:xfrm>
              <a:off x="6298747" y="114056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3" name="pl20163"/>
            <p:cNvSpPr/>
            <p:nvPr/>
          </p:nvSpPr>
          <p:spPr>
            <a:xfrm>
              <a:off x="6155312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4" name="pl20164"/>
            <p:cNvSpPr/>
            <p:nvPr/>
          </p:nvSpPr>
          <p:spPr>
            <a:xfrm>
              <a:off x="6155312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5" name="pl20165"/>
            <p:cNvSpPr/>
            <p:nvPr/>
          </p:nvSpPr>
          <p:spPr>
            <a:xfrm>
              <a:off x="6136684" y="1144449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6" name="pl20166"/>
            <p:cNvSpPr/>
            <p:nvPr/>
          </p:nvSpPr>
          <p:spPr>
            <a:xfrm>
              <a:off x="6200285" y="11380894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67" name="pt20167"/>
            <p:cNvSpPr/>
            <p:nvPr/>
          </p:nvSpPr>
          <p:spPr>
            <a:xfrm>
              <a:off x="6712295" y="110028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8" name="pt20168"/>
            <p:cNvSpPr/>
            <p:nvPr/>
          </p:nvSpPr>
          <p:spPr>
            <a:xfrm>
              <a:off x="5789871" y="111155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69" name="pt20169"/>
            <p:cNvSpPr/>
            <p:nvPr/>
          </p:nvSpPr>
          <p:spPr>
            <a:xfrm>
              <a:off x="5764995" y="1177116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70" name="pl20170"/>
            <p:cNvSpPr/>
            <p:nvPr/>
          </p:nvSpPr>
          <p:spPr>
            <a:xfrm>
              <a:off x="6424416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1" name="pl20171"/>
            <p:cNvSpPr/>
            <p:nvPr/>
          </p:nvSpPr>
          <p:spPr>
            <a:xfrm>
              <a:off x="6424416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2" name="pl20172"/>
            <p:cNvSpPr/>
            <p:nvPr/>
          </p:nvSpPr>
          <p:spPr>
            <a:xfrm>
              <a:off x="6408918" y="1177737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3" name="pl20173"/>
            <p:cNvSpPr/>
            <p:nvPr/>
          </p:nvSpPr>
          <p:spPr>
            <a:xfrm>
              <a:off x="6461834" y="1172445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4" name="pl20174"/>
            <p:cNvSpPr/>
            <p:nvPr/>
          </p:nvSpPr>
          <p:spPr>
            <a:xfrm>
              <a:off x="6362697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5" name="pl20175"/>
            <p:cNvSpPr/>
            <p:nvPr/>
          </p:nvSpPr>
          <p:spPr>
            <a:xfrm>
              <a:off x="6362697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6" name="pl20176"/>
            <p:cNvSpPr/>
            <p:nvPr/>
          </p:nvSpPr>
          <p:spPr>
            <a:xfrm>
              <a:off x="6344069" y="1223304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7" name="pl20177"/>
            <p:cNvSpPr/>
            <p:nvPr/>
          </p:nvSpPr>
          <p:spPr>
            <a:xfrm>
              <a:off x="6407670" y="1216944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8" name="pl20178"/>
            <p:cNvSpPr/>
            <p:nvPr/>
          </p:nvSpPr>
          <p:spPr>
            <a:xfrm>
              <a:off x="6242252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79" name="pl20179"/>
            <p:cNvSpPr/>
            <p:nvPr/>
          </p:nvSpPr>
          <p:spPr>
            <a:xfrm>
              <a:off x="6242252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0" name="pl20180"/>
            <p:cNvSpPr/>
            <p:nvPr/>
          </p:nvSpPr>
          <p:spPr>
            <a:xfrm>
              <a:off x="6232138" y="1134099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1" name="pl20181"/>
            <p:cNvSpPr/>
            <p:nvPr/>
          </p:nvSpPr>
          <p:spPr>
            <a:xfrm>
              <a:off x="6266669" y="113064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2" name="pl20182"/>
            <p:cNvSpPr/>
            <p:nvPr/>
          </p:nvSpPr>
          <p:spPr>
            <a:xfrm>
              <a:off x="5641082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3" name="pl20183"/>
            <p:cNvSpPr/>
            <p:nvPr/>
          </p:nvSpPr>
          <p:spPr>
            <a:xfrm>
              <a:off x="5641082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4" name="pl20184"/>
            <p:cNvSpPr/>
            <p:nvPr/>
          </p:nvSpPr>
          <p:spPr>
            <a:xfrm>
              <a:off x="5630968" y="119706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5" name="pl20185"/>
            <p:cNvSpPr/>
            <p:nvPr/>
          </p:nvSpPr>
          <p:spPr>
            <a:xfrm>
              <a:off x="5665499" y="119361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6" name="pl20186"/>
            <p:cNvSpPr/>
            <p:nvPr/>
          </p:nvSpPr>
          <p:spPr>
            <a:xfrm>
              <a:off x="6464780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7" name="pl20187"/>
            <p:cNvSpPr/>
            <p:nvPr/>
          </p:nvSpPr>
          <p:spPr>
            <a:xfrm>
              <a:off x="6464780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8" name="pl20188"/>
            <p:cNvSpPr/>
            <p:nvPr/>
          </p:nvSpPr>
          <p:spPr>
            <a:xfrm>
              <a:off x="6434517" y="1161583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89" name="pl20189"/>
            <p:cNvSpPr/>
            <p:nvPr/>
          </p:nvSpPr>
          <p:spPr>
            <a:xfrm>
              <a:off x="6537840" y="11512513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0" name="pt20190"/>
            <p:cNvSpPr/>
            <p:nvPr/>
          </p:nvSpPr>
          <p:spPr>
            <a:xfrm>
              <a:off x="6199314" y="11421913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1" name="pt20191"/>
            <p:cNvSpPr/>
            <p:nvPr/>
          </p:nvSpPr>
          <p:spPr>
            <a:xfrm>
              <a:off x="6166364" y="11404664"/>
              <a:ext cx="85604" cy="8560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2" name="pt20192"/>
            <p:cNvSpPr/>
            <p:nvPr/>
          </p:nvSpPr>
          <p:spPr>
            <a:xfrm>
              <a:off x="5769563" y="1177396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3" name="pt20193"/>
            <p:cNvSpPr/>
            <p:nvPr/>
          </p:nvSpPr>
          <p:spPr>
            <a:xfrm>
              <a:off x="5534231" y="116758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4" name="pl20194"/>
            <p:cNvSpPr/>
            <p:nvPr/>
          </p:nvSpPr>
          <p:spPr>
            <a:xfrm>
              <a:off x="6485372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5" name="pl20195"/>
            <p:cNvSpPr/>
            <p:nvPr/>
          </p:nvSpPr>
          <p:spPr>
            <a:xfrm>
              <a:off x="6485372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6" name="pl20196"/>
            <p:cNvSpPr/>
            <p:nvPr/>
          </p:nvSpPr>
          <p:spPr>
            <a:xfrm>
              <a:off x="6475258" y="116008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7" name="pl20197"/>
            <p:cNvSpPr/>
            <p:nvPr/>
          </p:nvSpPr>
          <p:spPr>
            <a:xfrm>
              <a:off x="6509789" y="115663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198" name="pt20198"/>
            <p:cNvSpPr/>
            <p:nvPr/>
          </p:nvSpPr>
          <p:spPr>
            <a:xfrm>
              <a:off x="6257885" y="11306697"/>
              <a:ext cx="67219" cy="6721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199" name="pt20199"/>
            <p:cNvSpPr/>
            <p:nvPr/>
          </p:nvSpPr>
          <p:spPr>
            <a:xfrm>
              <a:off x="6206483" y="11339232"/>
              <a:ext cx="106973" cy="10697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00" name="pt20200"/>
            <p:cNvSpPr/>
            <p:nvPr/>
          </p:nvSpPr>
          <p:spPr>
            <a:xfrm>
              <a:off x="6150397" y="114735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01" name="pt20201"/>
            <p:cNvSpPr/>
            <p:nvPr/>
          </p:nvSpPr>
          <p:spPr>
            <a:xfrm>
              <a:off x="6670641" y="11868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02" name="pl20202"/>
            <p:cNvSpPr/>
            <p:nvPr/>
          </p:nvSpPr>
          <p:spPr>
            <a:xfrm>
              <a:off x="6013574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3" name="pl20203"/>
            <p:cNvSpPr/>
            <p:nvPr/>
          </p:nvSpPr>
          <p:spPr>
            <a:xfrm>
              <a:off x="6013574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4" name="pl20204"/>
            <p:cNvSpPr/>
            <p:nvPr/>
          </p:nvSpPr>
          <p:spPr>
            <a:xfrm>
              <a:off x="6003460" y="122299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5" name="pl20205"/>
            <p:cNvSpPr/>
            <p:nvPr/>
          </p:nvSpPr>
          <p:spPr>
            <a:xfrm>
              <a:off x="6037991" y="12195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6" name="pl20206"/>
            <p:cNvSpPr/>
            <p:nvPr/>
          </p:nvSpPr>
          <p:spPr>
            <a:xfrm>
              <a:off x="6000040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7" name="pl20207"/>
            <p:cNvSpPr/>
            <p:nvPr/>
          </p:nvSpPr>
          <p:spPr>
            <a:xfrm>
              <a:off x="6000040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8" name="pl20208"/>
            <p:cNvSpPr/>
            <p:nvPr/>
          </p:nvSpPr>
          <p:spPr>
            <a:xfrm>
              <a:off x="5989926" y="12227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09" name="pl20209"/>
            <p:cNvSpPr/>
            <p:nvPr/>
          </p:nvSpPr>
          <p:spPr>
            <a:xfrm>
              <a:off x="6024457" y="12192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0" name="pt20210"/>
            <p:cNvSpPr/>
            <p:nvPr/>
          </p:nvSpPr>
          <p:spPr>
            <a:xfrm>
              <a:off x="6571621" y="118732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1" name="pt20211"/>
            <p:cNvSpPr/>
            <p:nvPr/>
          </p:nvSpPr>
          <p:spPr>
            <a:xfrm>
              <a:off x="5806276" y="110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2" name="pl20212"/>
            <p:cNvSpPr/>
            <p:nvPr/>
          </p:nvSpPr>
          <p:spPr>
            <a:xfrm>
              <a:off x="6208128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3" name="pl20213"/>
            <p:cNvSpPr/>
            <p:nvPr/>
          </p:nvSpPr>
          <p:spPr>
            <a:xfrm>
              <a:off x="6208128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4" name="pl20214"/>
            <p:cNvSpPr/>
            <p:nvPr/>
          </p:nvSpPr>
          <p:spPr>
            <a:xfrm>
              <a:off x="6194207" y="1135257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5" name="pl20215"/>
            <p:cNvSpPr/>
            <p:nvPr/>
          </p:nvSpPr>
          <p:spPr>
            <a:xfrm>
              <a:off x="6241738" y="1130504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16" name="pt20216"/>
            <p:cNvSpPr/>
            <p:nvPr/>
          </p:nvSpPr>
          <p:spPr>
            <a:xfrm>
              <a:off x="6129116" y="11377765"/>
              <a:ext cx="170789" cy="17078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7" name="pg20217"/>
            <p:cNvSpPr/>
            <p:nvPr/>
          </p:nvSpPr>
          <p:spPr>
            <a:xfrm>
              <a:off x="6519740" y="1183975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8" name="pt20218"/>
            <p:cNvSpPr/>
            <p:nvPr/>
          </p:nvSpPr>
          <p:spPr>
            <a:xfrm>
              <a:off x="6820314" y="121929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19" name="pg20219"/>
            <p:cNvSpPr/>
            <p:nvPr/>
          </p:nvSpPr>
          <p:spPr>
            <a:xfrm>
              <a:off x="6216042" y="113126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0" name="pg20220"/>
            <p:cNvSpPr/>
            <p:nvPr/>
          </p:nvSpPr>
          <p:spPr>
            <a:xfrm>
              <a:off x="6169178" y="1144649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1" name="pt20221"/>
            <p:cNvSpPr/>
            <p:nvPr/>
          </p:nvSpPr>
          <p:spPr>
            <a:xfrm>
              <a:off x="6224597" y="11457497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2" name="pt20222"/>
            <p:cNvSpPr/>
            <p:nvPr/>
          </p:nvSpPr>
          <p:spPr>
            <a:xfrm>
              <a:off x="6503679" y="11575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3" name="pt20223"/>
            <p:cNvSpPr/>
            <p:nvPr/>
          </p:nvSpPr>
          <p:spPr>
            <a:xfrm>
              <a:off x="6187851" y="114006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4" name="pt20224"/>
            <p:cNvSpPr/>
            <p:nvPr/>
          </p:nvSpPr>
          <p:spPr>
            <a:xfrm>
              <a:off x="6096822" y="123479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5" name="pt20225"/>
            <p:cNvSpPr/>
            <p:nvPr/>
          </p:nvSpPr>
          <p:spPr>
            <a:xfrm>
              <a:off x="5580139" y="114673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6" name="pt20226"/>
            <p:cNvSpPr/>
            <p:nvPr/>
          </p:nvSpPr>
          <p:spPr>
            <a:xfrm>
              <a:off x="6591455" y="116287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7" name="pt20227"/>
            <p:cNvSpPr/>
            <p:nvPr/>
          </p:nvSpPr>
          <p:spPr>
            <a:xfrm>
              <a:off x="5917653" y="119672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8" name="pt20228"/>
            <p:cNvSpPr/>
            <p:nvPr/>
          </p:nvSpPr>
          <p:spPr>
            <a:xfrm>
              <a:off x="5909682" y="118812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29" name="pl20229"/>
            <p:cNvSpPr/>
            <p:nvPr/>
          </p:nvSpPr>
          <p:spPr>
            <a:xfrm>
              <a:off x="6144602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0" name="pl20230"/>
            <p:cNvSpPr/>
            <p:nvPr/>
          </p:nvSpPr>
          <p:spPr>
            <a:xfrm>
              <a:off x="6144602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1" name="pl20231"/>
            <p:cNvSpPr/>
            <p:nvPr/>
          </p:nvSpPr>
          <p:spPr>
            <a:xfrm>
              <a:off x="6130681" y="1145474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2" name="pl20232"/>
            <p:cNvSpPr/>
            <p:nvPr/>
          </p:nvSpPr>
          <p:spPr>
            <a:xfrm>
              <a:off x="6178212" y="1140721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33" name="pt20233"/>
            <p:cNvSpPr/>
            <p:nvPr/>
          </p:nvSpPr>
          <p:spPr>
            <a:xfrm>
              <a:off x="6242639" y="1135499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4" name="pt20234"/>
            <p:cNvSpPr/>
            <p:nvPr/>
          </p:nvSpPr>
          <p:spPr>
            <a:xfrm>
              <a:off x="6203085" y="11418329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5" name="pt20235"/>
            <p:cNvSpPr/>
            <p:nvPr/>
          </p:nvSpPr>
          <p:spPr>
            <a:xfrm>
              <a:off x="6687443" y="115214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6" name="pt20236"/>
            <p:cNvSpPr/>
            <p:nvPr/>
          </p:nvSpPr>
          <p:spPr>
            <a:xfrm>
              <a:off x="6365711" y="1221867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7" name="pt20237"/>
            <p:cNvSpPr/>
            <p:nvPr/>
          </p:nvSpPr>
          <p:spPr>
            <a:xfrm>
              <a:off x="6975268" y="112351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8" name="pt20238"/>
            <p:cNvSpPr/>
            <p:nvPr/>
          </p:nvSpPr>
          <p:spPr>
            <a:xfrm>
              <a:off x="6137826" y="109139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39" name="pt20239"/>
            <p:cNvSpPr/>
            <p:nvPr/>
          </p:nvSpPr>
          <p:spPr>
            <a:xfrm>
              <a:off x="6367856" y="1194762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0" name="pl20240"/>
            <p:cNvSpPr/>
            <p:nvPr/>
          </p:nvSpPr>
          <p:spPr>
            <a:xfrm>
              <a:off x="6367856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1" name="pl20241"/>
            <p:cNvSpPr/>
            <p:nvPr/>
          </p:nvSpPr>
          <p:spPr>
            <a:xfrm>
              <a:off x="6367856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42" name="pg20242"/>
            <p:cNvSpPr/>
            <p:nvPr/>
          </p:nvSpPr>
          <p:spPr>
            <a:xfrm>
              <a:off x="6721708" y="121593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3" name="pt20243"/>
            <p:cNvSpPr/>
            <p:nvPr/>
          </p:nvSpPr>
          <p:spPr>
            <a:xfrm>
              <a:off x="6504132" y="117805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4" name="pt20244"/>
            <p:cNvSpPr/>
            <p:nvPr/>
          </p:nvSpPr>
          <p:spPr>
            <a:xfrm>
              <a:off x="5947166" y="119355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5" name="pt20245"/>
            <p:cNvSpPr/>
            <p:nvPr/>
          </p:nvSpPr>
          <p:spPr>
            <a:xfrm>
              <a:off x="7027097" y="113629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6" name="pt20246"/>
            <p:cNvSpPr/>
            <p:nvPr/>
          </p:nvSpPr>
          <p:spPr>
            <a:xfrm>
              <a:off x="5743496" y="120606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7" name="pt20247"/>
            <p:cNvSpPr/>
            <p:nvPr/>
          </p:nvSpPr>
          <p:spPr>
            <a:xfrm>
              <a:off x="5931695" y="10947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8" name="pt20248"/>
            <p:cNvSpPr/>
            <p:nvPr/>
          </p:nvSpPr>
          <p:spPr>
            <a:xfrm>
              <a:off x="6249317" y="11319205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49" name="pt20249"/>
            <p:cNvSpPr/>
            <p:nvPr/>
          </p:nvSpPr>
          <p:spPr>
            <a:xfrm>
              <a:off x="6532659" y="115506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0" name="pg20250"/>
            <p:cNvSpPr/>
            <p:nvPr/>
          </p:nvSpPr>
          <p:spPr>
            <a:xfrm>
              <a:off x="6355971" y="1193121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1" name="pt20251"/>
            <p:cNvSpPr/>
            <p:nvPr/>
          </p:nvSpPr>
          <p:spPr>
            <a:xfrm>
              <a:off x="6563314" y="115571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2" name="pt20252"/>
            <p:cNvSpPr/>
            <p:nvPr/>
          </p:nvSpPr>
          <p:spPr>
            <a:xfrm>
              <a:off x="6594267" y="123429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3" name="pg20253"/>
            <p:cNvSpPr/>
            <p:nvPr/>
          </p:nvSpPr>
          <p:spPr>
            <a:xfrm>
              <a:off x="6709529" y="1098308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4" name="pt20254"/>
            <p:cNvSpPr/>
            <p:nvPr/>
          </p:nvSpPr>
          <p:spPr>
            <a:xfrm>
              <a:off x="6781467" y="110518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5" name="pt20255"/>
            <p:cNvSpPr/>
            <p:nvPr/>
          </p:nvSpPr>
          <p:spPr>
            <a:xfrm>
              <a:off x="5825397" y="121612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6" name="pt20256"/>
            <p:cNvSpPr/>
            <p:nvPr/>
          </p:nvSpPr>
          <p:spPr>
            <a:xfrm>
              <a:off x="6304052" y="118693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57" name="pl20257"/>
            <p:cNvSpPr/>
            <p:nvPr/>
          </p:nvSpPr>
          <p:spPr>
            <a:xfrm>
              <a:off x="6337159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8" name="pl20258"/>
            <p:cNvSpPr/>
            <p:nvPr/>
          </p:nvSpPr>
          <p:spPr>
            <a:xfrm>
              <a:off x="6337159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59" name="pt20259"/>
            <p:cNvSpPr/>
            <p:nvPr/>
          </p:nvSpPr>
          <p:spPr>
            <a:xfrm>
              <a:off x="6341284" y="11859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0" name="pt20260"/>
            <p:cNvSpPr/>
            <p:nvPr/>
          </p:nvSpPr>
          <p:spPr>
            <a:xfrm>
              <a:off x="6538388" y="115961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1" name="pt20261"/>
            <p:cNvSpPr/>
            <p:nvPr/>
          </p:nvSpPr>
          <p:spPr>
            <a:xfrm>
              <a:off x="5901215" y="119163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2" name="pt20262"/>
            <p:cNvSpPr/>
            <p:nvPr/>
          </p:nvSpPr>
          <p:spPr>
            <a:xfrm>
              <a:off x="6437444" y="10835451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3" name="pt20263"/>
            <p:cNvSpPr/>
            <p:nvPr/>
          </p:nvSpPr>
          <p:spPr>
            <a:xfrm>
              <a:off x="6278542" y="1139316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4" name="pt20264"/>
            <p:cNvSpPr/>
            <p:nvPr/>
          </p:nvSpPr>
          <p:spPr>
            <a:xfrm>
              <a:off x="6498758" y="1178443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5" name="pt20265"/>
            <p:cNvSpPr/>
            <p:nvPr/>
          </p:nvSpPr>
          <p:spPr>
            <a:xfrm>
              <a:off x="6491189" y="1181786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6" name="pt20266"/>
            <p:cNvSpPr/>
            <p:nvPr/>
          </p:nvSpPr>
          <p:spPr>
            <a:xfrm>
              <a:off x="6376829" y="108870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7" name="pt20267"/>
            <p:cNvSpPr/>
            <p:nvPr/>
          </p:nvSpPr>
          <p:spPr>
            <a:xfrm>
              <a:off x="6261646" y="1139451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8" name="pt20268"/>
            <p:cNvSpPr/>
            <p:nvPr/>
          </p:nvSpPr>
          <p:spPr>
            <a:xfrm>
              <a:off x="6195045" y="11429882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69" name="pt20269"/>
            <p:cNvSpPr/>
            <p:nvPr/>
          </p:nvSpPr>
          <p:spPr>
            <a:xfrm>
              <a:off x="6736905" y="118372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0" name="pl20270"/>
            <p:cNvSpPr/>
            <p:nvPr/>
          </p:nvSpPr>
          <p:spPr>
            <a:xfrm>
              <a:off x="6495650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1" name="pl20271"/>
            <p:cNvSpPr/>
            <p:nvPr/>
          </p:nvSpPr>
          <p:spPr>
            <a:xfrm>
              <a:off x="6495650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2" name="pl20272"/>
            <p:cNvSpPr/>
            <p:nvPr/>
          </p:nvSpPr>
          <p:spPr>
            <a:xfrm>
              <a:off x="6485537" y="11647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3" name="pl20273"/>
            <p:cNvSpPr/>
            <p:nvPr/>
          </p:nvSpPr>
          <p:spPr>
            <a:xfrm>
              <a:off x="6520067" y="11612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74" name="pt20274"/>
            <p:cNvSpPr/>
            <p:nvPr/>
          </p:nvSpPr>
          <p:spPr>
            <a:xfrm>
              <a:off x="6143387" y="1143064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5" name="pt20275"/>
            <p:cNvSpPr/>
            <p:nvPr/>
          </p:nvSpPr>
          <p:spPr>
            <a:xfrm>
              <a:off x="6205421" y="11386990"/>
              <a:ext cx="74834" cy="7483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6" name="pg20276"/>
            <p:cNvSpPr/>
            <p:nvPr/>
          </p:nvSpPr>
          <p:spPr>
            <a:xfrm>
              <a:off x="6523293" y="115645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7" name="pt20277"/>
            <p:cNvSpPr/>
            <p:nvPr/>
          </p:nvSpPr>
          <p:spPr>
            <a:xfrm>
              <a:off x="6113742" y="12277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8" name="pt20278"/>
            <p:cNvSpPr/>
            <p:nvPr/>
          </p:nvSpPr>
          <p:spPr>
            <a:xfrm>
              <a:off x="6183457" y="11446330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79" name="pt20279"/>
            <p:cNvSpPr/>
            <p:nvPr/>
          </p:nvSpPr>
          <p:spPr>
            <a:xfrm>
              <a:off x="6388324" y="122168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0" name="pg20280"/>
            <p:cNvSpPr/>
            <p:nvPr/>
          </p:nvSpPr>
          <p:spPr>
            <a:xfrm>
              <a:off x="5888775" y="11889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1" name="pt20281"/>
            <p:cNvSpPr/>
            <p:nvPr/>
          </p:nvSpPr>
          <p:spPr>
            <a:xfrm>
              <a:off x="6185036" y="113667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2" name="pt20282"/>
            <p:cNvSpPr/>
            <p:nvPr/>
          </p:nvSpPr>
          <p:spPr>
            <a:xfrm>
              <a:off x="6209633" y="11416749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3" name="pt20283"/>
            <p:cNvSpPr/>
            <p:nvPr/>
          </p:nvSpPr>
          <p:spPr>
            <a:xfrm>
              <a:off x="5948829" y="119203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4" name="pt20284"/>
            <p:cNvSpPr/>
            <p:nvPr/>
          </p:nvSpPr>
          <p:spPr>
            <a:xfrm>
              <a:off x="5895920" y="1187350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5" name="pt20285"/>
            <p:cNvSpPr/>
            <p:nvPr/>
          </p:nvSpPr>
          <p:spPr>
            <a:xfrm>
              <a:off x="6218595" y="11426184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6" name="pt20286"/>
            <p:cNvSpPr/>
            <p:nvPr/>
          </p:nvSpPr>
          <p:spPr>
            <a:xfrm>
              <a:off x="5824710" y="12183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7" name="pt20287"/>
            <p:cNvSpPr/>
            <p:nvPr/>
          </p:nvSpPr>
          <p:spPr>
            <a:xfrm>
              <a:off x="6509040" y="11790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8" name="pt20288"/>
            <p:cNvSpPr/>
            <p:nvPr/>
          </p:nvSpPr>
          <p:spPr>
            <a:xfrm>
              <a:off x="6559304" y="109256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89" name="pt20289"/>
            <p:cNvSpPr/>
            <p:nvPr/>
          </p:nvSpPr>
          <p:spPr>
            <a:xfrm>
              <a:off x="5881887" y="117114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0" name="pt20290"/>
            <p:cNvSpPr/>
            <p:nvPr/>
          </p:nvSpPr>
          <p:spPr>
            <a:xfrm>
              <a:off x="6376530" y="120271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1" name="pt20291"/>
            <p:cNvSpPr/>
            <p:nvPr/>
          </p:nvSpPr>
          <p:spPr>
            <a:xfrm>
              <a:off x="6330462" y="11843474"/>
              <a:ext cx="67219" cy="67219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2" name="pt20292"/>
            <p:cNvSpPr/>
            <p:nvPr/>
          </p:nvSpPr>
          <p:spPr>
            <a:xfrm>
              <a:off x="6242325" y="11358718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3" name="pl20293"/>
            <p:cNvSpPr/>
            <p:nvPr/>
          </p:nvSpPr>
          <p:spPr>
            <a:xfrm>
              <a:off x="5813955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4" name="pl20294"/>
            <p:cNvSpPr/>
            <p:nvPr/>
          </p:nvSpPr>
          <p:spPr>
            <a:xfrm>
              <a:off x="5813955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5" name="pl20295"/>
            <p:cNvSpPr/>
            <p:nvPr/>
          </p:nvSpPr>
          <p:spPr>
            <a:xfrm>
              <a:off x="5803842" y="1104086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6" name="pl20296"/>
            <p:cNvSpPr/>
            <p:nvPr/>
          </p:nvSpPr>
          <p:spPr>
            <a:xfrm>
              <a:off x="5838372" y="110063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47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297" name="pt20297"/>
            <p:cNvSpPr/>
            <p:nvPr/>
          </p:nvSpPr>
          <p:spPr>
            <a:xfrm>
              <a:off x="6180951" y="113679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8" name="pt20298"/>
            <p:cNvSpPr/>
            <p:nvPr/>
          </p:nvSpPr>
          <p:spPr>
            <a:xfrm>
              <a:off x="6544269" y="12212071"/>
              <a:ext cx="74834" cy="74834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299" name="pg20299"/>
            <p:cNvSpPr/>
            <p:nvPr/>
          </p:nvSpPr>
          <p:spPr>
            <a:xfrm>
              <a:off x="6327494" y="1183214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0" name="pt20300"/>
            <p:cNvSpPr/>
            <p:nvPr/>
          </p:nvSpPr>
          <p:spPr>
            <a:xfrm>
              <a:off x="6267225" y="113928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1" name="pt20301"/>
            <p:cNvSpPr/>
            <p:nvPr/>
          </p:nvSpPr>
          <p:spPr>
            <a:xfrm>
              <a:off x="6186332" y="11447732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2" name="pt20302"/>
            <p:cNvSpPr/>
            <p:nvPr/>
          </p:nvSpPr>
          <p:spPr>
            <a:xfrm>
              <a:off x="6508325" y="115786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3" name="pt20303"/>
            <p:cNvSpPr/>
            <p:nvPr/>
          </p:nvSpPr>
          <p:spPr>
            <a:xfrm>
              <a:off x="6355920" y="11945657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4" name="pg20304"/>
            <p:cNvSpPr/>
            <p:nvPr/>
          </p:nvSpPr>
          <p:spPr>
            <a:xfrm>
              <a:off x="6123944" y="1087210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5" name="pt20305"/>
            <p:cNvSpPr/>
            <p:nvPr/>
          </p:nvSpPr>
          <p:spPr>
            <a:xfrm>
              <a:off x="6521801" y="11930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6" name="pt20306"/>
            <p:cNvSpPr/>
            <p:nvPr/>
          </p:nvSpPr>
          <p:spPr>
            <a:xfrm>
              <a:off x="6201306" y="11415058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7" name="pt20307"/>
            <p:cNvSpPr/>
            <p:nvPr/>
          </p:nvSpPr>
          <p:spPr>
            <a:xfrm>
              <a:off x="6101116" y="11493817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8" name="pt20308"/>
            <p:cNvSpPr/>
            <p:nvPr/>
          </p:nvSpPr>
          <p:spPr>
            <a:xfrm>
              <a:off x="5595864" y="11633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09" name="pt20309"/>
            <p:cNvSpPr/>
            <p:nvPr/>
          </p:nvSpPr>
          <p:spPr>
            <a:xfrm>
              <a:off x="6183652" y="11463087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0" name="pt20310"/>
            <p:cNvSpPr/>
            <p:nvPr/>
          </p:nvSpPr>
          <p:spPr>
            <a:xfrm>
              <a:off x="6643734" y="115418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1" name="pt20311"/>
            <p:cNvSpPr/>
            <p:nvPr/>
          </p:nvSpPr>
          <p:spPr>
            <a:xfrm>
              <a:off x="6415567" y="1172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2" name="pt20312"/>
            <p:cNvSpPr/>
            <p:nvPr/>
          </p:nvSpPr>
          <p:spPr>
            <a:xfrm>
              <a:off x="5561731" y="116439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3" name="pt20313"/>
            <p:cNvSpPr/>
            <p:nvPr/>
          </p:nvSpPr>
          <p:spPr>
            <a:xfrm>
              <a:off x="6485570" y="117472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4" name="pt20314"/>
            <p:cNvSpPr/>
            <p:nvPr/>
          </p:nvSpPr>
          <p:spPr>
            <a:xfrm>
              <a:off x="5628637" y="11355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5" name="pg20315"/>
            <p:cNvSpPr/>
            <p:nvPr/>
          </p:nvSpPr>
          <p:spPr>
            <a:xfrm>
              <a:off x="6490961" y="1162097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6" name="pt20316"/>
            <p:cNvSpPr/>
            <p:nvPr/>
          </p:nvSpPr>
          <p:spPr>
            <a:xfrm>
              <a:off x="6715748" y="121449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7" name="pg20317"/>
            <p:cNvSpPr/>
            <p:nvPr/>
          </p:nvSpPr>
          <p:spPr>
            <a:xfrm>
              <a:off x="6173035" y="114315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8" name="pt20318"/>
            <p:cNvSpPr/>
            <p:nvPr/>
          </p:nvSpPr>
          <p:spPr>
            <a:xfrm>
              <a:off x="6176307" y="11385215"/>
              <a:ext cx="48833" cy="48833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19" name="pt20319"/>
            <p:cNvSpPr/>
            <p:nvPr/>
          </p:nvSpPr>
          <p:spPr>
            <a:xfrm>
              <a:off x="5715924" y="111066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0" name="pt20320"/>
            <p:cNvSpPr/>
            <p:nvPr/>
          </p:nvSpPr>
          <p:spPr>
            <a:xfrm>
              <a:off x="6931054" y="113357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1" name="pt20321"/>
            <p:cNvSpPr/>
            <p:nvPr/>
          </p:nvSpPr>
          <p:spPr>
            <a:xfrm>
              <a:off x="6575702" y="1160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2" name="pt20322"/>
            <p:cNvSpPr/>
            <p:nvPr/>
          </p:nvSpPr>
          <p:spPr>
            <a:xfrm>
              <a:off x="6368682" y="1199118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3" name="pt20323"/>
            <p:cNvSpPr/>
            <p:nvPr/>
          </p:nvSpPr>
          <p:spPr>
            <a:xfrm>
              <a:off x="5881164" y="11719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4" name="pt20324"/>
            <p:cNvSpPr/>
            <p:nvPr/>
          </p:nvSpPr>
          <p:spPr>
            <a:xfrm>
              <a:off x="6289507" y="114354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25" name="pl20325"/>
            <p:cNvSpPr/>
            <p:nvPr/>
          </p:nvSpPr>
          <p:spPr>
            <a:xfrm>
              <a:off x="6265757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6" name="pl20326"/>
            <p:cNvSpPr/>
            <p:nvPr/>
          </p:nvSpPr>
          <p:spPr>
            <a:xfrm>
              <a:off x="6265757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7" name="pl20327"/>
            <p:cNvSpPr/>
            <p:nvPr/>
          </p:nvSpPr>
          <p:spPr>
            <a:xfrm>
              <a:off x="6255643" y="114107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8" name="pl20328"/>
            <p:cNvSpPr/>
            <p:nvPr/>
          </p:nvSpPr>
          <p:spPr>
            <a:xfrm>
              <a:off x="6290174" y="113762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29" name="pl20329"/>
            <p:cNvSpPr/>
            <p:nvPr/>
          </p:nvSpPr>
          <p:spPr>
            <a:xfrm>
              <a:off x="6188886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0" name="pl20330"/>
            <p:cNvSpPr/>
            <p:nvPr/>
          </p:nvSpPr>
          <p:spPr>
            <a:xfrm>
              <a:off x="6188886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1" name="pl20331"/>
            <p:cNvSpPr/>
            <p:nvPr/>
          </p:nvSpPr>
          <p:spPr>
            <a:xfrm>
              <a:off x="6178772" y="113803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2" name="pl20332"/>
            <p:cNvSpPr/>
            <p:nvPr/>
          </p:nvSpPr>
          <p:spPr>
            <a:xfrm>
              <a:off x="6213303" y="113458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3" name="pl20333"/>
            <p:cNvSpPr/>
            <p:nvPr/>
          </p:nvSpPr>
          <p:spPr>
            <a:xfrm>
              <a:off x="6495796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4" name="pl20334"/>
            <p:cNvSpPr/>
            <p:nvPr/>
          </p:nvSpPr>
          <p:spPr>
            <a:xfrm>
              <a:off x="6495796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5" name="pt20335"/>
            <p:cNvSpPr/>
            <p:nvPr/>
          </p:nvSpPr>
          <p:spPr>
            <a:xfrm>
              <a:off x="6514374" y="1157446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6" name="pl20336"/>
            <p:cNvSpPr/>
            <p:nvPr/>
          </p:nvSpPr>
          <p:spPr>
            <a:xfrm>
              <a:off x="6514374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7" name="pl20337"/>
            <p:cNvSpPr/>
            <p:nvPr/>
          </p:nvSpPr>
          <p:spPr>
            <a:xfrm>
              <a:off x="6514374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38" name="pt20338"/>
            <p:cNvSpPr/>
            <p:nvPr/>
          </p:nvSpPr>
          <p:spPr>
            <a:xfrm>
              <a:off x="6968008" y="120174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39" name="pt20339"/>
            <p:cNvSpPr/>
            <p:nvPr/>
          </p:nvSpPr>
          <p:spPr>
            <a:xfrm>
              <a:off x="7030771" y="114585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0" name="pt20340"/>
            <p:cNvSpPr/>
            <p:nvPr/>
          </p:nvSpPr>
          <p:spPr>
            <a:xfrm>
              <a:off x="6173320" y="11456415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1" name="pt20341"/>
            <p:cNvSpPr/>
            <p:nvPr/>
          </p:nvSpPr>
          <p:spPr>
            <a:xfrm>
              <a:off x="6470681" y="116165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2" name="pt20342"/>
            <p:cNvSpPr/>
            <p:nvPr/>
          </p:nvSpPr>
          <p:spPr>
            <a:xfrm>
              <a:off x="6506805" y="118141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3" name="pg20343"/>
            <p:cNvSpPr/>
            <p:nvPr/>
          </p:nvSpPr>
          <p:spPr>
            <a:xfrm>
              <a:off x="6165248" y="1137261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4" name="pt20344"/>
            <p:cNvSpPr/>
            <p:nvPr/>
          </p:nvSpPr>
          <p:spPr>
            <a:xfrm>
              <a:off x="5575992" y="1163176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5" name="pt20345"/>
            <p:cNvSpPr/>
            <p:nvPr/>
          </p:nvSpPr>
          <p:spPr>
            <a:xfrm>
              <a:off x="6800399" y="117819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6" name="pt20346"/>
            <p:cNvSpPr/>
            <p:nvPr/>
          </p:nvSpPr>
          <p:spPr>
            <a:xfrm>
              <a:off x="6583221" y="116248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7" name="pt20347"/>
            <p:cNvSpPr/>
            <p:nvPr/>
          </p:nvSpPr>
          <p:spPr>
            <a:xfrm>
              <a:off x="6373709" y="12160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8" name="pt20348"/>
            <p:cNvSpPr/>
            <p:nvPr/>
          </p:nvSpPr>
          <p:spPr>
            <a:xfrm>
              <a:off x="6374183" y="1188781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49" name="pt20349"/>
            <p:cNvSpPr/>
            <p:nvPr/>
          </p:nvSpPr>
          <p:spPr>
            <a:xfrm>
              <a:off x="6187623" y="11407750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0" name="pt20350"/>
            <p:cNvSpPr/>
            <p:nvPr/>
          </p:nvSpPr>
          <p:spPr>
            <a:xfrm>
              <a:off x="5635164" y="118782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1" name="pt20351"/>
            <p:cNvSpPr/>
            <p:nvPr/>
          </p:nvSpPr>
          <p:spPr>
            <a:xfrm>
              <a:off x="5899297" y="11885155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2" name="pt20352"/>
            <p:cNvSpPr/>
            <p:nvPr/>
          </p:nvSpPr>
          <p:spPr>
            <a:xfrm>
              <a:off x="6841553" y="11089112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3" name="pt20353"/>
            <p:cNvSpPr/>
            <p:nvPr/>
          </p:nvSpPr>
          <p:spPr>
            <a:xfrm>
              <a:off x="6213914" y="11412857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4" name="pt20354"/>
            <p:cNvSpPr/>
            <p:nvPr/>
          </p:nvSpPr>
          <p:spPr>
            <a:xfrm>
              <a:off x="6215357" y="1129454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5" name="pt20355"/>
            <p:cNvSpPr/>
            <p:nvPr/>
          </p:nvSpPr>
          <p:spPr>
            <a:xfrm>
              <a:off x="6231918" y="11373044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6" name="pt20356"/>
            <p:cNvSpPr/>
            <p:nvPr/>
          </p:nvSpPr>
          <p:spPr>
            <a:xfrm>
              <a:off x="6222163" y="11448178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7" name="pt20357"/>
            <p:cNvSpPr/>
            <p:nvPr/>
          </p:nvSpPr>
          <p:spPr>
            <a:xfrm>
              <a:off x="6249436" y="1142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8" name="pt20358"/>
            <p:cNvSpPr/>
            <p:nvPr/>
          </p:nvSpPr>
          <p:spPr>
            <a:xfrm>
              <a:off x="6380557" y="12215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59" name="pt20359"/>
            <p:cNvSpPr/>
            <p:nvPr/>
          </p:nvSpPr>
          <p:spPr>
            <a:xfrm>
              <a:off x="6225381" y="11350705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0" name="pt20360"/>
            <p:cNvSpPr/>
            <p:nvPr/>
          </p:nvSpPr>
          <p:spPr>
            <a:xfrm>
              <a:off x="6360222" y="12220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1" name="pt20361"/>
            <p:cNvSpPr/>
            <p:nvPr/>
          </p:nvSpPr>
          <p:spPr>
            <a:xfrm>
              <a:off x="6205009" y="11417059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2" name="pt20362"/>
            <p:cNvSpPr/>
            <p:nvPr/>
          </p:nvSpPr>
          <p:spPr>
            <a:xfrm>
              <a:off x="6153500" y="11348577"/>
              <a:ext cx="85604" cy="8560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3" name="pt20363"/>
            <p:cNvSpPr/>
            <p:nvPr/>
          </p:nvSpPr>
          <p:spPr>
            <a:xfrm>
              <a:off x="6185050" y="11453544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4" name="pt20364"/>
            <p:cNvSpPr/>
            <p:nvPr/>
          </p:nvSpPr>
          <p:spPr>
            <a:xfrm>
              <a:off x="6734446" y="121600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5" name="pt20365"/>
            <p:cNvSpPr/>
            <p:nvPr/>
          </p:nvSpPr>
          <p:spPr>
            <a:xfrm>
              <a:off x="6900475" y="11695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6" name="pt20366"/>
            <p:cNvSpPr/>
            <p:nvPr/>
          </p:nvSpPr>
          <p:spPr>
            <a:xfrm>
              <a:off x="6498090" y="116333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7" name="pg20367"/>
            <p:cNvSpPr/>
            <p:nvPr/>
          </p:nvSpPr>
          <p:spPr>
            <a:xfrm>
              <a:off x="6190847" y="1133052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8" name="pt20368"/>
            <p:cNvSpPr/>
            <p:nvPr/>
          </p:nvSpPr>
          <p:spPr>
            <a:xfrm>
              <a:off x="7050879" y="118440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69" name="pt20369"/>
            <p:cNvSpPr/>
            <p:nvPr/>
          </p:nvSpPr>
          <p:spPr>
            <a:xfrm>
              <a:off x="6487508" y="116362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0" name="pt20370"/>
            <p:cNvSpPr/>
            <p:nvPr/>
          </p:nvSpPr>
          <p:spPr>
            <a:xfrm>
              <a:off x="6387682" y="118555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1" name="pt20371"/>
            <p:cNvSpPr/>
            <p:nvPr/>
          </p:nvSpPr>
          <p:spPr>
            <a:xfrm>
              <a:off x="6100414" y="11398362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2" name="pt20372"/>
            <p:cNvSpPr/>
            <p:nvPr/>
          </p:nvSpPr>
          <p:spPr>
            <a:xfrm>
              <a:off x="6111168" y="11402941"/>
              <a:ext cx="48833" cy="48833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3" name="pt20373"/>
            <p:cNvSpPr/>
            <p:nvPr/>
          </p:nvSpPr>
          <p:spPr>
            <a:xfrm>
              <a:off x="6253081" y="1140332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4" name="pl20374"/>
            <p:cNvSpPr/>
            <p:nvPr/>
          </p:nvSpPr>
          <p:spPr>
            <a:xfrm>
              <a:off x="6358213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5" name="pl20375"/>
            <p:cNvSpPr/>
            <p:nvPr/>
          </p:nvSpPr>
          <p:spPr>
            <a:xfrm>
              <a:off x="6358213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76" name="pt20376"/>
            <p:cNvSpPr/>
            <p:nvPr/>
          </p:nvSpPr>
          <p:spPr>
            <a:xfrm>
              <a:off x="6890528" y="1169303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7" name="pt20377"/>
            <p:cNvSpPr/>
            <p:nvPr/>
          </p:nvSpPr>
          <p:spPr>
            <a:xfrm>
              <a:off x="6390936" y="11962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8" name="pt20378"/>
            <p:cNvSpPr/>
            <p:nvPr/>
          </p:nvSpPr>
          <p:spPr>
            <a:xfrm>
              <a:off x="6099528" y="12357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79" name="pt20379"/>
            <p:cNvSpPr/>
            <p:nvPr/>
          </p:nvSpPr>
          <p:spPr>
            <a:xfrm>
              <a:off x="6207854" y="11421916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0" name="pt20380"/>
            <p:cNvSpPr/>
            <p:nvPr/>
          </p:nvSpPr>
          <p:spPr>
            <a:xfrm>
              <a:off x="7027332" y="113822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1" name="pt20381"/>
            <p:cNvSpPr/>
            <p:nvPr/>
          </p:nvSpPr>
          <p:spPr>
            <a:xfrm>
              <a:off x="6644650" y="1183654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2" name="pt20382"/>
            <p:cNvSpPr/>
            <p:nvPr/>
          </p:nvSpPr>
          <p:spPr>
            <a:xfrm>
              <a:off x="6190718" y="11390595"/>
              <a:ext cx="74834" cy="74834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3" name="pt20383"/>
            <p:cNvSpPr/>
            <p:nvPr/>
          </p:nvSpPr>
          <p:spPr>
            <a:xfrm>
              <a:off x="5937491" y="122719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4" name="pl20384"/>
            <p:cNvSpPr/>
            <p:nvPr/>
          </p:nvSpPr>
          <p:spPr>
            <a:xfrm>
              <a:off x="6839126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5" name="pl20385"/>
            <p:cNvSpPr/>
            <p:nvPr/>
          </p:nvSpPr>
          <p:spPr>
            <a:xfrm>
              <a:off x="6839126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386" name="pt20386"/>
            <p:cNvSpPr/>
            <p:nvPr/>
          </p:nvSpPr>
          <p:spPr>
            <a:xfrm>
              <a:off x="6186640" y="11378386"/>
              <a:ext cx="74834" cy="7483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7" name="pt20387"/>
            <p:cNvSpPr/>
            <p:nvPr/>
          </p:nvSpPr>
          <p:spPr>
            <a:xfrm>
              <a:off x="7003312" y="1188077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8" name="pt20388"/>
            <p:cNvSpPr/>
            <p:nvPr/>
          </p:nvSpPr>
          <p:spPr>
            <a:xfrm>
              <a:off x="6159541" y="11354723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89" name="pt20389"/>
            <p:cNvSpPr/>
            <p:nvPr/>
          </p:nvSpPr>
          <p:spPr>
            <a:xfrm>
              <a:off x="6835958" y="11087249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0" name="pt20390"/>
            <p:cNvSpPr/>
            <p:nvPr/>
          </p:nvSpPr>
          <p:spPr>
            <a:xfrm>
              <a:off x="6411357" y="11803276"/>
              <a:ext cx="67219" cy="67219"/>
            </a:xfrm>
            <a:prstGeom prst="ellipse">
              <a:avLst/>
            </a:pr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1" name="pt20391"/>
            <p:cNvSpPr/>
            <p:nvPr/>
          </p:nvSpPr>
          <p:spPr>
            <a:xfrm>
              <a:off x="6561921" y="12216226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2" name="pt20392"/>
            <p:cNvSpPr/>
            <p:nvPr/>
          </p:nvSpPr>
          <p:spPr>
            <a:xfrm>
              <a:off x="6223267" y="11354312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3" name="pt20393"/>
            <p:cNvSpPr/>
            <p:nvPr/>
          </p:nvSpPr>
          <p:spPr>
            <a:xfrm>
              <a:off x="6124770" y="11396888"/>
              <a:ext cx="74834" cy="7483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4" name="pt20394"/>
            <p:cNvSpPr/>
            <p:nvPr/>
          </p:nvSpPr>
          <p:spPr>
            <a:xfrm>
              <a:off x="6404316" y="1184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5" name="pt20395"/>
            <p:cNvSpPr/>
            <p:nvPr/>
          </p:nvSpPr>
          <p:spPr>
            <a:xfrm>
              <a:off x="6516580" y="1177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6" name="pt20396"/>
            <p:cNvSpPr/>
            <p:nvPr/>
          </p:nvSpPr>
          <p:spPr>
            <a:xfrm>
              <a:off x="5570372" y="11819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7" name="pg20397"/>
            <p:cNvSpPr/>
            <p:nvPr/>
          </p:nvSpPr>
          <p:spPr>
            <a:xfrm>
              <a:off x="6237882" y="1134695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8" name="pt20398"/>
            <p:cNvSpPr/>
            <p:nvPr/>
          </p:nvSpPr>
          <p:spPr>
            <a:xfrm>
              <a:off x="6539421" y="11605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399" name="pt20399"/>
            <p:cNvSpPr/>
            <p:nvPr/>
          </p:nvSpPr>
          <p:spPr>
            <a:xfrm>
              <a:off x="6198491" y="1142580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0" name="pt20400"/>
            <p:cNvSpPr/>
            <p:nvPr/>
          </p:nvSpPr>
          <p:spPr>
            <a:xfrm>
              <a:off x="6839467" y="122043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1" name="pg20401"/>
            <p:cNvSpPr/>
            <p:nvPr/>
          </p:nvSpPr>
          <p:spPr>
            <a:xfrm>
              <a:off x="6767859" y="1170456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2" name="pt20402"/>
            <p:cNvSpPr/>
            <p:nvPr/>
          </p:nvSpPr>
          <p:spPr>
            <a:xfrm>
              <a:off x="6502704" y="115874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3" name="pg20403"/>
            <p:cNvSpPr/>
            <p:nvPr/>
          </p:nvSpPr>
          <p:spPr>
            <a:xfrm>
              <a:off x="6337069" y="11836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4" name="pg20404"/>
            <p:cNvSpPr/>
            <p:nvPr/>
          </p:nvSpPr>
          <p:spPr>
            <a:xfrm>
              <a:off x="6360517" y="118044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5" name="pt20405"/>
            <p:cNvSpPr/>
            <p:nvPr/>
          </p:nvSpPr>
          <p:spPr>
            <a:xfrm>
              <a:off x="6163813" y="11407619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6" name="pt20406"/>
            <p:cNvSpPr/>
            <p:nvPr/>
          </p:nvSpPr>
          <p:spPr>
            <a:xfrm>
              <a:off x="6260723" y="11411503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7" name="pt20407"/>
            <p:cNvSpPr/>
            <p:nvPr/>
          </p:nvSpPr>
          <p:spPr>
            <a:xfrm>
              <a:off x="5845399" y="121700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8" name="pt20408"/>
            <p:cNvSpPr/>
            <p:nvPr/>
          </p:nvSpPr>
          <p:spPr>
            <a:xfrm>
              <a:off x="6496874" y="115987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09" name="pt20409"/>
            <p:cNvSpPr/>
            <p:nvPr/>
          </p:nvSpPr>
          <p:spPr>
            <a:xfrm>
              <a:off x="6609536" y="123443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10" name="pl20410"/>
            <p:cNvSpPr/>
            <p:nvPr/>
          </p:nvSpPr>
          <p:spPr>
            <a:xfrm>
              <a:off x="5677330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1" name="pl20411"/>
            <p:cNvSpPr/>
            <p:nvPr/>
          </p:nvSpPr>
          <p:spPr>
            <a:xfrm>
              <a:off x="5677330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2" name="pl20412"/>
            <p:cNvSpPr/>
            <p:nvPr/>
          </p:nvSpPr>
          <p:spPr>
            <a:xfrm>
              <a:off x="5667216" y="12051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3" name="pl20413"/>
            <p:cNvSpPr/>
            <p:nvPr/>
          </p:nvSpPr>
          <p:spPr>
            <a:xfrm>
              <a:off x="5701747" y="1201688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9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4" name="pl20414"/>
            <p:cNvSpPr/>
            <p:nvPr/>
          </p:nvSpPr>
          <p:spPr>
            <a:xfrm>
              <a:off x="6117552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5" name="pl20415"/>
            <p:cNvSpPr/>
            <p:nvPr/>
          </p:nvSpPr>
          <p:spPr>
            <a:xfrm>
              <a:off x="6117552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6" name="pl20416"/>
            <p:cNvSpPr/>
            <p:nvPr/>
          </p:nvSpPr>
          <p:spPr>
            <a:xfrm>
              <a:off x="6107438" y="115105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7" name="pl20417"/>
            <p:cNvSpPr/>
            <p:nvPr/>
          </p:nvSpPr>
          <p:spPr>
            <a:xfrm>
              <a:off x="6141969" y="114759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29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18" name="pt20418"/>
            <p:cNvSpPr/>
            <p:nvPr/>
          </p:nvSpPr>
          <p:spPr>
            <a:xfrm>
              <a:off x="6169415" y="11401139"/>
              <a:ext cx="67219" cy="6721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19" name="pt20419"/>
            <p:cNvSpPr/>
            <p:nvPr/>
          </p:nvSpPr>
          <p:spPr>
            <a:xfrm>
              <a:off x="6188452" y="11409362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0" name="pt20420"/>
            <p:cNvSpPr/>
            <p:nvPr/>
          </p:nvSpPr>
          <p:spPr>
            <a:xfrm>
              <a:off x="5896978" y="119029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1" name="pt20421"/>
            <p:cNvSpPr/>
            <p:nvPr/>
          </p:nvSpPr>
          <p:spPr>
            <a:xfrm>
              <a:off x="6243873" y="11327298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2" name="pt20422"/>
            <p:cNvSpPr/>
            <p:nvPr/>
          </p:nvSpPr>
          <p:spPr>
            <a:xfrm>
              <a:off x="6283982" y="11901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3" name="pt20423"/>
            <p:cNvSpPr/>
            <p:nvPr/>
          </p:nvSpPr>
          <p:spPr>
            <a:xfrm>
              <a:off x="5912002" y="119613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4" name="pt20424"/>
            <p:cNvSpPr/>
            <p:nvPr/>
          </p:nvSpPr>
          <p:spPr>
            <a:xfrm>
              <a:off x="6946495" y="120505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5" name="pt20425"/>
            <p:cNvSpPr/>
            <p:nvPr/>
          </p:nvSpPr>
          <p:spPr>
            <a:xfrm>
              <a:off x="6497159" y="11883468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6" name="pt20426"/>
            <p:cNvSpPr/>
            <p:nvPr/>
          </p:nvSpPr>
          <p:spPr>
            <a:xfrm>
              <a:off x="6766807" y="11884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7" name="pt20427"/>
            <p:cNvSpPr/>
            <p:nvPr/>
          </p:nvSpPr>
          <p:spPr>
            <a:xfrm>
              <a:off x="6149978" y="1144940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8" name="pt20428"/>
            <p:cNvSpPr/>
            <p:nvPr/>
          </p:nvSpPr>
          <p:spPr>
            <a:xfrm>
              <a:off x="5722436" y="111355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29" name="pt20429"/>
            <p:cNvSpPr/>
            <p:nvPr/>
          </p:nvSpPr>
          <p:spPr>
            <a:xfrm>
              <a:off x="6231638" y="11324683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0" name="pt20430"/>
            <p:cNvSpPr/>
            <p:nvPr/>
          </p:nvSpPr>
          <p:spPr>
            <a:xfrm>
              <a:off x="6019764" y="123145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1" name="pt20431"/>
            <p:cNvSpPr/>
            <p:nvPr/>
          </p:nvSpPr>
          <p:spPr>
            <a:xfrm>
              <a:off x="6225593" y="11454058"/>
              <a:ext cx="48833" cy="48833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2" name="pt20432"/>
            <p:cNvSpPr/>
            <p:nvPr/>
          </p:nvSpPr>
          <p:spPr>
            <a:xfrm>
              <a:off x="6242543" y="114101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3" name="pt20433"/>
            <p:cNvSpPr/>
            <p:nvPr/>
          </p:nvSpPr>
          <p:spPr>
            <a:xfrm>
              <a:off x="5653724" y="119605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4" name="pt20434"/>
            <p:cNvSpPr/>
            <p:nvPr/>
          </p:nvSpPr>
          <p:spPr>
            <a:xfrm>
              <a:off x="6245194" y="114070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5" name="pt20435"/>
            <p:cNvSpPr/>
            <p:nvPr/>
          </p:nvSpPr>
          <p:spPr>
            <a:xfrm>
              <a:off x="5737421" y="1108858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6" name="pt20436"/>
            <p:cNvSpPr/>
            <p:nvPr/>
          </p:nvSpPr>
          <p:spPr>
            <a:xfrm>
              <a:off x="6498392" y="115912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7" name="pt20437"/>
            <p:cNvSpPr/>
            <p:nvPr/>
          </p:nvSpPr>
          <p:spPr>
            <a:xfrm>
              <a:off x="6147385" y="11454103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8" name="pt20438"/>
            <p:cNvSpPr/>
            <p:nvPr/>
          </p:nvSpPr>
          <p:spPr>
            <a:xfrm>
              <a:off x="6227385" y="11372203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39" name="pt20439"/>
            <p:cNvSpPr/>
            <p:nvPr/>
          </p:nvSpPr>
          <p:spPr>
            <a:xfrm>
              <a:off x="6141237" y="11443918"/>
              <a:ext cx="74834" cy="74834"/>
            </a:xfrm>
            <a:prstGeom prst="ellipse">
              <a:avLst/>
            </a:prstGeom>
            <a:solidFill>
              <a:srgbClr val="7570B3">
                <a:alpha val="5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0" name="pt20440"/>
            <p:cNvSpPr/>
            <p:nvPr/>
          </p:nvSpPr>
          <p:spPr>
            <a:xfrm>
              <a:off x="6544952" y="11860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1" name="pg20441"/>
            <p:cNvSpPr/>
            <p:nvPr/>
          </p:nvSpPr>
          <p:spPr>
            <a:xfrm>
              <a:off x="7068666" y="116494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2" name="pt20442"/>
            <p:cNvSpPr/>
            <p:nvPr/>
          </p:nvSpPr>
          <p:spPr>
            <a:xfrm>
              <a:off x="6739378" y="118556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3" name="pt20443"/>
            <p:cNvSpPr/>
            <p:nvPr/>
          </p:nvSpPr>
          <p:spPr>
            <a:xfrm>
              <a:off x="6565190" y="1158466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4" name="pt20444"/>
            <p:cNvSpPr/>
            <p:nvPr/>
          </p:nvSpPr>
          <p:spPr>
            <a:xfrm>
              <a:off x="6232822" y="11451268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5" name="pt20445"/>
            <p:cNvSpPr/>
            <p:nvPr/>
          </p:nvSpPr>
          <p:spPr>
            <a:xfrm>
              <a:off x="5719771" y="11206007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6" name="pt20446"/>
            <p:cNvSpPr/>
            <p:nvPr/>
          </p:nvSpPr>
          <p:spPr>
            <a:xfrm>
              <a:off x="6169830" y="11354583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7" name="pt20447"/>
            <p:cNvSpPr/>
            <p:nvPr/>
          </p:nvSpPr>
          <p:spPr>
            <a:xfrm>
              <a:off x="6217337" y="11457643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8" name="pt20448"/>
            <p:cNvSpPr/>
            <p:nvPr/>
          </p:nvSpPr>
          <p:spPr>
            <a:xfrm>
              <a:off x="6544251" y="1160100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49" name="pt20449"/>
            <p:cNvSpPr/>
            <p:nvPr/>
          </p:nvSpPr>
          <p:spPr>
            <a:xfrm>
              <a:off x="5935999" y="119634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0" name="pt20450"/>
            <p:cNvSpPr/>
            <p:nvPr/>
          </p:nvSpPr>
          <p:spPr>
            <a:xfrm>
              <a:off x="6247971" y="11383381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1" name="pg20451"/>
            <p:cNvSpPr/>
            <p:nvPr/>
          </p:nvSpPr>
          <p:spPr>
            <a:xfrm>
              <a:off x="6106992" y="114421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2" name="pt20452"/>
            <p:cNvSpPr/>
            <p:nvPr/>
          </p:nvSpPr>
          <p:spPr>
            <a:xfrm>
              <a:off x="6530667" y="11579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3" name="pt20453"/>
            <p:cNvSpPr/>
            <p:nvPr/>
          </p:nvSpPr>
          <p:spPr>
            <a:xfrm>
              <a:off x="6526750" y="115973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4" name="pt20454"/>
            <p:cNvSpPr/>
            <p:nvPr/>
          </p:nvSpPr>
          <p:spPr>
            <a:xfrm>
              <a:off x="6229480" y="1136899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5" name="pt20455"/>
            <p:cNvSpPr/>
            <p:nvPr/>
          </p:nvSpPr>
          <p:spPr>
            <a:xfrm>
              <a:off x="6204416" y="12370285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6" name="pt20456"/>
            <p:cNvSpPr/>
            <p:nvPr/>
          </p:nvSpPr>
          <p:spPr>
            <a:xfrm>
              <a:off x="6531368" y="11588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7" name="pt20457"/>
            <p:cNvSpPr/>
            <p:nvPr/>
          </p:nvSpPr>
          <p:spPr>
            <a:xfrm>
              <a:off x="6169076" y="11391409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8" name="pt20458"/>
            <p:cNvSpPr/>
            <p:nvPr/>
          </p:nvSpPr>
          <p:spPr>
            <a:xfrm>
              <a:off x="6821658" y="122083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59" name="pt20459"/>
            <p:cNvSpPr/>
            <p:nvPr/>
          </p:nvSpPr>
          <p:spPr>
            <a:xfrm>
              <a:off x="6694727" y="115373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0" name="pt20460"/>
            <p:cNvSpPr/>
            <p:nvPr/>
          </p:nvSpPr>
          <p:spPr>
            <a:xfrm>
              <a:off x="6514604" y="117862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1" name="pt20461"/>
            <p:cNvSpPr/>
            <p:nvPr/>
          </p:nvSpPr>
          <p:spPr>
            <a:xfrm>
              <a:off x="6246145" y="114135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2" name="pt20462"/>
            <p:cNvSpPr/>
            <p:nvPr/>
          </p:nvSpPr>
          <p:spPr>
            <a:xfrm>
              <a:off x="6617947" y="1153928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3" name="pt20463"/>
            <p:cNvSpPr/>
            <p:nvPr/>
          </p:nvSpPr>
          <p:spPr>
            <a:xfrm>
              <a:off x="6247485" y="11415357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4" name="pt20464"/>
            <p:cNvSpPr/>
            <p:nvPr/>
          </p:nvSpPr>
          <p:spPr>
            <a:xfrm>
              <a:off x="6174165" y="11446364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5" name="pt20465"/>
            <p:cNvSpPr/>
            <p:nvPr/>
          </p:nvSpPr>
          <p:spPr>
            <a:xfrm>
              <a:off x="6779530" y="11758542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6" name="pt20466"/>
            <p:cNvSpPr/>
            <p:nvPr/>
          </p:nvSpPr>
          <p:spPr>
            <a:xfrm>
              <a:off x="6590518" y="11845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7" name="pt20467"/>
            <p:cNvSpPr/>
            <p:nvPr/>
          </p:nvSpPr>
          <p:spPr>
            <a:xfrm>
              <a:off x="6578282" y="115828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8" name="pt20468"/>
            <p:cNvSpPr/>
            <p:nvPr/>
          </p:nvSpPr>
          <p:spPr>
            <a:xfrm>
              <a:off x="6693838" y="1181253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69" name="pt20469"/>
            <p:cNvSpPr/>
            <p:nvPr/>
          </p:nvSpPr>
          <p:spPr>
            <a:xfrm>
              <a:off x="5704676" y="11206743"/>
              <a:ext cx="48833" cy="48833"/>
            </a:xfrm>
            <a:prstGeom prst="ellipse">
              <a:avLst/>
            </a:prstGeom>
            <a:solidFill>
              <a:srgbClr val="7570B3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0" name="pt20470"/>
            <p:cNvSpPr/>
            <p:nvPr/>
          </p:nvSpPr>
          <p:spPr>
            <a:xfrm>
              <a:off x="6197862" y="11434897"/>
              <a:ext cx="74834" cy="74834"/>
            </a:xfrm>
            <a:prstGeom prst="ellipse">
              <a:avLst/>
            </a:prstGeom>
            <a:solidFill>
              <a:srgbClr val="D95F02">
                <a:alpha val="4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1" name="pl20471"/>
            <p:cNvSpPr/>
            <p:nvPr/>
          </p:nvSpPr>
          <p:spPr>
            <a:xfrm>
              <a:off x="6354766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2" name="pl20472"/>
            <p:cNvSpPr/>
            <p:nvPr/>
          </p:nvSpPr>
          <p:spPr>
            <a:xfrm>
              <a:off x="6354766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3" name="pl20473"/>
            <p:cNvSpPr/>
            <p:nvPr/>
          </p:nvSpPr>
          <p:spPr>
            <a:xfrm>
              <a:off x="6516913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4" name="pl20474"/>
            <p:cNvSpPr/>
            <p:nvPr/>
          </p:nvSpPr>
          <p:spPr>
            <a:xfrm>
              <a:off x="6516913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75" name="pg20475"/>
            <p:cNvSpPr/>
            <p:nvPr/>
          </p:nvSpPr>
          <p:spPr>
            <a:xfrm>
              <a:off x="6138096" y="1138930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6" name="pg20476"/>
            <p:cNvSpPr/>
            <p:nvPr/>
          </p:nvSpPr>
          <p:spPr>
            <a:xfrm>
              <a:off x="6449124" y="1157188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7" name="pt20477"/>
            <p:cNvSpPr/>
            <p:nvPr/>
          </p:nvSpPr>
          <p:spPr>
            <a:xfrm>
              <a:off x="5908414" y="119346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8" name="pt20478"/>
            <p:cNvSpPr/>
            <p:nvPr/>
          </p:nvSpPr>
          <p:spPr>
            <a:xfrm>
              <a:off x="6167438" y="114132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79" name="pt20479"/>
            <p:cNvSpPr/>
            <p:nvPr/>
          </p:nvSpPr>
          <p:spPr>
            <a:xfrm>
              <a:off x="6191338" y="11409196"/>
              <a:ext cx="74834" cy="74834"/>
            </a:xfrm>
            <a:prstGeom prst="ellipse">
              <a:avLst/>
            </a:prstGeom>
            <a:solidFill>
              <a:srgbClr val="D95F02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0" name="pt20480"/>
            <p:cNvSpPr/>
            <p:nvPr/>
          </p:nvSpPr>
          <p:spPr>
            <a:xfrm>
              <a:off x="6184277" y="11442298"/>
              <a:ext cx="67219" cy="67219"/>
            </a:xfrm>
            <a:prstGeom prst="ellipse">
              <a:avLst/>
            </a:prstGeom>
            <a:solidFill>
              <a:srgbClr val="D95F02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1" name="pt20481"/>
            <p:cNvSpPr/>
            <p:nvPr/>
          </p:nvSpPr>
          <p:spPr>
            <a:xfrm>
              <a:off x="6721789" y="118387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2" name="pt20482"/>
            <p:cNvSpPr/>
            <p:nvPr/>
          </p:nvSpPr>
          <p:spPr>
            <a:xfrm>
              <a:off x="6113314" y="122909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3" name="pt20483"/>
            <p:cNvSpPr/>
            <p:nvPr/>
          </p:nvSpPr>
          <p:spPr>
            <a:xfrm>
              <a:off x="6196896" y="11395958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4" name="pt20484"/>
            <p:cNvSpPr/>
            <p:nvPr/>
          </p:nvSpPr>
          <p:spPr>
            <a:xfrm>
              <a:off x="6245007" y="1140503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5" name="pt20485"/>
            <p:cNvSpPr/>
            <p:nvPr/>
          </p:nvSpPr>
          <p:spPr>
            <a:xfrm>
              <a:off x="6166037" y="11352513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6" name="pt20486"/>
            <p:cNvSpPr/>
            <p:nvPr/>
          </p:nvSpPr>
          <p:spPr>
            <a:xfrm>
              <a:off x="7072396" y="11557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7" name="pg20487"/>
            <p:cNvSpPr/>
            <p:nvPr/>
          </p:nvSpPr>
          <p:spPr>
            <a:xfrm>
              <a:off x="6496333" y="1156133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88" name="pl20488"/>
            <p:cNvSpPr/>
            <p:nvPr/>
          </p:nvSpPr>
          <p:spPr>
            <a:xfrm>
              <a:off x="6436391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89" name="pl20489"/>
            <p:cNvSpPr/>
            <p:nvPr/>
          </p:nvSpPr>
          <p:spPr>
            <a:xfrm>
              <a:off x="6436391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0" name="pl20490"/>
            <p:cNvSpPr/>
            <p:nvPr/>
          </p:nvSpPr>
          <p:spPr>
            <a:xfrm>
              <a:off x="6426277" y="108547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1" name="pl20491"/>
            <p:cNvSpPr/>
            <p:nvPr/>
          </p:nvSpPr>
          <p:spPr>
            <a:xfrm>
              <a:off x="6460808" y="108202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492" name="pt20492"/>
            <p:cNvSpPr/>
            <p:nvPr/>
          </p:nvSpPr>
          <p:spPr>
            <a:xfrm>
              <a:off x="5943286" y="122807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3" name="pt20493"/>
            <p:cNvSpPr/>
            <p:nvPr/>
          </p:nvSpPr>
          <p:spPr>
            <a:xfrm>
              <a:off x="6163912" y="1089684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4" name="pt20494"/>
            <p:cNvSpPr/>
            <p:nvPr/>
          </p:nvSpPr>
          <p:spPr>
            <a:xfrm>
              <a:off x="6545043" y="118422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5" name="pt20495"/>
            <p:cNvSpPr/>
            <p:nvPr/>
          </p:nvSpPr>
          <p:spPr>
            <a:xfrm>
              <a:off x="6492381" y="11679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6" name="pt20496"/>
            <p:cNvSpPr/>
            <p:nvPr/>
          </p:nvSpPr>
          <p:spPr>
            <a:xfrm>
              <a:off x="6632916" y="1159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7" name="pg20497"/>
            <p:cNvSpPr/>
            <p:nvPr/>
          </p:nvSpPr>
          <p:spPr>
            <a:xfrm>
              <a:off x="5519336" y="1163843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8" name="pt20498"/>
            <p:cNvSpPr/>
            <p:nvPr/>
          </p:nvSpPr>
          <p:spPr>
            <a:xfrm>
              <a:off x="6192253" y="11427357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499" name="pt20499"/>
            <p:cNvSpPr/>
            <p:nvPr/>
          </p:nvSpPr>
          <p:spPr>
            <a:xfrm>
              <a:off x="5580989" y="118234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0" name="pt20500"/>
            <p:cNvSpPr/>
            <p:nvPr/>
          </p:nvSpPr>
          <p:spPr>
            <a:xfrm>
              <a:off x="6919306" y="1131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1" name="pt20501"/>
            <p:cNvSpPr/>
            <p:nvPr/>
          </p:nvSpPr>
          <p:spPr>
            <a:xfrm>
              <a:off x="6386082" y="122018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2" name="pt20502"/>
            <p:cNvSpPr/>
            <p:nvPr/>
          </p:nvSpPr>
          <p:spPr>
            <a:xfrm>
              <a:off x="6514964" y="116022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3" name="pt20503"/>
            <p:cNvSpPr/>
            <p:nvPr/>
          </p:nvSpPr>
          <p:spPr>
            <a:xfrm>
              <a:off x="5704433" y="111213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4" name="pt20504"/>
            <p:cNvSpPr/>
            <p:nvPr/>
          </p:nvSpPr>
          <p:spPr>
            <a:xfrm>
              <a:off x="5572797" y="11472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5" name="pt20505"/>
            <p:cNvSpPr/>
            <p:nvPr/>
          </p:nvSpPr>
          <p:spPr>
            <a:xfrm>
              <a:off x="6357001" y="1226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6" name="pg20506"/>
            <p:cNvSpPr/>
            <p:nvPr/>
          </p:nvSpPr>
          <p:spPr>
            <a:xfrm>
              <a:off x="5758892" y="117683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7" name="pt20507"/>
            <p:cNvSpPr/>
            <p:nvPr/>
          </p:nvSpPr>
          <p:spPr>
            <a:xfrm>
              <a:off x="6902308" y="111650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8" name="pt20508"/>
            <p:cNvSpPr/>
            <p:nvPr/>
          </p:nvSpPr>
          <p:spPr>
            <a:xfrm>
              <a:off x="5571488" y="116644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09" name="pt20509"/>
            <p:cNvSpPr/>
            <p:nvPr/>
          </p:nvSpPr>
          <p:spPr>
            <a:xfrm>
              <a:off x="6242956" y="11431388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0" name="pt20510"/>
            <p:cNvSpPr/>
            <p:nvPr/>
          </p:nvSpPr>
          <p:spPr>
            <a:xfrm>
              <a:off x="5930247" y="11912114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1" name="pt20511"/>
            <p:cNvSpPr/>
            <p:nvPr/>
          </p:nvSpPr>
          <p:spPr>
            <a:xfrm>
              <a:off x="6517270" y="119453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2" name="pt20512"/>
            <p:cNvSpPr/>
            <p:nvPr/>
          </p:nvSpPr>
          <p:spPr>
            <a:xfrm>
              <a:off x="6364936" y="11970066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3" name="pt20513"/>
            <p:cNvSpPr/>
            <p:nvPr/>
          </p:nvSpPr>
          <p:spPr>
            <a:xfrm>
              <a:off x="7001270" y="118844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4" name="pt20514"/>
            <p:cNvSpPr/>
            <p:nvPr/>
          </p:nvSpPr>
          <p:spPr>
            <a:xfrm>
              <a:off x="6167585" y="11446261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5" name="pt20515"/>
            <p:cNvSpPr/>
            <p:nvPr/>
          </p:nvSpPr>
          <p:spPr>
            <a:xfrm>
              <a:off x="6270001" y="11383473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6" name="pt20516"/>
            <p:cNvSpPr/>
            <p:nvPr/>
          </p:nvSpPr>
          <p:spPr>
            <a:xfrm>
              <a:off x="6224970" y="114202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7" name="pt20517"/>
            <p:cNvSpPr/>
            <p:nvPr/>
          </p:nvSpPr>
          <p:spPr>
            <a:xfrm>
              <a:off x="6208562" y="11423825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8" name="pt20518"/>
            <p:cNvSpPr/>
            <p:nvPr/>
          </p:nvSpPr>
          <p:spPr>
            <a:xfrm>
              <a:off x="7054400" y="118449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19" name="pt20519"/>
            <p:cNvSpPr/>
            <p:nvPr/>
          </p:nvSpPr>
          <p:spPr>
            <a:xfrm>
              <a:off x="5640017" y="11377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0" name="pt20520"/>
            <p:cNvSpPr/>
            <p:nvPr/>
          </p:nvSpPr>
          <p:spPr>
            <a:xfrm>
              <a:off x="5996787" y="12193424"/>
              <a:ext cx="67219" cy="67219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1" name="pt20521"/>
            <p:cNvSpPr/>
            <p:nvPr/>
          </p:nvSpPr>
          <p:spPr>
            <a:xfrm>
              <a:off x="5912614" y="1190720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2" name="pt20522"/>
            <p:cNvSpPr/>
            <p:nvPr/>
          </p:nvSpPr>
          <p:spPr>
            <a:xfrm>
              <a:off x="6231266" y="11370285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3" name="pt20523"/>
            <p:cNvSpPr/>
            <p:nvPr/>
          </p:nvSpPr>
          <p:spPr>
            <a:xfrm>
              <a:off x="6183616" y="11443735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4" name="pt20524"/>
            <p:cNvSpPr/>
            <p:nvPr/>
          </p:nvSpPr>
          <p:spPr>
            <a:xfrm>
              <a:off x="6504320" y="11757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5" name="pg20525"/>
            <p:cNvSpPr/>
            <p:nvPr/>
          </p:nvSpPr>
          <p:spPr>
            <a:xfrm>
              <a:off x="5668879" y="1200990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8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6" name="pg20526"/>
            <p:cNvSpPr/>
            <p:nvPr/>
          </p:nvSpPr>
          <p:spPr>
            <a:xfrm>
              <a:off x="6405996" y="117248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7" name="pg20527"/>
            <p:cNvSpPr/>
            <p:nvPr/>
          </p:nvSpPr>
          <p:spPr>
            <a:xfrm>
              <a:off x="6214694" y="1136593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8" name="pt20528"/>
            <p:cNvSpPr/>
            <p:nvPr/>
          </p:nvSpPr>
          <p:spPr>
            <a:xfrm>
              <a:off x="6187564" y="11459029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29" name="pg20529"/>
            <p:cNvSpPr/>
            <p:nvPr/>
          </p:nvSpPr>
          <p:spPr>
            <a:xfrm>
              <a:off x="6445304" y="117075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0" name="pt20530"/>
            <p:cNvSpPr/>
            <p:nvPr/>
          </p:nvSpPr>
          <p:spPr>
            <a:xfrm>
              <a:off x="6197704" y="12371533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1" name="pt20531"/>
            <p:cNvSpPr/>
            <p:nvPr/>
          </p:nvSpPr>
          <p:spPr>
            <a:xfrm>
              <a:off x="6524298" y="117766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2" name="pt20532"/>
            <p:cNvSpPr/>
            <p:nvPr/>
          </p:nvSpPr>
          <p:spPr>
            <a:xfrm>
              <a:off x="6229221" y="11450124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3" name="pt20533"/>
            <p:cNvSpPr/>
            <p:nvPr/>
          </p:nvSpPr>
          <p:spPr>
            <a:xfrm>
              <a:off x="6538353" y="1180323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4" name="pt20534"/>
            <p:cNvSpPr/>
            <p:nvPr/>
          </p:nvSpPr>
          <p:spPr>
            <a:xfrm>
              <a:off x="6212538" y="11421891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5" name="pt20535"/>
            <p:cNvSpPr/>
            <p:nvPr/>
          </p:nvSpPr>
          <p:spPr>
            <a:xfrm>
              <a:off x="5739625" y="120696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6" name="pg20536"/>
            <p:cNvSpPr/>
            <p:nvPr/>
          </p:nvSpPr>
          <p:spPr>
            <a:xfrm>
              <a:off x="7065908" y="116597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7" name="pt20537"/>
            <p:cNvSpPr/>
            <p:nvPr/>
          </p:nvSpPr>
          <p:spPr>
            <a:xfrm>
              <a:off x="6914380" y="1131240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8" name="pt20538"/>
            <p:cNvSpPr/>
            <p:nvPr/>
          </p:nvSpPr>
          <p:spPr>
            <a:xfrm>
              <a:off x="6520539" y="117609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39" name="pt20539"/>
            <p:cNvSpPr/>
            <p:nvPr/>
          </p:nvSpPr>
          <p:spPr>
            <a:xfrm>
              <a:off x="6179811" y="11469295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0" name="pt20540"/>
            <p:cNvSpPr/>
            <p:nvPr/>
          </p:nvSpPr>
          <p:spPr>
            <a:xfrm>
              <a:off x="6559170" y="12235956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1" name="pl20541"/>
            <p:cNvSpPr/>
            <p:nvPr/>
          </p:nvSpPr>
          <p:spPr>
            <a:xfrm>
              <a:off x="6242967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2" name="pl20542"/>
            <p:cNvSpPr/>
            <p:nvPr/>
          </p:nvSpPr>
          <p:spPr>
            <a:xfrm>
              <a:off x="6242967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3" name="pl20543"/>
            <p:cNvSpPr/>
            <p:nvPr/>
          </p:nvSpPr>
          <p:spPr>
            <a:xfrm>
              <a:off x="6232853" y="113481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4" name="pl20544"/>
            <p:cNvSpPr/>
            <p:nvPr/>
          </p:nvSpPr>
          <p:spPr>
            <a:xfrm>
              <a:off x="6267384" y="113136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568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5" name="pt20545"/>
            <p:cNvSpPr/>
            <p:nvPr/>
          </p:nvSpPr>
          <p:spPr>
            <a:xfrm>
              <a:off x="6904358" y="1170653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6" name="pt20546"/>
            <p:cNvSpPr/>
            <p:nvPr/>
          </p:nvSpPr>
          <p:spPr>
            <a:xfrm>
              <a:off x="6159987" y="11447099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7" name="pt20547"/>
            <p:cNvSpPr/>
            <p:nvPr/>
          </p:nvSpPr>
          <p:spPr>
            <a:xfrm>
              <a:off x="6185442" y="11420511"/>
              <a:ext cx="74834" cy="7483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48" name="pl20548"/>
            <p:cNvSpPr/>
            <p:nvPr/>
          </p:nvSpPr>
          <p:spPr>
            <a:xfrm>
              <a:off x="6285947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49" name="pl20549"/>
            <p:cNvSpPr/>
            <p:nvPr/>
          </p:nvSpPr>
          <p:spPr>
            <a:xfrm>
              <a:off x="6285947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0" name="pl20550"/>
            <p:cNvSpPr/>
            <p:nvPr/>
          </p:nvSpPr>
          <p:spPr>
            <a:xfrm>
              <a:off x="6275833" y="1144675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1" name="pl20551"/>
            <p:cNvSpPr/>
            <p:nvPr/>
          </p:nvSpPr>
          <p:spPr>
            <a:xfrm>
              <a:off x="6310363" y="114122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2" name="pl20552"/>
            <p:cNvSpPr/>
            <p:nvPr/>
          </p:nvSpPr>
          <p:spPr>
            <a:xfrm>
              <a:off x="6511242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3" name="pl20553"/>
            <p:cNvSpPr/>
            <p:nvPr/>
          </p:nvSpPr>
          <p:spPr>
            <a:xfrm>
              <a:off x="6511242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4" name="pl20554"/>
            <p:cNvSpPr/>
            <p:nvPr/>
          </p:nvSpPr>
          <p:spPr>
            <a:xfrm>
              <a:off x="6501128" y="119890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5" name="pl20555"/>
            <p:cNvSpPr/>
            <p:nvPr/>
          </p:nvSpPr>
          <p:spPr>
            <a:xfrm>
              <a:off x="6535659" y="11954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56" name="pt20556"/>
            <p:cNvSpPr/>
            <p:nvPr/>
          </p:nvSpPr>
          <p:spPr>
            <a:xfrm>
              <a:off x="6495500" y="117900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57" name="pg20557"/>
            <p:cNvSpPr/>
            <p:nvPr/>
          </p:nvSpPr>
          <p:spPr>
            <a:xfrm>
              <a:off x="5534619" y="1161892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58" name="pt20558"/>
            <p:cNvSpPr/>
            <p:nvPr/>
          </p:nvSpPr>
          <p:spPr>
            <a:xfrm>
              <a:off x="6376148" y="12259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59" name="pt20559"/>
            <p:cNvSpPr/>
            <p:nvPr/>
          </p:nvSpPr>
          <p:spPr>
            <a:xfrm>
              <a:off x="6484084" y="117831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0" name="pt20560"/>
            <p:cNvSpPr/>
            <p:nvPr/>
          </p:nvSpPr>
          <p:spPr>
            <a:xfrm>
              <a:off x="6367228" y="1194464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1" name="pl20561"/>
            <p:cNvSpPr/>
            <p:nvPr/>
          </p:nvSpPr>
          <p:spPr>
            <a:xfrm>
              <a:off x="6367228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2" name="pl20562"/>
            <p:cNvSpPr/>
            <p:nvPr/>
          </p:nvSpPr>
          <p:spPr>
            <a:xfrm>
              <a:off x="6367228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3" name="pt20563"/>
            <p:cNvSpPr/>
            <p:nvPr/>
          </p:nvSpPr>
          <p:spPr>
            <a:xfrm>
              <a:off x="6238053" y="1135608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4" name="pt20564"/>
            <p:cNvSpPr/>
            <p:nvPr/>
          </p:nvSpPr>
          <p:spPr>
            <a:xfrm>
              <a:off x="6776412" y="110512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5" name="pt20565"/>
            <p:cNvSpPr/>
            <p:nvPr/>
          </p:nvSpPr>
          <p:spPr>
            <a:xfrm>
              <a:off x="6554198" y="11790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66" name="pl20566"/>
            <p:cNvSpPr/>
            <p:nvPr/>
          </p:nvSpPr>
          <p:spPr>
            <a:xfrm>
              <a:off x="6180708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7" name="pl20567"/>
            <p:cNvSpPr/>
            <p:nvPr/>
          </p:nvSpPr>
          <p:spPr>
            <a:xfrm>
              <a:off x="6180708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8" name="pl20568"/>
            <p:cNvSpPr/>
            <p:nvPr/>
          </p:nvSpPr>
          <p:spPr>
            <a:xfrm>
              <a:off x="6148067" y="1144155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69" name="pl20569"/>
            <p:cNvSpPr/>
            <p:nvPr/>
          </p:nvSpPr>
          <p:spPr>
            <a:xfrm>
              <a:off x="6259510" y="1133011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0" name="pl20570"/>
            <p:cNvSpPr/>
            <p:nvPr/>
          </p:nvSpPr>
          <p:spPr>
            <a:xfrm>
              <a:off x="6279359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1" name="pl20571"/>
            <p:cNvSpPr/>
            <p:nvPr/>
          </p:nvSpPr>
          <p:spPr>
            <a:xfrm>
              <a:off x="6279359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2" name="pl20572"/>
            <p:cNvSpPr/>
            <p:nvPr/>
          </p:nvSpPr>
          <p:spPr>
            <a:xfrm>
              <a:off x="6269245" y="114374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3" name="pl20573"/>
            <p:cNvSpPr/>
            <p:nvPr/>
          </p:nvSpPr>
          <p:spPr>
            <a:xfrm>
              <a:off x="6303775" y="11402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4" name="pt20574"/>
            <p:cNvSpPr/>
            <p:nvPr/>
          </p:nvSpPr>
          <p:spPr>
            <a:xfrm>
              <a:off x="6562290" y="12228380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5" name="pt20575"/>
            <p:cNvSpPr/>
            <p:nvPr/>
          </p:nvSpPr>
          <p:spPr>
            <a:xfrm>
              <a:off x="6139157" y="11466466"/>
              <a:ext cx="48833" cy="48833"/>
            </a:xfrm>
            <a:prstGeom prst="ellipse">
              <a:avLst/>
            </a:prstGeom>
            <a:solidFill>
              <a:srgbClr val="E7298A">
                <a:alpha val="9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6" name="pt20576"/>
            <p:cNvSpPr/>
            <p:nvPr/>
          </p:nvSpPr>
          <p:spPr>
            <a:xfrm>
              <a:off x="5749668" y="121323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7" name="pt20577"/>
            <p:cNvSpPr/>
            <p:nvPr/>
          </p:nvSpPr>
          <p:spPr>
            <a:xfrm>
              <a:off x="6596956" y="123555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78" name="pl20578"/>
            <p:cNvSpPr/>
            <p:nvPr/>
          </p:nvSpPr>
          <p:spPr>
            <a:xfrm>
              <a:off x="7051048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79" name="pl20579"/>
            <p:cNvSpPr/>
            <p:nvPr/>
          </p:nvSpPr>
          <p:spPr>
            <a:xfrm>
              <a:off x="7051048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0" name="pl20580"/>
            <p:cNvSpPr/>
            <p:nvPr/>
          </p:nvSpPr>
          <p:spPr>
            <a:xfrm>
              <a:off x="7040935" y="1148628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1" name="pl20581"/>
            <p:cNvSpPr/>
            <p:nvPr/>
          </p:nvSpPr>
          <p:spPr>
            <a:xfrm>
              <a:off x="7075465" y="1145175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582" name="pt20582"/>
            <p:cNvSpPr/>
            <p:nvPr/>
          </p:nvSpPr>
          <p:spPr>
            <a:xfrm>
              <a:off x="6536933" y="1157201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3" name="pg20583"/>
            <p:cNvSpPr/>
            <p:nvPr/>
          </p:nvSpPr>
          <p:spPr>
            <a:xfrm>
              <a:off x="6502709" y="1154699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4" name="pt20584"/>
            <p:cNvSpPr/>
            <p:nvPr/>
          </p:nvSpPr>
          <p:spPr>
            <a:xfrm>
              <a:off x="6797220" y="118769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5" name="pt20585"/>
            <p:cNvSpPr/>
            <p:nvPr/>
          </p:nvSpPr>
          <p:spPr>
            <a:xfrm>
              <a:off x="6218613" y="11468621"/>
              <a:ext cx="48833" cy="48833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6" name="pt20586"/>
            <p:cNvSpPr/>
            <p:nvPr/>
          </p:nvSpPr>
          <p:spPr>
            <a:xfrm>
              <a:off x="5815112" y="11015618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7" name="pt20587"/>
            <p:cNvSpPr/>
            <p:nvPr/>
          </p:nvSpPr>
          <p:spPr>
            <a:xfrm>
              <a:off x="6196763" y="11429959"/>
              <a:ext cx="74834" cy="74834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8" name="pt20588"/>
            <p:cNvSpPr/>
            <p:nvPr/>
          </p:nvSpPr>
          <p:spPr>
            <a:xfrm>
              <a:off x="6947242" y="120250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89" name="pt20589"/>
            <p:cNvSpPr/>
            <p:nvPr/>
          </p:nvSpPr>
          <p:spPr>
            <a:xfrm>
              <a:off x="6549688" y="11782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0" name="pt20590"/>
            <p:cNvSpPr/>
            <p:nvPr/>
          </p:nvSpPr>
          <p:spPr>
            <a:xfrm>
              <a:off x="6518610" y="118219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1" name="pt20591"/>
            <p:cNvSpPr/>
            <p:nvPr/>
          </p:nvSpPr>
          <p:spPr>
            <a:xfrm>
              <a:off x="6781935" y="11713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2" name="pt20592"/>
            <p:cNvSpPr/>
            <p:nvPr/>
          </p:nvSpPr>
          <p:spPr>
            <a:xfrm>
              <a:off x="6593588" y="11538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3" name="pt20593"/>
            <p:cNvSpPr/>
            <p:nvPr/>
          </p:nvSpPr>
          <p:spPr>
            <a:xfrm>
              <a:off x="6468368" y="123919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4" name="pt20594"/>
            <p:cNvSpPr/>
            <p:nvPr/>
          </p:nvSpPr>
          <p:spPr>
            <a:xfrm>
              <a:off x="6449909" y="116699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5" name="pt20595"/>
            <p:cNvSpPr/>
            <p:nvPr/>
          </p:nvSpPr>
          <p:spPr>
            <a:xfrm>
              <a:off x="6985977" y="11247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6" name="pt20596"/>
            <p:cNvSpPr/>
            <p:nvPr/>
          </p:nvSpPr>
          <p:spPr>
            <a:xfrm>
              <a:off x="6150329" y="1140185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7" name="pt20597"/>
            <p:cNvSpPr/>
            <p:nvPr/>
          </p:nvSpPr>
          <p:spPr>
            <a:xfrm>
              <a:off x="6181855" y="11456544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8" name="pg20598"/>
            <p:cNvSpPr/>
            <p:nvPr/>
          </p:nvSpPr>
          <p:spPr>
            <a:xfrm>
              <a:off x="6491821" y="116023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599" name="pt20599"/>
            <p:cNvSpPr/>
            <p:nvPr/>
          </p:nvSpPr>
          <p:spPr>
            <a:xfrm>
              <a:off x="6623890" y="118289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0" name="pt20600"/>
            <p:cNvSpPr/>
            <p:nvPr/>
          </p:nvSpPr>
          <p:spPr>
            <a:xfrm>
              <a:off x="6566379" y="10912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1" name="pg20601"/>
            <p:cNvSpPr/>
            <p:nvPr/>
          </p:nvSpPr>
          <p:spPr>
            <a:xfrm>
              <a:off x="6494913" y="1158059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2" name="pg20602"/>
            <p:cNvSpPr/>
            <p:nvPr/>
          </p:nvSpPr>
          <p:spPr>
            <a:xfrm>
              <a:off x="6492645" y="116036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3" name="pt20603"/>
            <p:cNvSpPr/>
            <p:nvPr/>
          </p:nvSpPr>
          <p:spPr>
            <a:xfrm>
              <a:off x="6208238" y="11416246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4" name="pt20604"/>
            <p:cNvSpPr/>
            <p:nvPr/>
          </p:nvSpPr>
          <p:spPr>
            <a:xfrm>
              <a:off x="6494303" y="116340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5" name="pt20605"/>
            <p:cNvSpPr/>
            <p:nvPr/>
          </p:nvSpPr>
          <p:spPr>
            <a:xfrm>
              <a:off x="6556460" y="11541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6" name="pt20606"/>
            <p:cNvSpPr/>
            <p:nvPr/>
          </p:nvSpPr>
          <p:spPr>
            <a:xfrm>
              <a:off x="6574460" y="115635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7" name="pt20607"/>
            <p:cNvSpPr/>
            <p:nvPr/>
          </p:nvSpPr>
          <p:spPr>
            <a:xfrm>
              <a:off x="5646531" y="118785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8" name="pt20608"/>
            <p:cNvSpPr/>
            <p:nvPr/>
          </p:nvSpPr>
          <p:spPr>
            <a:xfrm>
              <a:off x="6465731" y="1237245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09" name="pt20609"/>
            <p:cNvSpPr/>
            <p:nvPr/>
          </p:nvSpPr>
          <p:spPr>
            <a:xfrm>
              <a:off x="6528641" y="1155968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0" name="pt20610"/>
            <p:cNvSpPr/>
            <p:nvPr/>
          </p:nvSpPr>
          <p:spPr>
            <a:xfrm>
              <a:off x="7062550" y="11554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1" name="pt20611"/>
            <p:cNvSpPr/>
            <p:nvPr/>
          </p:nvSpPr>
          <p:spPr>
            <a:xfrm>
              <a:off x="6250486" y="1140938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2" name="pt20612"/>
            <p:cNvSpPr/>
            <p:nvPr/>
          </p:nvSpPr>
          <p:spPr>
            <a:xfrm>
              <a:off x="5704439" y="11197212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3" name="pl20613"/>
            <p:cNvSpPr/>
            <p:nvPr/>
          </p:nvSpPr>
          <p:spPr>
            <a:xfrm>
              <a:off x="6162302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4" name="pl20614"/>
            <p:cNvSpPr/>
            <p:nvPr/>
          </p:nvSpPr>
          <p:spPr>
            <a:xfrm>
              <a:off x="6162302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5" name="pl20615"/>
            <p:cNvSpPr/>
            <p:nvPr/>
          </p:nvSpPr>
          <p:spPr>
            <a:xfrm>
              <a:off x="6152188" y="113809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6" name="pl20616"/>
            <p:cNvSpPr/>
            <p:nvPr/>
          </p:nvSpPr>
          <p:spPr>
            <a:xfrm>
              <a:off x="6186719" y="113464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17" name="pt20617"/>
            <p:cNvSpPr/>
            <p:nvPr/>
          </p:nvSpPr>
          <p:spPr>
            <a:xfrm>
              <a:off x="6938639" y="11304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8" name="pt20618"/>
            <p:cNvSpPr/>
            <p:nvPr/>
          </p:nvSpPr>
          <p:spPr>
            <a:xfrm>
              <a:off x="5768890" y="121466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19" name="pt20619"/>
            <p:cNvSpPr/>
            <p:nvPr/>
          </p:nvSpPr>
          <p:spPr>
            <a:xfrm>
              <a:off x="6354943" y="1137444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0" name="pt20620"/>
            <p:cNvSpPr/>
            <p:nvPr/>
          </p:nvSpPr>
          <p:spPr>
            <a:xfrm>
              <a:off x="6232393" y="114717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1" name="pt20621"/>
            <p:cNvSpPr/>
            <p:nvPr/>
          </p:nvSpPr>
          <p:spPr>
            <a:xfrm>
              <a:off x="6198723" y="11428993"/>
              <a:ext cx="74834" cy="74834"/>
            </a:xfrm>
            <a:prstGeom prst="ellipse">
              <a:avLst/>
            </a:prstGeom>
            <a:solidFill>
              <a:srgbClr val="7570B3">
                <a:alpha val="6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2" name="pt20622"/>
            <p:cNvSpPr/>
            <p:nvPr/>
          </p:nvSpPr>
          <p:spPr>
            <a:xfrm>
              <a:off x="5926757" y="1197309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3" name="pt20623"/>
            <p:cNvSpPr/>
            <p:nvPr/>
          </p:nvSpPr>
          <p:spPr>
            <a:xfrm>
              <a:off x="6150069" y="11428102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4" name="pt20624"/>
            <p:cNvSpPr/>
            <p:nvPr/>
          </p:nvSpPr>
          <p:spPr>
            <a:xfrm>
              <a:off x="6253366" y="1146589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5" name="pt20625"/>
            <p:cNvSpPr/>
            <p:nvPr/>
          </p:nvSpPr>
          <p:spPr>
            <a:xfrm>
              <a:off x="6162639" y="11455610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6" name="pt20626"/>
            <p:cNvSpPr/>
            <p:nvPr/>
          </p:nvSpPr>
          <p:spPr>
            <a:xfrm>
              <a:off x="6162316" y="11465185"/>
              <a:ext cx="67219" cy="67219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27" name="pl20627"/>
            <p:cNvSpPr/>
            <p:nvPr/>
          </p:nvSpPr>
          <p:spPr>
            <a:xfrm>
              <a:off x="6486969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8" name="pl20628"/>
            <p:cNvSpPr/>
            <p:nvPr/>
          </p:nvSpPr>
          <p:spPr>
            <a:xfrm>
              <a:off x="6486969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29" name="pt20629"/>
            <p:cNvSpPr/>
            <p:nvPr/>
          </p:nvSpPr>
          <p:spPr>
            <a:xfrm>
              <a:off x="6165935" y="11404833"/>
              <a:ext cx="67219" cy="67219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0" name="pg20630"/>
            <p:cNvSpPr/>
            <p:nvPr/>
          </p:nvSpPr>
          <p:spPr>
            <a:xfrm>
              <a:off x="6831980" y="1210572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1" name="pg20631"/>
            <p:cNvSpPr/>
            <p:nvPr/>
          </p:nvSpPr>
          <p:spPr>
            <a:xfrm>
              <a:off x="6390276" y="1178677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2" name="pg20632"/>
            <p:cNvSpPr/>
            <p:nvPr/>
          </p:nvSpPr>
          <p:spPr>
            <a:xfrm>
              <a:off x="6202103" y="1134587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0633" name="pl20633"/>
            <p:cNvSpPr/>
            <p:nvPr/>
          </p:nvSpPr>
          <p:spPr>
            <a:xfrm>
              <a:off x="8121405" y="178312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4" name="pl20634"/>
            <p:cNvSpPr/>
            <p:nvPr/>
          </p:nvSpPr>
          <p:spPr>
            <a:xfrm>
              <a:off x="8196664" y="174183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5" name="pl20635"/>
            <p:cNvSpPr/>
            <p:nvPr/>
          </p:nvSpPr>
          <p:spPr>
            <a:xfrm>
              <a:off x="8181648" y="1727372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6" name="pl20636"/>
            <p:cNvSpPr/>
            <p:nvPr/>
          </p:nvSpPr>
          <p:spPr>
            <a:xfrm>
              <a:off x="8196664" y="173258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7" name="pl20637"/>
            <p:cNvSpPr/>
            <p:nvPr/>
          </p:nvSpPr>
          <p:spPr>
            <a:xfrm>
              <a:off x="8166473" y="180391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8" name="pl20638"/>
            <p:cNvSpPr/>
            <p:nvPr/>
          </p:nvSpPr>
          <p:spPr>
            <a:xfrm>
              <a:off x="8238931" y="211130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39" name="pl20639"/>
            <p:cNvSpPr/>
            <p:nvPr/>
          </p:nvSpPr>
          <p:spPr>
            <a:xfrm>
              <a:off x="8238931" y="211130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0" name="pl20640"/>
            <p:cNvSpPr/>
            <p:nvPr/>
          </p:nvSpPr>
          <p:spPr>
            <a:xfrm>
              <a:off x="8200746" y="206384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1" name="pl20641"/>
            <p:cNvSpPr/>
            <p:nvPr/>
          </p:nvSpPr>
          <p:spPr>
            <a:xfrm>
              <a:off x="8238931" y="211130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2" name="pl20642"/>
            <p:cNvSpPr/>
            <p:nvPr/>
          </p:nvSpPr>
          <p:spPr>
            <a:xfrm>
              <a:off x="8238931" y="211130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3" name="pl20643"/>
            <p:cNvSpPr/>
            <p:nvPr/>
          </p:nvSpPr>
          <p:spPr>
            <a:xfrm>
              <a:off x="8192487" y="187950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4" name="pl20644"/>
            <p:cNvSpPr/>
            <p:nvPr/>
          </p:nvSpPr>
          <p:spPr>
            <a:xfrm>
              <a:off x="8524816" y="176100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5" name="pl20645"/>
            <p:cNvSpPr/>
            <p:nvPr/>
          </p:nvSpPr>
          <p:spPr>
            <a:xfrm>
              <a:off x="8104041" y="181073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6" name="pl20646"/>
            <p:cNvSpPr/>
            <p:nvPr/>
          </p:nvSpPr>
          <p:spPr>
            <a:xfrm>
              <a:off x="9068602" y="1732390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7" name="pl20647"/>
            <p:cNvSpPr/>
            <p:nvPr/>
          </p:nvSpPr>
          <p:spPr>
            <a:xfrm>
              <a:off x="8811983" y="1832880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8" name="pl20648"/>
            <p:cNvSpPr/>
            <p:nvPr/>
          </p:nvSpPr>
          <p:spPr>
            <a:xfrm>
              <a:off x="8478124" y="1868183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49" name="pl20649"/>
            <p:cNvSpPr/>
            <p:nvPr/>
          </p:nvSpPr>
          <p:spPr>
            <a:xfrm>
              <a:off x="8522859" y="187933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0" name="pl20650"/>
            <p:cNvSpPr/>
            <p:nvPr/>
          </p:nvSpPr>
          <p:spPr>
            <a:xfrm>
              <a:off x="8522859" y="187933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1" name="pl20651"/>
            <p:cNvSpPr/>
            <p:nvPr/>
          </p:nvSpPr>
          <p:spPr>
            <a:xfrm>
              <a:off x="8198258" y="206384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2" name="pl20652"/>
            <p:cNvSpPr/>
            <p:nvPr/>
          </p:nvSpPr>
          <p:spPr>
            <a:xfrm>
              <a:off x="8524816" y="175217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3" name="pl20653"/>
            <p:cNvSpPr/>
            <p:nvPr/>
          </p:nvSpPr>
          <p:spPr>
            <a:xfrm>
              <a:off x="8623253" y="174282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4" name="pl20654"/>
            <p:cNvSpPr/>
            <p:nvPr/>
          </p:nvSpPr>
          <p:spPr>
            <a:xfrm>
              <a:off x="8623253" y="1741803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5" name="pl20655"/>
            <p:cNvSpPr/>
            <p:nvPr/>
          </p:nvSpPr>
          <p:spPr>
            <a:xfrm>
              <a:off x="8269252" y="188816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6" name="pl20656"/>
            <p:cNvSpPr/>
            <p:nvPr/>
          </p:nvSpPr>
          <p:spPr>
            <a:xfrm>
              <a:off x="8022863" y="106233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7" name="pl20657"/>
            <p:cNvSpPr/>
            <p:nvPr/>
          </p:nvSpPr>
          <p:spPr>
            <a:xfrm>
              <a:off x="8165312" y="205642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8" name="pl20658"/>
            <p:cNvSpPr/>
            <p:nvPr/>
          </p:nvSpPr>
          <p:spPr>
            <a:xfrm>
              <a:off x="8180930" y="200596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59" name="pl20659"/>
            <p:cNvSpPr/>
            <p:nvPr/>
          </p:nvSpPr>
          <p:spPr>
            <a:xfrm>
              <a:off x="8489896" y="189765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0" name="pl20660"/>
            <p:cNvSpPr/>
            <p:nvPr/>
          </p:nvSpPr>
          <p:spPr>
            <a:xfrm>
              <a:off x="8193707" y="192852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1" name="pl20661"/>
            <p:cNvSpPr/>
            <p:nvPr/>
          </p:nvSpPr>
          <p:spPr>
            <a:xfrm>
              <a:off x="8202163" y="1936676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2" name="pl20662"/>
            <p:cNvSpPr/>
            <p:nvPr/>
          </p:nvSpPr>
          <p:spPr>
            <a:xfrm>
              <a:off x="8191529" y="1921392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3" name="pl20663"/>
            <p:cNvSpPr/>
            <p:nvPr/>
          </p:nvSpPr>
          <p:spPr>
            <a:xfrm>
              <a:off x="8190011" y="188888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4" name="pl20664"/>
            <p:cNvSpPr/>
            <p:nvPr/>
          </p:nvSpPr>
          <p:spPr>
            <a:xfrm>
              <a:off x="8190011" y="188888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5" name="pl20665"/>
            <p:cNvSpPr/>
            <p:nvPr/>
          </p:nvSpPr>
          <p:spPr>
            <a:xfrm>
              <a:off x="8182270" y="187565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6" name="pl20666"/>
            <p:cNvSpPr/>
            <p:nvPr/>
          </p:nvSpPr>
          <p:spPr>
            <a:xfrm>
              <a:off x="8165339" y="184680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7" name="pl20667"/>
            <p:cNvSpPr/>
            <p:nvPr/>
          </p:nvSpPr>
          <p:spPr>
            <a:xfrm>
              <a:off x="8190011" y="188888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8" name="pl20668"/>
            <p:cNvSpPr/>
            <p:nvPr/>
          </p:nvSpPr>
          <p:spPr>
            <a:xfrm>
              <a:off x="8126423" y="177627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69" name="pl20669"/>
            <p:cNvSpPr/>
            <p:nvPr/>
          </p:nvSpPr>
          <p:spPr>
            <a:xfrm>
              <a:off x="8126423" y="177627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0" name="pl20670"/>
            <p:cNvSpPr/>
            <p:nvPr/>
          </p:nvSpPr>
          <p:spPr>
            <a:xfrm>
              <a:off x="8244057" y="199796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1" name="pl20671"/>
            <p:cNvSpPr/>
            <p:nvPr/>
          </p:nvSpPr>
          <p:spPr>
            <a:xfrm>
              <a:off x="8221122" y="194554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2" name="pl20672"/>
            <p:cNvSpPr/>
            <p:nvPr/>
          </p:nvSpPr>
          <p:spPr>
            <a:xfrm>
              <a:off x="8221122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3" name="pl20673"/>
            <p:cNvSpPr/>
            <p:nvPr/>
          </p:nvSpPr>
          <p:spPr>
            <a:xfrm>
              <a:off x="8221122" y="1947087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4" name="pl20674"/>
            <p:cNvSpPr/>
            <p:nvPr/>
          </p:nvSpPr>
          <p:spPr>
            <a:xfrm>
              <a:off x="8450713" y="175233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5" name="pl20675"/>
            <p:cNvSpPr/>
            <p:nvPr/>
          </p:nvSpPr>
          <p:spPr>
            <a:xfrm>
              <a:off x="8502739" y="175411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6" name="pl20676"/>
            <p:cNvSpPr/>
            <p:nvPr/>
          </p:nvSpPr>
          <p:spPr>
            <a:xfrm>
              <a:off x="7958824" y="1825626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7" name="pl20677"/>
            <p:cNvSpPr/>
            <p:nvPr/>
          </p:nvSpPr>
          <p:spPr>
            <a:xfrm>
              <a:off x="8260458" y="213904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8" name="pl20678"/>
            <p:cNvSpPr/>
            <p:nvPr/>
          </p:nvSpPr>
          <p:spPr>
            <a:xfrm>
              <a:off x="8148787" y="1981702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79" name="pl20679"/>
            <p:cNvSpPr/>
            <p:nvPr/>
          </p:nvSpPr>
          <p:spPr>
            <a:xfrm>
              <a:off x="8363279" y="1734276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0" name="pl20680"/>
            <p:cNvSpPr/>
            <p:nvPr/>
          </p:nvSpPr>
          <p:spPr>
            <a:xfrm>
              <a:off x="8478124" y="1868183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1" name="pl20681"/>
            <p:cNvSpPr/>
            <p:nvPr/>
          </p:nvSpPr>
          <p:spPr>
            <a:xfrm>
              <a:off x="8302012" y="188354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2" name="pl20682"/>
            <p:cNvSpPr/>
            <p:nvPr/>
          </p:nvSpPr>
          <p:spPr>
            <a:xfrm>
              <a:off x="8234838" y="190936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3" name="pl20683"/>
            <p:cNvSpPr/>
            <p:nvPr/>
          </p:nvSpPr>
          <p:spPr>
            <a:xfrm>
              <a:off x="8207316" y="191636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4" name="pl20684"/>
            <p:cNvSpPr/>
            <p:nvPr/>
          </p:nvSpPr>
          <p:spPr>
            <a:xfrm>
              <a:off x="8205892" y="191025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5" name="pl20685"/>
            <p:cNvSpPr/>
            <p:nvPr/>
          </p:nvSpPr>
          <p:spPr>
            <a:xfrm>
              <a:off x="8193707" y="191636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6" name="pl20686"/>
            <p:cNvSpPr/>
            <p:nvPr/>
          </p:nvSpPr>
          <p:spPr>
            <a:xfrm>
              <a:off x="8207316" y="191636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7" name="pl20687"/>
            <p:cNvSpPr/>
            <p:nvPr/>
          </p:nvSpPr>
          <p:spPr>
            <a:xfrm>
              <a:off x="8192487" y="187950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8" name="pl20688"/>
            <p:cNvSpPr/>
            <p:nvPr/>
          </p:nvSpPr>
          <p:spPr>
            <a:xfrm>
              <a:off x="8207316" y="191636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89" name="pl20689"/>
            <p:cNvSpPr/>
            <p:nvPr/>
          </p:nvSpPr>
          <p:spPr>
            <a:xfrm>
              <a:off x="8181371" y="191636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0" name="pl20690"/>
            <p:cNvSpPr/>
            <p:nvPr/>
          </p:nvSpPr>
          <p:spPr>
            <a:xfrm>
              <a:off x="8207316" y="191636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1" name="pl20691"/>
            <p:cNvSpPr/>
            <p:nvPr/>
          </p:nvSpPr>
          <p:spPr>
            <a:xfrm>
              <a:off x="8204356" y="1899263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2" name="pl20692"/>
            <p:cNvSpPr/>
            <p:nvPr/>
          </p:nvSpPr>
          <p:spPr>
            <a:xfrm>
              <a:off x="8207316" y="1900109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3" name="pl20693"/>
            <p:cNvSpPr/>
            <p:nvPr/>
          </p:nvSpPr>
          <p:spPr>
            <a:xfrm>
              <a:off x="8207316" y="191636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4" name="pl20694"/>
            <p:cNvSpPr/>
            <p:nvPr/>
          </p:nvSpPr>
          <p:spPr>
            <a:xfrm>
              <a:off x="8207316" y="1913242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5" name="pl20695"/>
            <p:cNvSpPr/>
            <p:nvPr/>
          </p:nvSpPr>
          <p:spPr>
            <a:xfrm>
              <a:off x="8207316" y="191636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6" name="pl20696"/>
            <p:cNvSpPr/>
            <p:nvPr/>
          </p:nvSpPr>
          <p:spPr>
            <a:xfrm>
              <a:off x="8249843" y="188059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7" name="pl20697"/>
            <p:cNvSpPr/>
            <p:nvPr/>
          </p:nvSpPr>
          <p:spPr>
            <a:xfrm>
              <a:off x="9022295" y="214932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8" name="pl20698"/>
            <p:cNvSpPr/>
            <p:nvPr/>
          </p:nvSpPr>
          <p:spPr>
            <a:xfrm>
              <a:off x="7720816" y="1184515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699" name="pl20699"/>
            <p:cNvSpPr/>
            <p:nvPr/>
          </p:nvSpPr>
          <p:spPr>
            <a:xfrm>
              <a:off x="8296695" y="1650711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0" name="pl20700"/>
            <p:cNvSpPr/>
            <p:nvPr/>
          </p:nvSpPr>
          <p:spPr>
            <a:xfrm>
              <a:off x="8191956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1" name="pl20701"/>
            <p:cNvSpPr/>
            <p:nvPr/>
          </p:nvSpPr>
          <p:spPr>
            <a:xfrm>
              <a:off x="8134216" y="2600697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2" name="pl20702"/>
            <p:cNvSpPr/>
            <p:nvPr/>
          </p:nvSpPr>
          <p:spPr>
            <a:xfrm>
              <a:off x="8129350" y="259726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3" name="pl20703"/>
            <p:cNvSpPr/>
            <p:nvPr/>
          </p:nvSpPr>
          <p:spPr>
            <a:xfrm>
              <a:off x="8134216" y="2600697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4" name="pl20704"/>
            <p:cNvSpPr/>
            <p:nvPr/>
          </p:nvSpPr>
          <p:spPr>
            <a:xfrm>
              <a:off x="8173198" y="1847442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5" name="pl20705"/>
            <p:cNvSpPr/>
            <p:nvPr/>
          </p:nvSpPr>
          <p:spPr>
            <a:xfrm>
              <a:off x="8150631" y="183026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6" name="pl20706"/>
            <p:cNvSpPr/>
            <p:nvPr/>
          </p:nvSpPr>
          <p:spPr>
            <a:xfrm>
              <a:off x="8173198" y="1847442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7" name="pl20707"/>
            <p:cNvSpPr/>
            <p:nvPr/>
          </p:nvSpPr>
          <p:spPr>
            <a:xfrm>
              <a:off x="8173198" y="1847442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8" name="pl20708"/>
            <p:cNvSpPr/>
            <p:nvPr/>
          </p:nvSpPr>
          <p:spPr>
            <a:xfrm>
              <a:off x="8173198" y="1847442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09" name="pl20709"/>
            <p:cNvSpPr/>
            <p:nvPr/>
          </p:nvSpPr>
          <p:spPr>
            <a:xfrm>
              <a:off x="8173198" y="1847442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0" name="pl20710"/>
            <p:cNvSpPr/>
            <p:nvPr/>
          </p:nvSpPr>
          <p:spPr>
            <a:xfrm>
              <a:off x="8173198" y="1847442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1" name="pl20711"/>
            <p:cNvSpPr/>
            <p:nvPr/>
          </p:nvSpPr>
          <p:spPr>
            <a:xfrm>
              <a:off x="8173198" y="1847442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2" name="pl20712"/>
            <p:cNvSpPr/>
            <p:nvPr/>
          </p:nvSpPr>
          <p:spPr>
            <a:xfrm>
              <a:off x="8173198" y="1847442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3" name="pl20713"/>
            <p:cNvSpPr/>
            <p:nvPr/>
          </p:nvSpPr>
          <p:spPr>
            <a:xfrm>
              <a:off x="9063120" y="201283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4" name="pl20714"/>
            <p:cNvSpPr/>
            <p:nvPr/>
          </p:nvSpPr>
          <p:spPr>
            <a:xfrm>
              <a:off x="8380482" y="144379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5" name="pl20715"/>
            <p:cNvSpPr/>
            <p:nvPr/>
          </p:nvSpPr>
          <p:spPr>
            <a:xfrm>
              <a:off x="8397091" y="140679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6" name="pl20716"/>
            <p:cNvSpPr/>
            <p:nvPr/>
          </p:nvSpPr>
          <p:spPr>
            <a:xfrm>
              <a:off x="8713692" y="255265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7" name="pl20717"/>
            <p:cNvSpPr/>
            <p:nvPr/>
          </p:nvSpPr>
          <p:spPr>
            <a:xfrm>
              <a:off x="8373170" y="269951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8" name="pl20718"/>
            <p:cNvSpPr/>
            <p:nvPr/>
          </p:nvSpPr>
          <p:spPr>
            <a:xfrm>
              <a:off x="8167152" y="1839631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19" name="pl20719"/>
            <p:cNvSpPr/>
            <p:nvPr/>
          </p:nvSpPr>
          <p:spPr>
            <a:xfrm>
              <a:off x="8219809" y="193469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0" name="pl20720"/>
            <p:cNvSpPr/>
            <p:nvPr/>
          </p:nvSpPr>
          <p:spPr>
            <a:xfrm>
              <a:off x="7471365" y="212189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1" name="pl20721"/>
            <p:cNvSpPr/>
            <p:nvPr/>
          </p:nvSpPr>
          <p:spPr>
            <a:xfrm>
              <a:off x="8151100" y="206384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2" name="pl20722"/>
            <p:cNvSpPr/>
            <p:nvPr/>
          </p:nvSpPr>
          <p:spPr>
            <a:xfrm>
              <a:off x="8141747" y="1923936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3" name="pl20723"/>
            <p:cNvSpPr/>
            <p:nvPr/>
          </p:nvSpPr>
          <p:spPr>
            <a:xfrm>
              <a:off x="8200746" y="206384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4" name="pl20724"/>
            <p:cNvSpPr/>
            <p:nvPr/>
          </p:nvSpPr>
          <p:spPr>
            <a:xfrm>
              <a:off x="8166473" y="1942318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5" name="pl20725"/>
            <p:cNvSpPr/>
            <p:nvPr/>
          </p:nvSpPr>
          <p:spPr>
            <a:xfrm>
              <a:off x="8177124" y="206384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6" name="pl20726"/>
            <p:cNvSpPr/>
            <p:nvPr/>
          </p:nvSpPr>
          <p:spPr>
            <a:xfrm>
              <a:off x="8264625" y="189113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7" name="pl20727"/>
            <p:cNvSpPr/>
            <p:nvPr/>
          </p:nvSpPr>
          <p:spPr>
            <a:xfrm>
              <a:off x="8269252" y="187101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8" name="pl20728"/>
            <p:cNvSpPr/>
            <p:nvPr/>
          </p:nvSpPr>
          <p:spPr>
            <a:xfrm>
              <a:off x="8367267" y="196113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29" name="pl20729"/>
            <p:cNvSpPr/>
            <p:nvPr/>
          </p:nvSpPr>
          <p:spPr>
            <a:xfrm>
              <a:off x="8156752" y="1971543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0" name="pl20730"/>
            <p:cNvSpPr/>
            <p:nvPr/>
          </p:nvSpPr>
          <p:spPr>
            <a:xfrm>
              <a:off x="8178239" y="1971543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1" name="pl20731"/>
            <p:cNvSpPr/>
            <p:nvPr/>
          </p:nvSpPr>
          <p:spPr>
            <a:xfrm>
              <a:off x="8167067" y="1971543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2" name="pl20732"/>
            <p:cNvSpPr/>
            <p:nvPr/>
          </p:nvSpPr>
          <p:spPr>
            <a:xfrm>
              <a:off x="8171569" y="1971543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3" name="pl20733"/>
            <p:cNvSpPr/>
            <p:nvPr/>
          </p:nvSpPr>
          <p:spPr>
            <a:xfrm>
              <a:off x="8177836" y="1971543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4" name="pl20734"/>
            <p:cNvSpPr/>
            <p:nvPr/>
          </p:nvSpPr>
          <p:spPr>
            <a:xfrm>
              <a:off x="8178239" y="1970765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5" name="pl20735"/>
            <p:cNvSpPr/>
            <p:nvPr/>
          </p:nvSpPr>
          <p:spPr>
            <a:xfrm>
              <a:off x="8177269" y="190204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6" name="pl20736"/>
            <p:cNvSpPr/>
            <p:nvPr/>
          </p:nvSpPr>
          <p:spPr>
            <a:xfrm>
              <a:off x="8137155" y="1971543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7" name="pl20737"/>
            <p:cNvSpPr/>
            <p:nvPr/>
          </p:nvSpPr>
          <p:spPr>
            <a:xfrm>
              <a:off x="8178239" y="1971543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8" name="pl20738"/>
            <p:cNvSpPr/>
            <p:nvPr/>
          </p:nvSpPr>
          <p:spPr>
            <a:xfrm>
              <a:off x="8169736" y="1971543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39" name="pl20739"/>
            <p:cNvSpPr/>
            <p:nvPr/>
          </p:nvSpPr>
          <p:spPr>
            <a:xfrm>
              <a:off x="8160845" y="1971543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0" name="pl20740"/>
            <p:cNvSpPr/>
            <p:nvPr/>
          </p:nvSpPr>
          <p:spPr>
            <a:xfrm>
              <a:off x="8089540" y="2715643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1" name="pl20741"/>
            <p:cNvSpPr/>
            <p:nvPr/>
          </p:nvSpPr>
          <p:spPr>
            <a:xfrm>
              <a:off x="8179961" y="187099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2" name="pl20742"/>
            <p:cNvSpPr/>
            <p:nvPr/>
          </p:nvSpPr>
          <p:spPr>
            <a:xfrm>
              <a:off x="8194723" y="191958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3" name="pl20743"/>
            <p:cNvSpPr/>
            <p:nvPr/>
          </p:nvSpPr>
          <p:spPr>
            <a:xfrm>
              <a:off x="8194723" y="191958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4" name="pl20744"/>
            <p:cNvSpPr/>
            <p:nvPr/>
          </p:nvSpPr>
          <p:spPr>
            <a:xfrm>
              <a:off x="8187055" y="191958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5" name="pl20745"/>
            <p:cNvSpPr/>
            <p:nvPr/>
          </p:nvSpPr>
          <p:spPr>
            <a:xfrm>
              <a:off x="8194723" y="191025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6" name="pl20746"/>
            <p:cNvSpPr/>
            <p:nvPr/>
          </p:nvSpPr>
          <p:spPr>
            <a:xfrm>
              <a:off x="8174072" y="186434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7" name="pl20747"/>
            <p:cNvSpPr/>
            <p:nvPr/>
          </p:nvSpPr>
          <p:spPr>
            <a:xfrm>
              <a:off x="8193707" y="191958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8" name="pl20748"/>
            <p:cNvSpPr/>
            <p:nvPr/>
          </p:nvSpPr>
          <p:spPr>
            <a:xfrm>
              <a:off x="8177408" y="191133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49" name="pl20749"/>
            <p:cNvSpPr/>
            <p:nvPr/>
          </p:nvSpPr>
          <p:spPr>
            <a:xfrm>
              <a:off x="8188325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0" name="pl20750"/>
            <p:cNvSpPr/>
            <p:nvPr/>
          </p:nvSpPr>
          <p:spPr>
            <a:xfrm>
              <a:off x="8194723" y="191958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1" name="pl20751"/>
            <p:cNvSpPr/>
            <p:nvPr/>
          </p:nvSpPr>
          <p:spPr>
            <a:xfrm>
              <a:off x="8194723" y="191958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2" name="pl20752"/>
            <p:cNvSpPr/>
            <p:nvPr/>
          </p:nvSpPr>
          <p:spPr>
            <a:xfrm>
              <a:off x="8174578" y="191958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3" name="pl20753"/>
            <p:cNvSpPr/>
            <p:nvPr/>
          </p:nvSpPr>
          <p:spPr>
            <a:xfrm>
              <a:off x="8181052" y="1889007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4" name="pl20754"/>
            <p:cNvSpPr/>
            <p:nvPr/>
          </p:nvSpPr>
          <p:spPr>
            <a:xfrm>
              <a:off x="8190610" y="190825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5" name="pl20755"/>
            <p:cNvSpPr/>
            <p:nvPr/>
          </p:nvSpPr>
          <p:spPr>
            <a:xfrm>
              <a:off x="8194723" y="191958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6" name="pl20756"/>
            <p:cNvSpPr/>
            <p:nvPr/>
          </p:nvSpPr>
          <p:spPr>
            <a:xfrm>
              <a:off x="8175308" y="191533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7" name="pl20757"/>
            <p:cNvSpPr/>
            <p:nvPr/>
          </p:nvSpPr>
          <p:spPr>
            <a:xfrm>
              <a:off x="8194723" y="191958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8" name="pl20758"/>
            <p:cNvSpPr/>
            <p:nvPr/>
          </p:nvSpPr>
          <p:spPr>
            <a:xfrm>
              <a:off x="8194723" y="191958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59" name="pl20759"/>
            <p:cNvSpPr/>
            <p:nvPr/>
          </p:nvSpPr>
          <p:spPr>
            <a:xfrm>
              <a:off x="8177269" y="190204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0" name="pl20760"/>
            <p:cNvSpPr/>
            <p:nvPr/>
          </p:nvSpPr>
          <p:spPr>
            <a:xfrm>
              <a:off x="8181371" y="191958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1" name="pl20761"/>
            <p:cNvSpPr/>
            <p:nvPr/>
          </p:nvSpPr>
          <p:spPr>
            <a:xfrm>
              <a:off x="8183362" y="191958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2" name="pl20762"/>
            <p:cNvSpPr/>
            <p:nvPr/>
          </p:nvSpPr>
          <p:spPr>
            <a:xfrm>
              <a:off x="8184590" y="191228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3" name="pl20763"/>
            <p:cNvSpPr/>
            <p:nvPr/>
          </p:nvSpPr>
          <p:spPr>
            <a:xfrm>
              <a:off x="8164970" y="191757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4" name="pl20764"/>
            <p:cNvSpPr/>
            <p:nvPr/>
          </p:nvSpPr>
          <p:spPr>
            <a:xfrm>
              <a:off x="8194723" y="191958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5" name="pl20765"/>
            <p:cNvSpPr/>
            <p:nvPr/>
          </p:nvSpPr>
          <p:spPr>
            <a:xfrm>
              <a:off x="8184374" y="1885782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6" name="pl20766"/>
            <p:cNvSpPr/>
            <p:nvPr/>
          </p:nvSpPr>
          <p:spPr>
            <a:xfrm>
              <a:off x="8194723" y="191689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7" name="pl20767"/>
            <p:cNvSpPr/>
            <p:nvPr/>
          </p:nvSpPr>
          <p:spPr>
            <a:xfrm>
              <a:off x="8185518" y="1918910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8" name="pl20768"/>
            <p:cNvSpPr/>
            <p:nvPr/>
          </p:nvSpPr>
          <p:spPr>
            <a:xfrm>
              <a:off x="8180975" y="1918706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69" name="pl20769"/>
            <p:cNvSpPr/>
            <p:nvPr/>
          </p:nvSpPr>
          <p:spPr>
            <a:xfrm>
              <a:off x="8191529" y="191958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0" name="pl20770"/>
            <p:cNvSpPr/>
            <p:nvPr/>
          </p:nvSpPr>
          <p:spPr>
            <a:xfrm>
              <a:off x="8178721" y="191958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1" name="pl20771"/>
            <p:cNvSpPr/>
            <p:nvPr/>
          </p:nvSpPr>
          <p:spPr>
            <a:xfrm>
              <a:off x="8177274" y="191865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2" name="pl20772"/>
            <p:cNvSpPr/>
            <p:nvPr/>
          </p:nvSpPr>
          <p:spPr>
            <a:xfrm>
              <a:off x="8191569" y="191650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3" name="pl20773"/>
            <p:cNvSpPr/>
            <p:nvPr/>
          </p:nvSpPr>
          <p:spPr>
            <a:xfrm>
              <a:off x="8194723" y="1909757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4" name="pl20774"/>
            <p:cNvSpPr/>
            <p:nvPr/>
          </p:nvSpPr>
          <p:spPr>
            <a:xfrm>
              <a:off x="8194723" y="1913242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5" name="pl20775"/>
            <p:cNvSpPr/>
            <p:nvPr/>
          </p:nvSpPr>
          <p:spPr>
            <a:xfrm>
              <a:off x="8366563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6" name="pl20776"/>
            <p:cNvSpPr/>
            <p:nvPr/>
          </p:nvSpPr>
          <p:spPr>
            <a:xfrm>
              <a:off x="8213400" y="1938504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7" name="pl20777"/>
            <p:cNvSpPr/>
            <p:nvPr/>
          </p:nvSpPr>
          <p:spPr>
            <a:xfrm>
              <a:off x="8197978" y="1938504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8" name="pl20778"/>
            <p:cNvSpPr/>
            <p:nvPr/>
          </p:nvSpPr>
          <p:spPr>
            <a:xfrm>
              <a:off x="8207094" y="1938856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79" name="pl20779"/>
            <p:cNvSpPr/>
            <p:nvPr/>
          </p:nvSpPr>
          <p:spPr>
            <a:xfrm>
              <a:off x="8358589" y="1483954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0" name="pl20780"/>
            <p:cNvSpPr/>
            <p:nvPr/>
          </p:nvSpPr>
          <p:spPr>
            <a:xfrm>
              <a:off x="8174543" y="1681687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1" name="pl20781"/>
            <p:cNvSpPr/>
            <p:nvPr/>
          </p:nvSpPr>
          <p:spPr>
            <a:xfrm>
              <a:off x="8353493" y="196113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2" name="pl20782"/>
            <p:cNvSpPr/>
            <p:nvPr/>
          </p:nvSpPr>
          <p:spPr>
            <a:xfrm>
              <a:off x="8367267" y="196113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3" name="pl20783"/>
            <p:cNvSpPr/>
            <p:nvPr/>
          </p:nvSpPr>
          <p:spPr>
            <a:xfrm>
              <a:off x="7977252" y="191763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4" name="pl20784"/>
            <p:cNvSpPr/>
            <p:nvPr/>
          </p:nvSpPr>
          <p:spPr>
            <a:xfrm>
              <a:off x="8232390" y="195948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5" name="pl20785"/>
            <p:cNvSpPr/>
            <p:nvPr/>
          </p:nvSpPr>
          <p:spPr>
            <a:xfrm>
              <a:off x="8526035" y="265943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6" name="pl20786"/>
            <p:cNvSpPr/>
            <p:nvPr/>
          </p:nvSpPr>
          <p:spPr>
            <a:xfrm>
              <a:off x="8126225" y="193987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7" name="pl20787"/>
            <p:cNvSpPr/>
            <p:nvPr/>
          </p:nvSpPr>
          <p:spPr>
            <a:xfrm>
              <a:off x="8127927" y="193987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8" name="pl20788"/>
            <p:cNvSpPr/>
            <p:nvPr/>
          </p:nvSpPr>
          <p:spPr>
            <a:xfrm>
              <a:off x="8078892" y="1429849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89" name="pl20789"/>
            <p:cNvSpPr/>
            <p:nvPr/>
          </p:nvSpPr>
          <p:spPr>
            <a:xfrm>
              <a:off x="8296388" y="1609939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0" name="pl20790"/>
            <p:cNvSpPr/>
            <p:nvPr/>
          </p:nvSpPr>
          <p:spPr>
            <a:xfrm>
              <a:off x="8242799" y="156184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1" name="pl20791"/>
            <p:cNvSpPr/>
            <p:nvPr/>
          </p:nvSpPr>
          <p:spPr>
            <a:xfrm>
              <a:off x="8287578" y="157228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2" name="pl20792"/>
            <p:cNvSpPr/>
            <p:nvPr/>
          </p:nvSpPr>
          <p:spPr>
            <a:xfrm>
              <a:off x="8294486" y="156293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3" name="pl20793"/>
            <p:cNvSpPr/>
            <p:nvPr/>
          </p:nvSpPr>
          <p:spPr>
            <a:xfrm>
              <a:off x="8275739" y="1531470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4" name="pl20794"/>
            <p:cNvSpPr/>
            <p:nvPr/>
          </p:nvSpPr>
          <p:spPr>
            <a:xfrm>
              <a:off x="8197008" y="1975851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5" name="pl20795"/>
            <p:cNvSpPr/>
            <p:nvPr/>
          </p:nvSpPr>
          <p:spPr>
            <a:xfrm>
              <a:off x="7796825" y="121733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6" name="pl20796"/>
            <p:cNvSpPr/>
            <p:nvPr/>
          </p:nvSpPr>
          <p:spPr>
            <a:xfrm>
              <a:off x="7773403" y="124464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7" name="pl20797"/>
            <p:cNvSpPr/>
            <p:nvPr/>
          </p:nvSpPr>
          <p:spPr>
            <a:xfrm>
              <a:off x="8279112" y="161731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8" name="pl20798"/>
            <p:cNvSpPr/>
            <p:nvPr/>
          </p:nvSpPr>
          <p:spPr>
            <a:xfrm>
              <a:off x="8117622" y="178312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799" name="pl20799"/>
            <p:cNvSpPr/>
            <p:nvPr/>
          </p:nvSpPr>
          <p:spPr>
            <a:xfrm>
              <a:off x="8115328" y="179263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0" name="pl20800"/>
            <p:cNvSpPr/>
            <p:nvPr/>
          </p:nvSpPr>
          <p:spPr>
            <a:xfrm>
              <a:off x="7468827" y="2139089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1" name="pl20801"/>
            <p:cNvSpPr/>
            <p:nvPr/>
          </p:nvSpPr>
          <p:spPr>
            <a:xfrm>
              <a:off x="8295966" y="1596737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2" name="pl20802"/>
            <p:cNvSpPr/>
            <p:nvPr/>
          </p:nvSpPr>
          <p:spPr>
            <a:xfrm>
              <a:off x="8295611" y="149276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3" name="pl20803"/>
            <p:cNvSpPr/>
            <p:nvPr/>
          </p:nvSpPr>
          <p:spPr>
            <a:xfrm>
              <a:off x="8295763" y="150820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4" name="pl20804"/>
            <p:cNvSpPr/>
            <p:nvPr/>
          </p:nvSpPr>
          <p:spPr>
            <a:xfrm>
              <a:off x="8343231" y="1035336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5" name="pl20805"/>
            <p:cNvSpPr/>
            <p:nvPr/>
          </p:nvSpPr>
          <p:spPr>
            <a:xfrm>
              <a:off x="7552968" y="1539011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6" name="pl20806"/>
            <p:cNvSpPr/>
            <p:nvPr/>
          </p:nvSpPr>
          <p:spPr>
            <a:xfrm>
              <a:off x="7539199" y="154186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7" name="pl20807"/>
            <p:cNvSpPr/>
            <p:nvPr/>
          </p:nvSpPr>
          <p:spPr>
            <a:xfrm>
              <a:off x="7539692" y="155305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8" name="pl20808"/>
            <p:cNvSpPr/>
            <p:nvPr/>
          </p:nvSpPr>
          <p:spPr>
            <a:xfrm>
              <a:off x="8296695" y="1681687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09" name="pl20809"/>
            <p:cNvSpPr/>
            <p:nvPr/>
          </p:nvSpPr>
          <p:spPr>
            <a:xfrm>
              <a:off x="8363279" y="1734276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0" name="pl20810"/>
            <p:cNvSpPr/>
            <p:nvPr/>
          </p:nvSpPr>
          <p:spPr>
            <a:xfrm>
              <a:off x="8363279" y="169989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1" name="pl20811"/>
            <p:cNvSpPr/>
            <p:nvPr/>
          </p:nvSpPr>
          <p:spPr>
            <a:xfrm>
              <a:off x="8363279" y="1714839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2" name="pl20812"/>
            <p:cNvSpPr/>
            <p:nvPr/>
          </p:nvSpPr>
          <p:spPr>
            <a:xfrm>
              <a:off x="8410130" y="1340691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3" name="pl20813"/>
            <p:cNvSpPr/>
            <p:nvPr/>
          </p:nvSpPr>
          <p:spPr>
            <a:xfrm>
              <a:off x="8166487" y="221825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4" name="pl20814"/>
            <p:cNvSpPr/>
            <p:nvPr/>
          </p:nvSpPr>
          <p:spPr>
            <a:xfrm>
              <a:off x="8283981" y="196706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5" name="pl20815"/>
            <p:cNvSpPr/>
            <p:nvPr/>
          </p:nvSpPr>
          <p:spPr>
            <a:xfrm>
              <a:off x="8282630" y="1969100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6" name="pl20816"/>
            <p:cNvSpPr/>
            <p:nvPr/>
          </p:nvSpPr>
          <p:spPr>
            <a:xfrm>
              <a:off x="8110759" y="216299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7" name="pl20817"/>
            <p:cNvSpPr/>
            <p:nvPr/>
          </p:nvSpPr>
          <p:spPr>
            <a:xfrm>
              <a:off x="8134074" y="216299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8" name="pl20818"/>
            <p:cNvSpPr/>
            <p:nvPr/>
          </p:nvSpPr>
          <p:spPr>
            <a:xfrm>
              <a:off x="8102220" y="216299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19" name="pl20819"/>
            <p:cNvSpPr/>
            <p:nvPr/>
          </p:nvSpPr>
          <p:spPr>
            <a:xfrm>
              <a:off x="8146611" y="216299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0" name="pl20820"/>
            <p:cNvSpPr/>
            <p:nvPr/>
          </p:nvSpPr>
          <p:spPr>
            <a:xfrm>
              <a:off x="8126762" y="216299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1" name="pl20821"/>
            <p:cNvSpPr/>
            <p:nvPr/>
          </p:nvSpPr>
          <p:spPr>
            <a:xfrm>
              <a:off x="8221122" y="1947087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2" name="pl20822"/>
            <p:cNvSpPr/>
            <p:nvPr/>
          </p:nvSpPr>
          <p:spPr>
            <a:xfrm>
              <a:off x="8242445" y="195648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3" name="pl20823"/>
            <p:cNvSpPr/>
            <p:nvPr/>
          </p:nvSpPr>
          <p:spPr>
            <a:xfrm>
              <a:off x="8228798" y="2035509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4" name="pl20824"/>
            <p:cNvSpPr/>
            <p:nvPr/>
          </p:nvSpPr>
          <p:spPr>
            <a:xfrm>
              <a:off x="8051642" y="138346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5" name="pl20825"/>
            <p:cNvSpPr/>
            <p:nvPr/>
          </p:nvSpPr>
          <p:spPr>
            <a:xfrm>
              <a:off x="8061745" y="1402996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6" name="pl20826"/>
            <p:cNvSpPr/>
            <p:nvPr/>
          </p:nvSpPr>
          <p:spPr>
            <a:xfrm>
              <a:off x="8581884" y="1925374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7" name="pl20827"/>
            <p:cNvSpPr/>
            <p:nvPr/>
          </p:nvSpPr>
          <p:spPr>
            <a:xfrm>
              <a:off x="8581884" y="1925374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8" name="pl20828"/>
            <p:cNvSpPr/>
            <p:nvPr/>
          </p:nvSpPr>
          <p:spPr>
            <a:xfrm>
              <a:off x="8581884" y="1925374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29" name="pl20829"/>
            <p:cNvSpPr/>
            <p:nvPr/>
          </p:nvSpPr>
          <p:spPr>
            <a:xfrm>
              <a:off x="8272232" y="174183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0" name="pl20830"/>
            <p:cNvSpPr/>
            <p:nvPr/>
          </p:nvSpPr>
          <p:spPr>
            <a:xfrm>
              <a:off x="8264625" y="1903294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1" name="pl20831"/>
            <p:cNvSpPr/>
            <p:nvPr/>
          </p:nvSpPr>
          <p:spPr>
            <a:xfrm>
              <a:off x="8215192" y="204318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2" name="pl20832"/>
            <p:cNvSpPr/>
            <p:nvPr/>
          </p:nvSpPr>
          <p:spPr>
            <a:xfrm>
              <a:off x="8214173" y="204318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3" name="pl20833"/>
            <p:cNvSpPr/>
            <p:nvPr/>
          </p:nvSpPr>
          <p:spPr>
            <a:xfrm>
              <a:off x="8269252" y="1887389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4" name="pl20834"/>
            <p:cNvSpPr/>
            <p:nvPr/>
          </p:nvSpPr>
          <p:spPr>
            <a:xfrm>
              <a:off x="8221122" y="193205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5" name="pl20835"/>
            <p:cNvSpPr/>
            <p:nvPr/>
          </p:nvSpPr>
          <p:spPr>
            <a:xfrm>
              <a:off x="8235870" y="189113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6" name="pl20836"/>
            <p:cNvSpPr/>
            <p:nvPr/>
          </p:nvSpPr>
          <p:spPr>
            <a:xfrm>
              <a:off x="8511617" y="1060191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7" name="pl20837"/>
            <p:cNvSpPr/>
            <p:nvPr/>
          </p:nvSpPr>
          <p:spPr>
            <a:xfrm>
              <a:off x="8161056" y="174183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8" name="pl20838"/>
            <p:cNvSpPr/>
            <p:nvPr/>
          </p:nvSpPr>
          <p:spPr>
            <a:xfrm>
              <a:off x="8136169" y="171355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39" name="pl20839"/>
            <p:cNvSpPr/>
            <p:nvPr/>
          </p:nvSpPr>
          <p:spPr>
            <a:xfrm>
              <a:off x="8207429" y="1923780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0" name="pl20840"/>
            <p:cNvSpPr/>
            <p:nvPr/>
          </p:nvSpPr>
          <p:spPr>
            <a:xfrm>
              <a:off x="7423414" y="194551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1" name="pl20841"/>
            <p:cNvSpPr/>
            <p:nvPr/>
          </p:nvSpPr>
          <p:spPr>
            <a:xfrm>
              <a:off x="7423442" y="1956668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2" name="pl20842"/>
            <p:cNvSpPr/>
            <p:nvPr/>
          </p:nvSpPr>
          <p:spPr>
            <a:xfrm>
              <a:off x="8221122" y="1947087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3" name="pl20843"/>
            <p:cNvSpPr/>
            <p:nvPr/>
          </p:nvSpPr>
          <p:spPr>
            <a:xfrm>
              <a:off x="8228535" y="195559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4" name="pl20844"/>
            <p:cNvSpPr/>
            <p:nvPr/>
          </p:nvSpPr>
          <p:spPr>
            <a:xfrm>
              <a:off x="8296695" y="161735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5" name="pl20845"/>
            <p:cNvSpPr/>
            <p:nvPr/>
          </p:nvSpPr>
          <p:spPr>
            <a:xfrm>
              <a:off x="8166752" y="191763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6" name="pl20846"/>
            <p:cNvSpPr/>
            <p:nvPr/>
          </p:nvSpPr>
          <p:spPr>
            <a:xfrm>
              <a:off x="8270283" y="162446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7" name="pl20847"/>
            <p:cNvSpPr/>
            <p:nvPr/>
          </p:nvSpPr>
          <p:spPr>
            <a:xfrm>
              <a:off x="8457992" y="1868183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8" name="pl20848"/>
            <p:cNvSpPr/>
            <p:nvPr/>
          </p:nvSpPr>
          <p:spPr>
            <a:xfrm>
              <a:off x="8421973" y="195243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49" name="pl20849"/>
            <p:cNvSpPr/>
            <p:nvPr/>
          </p:nvSpPr>
          <p:spPr>
            <a:xfrm>
              <a:off x="8277150" y="209385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0" name="pl20850"/>
            <p:cNvSpPr/>
            <p:nvPr/>
          </p:nvSpPr>
          <p:spPr>
            <a:xfrm>
              <a:off x="8370008" y="203213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1" name="pl20851"/>
            <p:cNvSpPr/>
            <p:nvPr/>
          </p:nvSpPr>
          <p:spPr>
            <a:xfrm>
              <a:off x="8217260" y="1947087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2" name="pl20852"/>
            <p:cNvSpPr/>
            <p:nvPr/>
          </p:nvSpPr>
          <p:spPr>
            <a:xfrm>
              <a:off x="7552968" y="155305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3" name="pl20853"/>
            <p:cNvSpPr/>
            <p:nvPr/>
          </p:nvSpPr>
          <p:spPr>
            <a:xfrm>
              <a:off x="8121405" y="1774715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4" name="pl20854"/>
            <p:cNvSpPr/>
            <p:nvPr/>
          </p:nvSpPr>
          <p:spPr>
            <a:xfrm>
              <a:off x="8123114" y="1774715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5" name="pl20855"/>
            <p:cNvSpPr/>
            <p:nvPr/>
          </p:nvSpPr>
          <p:spPr>
            <a:xfrm>
              <a:off x="8123114" y="172942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6" name="pl20856"/>
            <p:cNvSpPr/>
            <p:nvPr/>
          </p:nvSpPr>
          <p:spPr>
            <a:xfrm>
              <a:off x="8123114" y="177220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7" name="pl20857"/>
            <p:cNvSpPr/>
            <p:nvPr/>
          </p:nvSpPr>
          <p:spPr>
            <a:xfrm>
              <a:off x="8123114" y="1758811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8" name="pl20858"/>
            <p:cNvSpPr/>
            <p:nvPr/>
          </p:nvSpPr>
          <p:spPr>
            <a:xfrm>
              <a:off x="8123114" y="177096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59" name="pl20859"/>
            <p:cNvSpPr/>
            <p:nvPr/>
          </p:nvSpPr>
          <p:spPr>
            <a:xfrm>
              <a:off x="8173308" y="192784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0" name="pl20860"/>
            <p:cNvSpPr/>
            <p:nvPr/>
          </p:nvSpPr>
          <p:spPr>
            <a:xfrm>
              <a:off x="8188325" y="191958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1" name="pl20861"/>
            <p:cNvSpPr/>
            <p:nvPr/>
          </p:nvSpPr>
          <p:spPr>
            <a:xfrm>
              <a:off x="8166641" y="192784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2" name="pl20862"/>
            <p:cNvSpPr/>
            <p:nvPr/>
          </p:nvSpPr>
          <p:spPr>
            <a:xfrm>
              <a:off x="8186167" y="192784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3" name="pl20863"/>
            <p:cNvSpPr/>
            <p:nvPr/>
          </p:nvSpPr>
          <p:spPr>
            <a:xfrm>
              <a:off x="8208356" y="192495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4" name="pl20864"/>
            <p:cNvSpPr/>
            <p:nvPr/>
          </p:nvSpPr>
          <p:spPr>
            <a:xfrm>
              <a:off x="8267375" y="211721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5" name="pl20865"/>
            <p:cNvSpPr/>
            <p:nvPr/>
          </p:nvSpPr>
          <p:spPr>
            <a:xfrm>
              <a:off x="8366563" y="174183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6" name="pl20866"/>
            <p:cNvSpPr/>
            <p:nvPr/>
          </p:nvSpPr>
          <p:spPr>
            <a:xfrm>
              <a:off x="7442839" y="1696245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7" name="pl20867"/>
            <p:cNvSpPr/>
            <p:nvPr/>
          </p:nvSpPr>
          <p:spPr>
            <a:xfrm>
              <a:off x="8331364" y="153033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8" name="pl20868"/>
            <p:cNvSpPr/>
            <p:nvPr/>
          </p:nvSpPr>
          <p:spPr>
            <a:xfrm>
              <a:off x="8296695" y="158250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69" name="pl20869"/>
            <p:cNvSpPr/>
            <p:nvPr/>
          </p:nvSpPr>
          <p:spPr>
            <a:xfrm>
              <a:off x="8331364" y="153177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0" name="pl20870"/>
            <p:cNvSpPr/>
            <p:nvPr/>
          </p:nvSpPr>
          <p:spPr>
            <a:xfrm>
              <a:off x="8331364" y="152838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1" name="pl20871"/>
            <p:cNvSpPr/>
            <p:nvPr/>
          </p:nvSpPr>
          <p:spPr>
            <a:xfrm>
              <a:off x="8216043" y="1899341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2" name="pl20872"/>
            <p:cNvSpPr/>
            <p:nvPr/>
          </p:nvSpPr>
          <p:spPr>
            <a:xfrm>
              <a:off x="8221408" y="197271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3" name="pl20873"/>
            <p:cNvSpPr/>
            <p:nvPr/>
          </p:nvSpPr>
          <p:spPr>
            <a:xfrm>
              <a:off x="8221122" y="1947087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4" name="pl20874"/>
            <p:cNvSpPr/>
            <p:nvPr/>
          </p:nvSpPr>
          <p:spPr>
            <a:xfrm>
              <a:off x="8219622" y="197271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5" name="pl20875"/>
            <p:cNvSpPr/>
            <p:nvPr/>
          </p:nvSpPr>
          <p:spPr>
            <a:xfrm>
              <a:off x="8854707" y="1276091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6" name="pl20876"/>
            <p:cNvSpPr/>
            <p:nvPr/>
          </p:nvSpPr>
          <p:spPr>
            <a:xfrm>
              <a:off x="8367267" y="195848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7" name="pl20877"/>
            <p:cNvSpPr/>
            <p:nvPr/>
          </p:nvSpPr>
          <p:spPr>
            <a:xfrm>
              <a:off x="8946459" y="138237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8" name="pl20878"/>
            <p:cNvSpPr/>
            <p:nvPr/>
          </p:nvSpPr>
          <p:spPr>
            <a:xfrm>
              <a:off x="8295989" y="197120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79" name="pl20879"/>
            <p:cNvSpPr/>
            <p:nvPr/>
          </p:nvSpPr>
          <p:spPr>
            <a:xfrm>
              <a:off x="8283981" y="196706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0" name="pl20880"/>
            <p:cNvSpPr/>
            <p:nvPr/>
          </p:nvSpPr>
          <p:spPr>
            <a:xfrm>
              <a:off x="8282630" y="1969100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1" name="pl20881"/>
            <p:cNvSpPr/>
            <p:nvPr/>
          </p:nvSpPr>
          <p:spPr>
            <a:xfrm>
              <a:off x="8582333" y="111163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2" name="pl20882"/>
            <p:cNvSpPr/>
            <p:nvPr/>
          </p:nvSpPr>
          <p:spPr>
            <a:xfrm>
              <a:off x="8115328" y="180304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3" name="pl20883"/>
            <p:cNvSpPr/>
            <p:nvPr/>
          </p:nvSpPr>
          <p:spPr>
            <a:xfrm>
              <a:off x="8115328" y="176188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4" name="pl20884"/>
            <p:cNvSpPr/>
            <p:nvPr/>
          </p:nvSpPr>
          <p:spPr>
            <a:xfrm>
              <a:off x="8115328" y="1759277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5" name="pl20885"/>
            <p:cNvSpPr/>
            <p:nvPr/>
          </p:nvSpPr>
          <p:spPr>
            <a:xfrm>
              <a:off x="8115328" y="176788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6" name="pl20886"/>
            <p:cNvSpPr/>
            <p:nvPr/>
          </p:nvSpPr>
          <p:spPr>
            <a:xfrm>
              <a:off x="8115328" y="172949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7" name="pl20887"/>
            <p:cNvSpPr/>
            <p:nvPr/>
          </p:nvSpPr>
          <p:spPr>
            <a:xfrm>
              <a:off x="8074966" y="178264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8" name="pl20888"/>
            <p:cNvSpPr/>
            <p:nvPr/>
          </p:nvSpPr>
          <p:spPr>
            <a:xfrm>
              <a:off x="8083364" y="179247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89" name="pl20889"/>
            <p:cNvSpPr/>
            <p:nvPr/>
          </p:nvSpPr>
          <p:spPr>
            <a:xfrm>
              <a:off x="8115328" y="1730502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0" name="pl20890"/>
            <p:cNvSpPr/>
            <p:nvPr/>
          </p:nvSpPr>
          <p:spPr>
            <a:xfrm>
              <a:off x="7976427" y="1378064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1" name="pl20891"/>
            <p:cNvSpPr/>
            <p:nvPr/>
          </p:nvSpPr>
          <p:spPr>
            <a:xfrm>
              <a:off x="7765739" y="130267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2" name="pl20892"/>
            <p:cNvSpPr/>
            <p:nvPr/>
          </p:nvSpPr>
          <p:spPr>
            <a:xfrm>
              <a:off x="7776914" y="130912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3" name="pl20893"/>
            <p:cNvSpPr/>
            <p:nvPr/>
          </p:nvSpPr>
          <p:spPr>
            <a:xfrm>
              <a:off x="7796825" y="125884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4" name="pl20894"/>
            <p:cNvSpPr/>
            <p:nvPr/>
          </p:nvSpPr>
          <p:spPr>
            <a:xfrm>
              <a:off x="7810915" y="130912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5" name="pl20895"/>
            <p:cNvSpPr/>
            <p:nvPr/>
          </p:nvSpPr>
          <p:spPr>
            <a:xfrm>
              <a:off x="7795521" y="1307673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6" name="pl20896"/>
            <p:cNvSpPr/>
            <p:nvPr/>
          </p:nvSpPr>
          <p:spPr>
            <a:xfrm>
              <a:off x="8221122" y="1947087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7" name="pl20897"/>
            <p:cNvSpPr/>
            <p:nvPr/>
          </p:nvSpPr>
          <p:spPr>
            <a:xfrm>
              <a:off x="8207316" y="189363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8" name="pl20898"/>
            <p:cNvSpPr/>
            <p:nvPr/>
          </p:nvSpPr>
          <p:spPr>
            <a:xfrm>
              <a:off x="8249843" y="189113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899" name="pl20899"/>
            <p:cNvSpPr/>
            <p:nvPr/>
          </p:nvSpPr>
          <p:spPr>
            <a:xfrm>
              <a:off x="8296695" y="1633004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0" name="pl20900"/>
            <p:cNvSpPr/>
            <p:nvPr/>
          </p:nvSpPr>
          <p:spPr>
            <a:xfrm>
              <a:off x="7519055" y="220271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1" name="pl20901"/>
            <p:cNvSpPr/>
            <p:nvPr/>
          </p:nvSpPr>
          <p:spPr>
            <a:xfrm>
              <a:off x="8366563" y="168454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2" name="pl20902"/>
            <p:cNvSpPr/>
            <p:nvPr/>
          </p:nvSpPr>
          <p:spPr>
            <a:xfrm>
              <a:off x="7874684" y="262179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3" name="pl20903"/>
            <p:cNvSpPr/>
            <p:nvPr/>
          </p:nvSpPr>
          <p:spPr>
            <a:xfrm>
              <a:off x="8200440" y="274339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4" name="pl20904"/>
            <p:cNvSpPr/>
            <p:nvPr/>
          </p:nvSpPr>
          <p:spPr>
            <a:xfrm>
              <a:off x="8987442" y="2256884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5" name="pl20905"/>
            <p:cNvSpPr/>
            <p:nvPr/>
          </p:nvSpPr>
          <p:spPr>
            <a:xfrm>
              <a:off x="8137406" y="199204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6" name="pl20906"/>
            <p:cNvSpPr/>
            <p:nvPr/>
          </p:nvSpPr>
          <p:spPr>
            <a:xfrm>
              <a:off x="8216043" y="190334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7" name="pl20907"/>
            <p:cNvSpPr/>
            <p:nvPr/>
          </p:nvSpPr>
          <p:spPr>
            <a:xfrm>
              <a:off x="8218709" y="1897697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8" name="pl20908"/>
            <p:cNvSpPr/>
            <p:nvPr/>
          </p:nvSpPr>
          <p:spPr>
            <a:xfrm>
              <a:off x="8215417" y="190100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09" name="pl20909"/>
            <p:cNvSpPr/>
            <p:nvPr/>
          </p:nvSpPr>
          <p:spPr>
            <a:xfrm>
              <a:off x="8218180" y="1991529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0" name="pl20910"/>
            <p:cNvSpPr/>
            <p:nvPr/>
          </p:nvSpPr>
          <p:spPr>
            <a:xfrm>
              <a:off x="8803873" y="247882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1" name="pl20911"/>
            <p:cNvSpPr/>
            <p:nvPr/>
          </p:nvSpPr>
          <p:spPr>
            <a:xfrm>
              <a:off x="8819601" y="247728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2" name="pl20912"/>
            <p:cNvSpPr/>
            <p:nvPr/>
          </p:nvSpPr>
          <p:spPr>
            <a:xfrm>
              <a:off x="8269501" y="241864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3" name="pl20913"/>
            <p:cNvSpPr/>
            <p:nvPr/>
          </p:nvSpPr>
          <p:spPr>
            <a:xfrm>
              <a:off x="8269501" y="241864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4" name="pl20914"/>
            <p:cNvSpPr/>
            <p:nvPr/>
          </p:nvSpPr>
          <p:spPr>
            <a:xfrm>
              <a:off x="8284224" y="1964445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5" name="pl20915"/>
            <p:cNvSpPr/>
            <p:nvPr/>
          </p:nvSpPr>
          <p:spPr>
            <a:xfrm>
              <a:off x="8181305" y="189341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6" name="pl20916"/>
            <p:cNvSpPr/>
            <p:nvPr/>
          </p:nvSpPr>
          <p:spPr>
            <a:xfrm>
              <a:off x="8197192" y="190509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7" name="pl20917"/>
            <p:cNvSpPr/>
            <p:nvPr/>
          </p:nvSpPr>
          <p:spPr>
            <a:xfrm>
              <a:off x="8197192" y="1903717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8" name="pl20918"/>
            <p:cNvSpPr/>
            <p:nvPr/>
          </p:nvSpPr>
          <p:spPr>
            <a:xfrm>
              <a:off x="8194723" y="190509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19" name="pl20919"/>
            <p:cNvSpPr/>
            <p:nvPr/>
          </p:nvSpPr>
          <p:spPr>
            <a:xfrm>
              <a:off x="8193361" y="1899409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0" name="pl20920"/>
            <p:cNvSpPr/>
            <p:nvPr/>
          </p:nvSpPr>
          <p:spPr>
            <a:xfrm>
              <a:off x="8193125" y="189580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1" name="pl20921"/>
            <p:cNvSpPr/>
            <p:nvPr/>
          </p:nvSpPr>
          <p:spPr>
            <a:xfrm>
              <a:off x="7812703" y="1203668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2" name="pl20922"/>
            <p:cNvSpPr/>
            <p:nvPr/>
          </p:nvSpPr>
          <p:spPr>
            <a:xfrm>
              <a:off x="7920045" y="1098857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3" name="pl20923"/>
            <p:cNvSpPr/>
            <p:nvPr/>
          </p:nvSpPr>
          <p:spPr>
            <a:xfrm>
              <a:off x="8195078" y="206384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4" name="pl20924"/>
            <p:cNvSpPr/>
            <p:nvPr/>
          </p:nvSpPr>
          <p:spPr>
            <a:xfrm>
              <a:off x="8126875" y="178670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5" name="pl20925"/>
            <p:cNvSpPr/>
            <p:nvPr/>
          </p:nvSpPr>
          <p:spPr>
            <a:xfrm>
              <a:off x="8153998" y="181193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6" name="pl20926"/>
            <p:cNvSpPr/>
            <p:nvPr/>
          </p:nvSpPr>
          <p:spPr>
            <a:xfrm>
              <a:off x="8123114" y="1774715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7" name="pl20927"/>
            <p:cNvSpPr/>
            <p:nvPr/>
          </p:nvSpPr>
          <p:spPr>
            <a:xfrm>
              <a:off x="8153998" y="181193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8" name="pl20928"/>
            <p:cNvSpPr/>
            <p:nvPr/>
          </p:nvSpPr>
          <p:spPr>
            <a:xfrm>
              <a:off x="8153998" y="154284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29" name="pl20929"/>
            <p:cNvSpPr/>
            <p:nvPr/>
          </p:nvSpPr>
          <p:spPr>
            <a:xfrm>
              <a:off x="8269252" y="1884396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0" name="pl20930"/>
            <p:cNvSpPr/>
            <p:nvPr/>
          </p:nvSpPr>
          <p:spPr>
            <a:xfrm>
              <a:off x="8523050" y="265296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1" name="pl20931"/>
            <p:cNvSpPr/>
            <p:nvPr/>
          </p:nvSpPr>
          <p:spPr>
            <a:xfrm>
              <a:off x="8366563" y="1719434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2" name="pl20932"/>
            <p:cNvSpPr/>
            <p:nvPr/>
          </p:nvSpPr>
          <p:spPr>
            <a:xfrm>
              <a:off x="8214577" y="194595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3" name="pl20933"/>
            <p:cNvSpPr/>
            <p:nvPr/>
          </p:nvSpPr>
          <p:spPr>
            <a:xfrm>
              <a:off x="8196857" y="194595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4" name="pl20934"/>
            <p:cNvSpPr/>
            <p:nvPr/>
          </p:nvSpPr>
          <p:spPr>
            <a:xfrm>
              <a:off x="8283981" y="196385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5" name="pl20935"/>
            <p:cNvSpPr/>
            <p:nvPr/>
          </p:nvSpPr>
          <p:spPr>
            <a:xfrm>
              <a:off x="8260385" y="192681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6" name="pl20936"/>
            <p:cNvSpPr/>
            <p:nvPr/>
          </p:nvSpPr>
          <p:spPr>
            <a:xfrm>
              <a:off x="8282630" y="1969100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7" name="pl20937"/>
            <p:cNvSpPr/>
            <p:nvPr/>
          </p:nvSpPr>
          <p:spPr>
            <a:xfrm>
              <a:off x="8249934" y="1969100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8" name="pl20938"/>
            <p:cNvSpPr/>
            <p:nvPr/>
          </p:nvSpPr>
          <p:spPr>
            <a:xfrm>
              <a:off x="8282630" y="196706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39" name="pl20939"/>
            <p:cNvSpPr/>
            <p:nvPr/>
          </p:nvSpPr>
          <p:spPr>
            <a:xfrm>
              <a:off x="8194281" y="174183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0" name="pl20940"/>
            <p:cNvSpPr/>
            <p:nvPr/>
          </p:nvSpPr>
          <p:spPr>
            <a:xfrm>
              <a:off x="8190298" y="171813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1" name="pl20941"/>
            <p:cNvSpPr/>
            <p:nvPr/>
          </p:nvSpPr>
          <p:spPr>
            <a:xfrm>
              <a:off x="8294873" y="167359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2" name="pl20942"/>
            <p:cNvSpPr/>
            <p:nvPr/>
          </p:nvSpPr>
          <p:spPr>
            <a:xfrm>
              <a:off x="8786127" y="157220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3" name="pl20943"/>
            <p:cNvSpPr/>
            <p:nvPr/>
          </p:nvSpPr>
          <p:spPr>
            <a:xfrm>
              <a:off x="8699359" y="158799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4" name="pl20944"/>
            <p:cNvSpPr/>
            <p:nvPr/>
          </p:nvSpPr>
          <p:spPr>
            <a:xfrm>
              <a:off x="8366563" y="174183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5" name="pl20945"/>
            <p:cNvSpPr/>
            <p:nvPr/>
          </p:nvSpPr>
          <p:spPr>
            <a:xfrm>
              <a:off x="8513866" y="178854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6" name="pl20946"/>
            <p:cNvSpPr/>
            <p:nvPr/>
          </p:nvSpPr>
          <p:spPr>
            <a:xfrm>
              <a:off x="8366563" y="174183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7" name="pl20947"/>
            <p:cNvSpPr/>
            <p:nvPr/>
          </p:nvSpPr>
          <p:spPr>
            <a:xfrm>
              <a:off x="8513866" y="1788606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8" name="pl20948"/>
            <p:cNvSpPr/>
            <p:nvPr/>
          </p:nvSpPr>
          <p:spPr>
            <a:xfrm>
              <a:off x="8513866" y="1788606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49" name="pl20949"/>
            <p:cNvSpPr/>
            <p:nvPr/>
          </p:nvSpPr>
          <p:spPr>
            <a:xfrm>
              <a:off x="8054508" y="2014133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0" name="pl20950"/>
            <p:cNvSpPr/>
            <p:nvPr/>
          </p:nvSpPr>
          <p:spPr>
            <a:xfrm>
              <a:off x="8123110" y="177186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1" name="pl20951"/>
            <p:cNvSpPr/>
            <p:nvPr/>
          </p:nvSpPr>
          <p:spPr>
            <a:xfrm>
              <a:off x="8160098" y="1820646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2" name="pl20952"/>
            <p:cNvSpPr/>
            <p:nvPr/>
          </p:nvSpPr>
          <p:spPr>
            <a:xfrm>
              <a:off x="8163339" y="1822955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3" name="pl20953"/>
            <p:cNvSpPr/>
            <p:nvPr/>
          </p:nvSpPr>
          <p:spPr>
            <a:xfrm>
              <a:off x="8163339" y="1819086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4" name="pl20954"/>
            <p:cNvSpPr/>
            <p:nvPr/>
          </p:nvSpPr>
          <p:spPr>
            <a:xfrm>
              <a:off x="8163339" y="182537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5" name="pl20955"/>
            <p:cNvSpPr/>
            <p:nvPr/>
          </p:nvSpPr>
          <p:spPr>
            <a:xfrm>
              <a:off x="8163339" y="182537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6" name="pl20956"/>
            <p:cNvSpPr/>
            <p:nvPr/>
          </p:nvSpPr>
          <p:spPr>
            <a:xfrm>
              <a:off x="8161108" y="1821717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7" name="pl20957"/>
            <p:cNvSpPr/>
            <p:nvPr/>
          </p:nvSpPr>
          <p:spPr>
            <a:xfrm>
              <a:off x="8163339" y="181657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8" name="pl20958"/>
            <p:cNvSpPr/>
            <p:nvPr/>
          </p:nvSpPr>
          <p:spPr>
            <a:xfrm>
              <a:off x="8217462" y="1932664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59" name="pl20959"/>
            <p:cNvSpPr/>
            <p:nvPr/>
          </p:nvSpPr>
          <p:spPr>
            <a:xfrm>
              <a:off x="8207316" y="191636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0" name="pl20960"/>
            <p:cNvSpPr/>
            <p:nvPr/>
          </p:nvSpPr>
          <p:spPr>
            <a:xfrm>
              <a:off x="8143223" y="1829737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1" name="pl20961"/>
            <p:cNvSpPr/>
            <p:nvPr/>
          </p:nvSpPr>
          <p:spPr>
            <a:xfrm>
              <a:off x="8353924" y="104520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2" name="pl20962"/>
            <p:cNvSpPr/>
            <p:nvPr/>
          </p:nvSpPr>
          <p:spPr>
            <a:xfrm>
              <a:off x="7568788" y="220722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3" name="pl20963"/>
            <p:cNvSpPr/>
            <p:nvPr/>
          </p:nvSpPr>
          <p:spPr>
            <a:xfrm>
              <a:off x="8216043" y="189429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4" name="pl20964"/>
            <p:cNvSpPr/>
            <p:nvPr/>
          </p:nvSpPr>
          <p:spPr>
            <a:xfrm>
              <a:off x="8238083" y="189113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5" name="pl20965"/>
            <p:cNvSpPr/>
            <p:nvPr/>
          </p:nvSpPr>
          <p:spPr>
            <a:xfrm>
              <a:off x="8238083" y="188866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6" name="pl20966"/>
            <p:cNvSpPr/>
            <p:nvPr/>
          </p:nvSpPr>
          <p:spPr>
            <a:xfrm>
              <a:off x="8238083" y="188734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7" name="pl20967"/>
            <p:cNvSpPr/>
            <p:nvPr/>
          </p:nvSpPr>
          <p:spPr>
            <a:xfrm>
              <a:off x="8210744" y="1947087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8" name="pl20968"/>
            <p:cNvSpPr/>
            <p:nvPr/>
          </p:nvSpPr>
          <p:spPr>
            <a:xfrm>
              <a:off x="8197626" y="1947283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69" name="pl20969"/>
            <p:cNvSpPr/>
            <p:nvPr/>
          </p:nvSpPr>
          <p:spPr>
            <a:xfrm>
              <a:off x="7700754" y="2494870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0" name="pl20970"/>
            <p:cNvSpPr/>
            <p:nvPr/>
          </p:nvSpPr>
          <p:spPr>
            <a:xfrm>
              <a:off x="8157099" y="221825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1" name="pl20971"/>
            <p:cNvSpPr/>
            <p:nvPr/>
          </p:nvSpPr>
          <p:spPr>
            <a:xfrm>
              <a:off x="8391482" y="173271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2" name="pl20972"/>
            <p:cNvSpPr/>
            <p:nvPr/>
          </p:nvSpPr>
          <p:spPr>
            <a:xfrm>
              <a:off x="8391482" y="1693545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3" name="pl20973"/>
            <p:cNvSpPr/>
            <p:nvPr/>
          </p:nvSpPr>
          <p:spPr>
            <a:xfrm>
              <a:off x="8366563" y="173324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4" name="pl20974"/>
            <p:cNvSpPr/>
            <p:nvPr/>
          </p:nvSpPr>
          <p:spPr>
            <a:xfrm>
              <a:off x="8391482" y="1711442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5" name="pl20975"/>
            <p:cNvSpPr/>
            <p:nvPr/>
          </p:nvSpPr>
          <p:spPr>
            <a:xfrm>
              <a:off x="8391482" y="171756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6" name="pl20976"/>
            <p:cNvSpPr/>
            <p:nvPr/>
          </p:nvSpPr>
          <p:spPr>
            <a:xfrm>
              <a:off x="8391482" y="1724155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7" name="pl20977"/>
            <p:cNvSpPr/>
            <p:nvPr/>
          </p:nvSpPr>
          <p:spPr>
            <a:xfrm>
              <a:off x="8391482" y="171960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8" name="pl20978"/>
            <p:cNvSpPr/>
            <p:nvPr/>
          </p:nvSpPr>
          <p:spPr>
            <a:xfrm>
              <a:off x="8159054" y="1893954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79" name="pl20979"/>
            <p:cNvSpPr/>
            <p:nvPr/>
          </p:nvSpPr>
          <p:spPr>
            <a:xfrm>
              <a:off x="8158516" y="188932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0" name="pl20980"/>
            <p:cNvSpPr/>
            <p:nvPr/>
          </p:nvSpPr>
          <p:spPr>
            <a:xfrm>
              <a:off x="8148825" y="1894254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1" name="pl20981"/>
            <p:cNvSpPr/>
            <p:nvPr/>
          </p:nvSpPr>
          <p:spPr>
            <a:xfrm>
              <a:off x="8366563" y="170066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2" name="pl20982"/>
            <p:cNvSpPr/>
            <p:nvPr/>
          </p:nvSpPr>
          <p:spPr>
            <a:xfrm>
              <a:off x="8428508" y="1654141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3" name="pl20983"/>
            <p:cNvSpPr/>
            <p:nvPr/>
          </p:nvSpPr>
          <p:spPr>
            <a:xfrm>
              <a:off x="8296207" y="162443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4" name="pl20984"/>
            <p:cNvSpPr/>
            <p:nvPr/>
          </p:nvSpPr>
          <p:spPr>
            <a:xfrm>
              <a:off x="8124569" y="1987124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5" name="pl20985"/>
            <p:cNvSpPr/>
            <p:nvPr/>
          </p:nvSpPr>
          <p:spPr>
            <a:xfrm>
              <a:off x="8174831" y="1987124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6" name="pl20986"/>
            <p:cNvSpPr/>
            <p:nvPr/>
          </p:nvSpPr>
          <p:spPr>
            <a:xfrm>
              <a:off x="8523059" y="265943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7" name="pl20987"/>
            <p:cNvSpPr/>
            <p:nvPr/>
          </p:nvSpPr>
          <p:spPr>
            <a:xfrm>
              <a:off x="8169152" y="193515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8" name="pl20988"/>
            <p:cNvSpPr/>
            <p:nvPr/>
          </p:nvSpPr>
          <p:spPr>
            <a:xfrm>
              <a:off x="8162359" y="193515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89" name="pl20989"/>
            <p:cNvSpPr/>
            <p:nvPr/>
          </p:nvSpPr>
          <p:spPr>
            <a:xfrm>
              <a:off x="8356291" y="1650711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0" name="pl20990"/>
            <p:cNvSpPr/>
            <p:nvPr/>
          </p:nvSpPr>
          <p:spPr>
            <a:xfrm>
              <a:off x="8356291" y="1620494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1" name="pl20991"/>
            <p:cNvSpPr/>
            <p:nvPr/>
          </p:nvSpPr>
          <p:spPr>
            <a:xfrm>
              <a:off x="7471365" y="208290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2" name="pl20992"/>
            <p:cNvSpPr/>
            <p:nvPr/>
          </p:nvSpPr>
          <p:spPr>
            <a:xfrm>
              <a:off x="7443383" y="208448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3" name="pl20993"/>
            <p:cNvSpPr/>
            <p:nvPr/>
          </p:nvSpPr>
          <p:spPr>
            <a:xfrm>
              <a:off x="8067107" y="200287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4" name="pl20994"/>
            <p:cNvSpPr/>
            <p:nvPr/>
          </p:nvSpPr>
          <p:spPr>
            <a:xfrm>
              <a:off x="8030172" y="2014133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5" name="pl20995"/>
            <p:cNvSpPr/>
            <p:nvPr/>
          </p:nvSpPr>
          <p:spPr>
            <a:xfrm>
              <a:off x="8221122" y="194351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6" name="pl20996"/>
            <p:cNvSpPr/>
            <p:nvPr/>
          </p:nvSpPr>
          <p:spPr>
            <a:xfrm>
              <a:off x="8224053" y="194351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7" name="pl20997"/>
            <p:cNvSpPr/>
            <p:nvPr/>
          </p:nvSpPr>
          <p:spPr>
            <a:xfrm>
              <a:off x="8162351" y="174183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8" name="pl20998"/>
            <p:cNvSpPr/>
            <p:nvPr/>
          </p:nvSpPr>
          <p:spPr>
            <a:xfrm>
              <a:off x="8113646" y="170422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999" name="pl20999"/>
            <p:cNvSpPr/>
            <p:nvPr/>
          </p:nvSpPr>
          <p:spPr>
            <a:xfrm>
              <a:off x="8216043" y="190189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0" name="pl21000"/>
            <p:cNvSpPr/>
            <p:nvPr/>
          </p:nvSpPr>
          <p:spPr>
            <a:xfrm>
              <a:off x="8438798" y="188354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1" name="pl21001"/>
            <p:cNvSpPr/>
            <p:nvPr/>
          </p:nvSpPr>
          <p:spPr>
            <a:xfrm>
              <a:off x="8366563" y="174183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2" name="pl21002"/>
            <p:cNvSpPr/>
            <p:nvPr/>
          </p:nvSpPr>
          <p:spPr>
            <a:xfrm>
              <a:off x="8438798" y="1852812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3" name="pl21003"/>
            <p:cNvSpPr/>
            <p:nvPr/>
          </p:nvSpPr>
          <p:spPr>
            <a:xfrm>
              <a:off x="8438798" y="188354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4" name="pl21004"/>
            <p:cNvSpPr/>
            <p:nvPr/>
          </p:nvSpPr>
          <p:spPr>
            <a:xfrm>
              <a:off x="8228798" y="2035509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5" name="pl21005"/>
            <p:cNvSpPr/>
            <p:nvPr/>
          </p:nvSpPr>
          <p:spPr>
            <a:xfrm>
              <a:off x="8228798" y="2035509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6" name="pl21006"/>
            <p:cNvSpPr/>
            <p:nvPr/>
          </p:nvSpPr>
          <p:spPr>
            <a:xfrm>
              <a:off x="8178239" y="195346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7" name="pl21007"/>
            <p:cNvSpPr/>
            <p:nvPr/>
          </p:nvSpPr>
          <p:spPr>
            <a:xfrm>
              <a:off x="8086761" y="1942318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8" name="pl21008"/>
            <p:cNvSpPr/>
            <p:nvPr/>
          </p:nvSpPr>
          <p:spPr>
            <a:xfrm>
              <a:off x="8366563" y="1634759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09" name="pl21009"/>
            <p:cNvSpPr/>
            <p:nvPr/>
          </p:nvSpPr>
          <p:spPr>
            <a:xfrm>
              <a:off x="8023028" y="191763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0" name="pl21010"/>
            <p:cNvSpPr/>
            <p:nvPr/>
          </p:nvSpPr>
          <p:spPr>
            <a:xfrm>
              <a:off x="8337633" y="1471919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1" name="pl21011"/>
            <p:cNvSpPr/>
            <p:nvPr/>
          </p:nvSpPr>
          <p:spPr>
            <a:xfrm>
              <a:off x="8357346" y="141480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2" name="pl21012"/>
            <p:cNvSpPr/>
            <p:nvPr/>
          </p:nvSpPr>
          <p:spPr>
            <a:xfrm>
              <a:off x="8356869" y="145481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3" name="pl21013"/>
            <p:cNvSpPr/>
            <p:nvPr/>
          </p:nvSpPr>
          <p:spPr>
            <a:xfrm>
              <a:off x="8346201" y="1471919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4" name="pl21014"/>
            <p:cNvSpPr/>
            <p:nvPr/>
          </p:nvSpPr>
          <p:spPr>
            <a:xfrm>
              <a:off x="8124569" y="1992866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5" name="pl21015"/>
            <p:cNvSpPr/>
            <p:nvPr/>
          </p:nvSpPr>
          <p:spPr>
            <a:xfrm>
              <a:off x="8095684" y="1992866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6" name="pl21016"/>
            <p:cNvSpPr/>
            <p:nvPr/>
          </p:nvSpPr>
          <p:spPr>
            <a:xfrm>
              <a:off x="8100281" y="1992866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7" name="pl21017"/>
            <p:cNvSpPr/>
            <p:nvPr/>
          </p:nvSpPr>
          <p:spPr>
            <a:xfrm>
              <a:off x="8191956" y="1681687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8" name="pl21018"/>
            <p:cNvSpPr/>
            <p:nvPr/>
          </p:nvSpPr>
          <p:spPr>
            <a:xfrm>
              <a:off x="8170776" y="167988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19" name="pl21019"/>
            <p:cNvSpPr/>
            <p:nvPr/>
          </p:nvSpPr>
          <p:spPr>
            <a:xfrm>
              <a:off x="8525403" y="178854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0" name="pl21020"/>
            <p:cNvSpPr/>
            <p:nvPr/>
          </p:nvSpPr>
          <p:spPr>
            <a:xfrm>
              <a:off x="8556760" y="180329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1" name="pl21021"/>
            <p:cNvSpPr/>
            <p:nvPr/>
          </p:nvSpPr>
          <p:spPr>
            <a:xfrm>
              <a:off x="8232557" y="195423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2" name="pl21022"/>
            <p:cNvSpPr/>
            <p:nvPr/>
          </p:nvSpPr>
          <p:spPr>
            <a:xfrm>
              <a:off x="8204356" y="1899263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3" name="pl21023"/>
            <p:cNvSpPr/>
            <p:nvPr/>
          </p:nvSpPr>
          <p:spPr>
            <a:xfrm>
              <a:off x="8277150" y="213915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4" name="pl21024"/>
            <p:cNvSpPr/>
            <p:nvPr/>
          </p:nvSpPr>
          <p:spPr>
            <a:xfrm>
              <a:off x="8294674" y="2196351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5" name="pl21025"/>
            <p:cNvSpPr/>
            <p:nvPr/>
          </p:nvSpPr>
          <p:spPr>
            <a:xfrm>
              <a:off x="8294674" y="2196351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6" name="pl21026"/>
            <p:cNvSpPr/>
            <p:nvPr/>
          </p:nvSpPr>
          <p:spPr>
            <a:xfrm>
              <a:off x="8163339" y="182211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7" name="pl21027"/>
            <p:cNvSpPr/>
            <p:nvPr/>
          </p:nvSpPr>
          <p:spPr>
            <a:xfrm>
              <a:off x="8221122" y="1947087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8" name="pl21028"/>
            <p:cNvSpPr/>
            <p:nvPr/>
          </p:nvSpPr>
          <p:spPr>
            <a:xfrm>
              <a:off x="8213403" y="194381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29" name="pl21029"/>
            <p:cNvSpPr/>
            <p:nvPr/>
          </p:nvSpPr>
          <p:spPr>
            <a:xfrm>
              <a:off x="8195242" y="194381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0" name="pl21030"/>
            <p:cNvSpPr/>
            <p:nvPr/>
          </p:nvSpPr>
          <p:spPr>
            <a:xfrm>
              <a:off x="8213403" y="194381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1" name="pl21031"/>
            <p:cNvSpPr/>
            <p:nvPr/>
          </p:nvSpPr>
          <p:spPr>
            <a:xfrm>
              <a:off x="8546087" y="1536532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2" name="pl21032"/>
            <p:cNvSpPr/>
            <p:nvPr/>
          </p:nvSpPr>
          <p:spPr>
            <a:xfrm>
              <a:off x="8494112" y="159062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3" name="pl21033"/>
            <p:cNvSpPr/>
            <p:nvPr/>
          </p:nvSpPr>
          <p:spPr>
            <a:xfrm>
              <a:off x="8546087" y="154719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4" name="pl21034"/>
            <p:cNvSpPr/>
            <p:nvPr/>
          </p:nvSpPr>
          <p:spPr>
            <a:xfrm>
              <a:off x="8111330" y="117740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5" name="pl21035"/>
            <p:cNvSpPr/>
            <p:nvPr/>
          </p:nvSpPr>
          <p:spPr>
            <a:xfrm>
              <a:off x="8115899" y="117807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6" name="pl21036"/>
            <p:cNvSpPr/>
            <p:nvPr/>
          </p:nvSpPr>
          <p:spPr>
            <a:xfrm>
              <a:off x="8546964" y="189300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7" name="pl21037"/>
            <p:cNvSpPr/>
            <p:nvPr/>
          </p:nvSpPr>
          <p:spPr>
            <a:xfrm>
              <a:off x="8106673" y="180304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8" name="pl21038"/>
            <p:cNvSpPr/>
            <p:nvPr/>
          </p:nvSpPr>
          <p:spPr>
            <a:xfrm>
              <a:off x="8102518" y="1809666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39" name="pl21039"/>
            <p:cNvSpPr/>
            <p:nvPr/>
          </p:nvSpPr>
          <p:spPr>
            <a:xfrm>
              <a:off x="8099145" y="181073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0" name="pl21040"/>
            <p:cNvSpPr/>
            <p:nvPr/>
          </p:nvSpPr>
          <p:spPr>
            <a:xfrm>
              <a:off x="8782361" y="229808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1" name="pl21041"/>
            <p:cNvSpPr/>
            <p:nvPr/>
          </p:nvSpPr>
          <p:spPr>
            <a:xfrm>
              <a:off x="8785618" y="2304852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2" name="pl21042"/>
            <p:cNvSpPr/>
            <p:nvPr/>
          </p:nvSpPr>
          <p:spPr>
            <a:xfrm>
              <a:off x="8785618" y="230350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3" name="pl21043"/>
            <p:cNvSpPr/>
            <p:nvPr/>
          </p:nvSpPr>
          <p:spPr>
            <a:xfrm>
              <a:off x="8263332" y="1491888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4" name="pl21044"/>
            <p:cNvSpPr/>
            <p:nvPr/>
          </p:nvSpPr>
          <p:spPr>
            <a:xfrm>
              <a:off x="8269838" y="1513048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5" name="pl21045"/>
            <p:cNvSpPr/>
            <p:nvPr/>
          </p:nvSpPr>
          <p:spPr>
            <a:xfrm>
              <a:off x="8260905" y="147339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6" name="pl21046"/>
            <p:cNvSpPr/>
            <p:nvPr/>
          </p:nvSpPr>
          <p:spPr>
            <a:xfrm>
              <a:off x="7462569" y="1582301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7" name="pl21047"/>
            <p:cNvSpPr/>
            <p:nvPr/>
          </p:nvSpPr>
          <p:spPr>
            <a:xfrm>
              <a:off x="8524816" y="1756286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8" name="pl21048"/>
            <p:cNvSpPr/>
            <p:nvPr/>
          </p:nvSpPr>
          <p:spPr>
            <a:xfrm>
              <a:off x="8296485" y="1663474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49" name="pl21049"/>
            <p:cNvSpPr/>
            <p:nvPr/>
          </p:nvSpPr>
          <p:spPr>
            <a:xfrm>
              <a:off x="8442292" y="1538717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0" name="pl21050"/>
            <p:cNvSpPr/>
            <p:nvPr/>
          </p:nvSpPr>
          <p:spPr>
            <a:xfrm>
              <a:off x="8442292" y="153243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1" name="pl21051"/>
            <p:cNvSpPr/>
            <p:nvPr/>
          </p:nvSpPr>
          <p:spPr>
            <a:xfrm>
              <a:off x="8442292" y="153601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2" name="pl21052"/>
            <p:cNvSpPr/>
            <p:nvPr/>
          </p:nvSpPr>
          <p:spPr>
            <a:xfrm>
              <a:off x="8442292" y="153044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3" name="pl21053"/>
            <p:cNvSpPr/>
            <p:nvPr/>
          </p:nvSpPr>
          <p:spPr>
            <a:xfrm>
              <a:off x="8442292" y="152542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4" name="pl21054"/>
            <p:cNvSpPr/>
            <p:nvPr/>
          </p:nvSpPr>
          <p:spPr>
            <a:xfrm>
              <a:off x="8409816" y="194758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5" name="pl21055"/>
            <p:cNvSpPr/>
            <p:nvPr/>
          </p:nvSpPr>
          <p:spPr>
            <a:xfrm>
              <a:off x="7630135" y="1249792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6" name="pl21056"/>
            <p:cNvSpPr/>
            <p:nvPr/>
          </p:nvSpPr>
          <p:spPr>
            <a:xfrm>
              <a:off x="7637391" y="1251917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7" name="pl21057"/>
            <p:cNvSpPr/>
            <p:nvPr/>
          </p:nvSpPr>
          <p:spPr>
            <a:xfrm>
              <a:off x="8366563" y="174183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8" name="pl21058"/>
            <p:cNvSpPr/>
            <p:nvPr/>
          </p:nvSpPr>
          <p:spPr>
            <a:xfrm>
              <a:off x="8505499" y="1814763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59" name="pl21059"/>
            <p:cNvSpPr/>
            <p:nvPr/>
          </p:nvSpPr>
          <p:spPr>
            <a:xfrm>
              <a:off x="8556760" y="181357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0" name="pl21060"/>
            <p:cNvSpPr/>
            <p:nvPr/>
          </p:nvSpPr>
          <p:spPr>
            <a:xfrm>
              <a:off x="8221122" y="1947087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1" name="pl21061"/>
            <p:cNvSpPr/>
            <p:nvPr/>
          </p:nvSpPr>
          <p:spPr>
            <a:xfrm>
              <a:off x="8188323" y="1915758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2" name="pl21062"/>
            <p:cNvSpPr/>
            <p:nvPr/>
          </p:nvSpPr>
          <p:spPr>
            <a:xfrm>
              <a:off x="8175730" y="1907324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3" name="pl21063"/>
            <p:cNvSpPr/>
            <p:nvPr/>
          </p:nvSpPr>
          <p:spPr>
            <a:xfrm>
              <a:off x="7468116" y="214254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4" name="pl21064"/>
            <p:cNvSpPr/>
            <p:nvPr/>
          </p:nvSpPr>
          <p:spPr>
            <a:xfrm>
              <a:off x="8058722" y="262389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5" name="pl21065"/>
            <p:cNvSpPr/>
            <p:nvPr/>
          </p:nvSpPr>
          <p:spPr>
            <a:xfrm>
              <a:off x="8065036" y="262454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6" name="pl21066"/>
            <p:cNvSpPr/>
            <p:nvPr/>
          </p:nvSpPr>
          <p:spPr>
            <a:xfrm>
              <a:off x="8141915" y="104348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7" name="pl21067"/>
            <p:cNvSpPr/>
            <p:nvPr/>
          </p:nvSpPr>
          <p:spPr>
            <a:xfrm>
              <a:off x="8145115" y="191829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8" name="pl21068"/>
            <p:cNvSpPr/>
            <p:nvPr/>
          </p:nvSpPr>
          <p:spPr>
            <a:xfrm>
              <a:off x="8269252" y="187801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69" name="pl21069"/>
            <p:cNvSpPr/>
            <p:nvPr/>
          </p:nvSpPr>
          <p:spPr>
            <a:xfrm>
              <a:off x="8327898" y="1875180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0" name="pl21070"/>
            <p:cNvSpPr/>
            <p:nvPr/>
          </p:nvSpPr>
          <p:spPr>
            <a:xfrm>
              <a:off x="8327898" y="186913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1" name="pl21071"/>
            <p:cNvSpPr/>
            <p:nvPr/>
          </p:nvSpPr>
          <p:spPr>
            <a:xfrm>
              <a:off x="8327898" y="186302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2" name="pl21072"/>
            <p:cNvSpPr/>
            <p:nvPr/>
          </p:nvSpPr>
          <p:spPr>
            <a:xfrm>
              <a:off x="8327898" y="1871005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3" name="pl21073"/>
            <p:cNvSpPr/>
            <p:nvPr/>
          </p:nvSpPr>
          <p:spPr>
            <a:xfrm>
              <a:off x="8327898" y="187801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4" name="pl21074"/>
            <p:cNvSpPr/>
            <p:nvPr/>
          </p:nvSpPr>
          <p:spPr>
            <a:xfrm>
              <a:off x="8327898" y="186957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5" name="pl21075"/>
            <p:cNvSpPr/>
            <p:nvPr/>
          </p:nvSpPr>
          <p:spPr>
            <a:xfrm>
              <a:off x="8296695" y="1671414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6" name="pl21076"/>
            <p:cNvSpPr/>
            <p:nvPr/>
          </p:nvSpPr>
          <p:spPr>
            <a:xfrm>
              <a:off x="8253386" y="199572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7" name="pl21077"/>
            <p:cNvSpPr/>
            <p:nvPr/>
          </p:nvSpPr>
          <p:spPr>
            <a:xfrm>
              <a:off x="8253386" y="199572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8" name="pl21078"/>
            <p:cNvSpPr/>
            <p:nvPr/>
          </p:nvSpPr>
          <p:spPr>
            <a:xfrm>
              <a:off x="8121075" y="184687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79" name="pl21079"/>
            <p:cNvSpPr/>
            <p:nvPr/>
          </p:nvSpPr>
          <p:spPr>
            <a:xfrm>
              <a:off x="8115328" y="180304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0" name="pl21080"/>
            <p:cNvSpPr/>
            <p:nvPr/>
          </p:nvSpPr>
          <p:spPr>
            <a:xfrm>
              <a:off x="8171327" y="192784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1" name="pl21081"/>
            <p:cNvSpPr/>
            <p:nvPr/>
          </p:nvSpPr>
          <p:spPr>
            <a:xfrm>
              <a:off x="8219814" y="194204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2" name="pl21082"/>
            <p:cNvSpPr/>
            <p:nvPr/>
          </p:nvSpPr>
          <p:spPr>
            <a:xfrm>
              <a:off x="8172475" y="221825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3" name="pl21083"/>
            <p:cNvSpPr/>
            <p:nvPr/>
          </p:nvSpPr>
          <p:spPr>
            <a:xfrm>
              <a:off x="8171606" y="221825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4" name="pl21084"/>
            <p:cNvSpPr/>
            <p:nvPr/>
          </p:nvSpPr>
          <p:spPr>
            <a:xfrm>
              <a:off x="7715284" y="118745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5" name="pl21085"/>
            <p:cNvSpPr/>
            <p:nvPr/>
          </p:nvSpPr>
          <p:spPr>
            <a:xfrm>
              <a:off x="8221122" y="1947087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6" name="pl21086"/>
            <p:cNvSpPr/>
            <p:nvPr/>
          </p:nvSpPr>
          <p:spPr>
            <a:xfrm>
              <a:off x="8226768" y="196160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7" name="pl21087"/>
            <p:cNvSpPr/>
            <p:nvPr/>
          </p:nvSpPr>
          <p:spPr>
            <a:xfrm>
              <a:off x="8228535" y="195559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8" name="pl21088"/>
            <p:cNvSpPr/>
            <p:nvPr/>
          </p:nvSpPr>
          <p:spPr>
            <a:xfrm>
              <a:off x="8296695" y="162398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89" name="pl21089"/>
            <p:cNvSpPr/>
            <p:nvPr/>
          </p:nvSpPr>
          <p:spPr>
            <a:xfrm>
              <a:off x="8453430" y="106943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0" name="pl21090"/>
            <p:cNvSpPr/>
            <p:nvPr/>
          </p:nvSpPr>
          <p:spPr>
            <a:xfrm>
              <a:off x="7473795" y="214254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1" name="pl21091"/>
            <p:cNvSpPr/>
            <p:nvPr/>
          </p:nvSpPr>
          <p:spPr>
            <a:xfrm>
              <a:off x="7495819" y="2172362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2" name="pl21092"/>
            <p:cNvSpPr/>
            <p:nvPr/>
          </p:nvSpPr>
          <p:spPr>
            <a:xfrm>
              <a:off x="7489967" y="2172362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3" name="pl21093"/>
            <p:cNvSpPr/>
            <p:nvPr/>
          </p:nvSpPr>
          <p:spPr>
            <a:xfrm>
              <a:off x="8556760" y="1802153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4" name="pl21094"/>
            <p:cNvSpPr/>
            <p:nvPr/>
          </p:nvSpPr>
          <p:spPr>
            <a:xfrm>
              <a:off x="8231113" y="1681687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5" name="pl21095"/>
            <p:cNvSpPr/>
            <p:nvPr/>
          </p:nvSpPr>
          <p:spPr>
            <a:xfrm>
              <a:off x="8231113" y="1730502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6" name="pl21096"/>
            <p:cNvSpPr/>
            <p:nvPr/>
          </p:nvSpPr>
          <p:spPr>
            <a:xfrm>
              <a:off x="9090347" y="183479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7" name="pl21097"/>
            <p:cNvSpPr/>
            <p:nvPr/>
          </p:nvSpPr>
          <p:spPr>
            <a:xfrm>
              <a:off x="9089193" y="1853691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8" name="pl21098"/>
            <p:cNvSpPr/>
            <p:nvPr/>
          </p:nvSpPr>
          <p:spPr>
            <a:xfrm>
              <a:off x="8222062" y="1963549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099" name="pl21099"/>
            <p:cNvSpPr/>
            <p:nvPr/>
          </p:nvSpPr>
          <p:spPr>
            <a:xfrm>
              <a:off x="8222062" y="1963549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0" name="pl21100"/>
            <p:cNvSpPr/>
            <p:nvPr/>
          </p:nvSpPr>
          <p:spPr>
            <a:xfrm>
              <a:off x="8219809" y="1935550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1" name="pl21101"/>
            <p:cNvSpPr/>
            <p:nvPr/>
          </p:nvSpPr>
          <p:spPr>
            <a:xfrm>
              <a:off x="8207094" y="1938856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2" name="pl21102"/>
            <p:cNvSpPr/>
            <p:nvPr/>
          </p:nvSpPr>
          <p:spPr>
            <a:xfrm>
              <a:off x="8187055" y="193987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3" name="pl21103"/>
            <p:cNvSpPr/>
            <p:nvPr/>
          </p:nvSpPr>
          <p:spPr>
            <a:xfrm>
              <a:off x="8201296" y="1963549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4" name="pl21104"/>
            <p:cNvSpPr/>
            <p:nvPr/>
          </p:nvSpPr>
          <p:spPr>
            <a:xfrm>
              <a:off x="8222062" y="1963549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5" name="pl21105"/>
            <p:cNvSpPr/>
            <p:nvPr/>
          </p:nvSpPr>
          <p:spPr>
            <a:xfrm>
              <a:off x="8222062" y="1914221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6" name="pl21106"/>
            <p:cNvSpPr/>
            <p:nvPr/>
          </p:nvSpPr>
          <p:spPr>
            <a:xfrm>
              <a:off x="8215192" y="1963549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7" name="pl21107"/>
            <p:cNvSpPr/>
            <p:nvPr/>
          </p:nvSpPr>
          <p:spPr>
            <a:xfrm>
              <a:off x="8215862" y="1963549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8" name="pl21108"/>
            <p:cNvSpPr/>
            <p:nvPr/>
          </p:nvSpPr>
          <p:spPr>
            <a:xfrm>
              <a:off x="8222062" y="1953434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09" name="pl21109"/>
            <p:cNvSpPr/>
            <p:nvPr/>
          </p:nvSpPr>
          <p:spPr>
            <a:xfrm>
              <a:off x="8202212" y="191716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0" name="pl21110"/>
            <p:cNvSpPr/>
            <p:nvPr/>
          </p:nvSpPr>
          <p:spPr>
            <a:xfrm>
              <a:off x="8221408" y="1963549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1" name="pl21111"/>
            <p:cNvSpPr/>
            <p:nvPr/>
          </p:nvSpPr>
          <p:spPr>
            <a:xfrm>
              <a:off x="8176843" y="1963549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2" name="pl21112"/>
            <p:cNvSpPr/>
            <p:nvPr/>
          </p:nvSpPr>
          <p:spPr>
            <a:xfrm>
              <a:off x="8222062" y="1963549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3" name="pl21113"/>
            <p:cNvSpPr/>
            <p:nvPr/>
          </p:nvSpPr>
          <p:spPr>
            <a:xfrm>
              <a:off x="8218180" y="1963549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4" name="pl21114"/>
            <p:cNvSpPr/>
            <p:nvPr/>
          </p:nvSpPr>
          <p:spPr>
            <a:xfrm>
              <a:off x="8222062" y="1963549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5" name="pl21115"/>
            <p:cNvSpPr/>
            <p:nvPr/>
          </p:nvSpPr>
          <p:spPr>
            <a:xfrm>
              <a:off x="8222062" y="1963549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6" name="pl21116"/>
            <p:cNvSpPr/>
            <p:nvPr/>
          </p:nvSpPr>
          <p:spPr>
            <a:xfrm>
              <a:off x="8222062" y="1963549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7" name="pl21117"/>
            <p:cNvSpPr/>
            <p:nvPr/>
          </p:nvSpPr>
          <p:spPr>
            <a:xfrm>
              <a:off x="8154586" y="183413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8" name="pl21118"/>
            <p:cNvSpPr/>
            <p:nvPr/>
          </p:nvSpPr>
          <p:spPr>
            <a:xfrm>
              <a:off x="8210744" y="1947283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19" name="pl21119"/>
            <p:cNvSpPr/>
            <p:nvPr/>
          </p:nvSpPr>
          <p:spPr>
            <a:xfrm>
              <a:off x="8210895" y="1963549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0" name="pl21120"/>
            <p:cNvSpPr/>
            <p:nvPr/>
          </p:nvSpPr>
          <p:spPr>
            <a:xfrm>
              <a:off x="8222062" y="1963549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1" name="pl21121"/>
            <p:cNvSpPr/>
            <p:nvPr/>
          </p:nvSpPr>
          <p:spPr>
            <a:xfrm>
              <a:off x="8188140" y="1963549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2" name="pl21122"/>
            <p:cNvSpPr/>
            <p:nvPr/>
          </p:nvSpPr>
          <p:spPr>
            <a:xfrm>
              <a:off x="8222062" y="1963549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3" name="pl21123"/>
            <p:cNvSpPr/>
            <p:nvPr/>
          </p:nvSpPr>
          <p:spPr>
            <a:xfrm>
              <a:off x="8221477" y="1954779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4" name="pl21124"/>
            <p:cNvSpPr/>
            <p:nvPr/>
          </p:nvSpPr>
          <p:spPr>
            <a:xfrm>
              <a:off x="8204645" y="191545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5" name="pl21125"/>
            <p:cNvSpPr/>
            <p:nvPr/>
          </p:nvSpPr>
          <p:spPr>
            <a:xfrm>
              <a:off x="8221690" y="195899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6" name="pl21126"/>
            <p:cNvSpPr/>
            <p:nvPr/>
          </p:nvSpPr>
          <p:spPr>
            <a:xfrm>
              <a:off x="8185096" y="1963549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7" name="pl21127"/>
            <p:cNvSpPr/>
            <p:nvPr/>
          </p:nvSpPr>
          <p:spPr>
            <a:xfrm>
              <a:off x="8222062" y="1963549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8" name="pl21128"/>
            <p:cNvSpPr/>
            <p:nvPr/>
          </p:nvSpPr>
          <p:spPr>
            <a:xfrm>
              <a:off x="8222062" y="1963549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29" name="pl21129"/>
            <p:cNvSpPr/>
            <p:nvPr/>
          </p:nvSpPr>
          <p:spPr>
            <a:xfrm>
              <a:off x="8221250" y="195280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0" name="pl21130"/>
            <p:cNvSpPr/>
            <p:nvPr/>
          </p:nvSpPr>
          <p:spPr>
            <a:xfrm>
              <a:off x="8208272" y="1963549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1" name="pl21131"/>
            <p:cNvSpPr/>
            <p:nvPr/>
          </p:nvSpPr>
          <p:spPr>
            <a:xfrm>
              <a:off x="8222062" y="1963549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2" name="pl21132"/>
            <p:cNvSpPr/>
            <p:nvPr/>
          </p:nvSpPr>
          <p:spPr>
            <a:xfrm>
              <a:off x="8213026" y="1913242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3" name="pl21133"/>
            <p:cNvSpPr/>
            <p:nvPr/>
          </p:nvSpPr>
          <p:spPr>
            <a:xfrm>
              <a:off x="8362961" y="1950401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4" name="pl21134"/>
            <p:cNvSpPr/>
            <p:nvPr/>
          </p:nvSpPr>
          <p:spPr>
            <a:xfrm>
              <a:off x="8284224" y="195631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5" name="pl21135"/>
            <p:cNvSpPr/>
            <p:nvPr/>
          </p:nvSpPr>
          <p:spPr>
            <a:xfrm>
              <a:off x="8124569" y="200287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6" name="pl21136"/>
            <p:cNvSpPr/>
            <p:nvPr/>
          </p:nvSpPr>
          <p:spPr>
            <a:xfrm>
              <a:off x="8199844" y="198072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7" name="pl21137"/>
            <p:cNvSpPr/>
            <p:nvPr/>
          </p:nvSpPr>
          <p:spPr>
            <a:xfrm>
              <a:off x="8199844" y="1991529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8" name="pl21138"/>
            <p:cNvSpPr/>
            <p:nvPr/>
          </p:nvSpPr>
          <p:spPr>
            <a:xfrm>
              <a:off x="8177836" y="198554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39" name="pl21139"/>
            <p:cNvSpPr/>
            <p:nvPr/>
          </p:nvSpPr>
          <p:spPr>
            <a:xfrm>
              <a:off x="8199844" y="197468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0" name="pl21140"/>
            <p:cNvSpPr/>
            <p:nvPr/>
          </p:nvSpPr>
          <p:spPr>
            <a:xfrm>
              <a:off x="8188140" y="1987124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1" name="pl21141"/>
            <p:cNvSpPr/>
            <p:nvPr/>
          </p:nvSpPr>
          <p:spPr>
            <a:xfrm>
              <a:off x="8192107" y="206384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2" name="pl21142"/>
            <p:cNvSpPr/>
            <p:nvPr/>
          </p:nvSpPr>
          <p:spPr>
            <a:xfrm>
              <a:off x="8221122" y="1947087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3" name="pl21143"/>
            <p:cNvSpPr/>
            <p:nvPr/>
          </p:nvSpPr>
          <p:spPr>
            <a:xfrm>
              <a:off x="8232390" y="195948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4" name="pl21144"/>
            <p:cNvSpPr/>
            <p:nvPr/>
          </p:nvSpPr>
          <p:spPr>
            <a:xfrm>
              <a:off x="8366563" y="167163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5" name="pl21145"/>
            <p:cNvSpPr/>
            <p:nvPr/>
          </p:nvSpPr>
          <p:spPr>
            <a:xfrm>
              <a:off x="8532577" y="165536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6" name="pl21146"/>
            <p:cNvSpPr/>
            <p:nvPr/>
          </p:nvSpPr>
          <p:spPr>
            <a:xfrm>
              <a:off x="8532577" y="1607747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7" name="pl21147"/>
            <p:cNvSpPr/>
            <p:nvPr/>
          </p:nvSpPr>
          <p:spPr>
            <a:xfrm>
              <a:off x="8532577" y="1626732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8" name="pl21148"/>
            <p:cNvSpPr/>
            <p:nvPr/>
          </p:nvSpPr>
          <p:spPr>
            <a:xfrm>
              <a:off x="8532577" y="1656835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49" name="pl21149"/>
            <p:cNvSpPr/>
            <p:nvPr/>
          </p:nvSpPr>
          <p:spPr>
            <a:xfrm>
              <a:off x="8428508" y="167163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0" name="pl21150"/>
            <p:cNvSpPr/>
            <p:nvPr/>
          </p:nvSpPr>
          <p:spPr>
            <a:xfrm>
              <a:off x="8532577" y="164545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1" name="pl21151"/>
            <p:cNvSpPr/>
            <p:nvPr/>
          </p:nvSpPr>
          <p:spPr>
            <a:xfrm>
              <a:off x="8532577" y="164253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2" name="pl21152"/>
            <p:cNvSpPr/>
            <p:nvPr/>
          </p:nvSpPr>
          <p:spPr>
            <a:xfrm>
              <a:off x="8532577" y="166570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3" name="pl21153"/>
            <p:cNvSpPr/>
            <p:nvPr/>
          </p:nvSpPr>
          <p:spPr>
            <a:xfrm>
              <a:off x="8532577" y="161540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4" name="pl21154"/>
            <p:cNvSpPr/>
            <p:nvPr/>
          </p:nvSpPr>
          <p:spPr>
            <a:xfrm>
              <a:off x="8269252" y="1886543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5" name="pl21155"/>
            <p:cNvSpPr/>
            <p:nvPr/>
          </p:nvSpPr>
          <p:spPr>
            <a:xfrm>
              <a:off x="8193041" y="191958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6" name="pl21156"/>
            <p:cNvSpPr/>
            <p:nvPr/>
          </p:nvSpPr>
          <p:spPr>
            <a:xfrm>
              <a:off x="8221122" y="1947087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7" name="pl21157"/>
            <p:cNvSpPr/>
            <p:nvPr/>
          </p:nvSpPr>
          <p:spPr>
            <a:xfrm>
              <a:off x="7846550" y="1323828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8" name="pl21158"/>
            <p:cNvSpPr/>
            <p:nvPr/>
          </p:nvSpPr>
          <p:spPr>
            <a:xfrm>
              <a:off x="7837703" y="1299405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59" name="pl21159"/>
            <p:cNvSpPr/>
            <p:nvPr/>
          </p:nvSpPr>
          <p:spPr>
            <a:xfrm>
              <a:off x="8930243" y="233386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0" name="pl21160"/>
            <p:cNvSpPr/>
            <p:nvPr/>
          </p:nvSpPr>
          <p:spPr>
            <a:xfrm>
              <a:off x="8914714" y="236227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1" name="pl21161"/>
            <p:cNvSpPr/>
            <p:nvPr/>
          </p:nvSpPr>
          <p:spPr>
            <a:xfrm>
              <a:off x="7592209" y="2401278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2" name="pl21162"/>
            <p:cNvSpPr/>
            <p:nvPr/>
          </p:nvSpPr>
          <p:spPr>
            <a:xfrm>
              <a:off x="7596930" y="236896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3" name="pl21163"/>
            <p:cNvSpPr/>
            <p:nvPr/>
          </p:nvSpPr>
          <p:spPr>
            <a:xfrm>
              <a:off x="7611764" y="2401278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4" name="pl21164"/>
            <p:cNvSpPr/>
            <p:nvPr/>
          </p:nvSpPr>
          <p:spPr>
            <a:xfrm>
              <a:off x="8241367" y="1033462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5" name="pl21165"/>
            <p:cNvSpPr/>
            <p:nvPr/>
          </p:nvSpPr>
          <p:spPr>
            <a:xfrm>
              <a:off x="8296214" y="164783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6" name="pl21166"/>
            <p:cNvSpPr/>
            <p:nvPr/>
          </p:nvSpPr>
          <p:spPr>
            <a:xfrm>
              <a:off x="8395714" y="2692418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7" name="pl21167"/>
            <p:cNvSpPr/>
            <p:nvPr/>
          </p:nvSpPr>
          <p:spPr>
            <a:xfrm>
              <a:off x="8200463" y="206384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8" name="pl21168"/>
            <p:cNvSpPr/>
            <p:nvPr/>
          </p:nvSpPr>
          <p:spPr>
            <a:xfrm>
              <a:off x="8188330" y="206776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69" name="pl21169"/>
            <p:cNvSpPr/>
            <p:nvPr/>
          </p:nvSpPr>
          <p:spPr>
            <a:xfrm>
              <a:off x="8181054" y="206776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0" name="pl21170"/>
            <p:cNvSpPr/>
            <p:nvPr/>
          </p:nvSpPr>
          <p:spPr>
            <a:xfrm>
              <a:off x="8234865" y="270323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1" name="pl21171"/>
            <p:cNvSpPr/>
            <p:nvPr/>
          </p:nvSpPr>
          <p:spPr>
            <a:xfrm>
              <a:off x="8474113" y="1506872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2" name="pl21172"/>
            <p:cNvSpPr/>
            <p:nvPr/>
          </p:nvSpPr>
          <p:spPr>
            <a:xfrm>
              <a:off x="8366563" y="161775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3" name="pl21173"/>
            <p:cNvSpPr/>
            <p:nvPr/>
          </p:nvSpPr>
          <p:spPr>
            <a:xfrm>
              <a:off x="8141174" y="191246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4" name="pl21174"/>
            <p:cNvSpPr/>
            <p:nvPr/>
          </p:nvSpPr>
          <p:spPr>
            <a:xfrm>
              <a:off x="8285241" y="213490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5" name="pl21175"/>
            <p:cNvSpPr/>
            <p:nvPr/>
          </p:nvSpPr>
          <p:spPr>
            <a:xfrm>
              <a:off x="8366563" y="172176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6" name="pl21176"/>
            <p:cNvSpPr/>
            <p:nvPr/>
          </p:nvSpPr>
          <p:spPr>
            <a:xfrm>
              <a:off x="8433133" y="170243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7" name="pl21177"/>
            <p:cNvSpPr/>
            <p:nvPr/>
          </p:nvSpPr>
          <p:spPr>
            <a:xfrm>
              <a:off x="8433133" y="171769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8" name="pl21178"/>
            <p:cNvSpPr/>
            <p:nvPr/>
          </p:nvSpPr>
          <p:spPr>
            <a:xfrm>
              <a:off x="8433133" y="168491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79" name="pl21179"/>
            <p:cNvSpPr/>
            <p:nvPr/>
          </p:nvSpPr>
          <p:spPr>
            <a:xfrm>
              <a:off x="8269252" y="188218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0" name="pl21180"/>
            <p:cNvSpPr/>
            <p:nvPr/>
          </p:nvSpPr>
          <p:spPr>
            <a:xfrm>
              <a:off x="9058213" y="204033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1" name="pl21181"/>
            <p:cNvSpPr/>
            <p:nvPr/>
          </p:nvSpPr>
          <p:spPr>
            <a:xfrm>
              <a:off x="7421473" y="178488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2" name="pl21182"/>
            <p:cNvSpPr/>
            <p:nvPr/>
          </p:nvSpPr>
          <p:spPr>
            <a:xfrm>
              <a:off x="8244057" y="199796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3" name="pl21183"/>
            <p:cNvSpPr/>
            <p:nvPr/>
          </p:nvSpPr>
          <p:spPr>
            <a:xfrm>
              <a:off x="8244057" y="199796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4" name="pl21184"/>
            <p:cNvSpPr/>
            <p:nvPr/>
          </p:nvSpPr>
          <p:spPr>
            <a:xfrm>
              <a:off x="8244057" y="199796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5" name="pl21185"/>
            <p:cNvSpPr/>
            <p:nvPr/>
          </p:nvSpPr>
          <p:spPr>
            <a:xfrm>
              <a:off x="8213026" y="1903717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6" name="pl21186"/>
            <p:cNvSpPr/>
            <p:nvPr/>
          </p:nvSpPr>
          <p:spPr>
            <a:xfrm>
              <a:off x="7961804" y="1825626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7" name="pl21187"/>
            <p:cNvSpPr/>
            <p:nvPr/>
          </p:nvSpPr>
          <p:spPr>
            <a:xfrm>
              <a:off x="8277150" y="213915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8" name="pl21188"/>
            <p:cNvSpPr/>
            <p:nvPr/>
          </p:nvSpPr>
          <p:spPr>
            <a:xfrm>
              <a:off x="8242445" y="195648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89" name="pl21189"/>
            <p:cNvSpPr/>
            <p:nvPr/>
          </p:nvSpPr>
          <p:spPr>
            <a:xfrm>
              <a:off x="9023585" y="1516111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0" name="pl21190"/>
            <p:cNvSpPr/>
            <p:nvPr/>
          </p:nvSpPr>
          <p:spPr>
            <a:xfrm>
              <a:off x="8221122" y="192719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1" name="pl21191"/>
            <p:cNvSpPr/>
            <p:nvPr/>
          </p:nvSpPr>
          <p:spPr>
            <a:xfrm>
              <a:off x="8239382" y="189113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2" name="pl21192"/>
            <p:cNvSpPr/>
            <p:nvPr/>
          </p:nvSpPr>
          <p:spPr>
            <a:xfrm>
              <a:off x="8743756" y="119236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3" name="pl21193"/>
            <p:cNvSpPr/>
            <p:nvPr/>
          </p:nvSpPr>
          <p:spPr>
            <a:xfrm>
              <a:off x="8219812" y="1938341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4" name="pl21194"/>
            <p:cNvSpPr/>
            <p:nvPr/>
          </p:nvSpPr>
          <p:spPr>
            <a:xfrm>
              <a:off x="8219812" y="1935447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5" name="pl21195"/>
            <p:cNvSpPr/>
            <p:nvPr/>
          </p:nvSpPr>
          <p:spPr>
            <a:xfrm>
              <a:off x="8357346" y="145517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6" name="pl21196"/>
            <p:cNvSpPr/>
            <p:nvPr/>
          </p:nvSpPr>
          <p:spPr>
            <a:xfrm>
              <a:off x="8295644" y="213490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7" name="pl21197"/>
            <p:cNvSpPr/>
            <p:nvPr/>
          </p:nvSpPr>
          <p:spPr>
            <a:xfrm>
              <a:off x="8295644" y="213490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8" name="pl21198"/>
            <p:cNvSpPr/>
            <p:nvPr/>
          </p:nvSpPr>
          <p:spPr>
            <a:xfrm>
              <a:off x="8360100" y="190473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199" name="pl21199"/>
            <p:cNvSpPr/>
            <p:nvPr/>
          </p:nvSpPr>
          <p:spPr>
            <a:xfrm>
              <a:off x="8360830" y="1904439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00" name="pg21200"/>
            <p:cNvSpPr/>
            <p:nvPr/>
          </p:nvSpPr>
          <p:spPr>
            <a:xfrm>
              <a:off x="8093266" y="17530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1" name="pt21201"/>
            <p:cNvSpPr/>
            <p:nvPr/>
          </p:nvSpPr>
          <p:spPr>
            <a:xfrm>
              <a:off x="8389018" y="17083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2" name="pt21202"/>
            <p:cNvSpPr/>
            <p:nvPr/>
          </p:nvSpPr>
          <p:spPr>
            <a:xfrm>
              <a:off x="8399585" y="16691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3" name="pt21203"/>
            <p:cNvSpPr/>
            <p:nvPr/>
          </p:nvSpPr>
          <p:spPr>
            <a:xfrm>
              <a:off x="8202785" y="19520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4" name="pt21204"/>
            <p:cNvSpPr/>
            <p:nvPr/>
          </p:nvSpPr>
          <p:spPr>
            <a:xfrm>
              <a:off x="8209757" y="19609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5" name="pt21205"/>
            <p:cNvSpPr/>
            <p:nvPr/>
          </p:nvSpPr>
          <p:spPr>
            <a:xfrm>
              <a:off x="8156888" y="1868994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6" name="pt21206"/>
            <p:cNvSpPr/>
            <p:nvPr/>
          </p:nvSpPr>
          <p:spPr>
            <a:xfrm>
              <a:off x="8153862" y="1761117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7" name="pt21207"/>
            <p:cNvSpPr/>
            <p:nvPr/>
          </p:nvSpPr>
          <p:spPr>
            <a:xfrm>
              <a:off x="8410599" y="1316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8" name="pg21208"/>
            <p:cNvSpPr/>
            <p:nvPr/>
          </p:nvSpPr>
          <p:spPr>
            <a:xfrm>
              <a:off x="8196128" y="206849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09" name="pg21209"/>
            <p:cNvSpPr/>
            <p:nvPr/>
          </p:nvSpPr>
          <p:spPr>
            <a:xfrm>
              <a:off x="8197485" y="19642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0" name="pt21210"/>
            <p:cNvSpPr/>
            <p:nvPr/>
          </p:nvSpPr>
          <p:spPr>
            <a:xfrm>
              <a:off x="8488618" y="2622022"/>
              <a:ext cx="74834" cy="74834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1" name="pt21211"/>
            <p:cNvSpPr/>
            <p:nvPr/>
          </p:nvSpPr>
          <p:spPr>
            <a:xfrm>
              <a:off x="8226776" y="18932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2" name="pt21212"/>
            <p:cNvSpPr/>
            <p:nvPr/>
          </p:nvSpPr>
          <p:spPr>
            <a:xfrm>
              <a:off x="8144735" y="1917968"/>
              <a:ext cx="48833" cy="48833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3" name="pt21213"/>
            <p:cNvSpPr/>
            <p:nvPr/>
          </p:nvSpPr>
          <p:spPr>
            <a:xfrm>
              <a:off x="8590101" y="18822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4" name="pt21214"/>
            <p:cNvSpPr/>
            <p:nvPr/>
          </p:nvSpPr>
          <p:spPr>
            <a:xfrm>
              <a:off x="8487986" y="175112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5" name="pg21215"/>
            <p:cNvSpPr/>
            <p:nvPr/>
          </p:nvSpPr>
          <p:spPr>
            <a:xfrm>
              <a:off x="8079625" y="17880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6" name="pt21216"/>
            <p:cNvSpPr/>
            <p:nvPr/>
          </p:nvSpPr>
          <p:spPr>
            <a:xfrm>
              <a:off x="9045269" y="1713521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7" name="pg21217"/>
            <p:cNvSpPr/>
            <p:nvPr/>
          </p:nvSpPr>
          <p:spPr>
            <a:xfrm>
              <a:off x="8787566" y="1808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8" name="pg21218"/>
            <p:cNvSpPr/>
            <p:nvPr/>
          </p:nvSpPr>
          <p:spPr>
            <a:xfrm>
              <a:off x="8472466" y="182114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19" name="pt21219"/>
            <p:cNvSpPr/>
            <p:nvPr/>
          </p:nvSpPr>
          <p:spPr>
            <a:xfrm>
              <a:off x="8173841" y="20561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0" name="pt21220"/>
            <p:cNvSpPr/>
            <p:nvPr/>
          </p:nvSpPr>
          <p:spPr>
            <a:xfrm>
              <a:off x="8111507" y="25836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1" name="pt21221"/>
            <p:cNvSpPr/>
            <p:nvPr/>
          </p:nvSpPr>
          <p:spPr>
            <a:xfrm>
              <a:off x="8146351" y="1837390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2" name="pt21222"/>
            <p:cNvSpPr/>
            <p:nvPr/>
          </p:nvSpPr>
          <p:spPr>
            <a:xfrm>
              <a:off x="8544927" y="14824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3" name="pt21223"/>
            <p:cNvSpPr/>
            <p:nvPr/>
          </p:nvSpPr>
          <p:spPr>
            <a:xfrm>
              <a:off x="8585835" y="171475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4" name="pl21224"/>
            <p:cNvSpPr/>
            <p:nvPr/>
          </p:nvSpPr>
          <p:spPr>
            <a:xfrm>
              <a:off x="8125567" y="182064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5" name="pl21225"/>
            <p:cNvSpPr/>
            <p:nvPr/>
          </p:nvSpPr>
          <p:spPr>
            <a:xfrm>
              <a:off x="8160098" y="178611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6" name="pt21226"/>
            <p:cNvSpPr/>
            <p:nvPr/>
          </p:nvSpPr>
          <p:spPr>
            <a:xfrm>
              <a:off x="8248372" y="1863749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27" name="pl21227"/>
            <p:cNvSpPr/>
            <p:nvPr/>
          </p:nvSpPr>
          <p:spPr>
            <a:xfrm>
              <a:off x="8083988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8" name="pl21228"/>
            <p:cNvSpPr/>
            <p:nvPr/>
          </p:nvSpPr>
          <p:spPr>
            <a:xfrm>
              <a:off x="8083988" y="1745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29" name="pl21229"/>
            <p:cNvSpPr/>
            <p:nvPr/>
          </p:nvSpPr>
          <p:spPr>
            <a:xfrm>
              <a:off x="7998446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0" name="pl21230"/>
            <p:cNvSpPr/>
            <p:nvPr/>
          </p:nvSpPr>
          <p:spPr>
            <a:xfrm>
              <a:off x="7998446" y="1046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1" name="pl21231"/>
            <p:cNvSpPr/>
            <p:nvPr/>
          </p:nvSpPr>
          <p:spPr>
            <a:xfrm>
              <a:off x="7988332" y="10712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2" name="pl21232"/>
            <p:cNvSpPr/>
            <p:nvPr/>
          </p:nvSpPr>
          <p:spPr>
            <a:xfrm>
              <a:off x="8022863" y="10367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3" name="pg21233"/>
            <p:cNvSpPr/>
            <p:nvPr/>
          </p:nvSpPr>
          <p:spPr>
            <a:xfrm>
              <a:off x="8147321" y="202281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34" name="pt21234"/>
            <p:cNvSpPr/>
            <p:nvPr/>
          </p:nvSpPr>
          <p:spPr>
            <a:xfrm>
              <a:off x="7779093" y="11837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35" name="pt21235"/>
            <p:cNvSpPr/>
            <p:nvPr/>
          </p:nvSpPr>
          <p:spPr>
            <a:xfrm>
              <a:off x="8456287" y="186404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36" name="pl21236"/>
            <p:cNvSpPr/>
            <p:nvPr/>
          </p:nvSpPr>
          <p:spPr>
            <a:xfrm>
              <a:off x="8164745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7" name="pl21237"/>
            <p:cNvSpPr/>
            <p:nvPr/>
          </p:nvSpPr>
          <p:spPr>
            <a:xfrm>
              <a:off x="8164745" y="189925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8" name="pl21238"/>
            <p:cNvSpPr/>
            <p:nvPr/>
          </p:nvSpPr>
          <p:spPr>
            <a:xfrm>
              <a:off x="8149247" y="1936676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39" name="pl21239"/>
            <p:cNvSpPr/>
            <p:nvPr/>
          </p:nvSpPr>
          <p:spPr>
            <a:xfrm>
              <a:off x="8202163" y="188375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0" name="pl21240"/>
            <p:cNvSpPr/>
            <p:nvPr/>
          </p:nvSpPr>
          <p:spPr>
            <a:xfrm>
              <a:off x="8147209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1" name="pl21241"/>
            <p:cNvSpPr/>
            <p:nvPr/>
          </p:nvSpPr>
          <p:spPr>
            <a:xfrm>
              <a:off x="8147209" y="18460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2" name="pl21242"/>
            <p:cNvSpPr/>
            <p:nvPr/>
          </p:nvSpPr>
          <p:spPr>
            <a:xfrm>
              <a:off x="8129480" y="188888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3" name="pl21243"/>
            <p:cNvSpPr/>
            <p:nvPr/>
          </p:nvSpPr>
          <p:spPr>
            <a:xfrm>
              <a:off x="8190011" y="182835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4" name="pt21244"/>
            <p:cNvSpPr/>
            <p:nvPr/>
          </p:nvSpPr>
          <p:spPr>
            <a:xfrm>
              <a:off x="8148891" y="1906804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45" name="pt21245"/>
            <p:cNvSpPr/>
            <p:nvPr/>
          </p:nvSpPr>
          <p:spPr>
            <a:xfrm>
              <a:off x="8084230" y="196253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46" name="pl21246"/>
            <p:cNvSpPr/>
            <p:nvPr/>
          </p:nvSpPr>
          <p:spPr>
            <a:xfrm>
              <a:off x="8089006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7" name="pl21247"/>
            <p:cNvSpPr/>
            <p:nvPr/>
          </p:nvSpPr>
          <p:spPr>
            <a:xfrm>
              <a:off x="8089006" y="173885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8" name="pl21248"/>
            <p:cNvSpPr/>
            <p:nvPr/>
          </p:nvSpPr>
          <p:spPr>
            <a:xfrm>
              <a:off x="8073507" y="177627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49" name="pl21249"/>
            <p:cNvSpPr/>
            <p:nvPr/>
          </p:nvSpPr>
          <p:spPr>
            <a:xfrm>
              <a:off x="8126423" y="172335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0" name="pt21250"/>
            <p:cNvSpPr/>
            <p:nvPr/>
          </p:nvSpPr>
          <p:spPr>
            <a:xfrm>
              <a:off x="8139351" y="1798538"/>
              <a:ext cx="48833" cy="48833"/>
            </a:xfrm>
            <a:prstGeom prst="ellipse">
              <a:avLst/>
            </a:prstGeom>
            <a:solidFill>
              <a:srgbClr val="A6761D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51" name="pl21251"/>
            <p:cNvSpPr/>
            <p:nvPr/>
          </p:nvSpPr>
          <p:spPr>
            <a:xfrm>
              <a:off x="8234987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2" name="pl21252"/>
            <p:cNvSpPr/>
            <p:nvPr/>
          </p:nvSpPr>
          <p:spPr>
            <a:xfrm>
              <a:off x="8234987" y="19928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3" name="pl21253"/>
            <p:cNvSpPr/>
            <p:nvPr/>
          </p:nvSpPr>
          <p:spPr>
            <a:xfrm>
              <a:off x="8224873" y="20172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4" name="pl21254"/>
            <p:cNvSpPr/>
            <p:nvPr/>
          </p:nvSpPr>
          <p:spPr>
            <a:xfrm>
              <a:off x="8259403" y="19827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5" name="pl21255"/>
            <p:cNvSpPr/>
            <p:nvPr/>
          </p:nvSpPr>
          <p:spPr>
            <a:xfrm>
              <a:off x="8150741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6" name="pl21256"/>
            <p:cNvSpPr/>
            <p:nvPr/>
          </p:nvSpPr>
          <p:spPr>
            <a:xfrm>
              <a:off x="8150741" y="187670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7" name="pl21257"/>
            <p:cNvSpPr/>
            <p:nvPr/>
          </p:nvSpPr>
          <p:spPr>
            <a:xfrm>
              <a:off x="8121589" y="1947087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8" name="pl21258"/>
            <p:cNvSpPr/>
            <p:nvPr/>
          </p:nvSpPr>
          <p:spPr>
            <a:xfrm>
              <a:off x="8221122" y="1847554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59" name="pl21259"/>
            <p:cNvSpPr/>
            <p:nvPr/>
          </p:nvSpPr>
          <p:spPr>
            <a:xfrm>
              <a:off x="8482013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0" name="pl21260"/>
            <p:cNvSpPr/>
            <p:nvPr/>
          </p:nvSpPr>
          <p:spPr>
            <a:xfrm>
              <a:off x="8482013" y="171820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1" name="pl21261"/>
            <p:cNvSpPr/>
            <p:nvPr/>
          </p:nvSpPr>
          <p:spPr>
            <a:xfrm>
              <a:off x="8464284" y="176100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2" name="pl21262"/>
            <p:cNvSpPr/>
            <p:nvPr/>
          </p:nvSpPr>
          <p:spPr>
            <a:xfrm>
              <a:off x="8524816" y="1700475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3" name="pl21263"/>
            <p:cNvSpPr/>
            <p:nvPr/>
          </p:nvSpPr>
          <p:spPr>
            <a:xfrm>
              <a:off x="7398997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4" name="pl21264"/>
            <p:cNvSpPr/>
            <p:nvPr/>
          </p:nvSpPr>
          <p:spPr>
            <a:xfrm>
              <a:off x="7398997" y="1921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5" name="pl21265"/>
            <p:cNvSpPr/>
            <p:nvPr/>
          </p:nvSpPr>
          <p:spPr>
            <a:xfrm>
              <a:off x="7388883" y="1945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6" name="pl21266"/>
            <p:cNvSpPr/>
            <p:nvPr/>
          </p:nvSpPr>
          <p:spPr>
            <a:xfrm>
              <a:off x="7423414" y="1910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7" name="pt21267"/>
            <p:cNvSpPr/>
            <p:nvPr/>
          </p:nvSpPr>
          <p:spPr>
            <a:xfrm>
              <a:off x="8324979" y="14967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68" name="pl21268"/>
            <p:cNvSpPr/>
            <p:nvPr/>
          </p:nvSpPr>
          <p:spPr>
            <a:xfrm>
              <a:off x="7930537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69" name="pl21269"/>
            <p:cNvSpPr/>
            <p:nvPr/>
          </p:nvSpPr>
          <p:spPr>
            <a:xfrm>
              <a:off x="7930537" y="17920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0" name="pl21270"/>
            <p:cNvSpPr/>
            <p:nvPr/>
          </p:nvSpPr>
          <p:spPr>
            <a:xfrm>
              <a:off x="7916616" y="182562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1" name="pl21271"/>
            <p:cNvSpPr/>
            <p:nvPr/>
          </p:nvSpPr>
          <p:spPr>
            <a:xfrm>
              <a:off x="7964147" y="177809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2" name="pl21272"/>
            <p:cNvSpPr/>
            <p:nvPr/>
          </p:nvSpPr>
          <p:spPr>
            <a:xfrm>
              <a:off x="8226849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3" name="pl21273"/>
            <p:cNvSpPr/>
            <p:nvPr/>
          </p:nvSpPr>
          <p:spPr>
            <a:xfrm>
              <a:off x="8226849" y="210543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4" name="pl21274"/>
            <p:cNvSpPr/>
            <p:nvPr/>
          </p:nvSpPr>
          <p:spPr>
            <a:xfrm>
              <a:off x="8212927" y="213904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5" name="pl21275"/>
            <p:cNvSpPr/>
            <p:nvPr/>
          </p:nvSpPr>
          <p:spPr>
            <a:xfrm>
              <a:off x="8260458" y="209151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6" name="pt21276"/>
            <p:cNvSpPr/>
            <p:nvPr/>
          </p:nvSpPr>
          <p:spPr>
            <a:xfrm>
              <a:off x="8123143" y="1948092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77" name="pl21277"/>
            <p:cNvSpPr/>
            <p:nvPr/>
          </p:nvSpPr>
          <p:spPr>
            <a:xfrm>
              <a:off x="8139008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8" name="pl21278"/>
            <p:cNvSpPr/>
            <p:nvPr/>
          </p:nvSpPr>
          <p:spPr>
            <a:xfrm>
              <a:off x="8139008" y="1794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79" name="pl21279"/>
            <p:cNvSpPr/>
            <p:nvPr/>
          </p:nvSpPr>
          <p:spPr>
            <a:xfrm>
              <a:off x="8128894" y="1819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0" name="pl21280"/>
            <p:cNvSpPr/>
            <p:nvPr/>
          </p:nvSpPr>
          <p:spPr>
            <a:xfrm>
              <a:off x="8163425" y="1784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1" name="pt21281"/>
            <p:cNvSpPr/>
            <p:nvPr/>
          </p:nvSpPr>
          <p:spPr>
            <a:xfrm>
              <a:off x="8236811" y="209881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82" name="pt21282"/>
            <p:cNvSpPr/>
            <p:nvPr/>
          </p:nvSpPr>
          <p:spPr>
            <a:xfrm>
              <a:off x="8437785" y="182784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83" name="pt21283"/>
            <p:cNvSpPr/>
            <p:nvPr/>
          </p:nvSpPr>
          <p:spPr>
            <a:xfrm>
              <a:off x="8319884" y="1930241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84" name="pl21284"/>
            <p:cNvSpPr/>
            <p:nvPr/>
          </p:nvSpPr>
          <p:spPr>
            <a:xfrm>
              <a:off x="8268402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5" name="pl21285"/>
            <p:cNvSpPr/>
            <p:nvPr/>
          </p:nvSpPr>
          <p:spPr>
            <a:xfrm>
              <a:off x="8268402" y="18757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6" name="pl21286"/>
            <p:cNvSpPr/>
            <p:nvPr/>
          </p:nvSpPr>
          <p:spPr>
            <a:xfrm>
              <a:off x="8254481" y="190936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7" name="pl21287"/>
            <p:cNvSpPr/>
            <p:nvPr/>
          </p:nvSpPr>
          <p:spPr>
            <a:xfrm>
              <a:off x="8302012" y="186183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8" name="pl21288"/>
            <p:cNvSpPr/>
            <p:nvPr/>
          </p:nvSpPr>
          <p:spPr>
            <a:xfrm>
              <a:off x="8147296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89" name="pl21289"/>
            <p:cNvSpPr/>
            <p:nvPr/>
          </p:nvSpPr>
          <p:spPr>
            <a:xfrm>
              <a:off x="8147296" y="1856346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0" name="pl21290"/>
            <p:cNvSpPr/>
            <p:nvPr/>
          </p:nvSpPr>
          <p:spPr>
            <a:xfrm>
              <a:off x="8122435" y="191636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1" name="pl21291"/>
            <p:cNvSpPr/>
            <p:nvPr/>
          </p:nvSpPr>
          <p:spPr>
            <a:xfrm>
              <a:off x="8207316" y="1831485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2" name="pl21292"/>
            <p:cNvSpPr/>
            <p:nvPr/>
          </p:nvSpPr>
          <p:spPr>
            <a:xfrm>
              <a:off x="8235297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3" name="pl21293"/>
            <p:cNvSpPr/>
            <p:nvPr/>
          </p:nvSpPr>
          <p:spPr>
            <a:xfrm>
              <a:off x="8235297" y="18561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4" name="pl21294"/>
            <p:cNvSpPr/>
            <p:nvPr/>
          </p:nvSpPr>
          <p:spPr>
            <a:xfrm>
              <a:off x="8225183" y="18805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5" name="pl21295"/>
            <p:cNvSpPr/>
            <p:nvPr/>
          </p:nvSpPr>
          <p:spPr>
            <a:xfrm>
              <a:off x="8259714" y="18460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6" name="pg21296"/>
            <p:cNvSpPr/>
            <p:nvPr/>
          </p:nvSpPr>
          <p:spPr>
            <a:xfrm>
              <a:off x="9008971" y="2124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297" name="pl21297"/>
            <p:cNvSpPr/>
            <p:nvPr/>
          </p:nvSpPr>
          <p:spPr>
            <a:xfrm>
              <a:off x="7696399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8" name="pl21298"/>
            <p:cNvSpPr/>
            <p:nvPr/>
          </p:nvSpPr>
          <p:spPr>
            <a:xfrm>
              <a:off x="7696399" y="11600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299" name="pl21299"/>
            <p:cNvSpPr/>
            <p:nvPr/>
          </p:nvSpPr>
          <p:spPr>
            <a:xfrm>
              <a:off x="7686285" y="11845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0" name="pl21300"/>
            <p:cNvSpPr/>
            <p:nvPr/>
          </p:nvSpPr>
          <p:spPr>
            <a:xfrm>
              <a:off x="7720816" y="11499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1" name="pl21301"/>
            <p:cNvSpPr/>
            <p:nvPr/>
          </p:nvSpPr>
          <p:spPr>
            <a:xfrm>
              <a:off x="8234375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2" name="pl21302"/>
            <p:cNvSpPr/>
            <p:nvPr/>
          </p:nvSpPr>
          <p:spPr>
            <a:xfrm>
              <a:off x="8234375" y="161936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3" name="pl21303"/>
            <p:cNvSpPr/>
            <p:nvPr/>
          </p:nvSpPr>
          <p:spPr>
            <a:xfrm>
              <a:off x="8208562" y="1681687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4" name="pl21304"/>
            <p:cNvSpPr/>
            <p:nvPr/>
          </p:nvSpPr>
          <p:spPr>
            <a:xfrm>
              <a:off x="8296695" y="1593554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5" name="pg21305"/>
            <p:cNvSpPr/>
            <p:nvPr/>
          </p:nvSpPr>
          <p:spPr>
            <a:xfrm>
              <a:off x="8083824" y="254250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06" name="pl21306"/>
            <p:cNvSpPr/>
            <p:nvPr/>
          </p:nvSpPr>
          <p:spPr>
            <a:xfrm>
              <a:off x="8121203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7" name="pl21307"/>
            <p:cNvSpPr/>
            <p:nvPr/>
          </p:nvSpPr>
          <p:spPr>
            <a:xfrm>
              <a:off x="8121203" y="1795447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8" name="pl21308"/>
            <p:cNvSpPr/>
            <p:nvPr/>
          </p:nvSpPr>
          <p:spPr>
            <a:xfrm>
              <a:off x="8099666" y="1847442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09" name="pl21309"/>
            <p:cNvSpPr/>
            <p:nvPr/>
          </p:nvSpPr>
          <p:spPr>
            <a:xfrm>
              <a:off x="8173198" y="1773910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0" name="pt21310"/>
            <p:cNvSpPr/>
            <p:nvPr/>
          </p:nvSpPr>
          <p:spPr>
            <a:xfrm>
              <a:off x="8204769" y="1924888"/>
              <a:ext cx="67219" cy="67219"/>
            </a:xfrm>
            <a:prstGeom prst="ellipse">
              <a:avLst/>
            </a:prstGeom>
            <a:solidFill>
              <a:srgbClr val="D95F02">
                <a:alpha val="3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1" name="pl21311"/>
            <p:cNvSpPr/>
            <p:nvPr/>
          </p:nvSpPr>
          <p:spPr>
            <a:xfrm>
              <a:off x="8167304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2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2" name="pl21312"/>
            <p:cNvSpPr/>
            <p:nvPr/>
          </p:nvSpPr>
          <p:spPr>
            <a:xfrm>
              <a:off x="8167304" y="185497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2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3" name="pl21313"/>
            <p:cNvSpPr/>
            <p:nvPr/>
          </p:nvSpPr>
          <p:spPr>
            <a:xfrm>
              <a:off x="8147116" y="1903717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2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4" name="pl21314"/>
            <p:cNvSpPr/>
            <p:nvPr/>
          </p:nvSpPr>
          <p:spPr>
            <a:xfrm>
              <a:off x="8216043" y="183479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588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5" name="pt21315"/>
            <p:cNvSpPr/>
            <p:nvPr/>
          </p:nvSpPr>
          <p:spPr>
            <a:xfrm>
              <a:off x="8388364" y="19985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6" name="pt21316"/>
            <p:cNvSpPr/>
            <p:nvPr/>
          </p:nvSpPr>
          <p:spPr>
            <a:xfrm>
              <a:off x="9048550" y="19884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7" name="pt21317"/>
            <p:cNvSpPr/>
            <p:nvPr/>
          </p:nvSpPr>
          <p:spPr>
            <a:xfrm>
              <a:off x="8423056" y="151430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18" name="pl21318"/>
            <p:cNvSpPr/>
            <p:nvPr/>
          </p:nvSpPr>
          <p:spPr>
            <a:xfrm>
              <a:off x="8363481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19" name="pl21319"/>
            <p:cNvSpPr/>
            <p:nvPr/>
          </p:nvSpPr>
          <p:spPr>
            <a:xfrm>
              <a:off x="8363481" y="141018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0" name="pl21320"/>
            <p:cNvSpPr/>
            <p:nvPr/>
          </p:nvSpPr>
          <p:spPr>
            <a:xfrm>
              <a:off x="8349560" y="144379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1" name="pl21321"/>
            <p:cNvSpPr/>
            <p:nvPr/>
          </p:nvSpPr>
          <p:spPr>
            <a:xfrm>
              <a:off x="8397091" y="139626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2" name="pt21322"/>
            <p:cNvSpPr/>
            <p:nvPr/>
          </p:nvSpPr>
          <p:spPr>
            <a:xfrm>
              <a:off x="8689275" y="2528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23" name="pl21323"/>
            <p:cNvSpPr/>
            <p:nvPr/>
          </p:nvSpPr>
          <p:spPr>
            <a:xfrm>
              <a:off x="8362104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4" name="pl21324"/>
            <p:cNvSpPr/>
            <p:nvPr/>
          </p:nvSpPr>
          <p:spPr>
            <a:xfrm>
              <a:off x="8362104" y="266590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5" name="pl21325"/>
            <p:cNvSpPr/>
            <p:nvPr/>
          </p:nvSpPr>
          <p:spPr>
            <a:xfrm>
              <a:off x="8348183" y="269951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6" name="pl21326"/>
            <p:cNvSpPr/>
            <p:nvPr/>
          </p:nvSpPr>
          <p:spPr>
            <a:xfrm>
              <a:off x="8395714" y="265198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7" name="pl21327"/>
            <p:cNvSpPr/>
            <p:nvPr/>
          </p:nvSpPr>
          <p:spPr>
            <a:xfrm>
              <a:off x="8133543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8" name="pl21328"/>
            <p:cNvSpPr/>
            <p:nvPr/>
          </p:nvSpPr>
          <p:spPr>
            <a:xfrm>
              <a:off x="8133543" y="1806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29" name="pl21329"/>
            <p:cNvSpPr/>
            <p:nvPr/>
          </p:nvSpPr>
          <p:spPr>
            <a:xfrm>
              <a:off x="8119621" y="18396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0" name="pl21330"/>
            <p:cNvSpPr/>
            <p:nvPr/>
          </p:nvSpPr>
          <p:spPr>
            <a:xfrm>
              <a:off x="8167152" y="179209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1" name="pt21331"/>
            <p:cNvSpPr/>
            <p:nvPr/>
          </p:nvSpPr>
          <p:spPr>
            <a:xfrm>
              <a:off x="8182392" y="1898132"/>
              <a:ext cx="74834" cy="74834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32" name="pl21332"/>
            <p:cNvSpPr/>
            <p:nvPr/>
          </p:nvSpPr>
          <p:spPr>
            <a:xfrm>
              <a:off x="7433456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3" name="pl21333"/>
            <p:cNvSpPr/>
            <p:nvPr/>
          </p:nvSpPr>
          <p:spPr>
            <a:xfrm>
              <a:off x="7433456" y="210220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4" name="pl21334"/>
            <p:cNvSpPr/>
            <p:nvPr/>
          </p:nvSpPr>
          <p:spPr>
            <a:xfrm>
              <a:off x="7416747" y="214254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5" name="pl21335"/>
            <p:cNvSpPr/>
            <p:nvPr/>
          </p:nvSpPr>
          <p:spPr>
            <a:xfrm>
              <a:off x="7473795" y="208550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6" name="pl21336"/>
            <p:cNvSpPr/>
            <p:nvPr/>
          </p:nvSpPr>
          <p:spPr>
            <a:xfrm>
              <a:off x="8148751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7" name="pl21337"/>
            <p:cNvSpPr/>
            <p:nvPr/>
          </p:nvSpPr>
          <p:spPr>
            <a:xfrm>
              <a:off x="8148751" y="2011845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8" name="pl21338"/>
            <p:cNvSpPr/>
            <p:nvPr/>
          </p:nvSpPr>
          <p:spPr>
            <a:xfrm>
              <a:off x="8127214" y="206384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39" name="pl21339"/>
            <p:cNvSpPr/>
            <p:nvPr/>
          </p:nvSpPr>
          <p:spPr>
            <a:xfrm>
              <a:off x="8200746" y="1990308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0" name="pt21340"/>
            <p:cNvSpPr/>
            <p:nvPr/>
          </p:nvSpPr>
          <p:spPr>
            <a:xfrm>
              <a:off x="8214346" y="1836232"/>
              <a:ext cx="109811" cy="109811"/>
            </a:xfrm>
            <a:prstGeom prst="ellipse">
              <a:avLst/>
            </a:prstGeom>
            <a:solidFill>
              <a:srgbClr val="D95F02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1" name="pt21341"/>
            <p:cNvSpPr/>
            <p:nvPr/>
          </p:nvSpPr>
          <p:spPr>
            <a:xfrm>
              <a:off x="8136691" y="1797300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2" name="pt21342"/>
            <p:cNvSpPr/>
            <p:nvPr/>
          </p:nvSpPr>
          <p:spPr>
            <a:xfrm>
              <a:off x="8352445" y="1936762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3" name="pg21343"/>
            <p:cNvSpPr/>
            <p:nvPr/>
          </p:nvSpPr>
          <p:spPr>
            <a:xfrm>
              <a:off x="8304023" y="14981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4" name="pl21344"/>
            <p:cNvSpPr/>
            <p:nvPr/>
          </p:nvSpPr>
          <p:spPr>
            <a:xfrm>
              <a:off x="7485446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5" name="pl21345"/>
            <p:cNvSpPr/>
            <p:nvPr/>
          </p:nvSpPr>
          <p:spPr>
            <a:xfrm>
              <a:off x="7485446" y="216910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6" name="pl21346"/>
            <p:cNvSpPr/>
            <p:nvPr/>
          </p:nvSpPr>
          <p:spPr>
            <a:xfrm>
              <a:off x="7471524" y="220271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7" name="pl21347"/>
            <p:cNvSpPr/>
            <p:nvPr/>
          </p:nvSpPr>
          <p:spPr>
            <a:xfrm>
              <a:off x="7519055" y="2155183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48" name="pt21348"/>
            <p:cNvSpPr/>
            <p:nvPr/>
          </p:nvSpPr>
          <p:spPr>
            <a:xfrm>
              <a:off x="8123333" y="1916637"/>
              <a:ext cx="109811" cy="109811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49" name="pt21349"/>
            <p:cNvSpPr/>
            <p:nvPr/>
          </p:nvSpPr>
          <p:spPr>
            <a:xfrm>
              <a:off x="8217794" y="1911030"/>
              <a:ext cx="48833" cy="48833"/>
            </a:xfrm>
            <a:prstGeom prst="ellipse">
              <a:avLst/>
            </a:prstGeom>
            <a:solidFill>
              <a:srgbClr val="7570B3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0" name="pg21350"/>
            <p:cNvSpPr/>
            <p:nvPr/>
          </p:nvSpPr>
          <p:spPr>
            <a:xfrm>
              <a:off x="8341838" y="13903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1" name="pt21351"/>
            <p:cNvSpPr/>
            <p:nvPr/>
          </p:nvSpPr>
          <p:spPr>
            <a:xfrm>
              <a:off x="8173561" y="1955836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2" name="pt21352"/>
            <p:cNvSpPr/>
            <p:nvPr/>
          </p:nvSpPr>
          <p:spPr>
            <a:xfrm>
              <a:off x="8231186" y="1993507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3" name="pl21353"/>
            <p:cNvSpPr/>
            <p:nvPr/>
          </p:nvSpPr>
          <p:spPr>
            <a:xfrm>
              <a:off x="8065124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4" name="pl21354"/>
            <p:cNvSpPr/>
            <p:nvPr/>
          </p:nvSpPr>
          <p:spPr>
            <a:xfrm>
              <a:off x="8065124" y="26925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5" name="pl21355"/>
            <p:cNvSpPr/>
            <p:nvPr/>
          </p:nvSpPr>
          <p:spPr>
            <a:xfrm>
              <a:off x="8055010" y="27169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6" name="pl21356"/>
            <p:cNvSpPr/>
            <p:nvPr/>
          </p:nvSpPr>
          <p:spPr>
            <a:xfrm>
              <a:off x="8089540" y="26823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57" name="pt21357"/>
            <p:cNvSpPr/>
            <p:nvPr/>
          </p:nvSpPr>
          <p:spPr>
            <a:xfrm>
              <a:off x="8114389" y="1839253"/>
              <a:ext cx="160668" cy="160668"/>
            </a:xfrm>
            <a:prstGeom prst="ellipse">
              <a:avLst/>
            </a:prstGeom>
            <a:solidFill>
              <a:srgbClr val="7570B3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8" name="pg21358"/>
            <p:cNvSpPr/>
            <p:nvPr/>
          </p:nvSpPr>
          <p:spPr>
            <a:xfrm>
              <a:off x="8299028" y="167430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59" name="pt21359"/>
            <p:cNvSpPr/>
            <p:nvPr/>
          </p:nvSpPr>
          <p:spPr>
            <a:xfrm>
              <a:off x="8086342" y="21956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0" name="pt21360"/>
            <p:cNvSpPr/>
            <p:nvPr/>
          </p:nvSpPr>
          <p:spPr>
            <a:xfrm>
              <a:off x="8109657" y="21728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1" name="pg21361"/>
            <p:cNvSpPr/>
            <p:nvPr/>
          </p:nvSpPr>
          <p:spPr>
            <a:xfrm>
              <a:off x="8364552" y="18981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2" name="pt21362"/>
            <p:cNvSpPr/>
            <p:nvPr/>
          </p:nvSpPr>
          <p:spPr>
            <a:xfrm>
              <a:off x="8126214" y="1805844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3" name="pt21363"/>
            <p:cNvSpPr/>
            <p:nvPr/>
          </p:nvSpPr>
          <p:spPr>
            <a:xfrm>
              <a:off x="8452745" y="1678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4" name="pt21364"/>
            <p:cNvSpPr/>
            <p:nvPr/>
          </p:nvSpPr>
          <p:spPr>
            <a:xfrm>
              <a:off x="8173061" y="1898164"/>
              <a:ext cx="80678" cy="80678"/>
            </a:xfrm>
            <a:prstGeom prst="ellipse">
              <a:avLst/>
            </a:prstGeom>
            <a:solidFill>
              <a:srgbClr val="7570B3">
                <a:alpha val="3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5" name="pt21365"/>
            <p:cNvSpPr/>
            <p:nvPr/>
          </p:nvSpPr>
          <p:spPr>
            <a:xfrm>
              <a:off x="8169677" y="1901438"/>
              <a:ext cx="74834" cy="74834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6" name="pt21366"/>
            <p:cNvSpPr/>
            <p:nvPr/>
          </p:nvSpPr>
          <p:spPr>
            <a:xfrm>
              <a:off x="8163913" y="21000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7" name="pt21367"/>
            <p:cNvSpPr/>
            <p:nvPr/>
          </p:nvSpPr>
          <p:spPr>
            <a:xfrm>
              <a:off x="8346872" y="14503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8" name="pt21368"/>
            <p:cNvSpPr/>
            <p:nvPr/>
          </p:nvSpPr>
          <p:spPr>
            <a:xfrm>
              <a:off x="7536495" y="15145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69" name="pt21369"/>
            <p:cNvSpPr/>
            <p:nvPr/>
          </p:nvSpPr>
          <p:spPr>
            <a:xfrm>
              <a:off x="8099652" y="1153653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0" name="pt21370"/>
            <p:cNvSpPr/>
            <p:nvPr/>
          </p:nvSpPr>
          <p:spPr>
            <a:xfrm>
              <a:off x="8922042" y="1357954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1" name="pt21371"/>
            <p:cNvSpPr/>
            <p:nvPr/>
          </p:nvSpPr>
          <p:spPr>
            <a:xfrm>
              <a:off x="8140934" y="169581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2" name="pt21372"/>
            <p:cNvSpPr/>
            <p:nvPr/>
          </p:nvSpPr>
          <p:spPr>
            <a:xfrm>
              <a:off x="8326928" y="1920795"/>
              <a:ext cx="80678" cy="80678"/>
            </a:xfrm>
            <a:prstGeom prst="ellipse">
              <a:avLst/>
            </a:pr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3" name="pt21373"/>
            <p:cNvSpPr/>
            <p:nvPr/>
          </p:nvSpPr>
          <p:spPr>
            <a:xfrm>
              <a:off x="7741322" y="12782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4" name="pt21374"/>
            <p:cNvSpPr/>
            <p:nvPr/>
          </p:nvSpPr>
          <p:spPr>
            <a:xfrm>
              <a:off x="8157231" y="17029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5" name="pt21375"/>
            <p:cNvSpPr/>
            <p:nvPr/>
          </p:nvSpPr>
          <p:spPr>
            <a:xfrm>
              <a:off x="8099005" y="1747786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6" name="pl21376"/>
            <p:cNvSpPr/>
            <p:nvPr/>
          </p:nvSpPr>
          <p:spPr>
            <a:xfrm>
              <a:off x="8099005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7" name="pl21377"/>
            <p:cNvSpPr/>
            <p:nvPr/>
          </p:nvSpPr>
          <p:spPr>
            <a:xfrm>
              <a:off x="8099005" y="17477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378" name="pg21378"/>
            <p:cNvSpPr/>
            <p:nvPr/>
          </p:nvSpPr>
          <p:spPr>
            <a:xfrm>
              <a:off x="7952835" y="19103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79" name="pt21379"/>
            <p:cNvSpPr/>
            <p:nvPr/>
          </p:nvSpPr>
          <p:spPr>
            <a:xfrm>
              <a:off x="7752497" y="12942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0" name="pt21380"/>
            <p:cNvSpPr/>
            <p:nvPr/>
          </p:nvSpPr>
          <p:spPr>
            <a:xfrm>
              <a:off x="8308526" y="18507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1" name="pt21381"/>
            <p:cNvSpPr/>
            <p:nvPr/>
          </p:nvSpPr>
          <p:spPr>
            <a:xfrm>
              <a:off x="8236186" y="1963631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2" name="pt21382"/>
            <p:cNvSpPr/>
            <p:nvPr/>
          </p:nvSpPr>
          <p:spPr>
            <a:xfrm>
              <a:off x="8509435" y="2636001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3" name="pt21383"/>
            <p:cNvSpPr/>
            <p:nvPr/>
          </p:nvSpPr>
          <p:spPr>
            <a:xfrm>
              <a:off x="8146716" y="1899539"/>
              <a:ext cx="80678" cy="80678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4" name="pt21384"/>
            <p:cNvSpPr/>
            <p:nvPr/>
          </p:nvSpPr>
          <p:spPr>
            <a:xfrm>
              <a:off x="8205752" y="20359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5" name="pt21385"/>
            <p:cNvSpPr/>
            <p:nvPr/>
          </p:nvSpPr>
          <p:spPr>
            <a:xfrm>
              <a:off x="9065931" y="18103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6" name="pt21386"/>
            <p:cNvSpPr/>
            <p:nvPr/>
          </p:nvSpPr>
          <p:spPr>
            <a:xfrm>
              <a:off x="8209190" y="152824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7" name="pt21387"/>
            <p:cNvSpPr/>
            <p:nvPr/>
          </p:nvSpPr>
          <p:spPr>
            <a:xfrm>
              <a:off x="8253586" y="156713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8" name="pt21388"/>
            <p:cNvSpPr/>
            <p:nvPr/>
          </p:nvSpPr>
          <p:spPr>
            <a:xfrm>
              <a:off x="8070922" y="26912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89" name="pt21389"/>
            <p:cNvSpPr/>
            <p:nvPr/>
          </p:nvSpPr>
          <p:spPr>
            <a:xfrm>
              <a:off x="8163879" y="1938433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0" name="pt21390"/>
            <p:cNvSpPr/>
            <p:nvPr/>
          </p:nvSpPr>
          <p:spPr>
            <a:xfrm>
              <a:off x="8263162" y="15478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1" name="pt21391"/>
            <p:cNvSpPr/>
            <p:nvPr/>
          </p:nvSpPr>
          <p:spPr>
            <a:xfrm>
              <a:off x="7759407" y="122143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2" name="pt21392"/>
            <p:cNvSpPr/>
            <p:nvPr/>
          </p:nvSpPr>
          <p:spPr>
            <a:xfrm>
              <a:off x="8254695" y="15928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3" name="pt21393"/>
            <p:cNvSpPr/>
            <p:nvPr/>
          </p:nvSpPr>
          <p:spPr>
            <a:xfrm>
              <a:off x="9004215" y="14916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4" name="pt21394"/>
            <p:cNvSpPr/>
            <p:nvPr/>
          </p:nvSpPr>
          <p:spPr>
            <a:xfrm>
              <a:off x="8274448" y="187887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5" name="pg21395"/>
            <p:cNvSpPr/>
            <p:nvPr/>
          </p:nvSpPr>
          <p:spPr>
            <a:xfrm>
              <a:off x="8084013" y="17590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6" name="pt21396"/>
            <p:cNvSpPr/>
            <p:nvPr/>
          </p:nvSpPr>
          <p:spPr>
            <a:xfrm>
              <a:off x="8430452" y="16932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7" name="pt21397"/>
            <p:cNvSpPr/>
            <p:nvPr/>
          </p:nvSpPr>
          <p:spPr>
            <a:xfrm>
              <a:off x="7444410" y="21146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8" name="pt21398"/>
            <p:cNvSpPr/>
            <p:nvPr/>
          </p:nvSpPr>
          <p:spPr>
            <a:xfrm>
              <a:off x="8258548" y="155931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399" name="pt21399"/>
            <p:cNvSpPr/>
            <p:nvPr/>
          </p:nvSpPr>
          <p:spPr>
            <a:xfrm>
              <a:off x="8224926" y="10090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0" name="pt21400"/>
            <p:cNvSpPr/>
            <p:nvPr/>
          </p:nvSpPr>
          <p:spPr>
            <a:xfrm>
              <a:off x="8320314" y="10115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1" name="pt21401"/>
            <p:cNvSpPr/>
            <p:nvPr/>
          </p:nvSpPr>
          <p:spPr>
            <a:xfrm>
              <a:off x="7512629" y="151271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2" name="pt21402"/>
            <p:cNvSpPr/>
            <p:nvPr/>
          </p:nvSpPr>
          <p:spPr>
            <a:xfrm>
              <a:off x="8757944" y="227366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3" name="pl21403"/>
            <p:cNvSpPr/>
            <p:nvPr/>
          </p:nvSpPr>
          <p:spPr>
            <a:xfrm>
              <a:off x="8757944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4" name="pl21404"/>
            <p:cNvSpPr/>
            <p:nvPr/>
          </p:nvSpPr>
          <p:spPr>
            <a:xfrm>
              <a:off x="8757944" y="22736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05" name="pt21405"/>
            <p:cNvSpPr/>
            <p:nvPr/>
          </p:nvSpPr>
          <p:spPr>
            <a:xfrm>
              <a:off x="8320477" y="169147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6" name="pt21406"/>
            <p:cNvSpPr/>
            <p:nvPr/>
          </p:nvSpPr>
          <p:spPr>
            <a:xfrm>
              <a:off x="8172282" y="1876641"/>
              <a:ext cx="67219" cy="67219"/>
            </a:xfrm>
            <a:prstGeom prst="ellipse">
              <a:avLst/>
            </a:prstGeom>
            <a:solidFill>
              <a:srgbClr val="D95F02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7" name="pt21407"/>
            <p:cNvSpPr/>
            <p:nvPr/>
          </p:nvSpPr>
          <p:spPr>
            <a:xfrm>
              <a:off x="8213942" y="1921123"/>
              <a:ext cx="48833" cy="48833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8" name="pt21408"/>
            <p:cNvSpPr/>
            <p:nvPr/>
          </p:nvSpPr>
          <p:spPr>
            <a:xfrm>
              <a:off x="8376521" y="137318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09" name="pt21409"/>
            <p:cNvSpPr/>
            <p:nvPr/>
          </p:nvSpPr>
          <p:spPr>
            <a:xfrm>
              <a:off x="8142070" y="2248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0" name="pt21410"/>
            <p:cNvSpPr/>
            <p:nvPr/>
          </p:nvSpPr>
          <p:spPr>
            <a:xfrm>
              <a:off x="8280454" y="19532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1" name="pt21411"/>
            <p:cNvSpPr/>
            <p:nvPr/>
          </p:nvSpPr>
          <p:spPr>
            <a:xfrm>
              <a:off x="8259907" y="193379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2" name="pt21412"/>
            <p:cNvSpPr/>
            <p:nvPr/>
          </p:nvSpPr>
          <p:spPr>
            <a:xfrm>
              <a:off x="8203741" y="19579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3" name="pt21413"/>
            <p:cNvSpPr/>
            <p:nvPr/>
          </p:nvSpPr>
          <p:spPr>
            <a:xfrm>
              <a:off x="8106127" y="2118019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4" name="pt21414"/>
            <p:cNvSpPr/>
            <p:nvPr/>
          </p:nvSpPr>
          <p:spPr>
            <a:xfrm>
              <a:off x="8140462" y="1830738"/>
              <a:ext cx="67219" cy="67219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5" name="pt21415"/>
            <p:cNvSpPr/>
            <p:nvPr/>
          </p:nvSpPr>
          <p:spPr>
            <a:xfrm>
              <a:off x="8205027" y="1919064"/>
              <a:ext cx="74834" cy="74834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6" name="pt21416"/>
            <p:cNvSpPr/>
            <p:nvPr/>
          </p:nvSpPr>
          <p:spPr>
            <a:xfrm>
              <a:off x="8208329" y="20261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7" name="pt21417"/>
            <p:cNvSpPr/>
            <p:nvPr/>
          </p:nvSpPr>
          <p:spPr>
            <a:xfrm>
              <a:off x="8205202" y="20191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8" name="pt21418"/>
            <p:cNvSpPr/>
            <p:nvPr/>
          </p:nvSpPr>
          <p:spPr>
            <a:xfrm>
              <a:off x="8402982" y="16870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19" name="pt21419"/>
            <p:cNvSpPr/>
            <p:nvPr/>
          </p:nvSpPr>
          <p:spPr>
            <a:xfrm>
              <a:off x="8038553" y="138950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0" name="pt21420"/>
            <p:cNvSpPr/>
            <p:nvPr/>
          </p:nvSpPr>
          <p:spPr>
            <a:xfrm>
              <a:off x="8541545" y="1885035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1" name="pt21421"/>
            <p:cNvSpPr/>
            <p:nvPr/>
          </p:nvSpPr>
          <p:spPr>
            <a:xfrm>
              <a:off x="8238623" y="17282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2" name="pt21422"/>
            <p:cNvSpPr/>
            <p:nvPr/>
          </p:nvSpPr>
          <p:spPr>
            <a:xfrm>
              <a:off x="8227207" y="1876803"/>
              <a:ext cx="74834" cy="7483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3" name="pt21423"/>
            <p:cNvSpPr/>
            <p:nvPr/>
          </p:nvSpPr>
          <p:spPr>
            <a:xfrm>
              <a:off x="8190894" y="20613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4" name="pt21424"/>
            <p:cNvSpPr/>
            <p:nvPr/>
          </p:nvSpPr>
          <p:spPr>
            <a:xfrm>
              <a:off x="8177774" y="200577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5" name="pt21425"/>
            <p:cNvSpPr/>
            <p:nvPr/>
          </p:nvSpPr>
          <p:spPr>
            <a:xfrm>
              <a:off x="8555394" y="16309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6" name="pt21426"/>
            <p:cNvSpPr/>
            <p:nvPr/>
          </p:nvSpPr>
          <p:spPr>
            <a:xfrm>
              <a:off x="8156289" y="1891105"/>
              <a:ext cx="74834" cy="74834"/>
            </a:xfrm>
            <a:prstGeom prst="ellipse">
              <a:avLst/>
            </a:prstGeom>
            <a:solidFill>
              <a:srgbClr val="7570B3">
                <a:alpha val="5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7" name="pt21427"/>
            <p:cNvSpPr/>
            <p:nvPr/>
          </p:nvSpPr>
          <p:spPr>
            <a:xfrm>
              <a:off x="8252678" y="1862972"/>
              <a:ext cx="48833" cy="48833"/>
            </a:xfrm>
            <a:prstGeom prst="ellipse">
              <a:avLst/>
            </a:pr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8" name="pt21428"/>
            <p:cNvSpPr/>
            <p:nvPr/>
          </p:nvSpPr>
          <p:spPr>
            <a:xfrm>
              <a:off x="8607448" y="15833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29" name="pt21429"/>
            <p:cNvSpPr/>
            <p:nvPr/>
          </p:nvSpPr>
          <p:spPr>
            <a:xfrm>
              <a:off x="8202260" y="1898441"/>
              <a:ext cx="67219" cy="67219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0" name="pt21430"/>
            <p:cNvSpPr/>
            <p:nvPr/>
          </p:nvSpPr>
          <p:spPr>
            <a:xfrm>
              <a:off x="8312780" y="18447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1" name="pg21431"/>
            <p:cNvSpPr/>
            <p:nvPr/>
          </p:nvSpPr>
          <p:spPr>
            <a:xfrm>
              <a:off x="8989411" y="214401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2" name="pt21432"/>
            <p:cNvSpPr/>
            <p:nvPr/>
          </p:nvSpPr>
          <p:spPr>
            <a:xfrm>
              <a:off x="8495426" y="10357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3" name="pt21433"/>
            <p:cNvSpPr/>
            <p:nvPr/>
          </p:nvSpPr>
          <p:spPr>
            <a:xfrm>
              <a:off x="7449408" y="20584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4" name="pt21434"/>
            <p:cNvSpPr/>
            <p:nvPr/>
          </p:nvSpPr>
          <p:spPr>
            <a:xfrm>
              <a:off x="8152991" y="1886919"/>
              <a:ext cx="48833" cy="48833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5" name="pt21435"/>
            <p:cNvSpPr/>
            <p:nvPr/>
          </p:nvSpPr>
          <p:spPr>
            <a:xfrm>
              <a:off x="8182252" y="19471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6" name="pt21436"/>
            <p:cNvSpPr/>
            <p:nvPr/>
          </p:nvSpPr>
          <p:spPr>
            <a:xfrm>
              <a:off x="8237647" y="1943094"/>
              <a:ext cx="48833" cy="48833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7" name="pt21437"/>
            <p:cNvSpPr/>
            <p:nvPr/>
          </p:nvSpPr>
          <p:spPr>
            <a:xfrm>
              <a:off x="8354545" y="1675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8" name="pt21438"/>
            <p:cNvSpPr/>
            <p:nvPr/>
          </p:nvSpPr>
          <p:spPr>
            <a:xfrm>
              <a:off x="7418966" y="20600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39" name="pt21439"/>
            <p:cNvSpPr/>
            <p:nvPr/>
          </p:nvSpPr>
          <p:spPr>
            <a:xfrm>
              <a:off x="8123638" y="17218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0" name="pt21440"/>
            <p:cNvSpPr/>
            <p:nvPr/>
          </p:nvSpPr>
          <p:spPr>
            <a:xfrm>
              <a:off x="8779456" y="24646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1" name="pt21441"/>
            <p:cNvSpPr/>
            <p:nvPr/>
          </p:nvSpPr>
          <p:spPr>
            <a:xfrm>
              <a:off x="8170011" y="1886362"/>
              <a:ext cx="74834" cy="74834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2" name="pt21442"/>
            <p:cNvSpPr/>
            <p:nvPr/>
          </p:nvSpPr>
          <p:spPr>
            <a:xfrm>
              <a:off x="7850267" y="2603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3" name="pt21443"/>
            <p:cNvSpPr/>
            <p:nvPr/>
          </p:nvSpPr>
          <p:spPr>
            <a:xfrm>
              <a:off x="7389833" y="19230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4" name="pl21444"/>
            <p:cNvSpPr/>
            <p:nvPr/>
          </p:nvSpPr>
          <p:spPr>
            <a:xfrm>
              <a:off x="8787569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5" name="pl21445"/>
            <p:cNvSpPr/>
            <p:nvPr/>
          </p:nvSpPr>
          <p:spPr>
            <a:xfrm>
              <a:off x="8787569" y="18127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6" name="pl21446"/>
            <p:cNvSpPr/>
            <p:nvPr/>
          </p:nvSpPr>
          <p:spPr>
            <a:xfrm>
              <a:off x="8777456" y="183712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7" name="pl21447"/>
            <p:cNvSpPr/>
            <p:nvPr/>
          </p:nvSpPr>
          <p:spPr>
            <a:xfrm>
              <a:off x="8811986" y="180259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48" name="pt21448"/>
            <p:cNvSpPr/>
            <p:nvPr/>
          </p:nvSpPr>
          <p:spPr>
            <a:xfrm>
              <a:off x="8191117" y="1918181"/>
              <a:ext cx="74834" cy="74834"/>
            </a:xfrm>
            <a:prstGeom prst="ellipse">
              <a:avLst/>
            </a:prstGeom>
            <a:solidFill>
              <a:srgbClr val="7570B3">
                <a:alpha val="9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49" name="pt21449"/>
            <p:cNvSpPr/>
            <p:nvPr/>
          </p:nvSpPr>
          <p:spPr>
            <a:xfrm>
              <a:off x="8284993" y="15929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0" name="pt21450"/>
            <p:cNvSpPr/>
            <p:nvPr/>
          </p:nvSpPr>
          <p:spPr>
            <a:xfrm>
              <a:off x="8129335" y="188021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1" name="pt21451"/>
            <p:cNvSpPr/>
            <p:nvPr/>
          </p:nvSpPr>
          <p:spPr>
            <a:xfrm>
              <a:off x="8245866" y="16000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2" name="pt21452"/>
            <p:cNvSpPr/>
            <p:nvPr/>
          </p:nvSpPr>
          <p:spPr>
            <a:xfrm>
              <a:off x="8424382" y="191882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3" name="pt21453"/>
            <p:cNvSpPr/>
            <p:nvPr/>
          </p:nvSpPr>
          <p:spPr>
            <a:xfrm>
              <a:off x="8336399" y="20602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4" name="pt21454"/>
            <p:cNvSpPr/>
            <p:nvPr/>
          </p:nvSpPr>
          <p:spPr>
            <a:xfrm>
              <a:off x="8142650" y="195469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5" name="pt21455"/>
            <p:cNvSpPr/>
            <p:nvPr/>
          </p:nvSpPr>
          <p:spPr>
            <a:xfrm>
              <a:off x="8192843" y="19321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6" name="pt21456"/>
            <p:cNvSpPr/>
            <p:nvPr/>
          </p:nvSpPr>
          <p:spPr>
            <a:xfrm>
              <a:off x="8071267" y="198282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7" name="pt21457"/>
            <p:cNvSpPr/>
            <p:nvPr/>
          </p:nvSpPr>
          <p:spPr>
            <a:xfrm>
              <a:off x="7538105" y="15373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8" name="pg21458"/>
            <p:cNvSpPr/>
            <p:nvPr/>
          </p:nvSpPr>
          <p:spPr>
            <a:xfrm>
              <a:off x="8074375" y="172597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59" name="pt21459"/>
            <p:cNvSpPr/>
            <p:nvPr/>
          </p:nvSpPr>
          <p:spPr>
            <a:xfrm>
              <a:off x="8240568" y="1957151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0" name="pt21460"/>
            <p:cNvSpPr/>
            <p:nvPr/>
          </p:nvSpPr>
          <p:spPr>
            <a:xfrm>
              <a:off x="8155069" y="1842088"/>
              <a:ext cx="74834" cy="74834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1" name="pt21461"/>
            <p:cNvSpPr/>
            <p:nvPr/>
          </p:nvSpPr>
          <p:spPr>
            <a:xfrm>
              <a:off x="8108138" y="18903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2" name="pt21462"/>
            <p:cNvSpPr/>
            <p:nvPr/>
          </p:nvSpPr>
          <p:spPr>
            <a:xfrm>
              <a:off x="8143352" y="1882871"/>
              <a:ext cx="89944" cy="8994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3" name="pg21463"/>
            <p:cNvSpPr/>
            <p:nvPr/>
          </p:nvSpPr>
          <p:spPr>
            <a:xfrm>
              <a:off x="8132428" y="204380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4" name="pt21464"/>
            <p:cNvSpPr/>
            <p:nvPr/>
          </p:nvSpPr>
          <p:spPr>
            <a:xfrm>
              <a:off x="8101808" y="192303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5" name="pt21465"/>
            <p:cNvSpPr/>
            <p:nvPr/>
          </p:nvSpPr>
          <p:spPr>
            <a:xfrm>
              <a:off x="8168017" y="1884614"/>
              <a:ext cx="80678" cy="80678"/>
            </a:xfrm>
            <a:prstGeom prst="ellipse">
              <a:avLst/>
            </a:prstGeom>
            <a:solidFill>
              <a:srgbClr val="D95F02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6" name="pt21466"/>
            <p:cNvSpPr/>
            <p:nvPr/>
          </p:nvSpPr>
          <p:spPr>
            <a:xfrm>
              <a:off x="7567792" y="23844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7" name="pt21467"/>
            <p:cNvSpPr/>
            <p:nvPr/>
          </p:nvSpPr>
          <p:spPr>
            <a:xfrm>
              <a:off x="8348854" y="15960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8" name="pt21468"/>
            <p:cNvSpPr/>
            <p:nvPr/>
          </p:nvSpPr>
          <p:spPr>
            <a:xfrm>
              <a:off x="8188563" y="1919824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69" name="pt21469"/>
            <p:cNvSpPr/>
            <p:nvPr/>
          </p:nvSpPr>
          <p:spPr>
            <a:xfrm>
              <a:off x="8332452" y="14303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0" name="pt21470"/>
            <p:cNvSpPr/>
            <p:nvPr/>
          </p:nvSpPr>
          <p:spPr>
            <a:xfrm>
              <a:off x="8219025" y="2135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1" name="pt21471"/>
            <p:cNvSpPr/>
            <p:nvPr/>
          </p:nvSpPr>
          <p:spPr>
            <a:xfrm>
              <a:off x="8233765" y="20836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2" name="pt21472"/>
            <p:cNvSpPr/>
            <p:nvPr/>
          </p:nvSpPr>
          <p:spPr>
            <a:xfrm>
              <a:off x="8417104" y="17187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3" name="pt21473"/>
            <p:cNvSpPr/>
            <p:nvPr/>
          </p:nvSpPr>
          <p:spPr>
            <a:xfrm>
              <a:off x="7430275" y="1673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4" name="pt21474"/>
            <p:cNvSpPr/>
            <p:nvPr/>
          </p:nvSpPr>
          <p:spPr>
            <a:xfrm>
              <a:off x="7418422" y="16718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5" name="pg21475"/>
            <p:cNvSpPr/>
            <p:nvPr/>
          </p:nvSpPr>
          <p:spPr>
            <a:xfrm>
              <a:off x="8277036" y="151977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6" name="pt21476"/>
            <p:cNvSpPr/>
            <p:nvPr/>
          </p:nvSpPr>
          <p:spPr>
            <a:xfrm>
              <a:off x="8150162" y="1896937"/>
              <a:ext cx="48833" cy="48833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7" name="pt21477"/>
            <p:cNvSpPr/>
            <p:nvPr/>
          </p:nvSpPr>
          <p:spPr>
            <a:xfrm>
              <a:off x="8657969" y="1718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8" name="pt21478"/>
            <p:cNvSpPr/>
            <p:nvPr/>
          </p:nvSpPr>
          <p:spPr>
            <a:xfrm>
              <a:off x="8200053" y="1874924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79" name="pg21479"/>
            <p:cNvSpPr/>
            <p:nvPr/>
          </p:nvSpPr>
          <p:spPr>
            <a:xfrm>
              <a:off x="8156947" y="18649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0" name="pt21480"/>
            <p:cNvSpPr/>
            <p:nvPr/>
          </p:nvSpPr>
          <p:spPr>
            <a:xfrm>
              <a:off x="8181069" y="1932371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1" name="pt21481"/>
            <p:cNvSpPr/>
            <p:nvPr/>
          </p:nvSpPr>
          <p:spPr>
            <a:xfrm>
              <a:off x="8346588" y="16904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2" name="pt21482"/>
            <p:cNvSpPr/>
            <p:nvPr/>
          </p:nvSpPr>
          <p:spPr>
            <a:xfrm>
              <a:off x="7514782" y="15174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3" name="pt21483"/>
            <p:cNvSpPr/>
            <p:nvPr/>
          </p:nvSpPr>
          <p:spPr>
            <a:xfrm>
              <a:off x="8769247" y="22906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4" name="pt21484"/>
            <p:cNvSpPr/>
            <p:nvPr/>
          </p:nvSpPr>
          <p:spPr>
            <a:xfrm>
              <a:off x="8830290" y="12516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85" name="pl21485"/>
            <p:cNvSpPr/>
            <p:nvPr/>
          </p:nvSpPr>
          <p:spPr>
            <a:xfrm>
              <a:off x="8353568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6" name="pl21486"/>
            <p:cNvSpPr/>
            <p:nvPr/>
          </p:nvSpPr>
          <p:spPr>
            <a:xfrm>
              <a:off x="8353568" y="19340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7" name="pl21487"/>
            <p:cNvSpPr/>
            <p:nvPr/>
          </p:nvSpPr>
          <p:spPr>
            <a:xfrm>
              <a:off x="8343454" y="19584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8" name="pl21488"/>
            <p:cNvSpPr/>
            <p:nvPr/>
          </p:nvSpPr>
          <p:spPr>
            <a:xfrm>
              <a:off x="8377985" y="19239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89" name="pt21489"/>
            <p:cNvSpPr/>
            <p:nvPr/>
          </p:nvSpPr>
          <p:spPr>
            <a:xfrm>
              <a:off x="8172591" y="19624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0" name="pt21490"/>
            <p:cNvSpPr/>
            <p:nvPr/>
          </p:nvSpPr>
          <p:spPr>
            <a:xfrm>
              <a:off x="8349469" y="1937677"/>
              <a:ext cx="48833" cy="48833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1" name="pt21491"/>
            <p:cNvSpPr/>
            <p:nvPr/>
          </p:nvSpPr>
          <p:spPr>
            <a:xfrm>
              <a:off x="8926728" y="1361147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2" name="pl21492"/>
            <p:cNvSpPr/>
            <p:nvPr/>
          </p:nvSpPr>
          <p:spPr>
            <a:xfrm>
              <a:off x="8624616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3" name="pl21493"/>
            <p:cNvSpPr/>
            <p:nvPr/>
          </p:nvSpPr>
          <p:spPr>
            <a:xfrm>
              <a:off x="8624616" y="19289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4" name="pl21494"/>
            <p:cNvSpPr/>
            <p:nvPr/>
          </p:nvSpPr>
          <p:spPr>
            <a:xfrm>
              <a:off x="8614502" y="19533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5" name="pl21495"/>
            <p:cNvSpPr/>
            <p:nvPr/>
          </p:nvSpPr>
          <p:spPr>
            <a:xfrm>
              <a:off x="8649033" y="19188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496" name="pt21496"/>
            <p:cNvSpPr/>
            <p:nvPr/>
          </p:nvSpPr>
          <p:spPr>
            <a:xfrm>
              <a:off x="8124370" y="196278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7" name="pt21497"/>
            <p:cNvSpPr/>
            <p:nvPr/>
          </p:nvSpPr>
          <p:spPr>
            <a:xfrm>
              <a:off x="8142224" y="190628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8" name="pt21498"/>
            <p:cNvSpPr/>
            <p:nvPr/>
          </p:nvSpPr>
          <p:spPr>
            <a:xfrm>
              <a:off x="8201422" y="1910276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499" name="pt21499"/>
            <p:cNvSpPr/>
            <p:nvPr/>
          </p:nvSpPr>
          <p:spPr>
            <a:xfrm>
              <a:off x="8601400" y="19149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00" name="pt21500"/>
            <p:cNvSpPr/>
            <p:nvPr/>
          </p:nvSpPr>
          <p:spPr>
            <a:xfrm>
              <a:off x="8170826" y="1938191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01" name="pt21501"/>
            <p:cNvSpPr/>
            <p:nvPr/>
          </p:nvSpPr>
          <p:spPr>
            <a:xfrm>
              <a:off x="8118807" y="180532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02" name="pl21502"/>
            <p:cNvSpPr/>
            <p:nvPr/>
          </p:nvSpPr>
          <p:spPr>
            <a:xfrm>
              <a:off x="8258571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3" name="pl21503"/>
            <p:cNvSpPr/>
            <p:nvPr/>
          </p:nvSpPr>
          <p:spPr>
            <a:xfrm>
              <a:off x="8258571" y="1936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4" name="pl21504"/>
            <p:cNvSpPr/>
            <p:nvPr/>
          </p:nvSpPr>
          <p:spPr>
            <a:xfrm>
              <a:off x="8243073" y="1973938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5" name="pl21505"/>
            <p:cNvSpPr/>
            <p:nvPr/>
          </p:nvSpPr>
          <p:spPr>
            <a:xfrm>
              <a:off x="8295989" y="1921022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6" name="pl21506"/>
            <p:cNvSpPr/>
            <p:nvPr/>
          </p:nvSpPr>
          <p:spPr>
            <a:xfrm>
              <a:off x="7404864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7" name="pl21507"/>
            <p:cNvSpPr/>
            <p:nvPr/>
          </p:nvSpPr>
          <p:spPr>
            <a:xfrm>
              <a:off x="7404864" y="193748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8" name="pl21508"/>
            <p:cNvSpPr/>
            <p:nvPr/>
          </p:nvSpPr>
          <p:spPr>
            <a:xfrm>
              <a:off x="7394750" y="19618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09" name="pl21509"/>
            <p:cNvSpPr/>
            <p:nvPr/>
          </p:nvSpPr>
          <p:spPr>
            <a:xfrm>
              <a:off x="7429281" y="192736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0" name="pt21510"/>
            <p:cNvSpPr/>
            <p:nvPr/>
          </p:nvSpPr>
          <p:spPr>
            <a:xfrm>
              <a:off x="8134637" y="1869537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11" name="pl21511"/>
            <p:cNvSpPr/>
            <p:nvPr/>
          </p:nvSpPr>
          <p:spPr>
            <a:xfrm>
              <a:off x="8628243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2" name="pl21512"/>
            <p:cNvSpPr/>
            <p:nvPr/>
          </p:nvSpPr>
          <p:spPr>
            <a:xfrm>
              <a:off x="8628243" y="19144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3" name="pl21513"/>
            <p:cNvSpPr/>
            <p:nvPr/>
          </p:nvSpPr>
          <p:spPr>
            <a:xfrm>
              <a:off x="8618129" y="19389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4" name="pl21514"/>
            <p:cNvSpPr/>
            <p:nvPr/>
          </p:nvSpPr>
          <p:spPr>
            <a:xfrm>
              <a:off x="8652660" y="19043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5" name="pl21515"/>
            <p:cNvSpPr/>
            <p:nvPr/>
          </p:nvSpPr>
          <p:spPr>
            <a:xfrm>
              <a:off x="8211191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6" name="pl21516"/>
            <p:cNvSpPr/>
            <p:nvPr/>
          </p:nvSpPr>
          <p:spPr>
            <a:xfrm>
              <a:off x="8211191" y="267911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7" name="pl21517"/>
            <p:cNvSpPr/>
            <p:nvPr/>
          </p:nvSpPr>
          <p:spPr>
            <a:xfrm>
              <a:off x="8201077" y="270352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8" name="pl21518"/>
            <p:cNvSpPr/>
            <p:nvPr/>
          </p:nvSpPr>
          <p:spPr>
            <a:xfrm>
              <a:off x="8235607" y="26689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19" name="pt21519"/>
            <p:cNvSpPr/>
            <p:nvPr/>
          </p:nvSpPr>
          <p:spPr>
            <a:xfrm>
              <a:off x="8557917" y="10872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0" name="pt21520"/>
            <p:cNvSpPr/>
            <p:nvPr/>
          </p:nvSpPr>
          <p:spPr>
            <a:xfrm>
              <a:off x="8189756" y="20326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1" name="pl21521"/>
            <p:cNvSpPr/>
            <p:nvPr/>
          </p:nvSpPr>
          <p:spPr>
            <a:xfrm>
              <a:off x="8061841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2" name="pl21522"/>
            <p:cNvSpPr/>
            <p:nvPr/>
          </p:nvSpPr>
          <p:spPr>
            <a:xfrm>
              <a:off x="8061841" y="174955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3" name="pt21523"/>
            <p:cNvSpPr/>
            <p:nvPr/>
          </p:nvSpPr>
          <p:spPr>
            <a:xfrm>
              <a:off x="8276636" y="211314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4" name="pl21524"/>
            <p:cNvSpPr/>
            <p:nvPr/>
          </p:nvSpPr>
          <p:spPr>
            <a:xfrm>
              <a:off x="8276636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5" name="pl21525"/>
            <p:cNvSpPr/>
            <p:nvPr/>
          </p:nvSpPr>
          <p:spPr>
            <a:xfrm>
              <a:off x="8276636" y="21131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26" name="pt21526"/>
            <p:cNvSpPr/>
            <p:nvPr/>
          </p:nvSpPr>
          <p:spPr>
            <a:xfrm>
              <a:off x="7942818" y="134445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7" name="pt21527"/>
            <p:cNvSpPr/>
            <p:nvPr/>
          </p:nvSpPr>
          <p:spPr>
            <a:xfrm>
              <a:off x="7768113" y="126632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8" name="pt21528"/>
            <p:cNvSpPr/>
            <p:nvPr/>
          </p:nvSpPr>
          <p:spPr>
            <a:xfrm>
              <a:off x="8274503" y="2202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29" name="pt21529"/>
            <p:cNvSpPr/>
            <p:nvPr/>
          </p:nvSpPr>
          <p:spPr>
            <a:xfrm>
              <a:off x="7695434" y="115384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0" name="pt21530"/>
            <p:cNvSpPr/>
            <p:nvPr/>
          </p:nvSpPr>
          <p:spPr>
            <a:xfrm>
              <a:off x="8200318" y="1923423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1" name="pg21531"/>
            <p:cNvSpPr/>
            <p:nvPr/>
          </p:nvSpPr>
          <p:spPr>
            <a:xfrm>
              <a:off x="8199450" y="18354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2" name="pt21532"/>
            <p:cNvSpPr/>
            <p:nvPr/>
          </p:nvSpPr>
          <p:spPr>
            <a:xfrm>
              <a:off x="8283662" y="22032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3" name="pt21533"/>
            <p:cNvSpPr/>
            <p:nvPr/>
          </p:nvSpPr>
          <p:spPr>
            <a:xfrm>
              <a:off x="8077803" y="22217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4" name="pt21534"/>
            <p:cNvSpPr/>
            <p:nvPr/>
          </p:nvSpPr>
          <p:spPr>
            <a:xfrm>
              <a:off x="8690073" y="25418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5" name="pt21535"/>
            <p:cNvSpPr/>
            <p:nvPr/>
          </p:nvSpPr>
          <p:spPr>
            <a:xfrm>
              <a:off x="8471890" y="18192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6" name="pt21536"/>
            <p:cNvSpPr/>
            <p:nvPr/>
          </p:nvSpPr>
          <p:spPr>
            <a:xfrm>
              <a:off x="8289940" y="16085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7" name="pt21537"/>
            <p:cNvSpPr/>
            <p:nvPr/>
          </p:nvSpPr>
          <p:spPr>
            <a:xfrm>
              <a:off x="7497118" y="21831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8" name="pt21538"/>
            <p:cNvSpPr/>
            <p:nvPr/>
          </p:nvSpPr>
          <p:spPr>
            <a:xfrm>
              <a:off x="8382801" y="16931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39" name="pt21539"/>
            <p:cNvSpPr/>
            <p:nvPr/>
          </p:nvSpPr>
          <p:spPr>
            <a:xfrm>
              <a:off x="8172440" y="1943689"/>
              <a:ext cx="48833" cy="48833"/>
            </a:xfrm>
            <a:prstGeom prst="ellipse">
              <a:avLst/>
            </a:prstGeom>
            <a:solidFill>
              <a:srgbClr val="7570B3">
                <a:alpha val="8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0" name="pt21540"/>
            <p:cNvSpPr/>
            <p:nvPr/>
          </p:nvSpPr>
          <p:spPr>
            <a:xfrm>
              <a:off x="8522878" y="18571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1" name="pl21541"/>
            <p:cNvSpPr/>
            <p:nvPr/>
          </p:nvSpPr>
          <p:spPr>
            <a:xfrm>
              <a:off x="8271876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2" name="pl21542"/>
            <p:cNvSpPr/>
            <p:nvPr/>
          </p:nvSpPr>
          <p:spPr>
            <a:xfrm>
              <a:off x="8271876" y="21114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43" name="pt21543"/>
            <p:cNvSpPr/>
            <p:nvPr/>
          </p:nvSpPr>
          <p:spPr>
            <a:xfrm>
              <a:off x="8157853" y="18512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4" name="pt21544"/>
            <p:cNvSpPr/>
            <p:nvPr/>
          </p:nvSpPr>
          <p:spPr>
            <a:xfrm>
              <a:off x="8430237" y="1508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5" name="pt21545"/>
            <p:cNvSpPr/>
            <p:nvPr/>
          </p:nvSpPr>
          <p:spPr>
            <a:xfrm>
              <a:off x="8147443" y="1855397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6" name="pt21546"/>
            <p:cNvSpPr/>
            <p:nvPr/>
          </p:nvSpPr>
          <p:spPr>
            <a:xfrm>
              <a:off x="8617544" y="16023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7" name="pt21547"/>
            <p:cNvSpPr/>
            <p:nvPr/>
          </p:nvSpPr>
          <p:spPr>
            <a:xfrm>
              <a:off x="8377394" y="1660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8" name="pt21548"/>
            <p:cNvSpPr/>
            <p:nvPr/>
          </p:nvSpPr>
          <p:spPr>
            <a:xfrm>
              <a:off x="7851341" y="25973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49" name="pt21549"/>
            <p:cNvSpPr/>
            <p:nvPr/>
          </p:nvSpPr>
          <p:spPr>
            <a:xfrm>
              <a:off x="8176023" y="27189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0" name="pt21550"/>
            <p:cNvSpPr/>
            <p:nvPr/>
          </p:nvSpPr>
          <p:spPr>
            <a:xfrm>
              <a:off x="8968849" y="22425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1" name="pt21551"/>
            <p:cNvSpPr/>
            <p:nvPr/>
          </p:nvSpPr>
          <p:spPr>
            <a:xfrm>
              <a:off x="8143234" y="195843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2" name="pt21552"/>
            <p:cNvSpPr/>
            <p:nvPr/>
          </p:nvSpPr>
          <p:spPr>
            <a:xfrm>
              <a:off x="8454824" y="16297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3" name="pt21553"/>
            <p:cNvSpPr/>
            <p:nvPr/>
          </p:nvSpPr>
          <p:spPr>
            <a:xfrm>
              <a:off x="8185099" y="1869730"/>
              <a:ext cx="67219" cy="67219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4" name="pt21554"/>
            <p:cNvSpPr/>
            <p:nvPr/>
          </p:nvSpPr>
          <p:spPr>
            <a:xfrm>
              <a:off x="8191000" y="18765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5" name="pt21555"/>
            <p:cNvSpPr/>
            <p:nvPr/>
          </p:nvSpPr>
          <p:spPr>
            <a:xfrm>
              <a:off x="8207177" y="195426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6" name="pt21556"/>
            <p:cNvSpPr/>
            <p:nvPr/>
          </p:nvSpPr>
          <p:spPr>
            <a:xfrm>
              <a:off x="7999882" y="1037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7" name="pt21557"/>
            <p:cNvSpPr/>
            <p:nvPr/>
          </p:nvSpPr>
          <p:spPr>
            <a:xfrm>
              <a:off x="8121595" y="10218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8" name="pt21558"/>
            <p:cNvSpPr/>
            <p:nvPr/>
          </p:nvSpPr>
          <p:spPr>
            <a:xfrm>
              <a:off x="8180763" y="19541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59" name="pt21559"/>
            <p:cNvSpPr/>
            <p:nvPr/>
          </p:nvSpPr>
          <p:spPr>
            <a:xfrm>
              <a:off x="8785991" y="24452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0" name="pt21560"/>
            <p:cNvSpPr/>
            <p:nvPr/>
          </p:nvSpPr>
          <p:spPr>
            <a:xfrm>
              <a:off x="8235891" y="238503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1" name="pt21561"/>
            <p:cNvSpPr/>
            <p:nvPr/>
          </p:nvSpPr>
          <p:spPr>
            <a:xfrm>
              <a:off x="8289360" y="19470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2" name="pt21562"/>
            <p:cNvSpPr/>
            <p:nvPr/>
          </p:nvSpPr>
          <p:spPr>
            <a:xfrm>
              <a:off x="8325767" y="18386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3" name="pt21563"/>
            <p:cNvSpPr/>
            <p:nvPr/>
          </p:nvSpPr>
          <p:spPr>
            <a:xfrm>
              <a:off x="8152219" y="1860121"/>
              <a:ext cx="89944" cy="89944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4" name="pt21564"/>
            <p:cNvSpPr/>
            <p:nvPr/>
          </p:nvSpPr>
          <p:spPr>
            <a:xfrm>
              <a:off x="8166193" y="1883836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5" name="pt21565"/>
            <p:cNvSpPr/>
            <p:nvPr/>
          </p:nvSpPr>
          <p:spPr>
            <a:xfrm>
              <a:off x="8543846" y="16324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6" name="pt21566"/>
            <p:cNvSpPr/>
            <p:nvPr/>
          </p:nvSpPr>
          <p:spPr>
            <a:xfrm>
              <a:off x="7794435" y="1179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67" name="pt21567"/>
            <p:cNvSpPr/>
            <p:nvPr/>
          </p:nvSpPr>
          <p:spPr>
            <a:xfrm>
              <a:off x="8245857" y="2399345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8" name="pl21568"/>
            <p:cNvSpPr/>
            <p:nvPr/>
          </p:nvSpPr>
          <p:spPr>
            <a:xfrm>
              <a:off x="8245857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69" name="pl21569"/>
            <p:cNvSpPr/>
            <p:nvPr/>
          </p:nvSpPr>
          <p:spPr>
            <a:xfrm>
              <a:off x="8245857" y="23993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0" name="pt21570"/>
            <p:cNvSpPr/>
            <p:nvPr/>
          </p:nvSpPr>
          <p:spPr>
            <a:xfrm>
              <a:off x="7895628" y="1074440"/>
              <a:ext cx="48833" cy="48833"/>
            </a:xfrm>
            <a:prstGeom prst="ellipse">
              <a:avLst/>
            </a:pr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1" name="pt21571"/>
            <p:cNvSpPr/>
            <p:nvPr/>
          </p:nvSpPr>
          <p:spPr>
            <a:xfrm>
              <a:off x="8170661" y="20490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2" name="pt21572"/>
            <p:cNvSpPr/>
            <p:nvPr/>
          </p:nvSpPr>
          <p:spPr>
            <a:xfrm>
              <a:off x="8206238" y="19510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3" name="pl21573"/>
            <p:cNvSpPr/>
            <p:nvPr/>
          </p:nvSpPr>
          <p:spPr>
            <a:xfrm>
              <a:off x="8111195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4" name="pl21574"/>
            <p:cNvSpPr/>
            <p:nvPr/>
          </p:nvSpPr>
          <p:spPr>
            <a:xfrm>
              <a:off x="8111195" y="17691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575" name="pt21575"/>
            <p:cNvSpPr/>
            <p:nvPr/>
          </p:nvSpPr>
          <p:spPr>
            <a:xfrm>
              <a:off x="8250592" y="1859979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6" name="pt21576"/>
            <p:cNvSpPr/>
            <p:nvPr/>
          </p:nvSpPr>
          <p:spPr>
            <a:xfrm>
              <a:off x="8498633" y="2628545"/>
              <a:ext cx="48833" cy="48833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7" name="pt21577"/>
            <p:cNvSpPr/>
            <p:nvPr/>
          </p:nvSpPr>
          <p:spPr>
            <a:xfrm>
              <a:off x="8216324" y="19378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8" name="pt21578"/>
            <p:cNvSpPr/>
            <p:nvPr/>
          </p:nvSpPr>
          <p:spPr>
            <a:xfrm>
              <a:off x="8270070" y="15385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79" name="pt21579"/>
            <p:cNvSpPr/>
            <p:nvPr/>
          </p:nvSpPr>
          <p:spPr>
            <a:xfrm>
              <a:off x="8361713" y="16950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0" name="pt21580"/>
            <p:cNvSpPr/>
            <p:nvPr/>
          </p:nvSpPr>
          <p:spPr>
            <a:xfrm>
              <a:off x="8104933" y="257284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1" name="pt21581"/>
            <p:cNvSpPr/>
            <p:nvPr/>
          </p:nvSpPr>
          <p:spPr>
            <a:xfrm>
              <a:off x="8147152" y="1951196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2" name="pt21582"/>
            <p:cNvSpPr/>
            <p:nvPr/>
          </p:nvSpPr>
          <p:spPr>
            <a:xfrm>
              <a:off x="8174238" y="1905616"/>
              <a:ext cx="80678" cy="80678"/>
            </a:xfrm>
            <a:prstGeom prst="ellipse">
              <a:avLst/>
            </a:prstGeom>
            <a:solidFill>
              <a:srgbClr val="7570B3">
                <a:alpha val="8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3" name="pt21583"/>
            <p:cNvSpPr/>
            <p:nvPr/>
          </p:nvSpPr>
          <p:spPr>
            <a:xfrm>
              <a:off x="8241179" y="192426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4" name="pt21584"/>
            <p:cNvSpPr/>
            <p:nvPr/>
          </p:nvSpPr>
          <p:spPr>
            <a:xfrm>
              <a:off x="8237658" y="1924127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5" name="pt21585"/>
            <p:cNvSpPr/>
            <p:nvPr/>
          </p:nvSpPr>
          <p:spPr>
            <a:xfrm>
              <a:off x="8195205" y="196793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6" name="pt21586"/>
            <p:cNvSpPr/>
            <p:nvPr/>
          </p:nvSpPr>
          <p:spPr>
            <a:xfrm>
              <a:off x="8156863" y="172139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7" name="pt21587"/>
            <p:cNvSpPr/>
            <p:nvPr/>
          </p:nvSpPr>
          <p:spPr>
            <a:xfrm>
              <a:off x="8963025" y="223246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8" name="pt21588"/>
            <p:cNvSpPr/>
            <p:nvPr/>
          </p:nvSpPr>
          <p:spPr>
            <a:xfrm>
              <a:off x="8141699" y="1881720"/>
              <a:ext cx="67219" cy="67219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89" name="pt21589"/>
            <p:cNvSpPr/>
            <p:nvPr/>
          </p:nvSpPr>
          <p:spPr>
            <a:xfrm>
              <a:off x="7903953" y="1075131"/>
              <a:ext cx="48833" cy="48833"/>
            </a:xfrm>
            <a:prstGeom prst="ellipse">
              <a:avLst/>
            </a:pr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0" name="pt21590"/>
            <p:cNvSpPr/>
            <p:nvPr/>
          </p:nvSpPr>
          <p:spPr>
            <a:xfrm>
              <a:off x="8215527" y="21433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1" name="pt21591"/>
            <p:cNvSpPr/>
            <p:nvPr/>
          </p:nvSpPr>
          <p:spPr>
            <a:xfrm>
              <a:off x="8270456" y="16491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2" name="pt21592"/>
            <p:cNvSpPr/>
            <p:nvPr/>
          </p:nvSpPr>
          <p:spPr>
            <a:xfrm>
              <a:off x="8180662" y="271948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3" name="pg21593"/>
            <p:cNvSpPr/>
            <p:nvPr/>
          </p:nvSpPr>
          <p:spPr>
            <a:xfrm>
              <a:off x="8132572" y="19332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4" name="pt21594"/>
            <p:cNvSpPr/>
            <p:nvPr/>
          </p:nvSpPr>
          <p:spPr>
            <a:xfrm>
              <a:off x="8752517" y="15543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5" name="pt21595"/>
            <p:cNvSpPr/>
            <p:nvPr/>
          </p:nvSpPr>
          <p:spPr>
            <a:xfrm>
              <a:off x="8469129" y="172050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6" name="pt21596"/>
            <p:cNvSpPr/>
            <p:nvPr/>
          </p:nvSpPr>
          <p:spPr>
            <a:xfrm>
              <a:off x="8227697" y="1951092"/>
              <a:ext cx="48833" cy="48833"/>
            </a:xfrm>
            <a:prstGeom prst="ellipse">
              <a:avLst/>
            </a:prstGeom>
            <a:solidFill>
              <a:srgbClr val="7570B3">
                <a:alpha val="3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7" name="pt21597"/>
            <p:cNvSpPr/>
            <p:nvPr/>
          </p:nvSpPr>
          <p:spPr>
            <a:xfrm>
              <a:off x="8767889" y="22790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8" name="pt21598"/>
            <p:cNvSpPr/>
            <p:nvPr/>
          </p:nvSpPr>
          <p:spPr>
            <a:xfrm>
              <a:off x="8238915" y="1467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599" name="pg21599"/>
            <p:cNvSpPr/>
            <p:nvPr/>
          </p:nvSpPr>
          <p:spPr>
            <a:xfrm>
              <a:off x="8473527" y="1748267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0" name="pt21600"/>
            <p:cNvSpPr/>
            <p:nvPr/>
          </p:nvSpPr>
          <p:spPr>
            <a:xfrm>
              <a:off x="8307573" y="18465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1" name="pl21601"/>
            <p:cNvSpPr/>
            <p:nvPr/>
          </p:nvSpPr>
          <p:spPr>
            <a:xfrm>
              <a:off x="8030091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2" name="pl21602"/>
            <p:cNvSpPr/>
            <p:nvPr/>
          </p:nvSpPr>
          <p:spPr>
            <a:xfrm>
              <a:off x="8030091" y="1993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3" name="pl21603"/>
            <p:cNvSpPr/>
            <p:nvPr/>
          </p:nvSpPr>
          <p:spPr>
            <a:xfrm>
              <a:off x="8019977" y="20178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4" name="pl21604"/>
            <p:cNvSpPr/>
            <p:nvPr/>
          </p:nvSpPr>
          <p:spPr>
            <a:xfrm>
              <a:off x="8054508" y="19833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05" name="pg21605"/>
            <p:cNvSpPr/>
            <p:nvPr/>
          </p:nvSpPr>
          <p:spPr>
            <a:xfrm>
              <a:off x="8098693" y="17474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6" name="pt21606"/>
            <p:cNvSpPr/>
            <p:nvPr/>
          </p:nvSpPr>
          <p:spPr>
            <a:xfrm>
              <a:off x="8686454" y="17173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7" name="pg21607"/>
            <p:cNvSpPr/>
            <p:nvPr/>
          </p:nvSpPr>
          <p:spPr>
            <a:xfrm>
              <a:off x="8112922" y="17749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8" name="pt21608"/>
            <p:cNvSpPr/>
            <p:nvPr/>
          </p:nvSpPr>
          <p:spPr>
            <a:xfrm>
              <a:off x="8134100" y="1864905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09" name="pg21609"/>
            <p:cNvSpPr/>
            <p:nvPr/>
          </p:nvSpPr>
          <p:spPr>
            <a:xfrm>
              <a:off x="8271194" y="14683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0" name="pt21610"/>
            <p:cNvSpPr/>
            <p:nvPr/>
          </p:nvSpPr>
          <p:spPr>
            <a:xfrm>
              <a:off x="8813641" y="24528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1" name="pt21611"/>
            <p:cNvSpPr/>
            <p:nvPr/>
          </p:nvSpPr>
          <p:spPr>
            <a:xfrm>
              <a:off x="8183853" y="1899054"/>
              <a:ext cx="67219" cy="67219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2" name="pt21612"/>
            <p:cNvSpPr/>
            <p:nvPr/>
          </p:nvSpPr>
          <p:spPr>
            <a:xfrm>
              <a:off x="8117168" y="179672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3" name="pt21613"/>
            <p:cNvSpPr/>
            <p:nvPr/>
          </p:nvSpPr>
          <p:spPr>
            <a:xfrm>
              <a:off x="8062344" y="1958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4" name="pt21614"/>
            <p:cNvSpPr/>
            <p:nvPr/>
          </p:nvSpPr>
          <p:spPr>
            <a:xfrm>
              <a:off x="8318814" y="10109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5" name="pt21615"/>
            <p:cNvSpPr/>
            <p:nvPr/>
          </p:nvSpPr>
          <p:spPr>
            <a:xfrm>
              <a:off x="8347376" y="10309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6" name="pt21616"/>
            <p:cNvSpPr/>
            <p:nvPr/>
          </p:nvSpPr>
          <p:spPr>
            <a:xfrm>
              <a:off x="7544371" y="21828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7" name="pt21617"/>
            <p:cNvSpPr/>
            <p:nvPr/>
          </p:nvSpPr>
          <p:spPr>
            <a:xfrm>
              <a:off x="8387085" y="1699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18" name="pl21618"/>
            <p:cNvSpPr/>
            <p:nvPr/>
          </p:nvSpPr>
          <p:spPr>
            <a:xfrm>
              <a:off x="8306735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19" name="pl21619"/>
            <p:cNvSpPr/>
            <p:nvPr/>
          </p:nvSpPr>
          <p:spPr>
            <a:xfrm>
              <a:off x="8306735" y="185454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0" name="pl21620"/>
            <p:cNvSpPr/>
            <p:nvPr/>
          </p:nvSpPr>
          <p:spPr>
            <a:xfrm>
              <a:off x="8296621" y="187895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1" name="pl21621"/>
            <p:cNvSpPr/>
            <p:nvPr/>
          </p:nvSpPr>
          <p:spPr>
            <a:xfrm>
              <a:off x="8331152" y="18444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22" name="pt21622"/>
            <p:cNvSpPr/>
            <p:nvPr/>
          </p:nvSpPr>
          <p:spPr>
            <a:xfrm>
              <a:off x="8175700" y="1897491"/>
              <a:ext cx="48833" cy="48833"/>
            </a:xfrm>
            <a:prstGeom prst="ellipse">
              <a:avLst/>
            </a:prstGeom>
            <a:solidFill>
              <a:srgbClr val="7570B3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3" name="pt21623"/>
            <p:cNvSpPr/>
            <p:nvPr/>
          </p:nvSpPr>
          <p:spPr>
            <a:xfrm>
              <a:off x="8584654" y="15121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4" name="pt21624"/>
            <p:cNvSpPr/>
            <p:nvPr/>
          </p:nvSpPr>
          <p:spPr>
            <a:xfrm>
              <a:off x="8197744" y="1853954"/>
              <a:ext cx="80678" cy="80678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5" name="pt21625"/>
            <p:cNvSpPr/>
            <p:nvPr/>
          </p:nvSpPr>
          <p:spPr>
            <a:xfrm>
              <a:off x="8170405" y="1906944"/>
              <a:ext cx="80678" cy="80678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6" name="pt21626"/>
            <p:cNvSpPr/>
            <p:nvPr/>
          </p:nvSpPr>
          <p:spPr>
            <a:xfrm>
              <a:off x="8177199" y="17081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7" name="pt21627"/>
            <p:cNvSpPr/>
            <p:nvPr/>
          </p:nvSpPr>
          <p:spPr>
            <a:xfrm>
              <a:off x="7684419" y="24789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8" name="pt21628"/>
            <p:cNvSpPr/>
            <p:nvPr/>
          </p:nvSpPr>
          <p:spPr>
            <a:xfrm>
              <a:off x="8177285" y="1937155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29" name="pt21629"/>
            <p:cNvSpPr/>
            <p:nvPr/>
          </p:nvSpPr>
          <p:spPr>
            <a:xfrm>
              <a:off x="8132682" y="22842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0" name="pt21630"/>
            <p:cNvSpPr/>
            <p:nvPr/>
          </p:nvSpPr>
          <p:spPr>
            <a:xfrm>
              <a:off x="8344548" y="1686314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1" name="pt21631"/>
            <p:cNvSpPr/>
            <p:nvPr/>
          </p:nvSpPr>
          <p:spPr>
            <a:xfrm>
              <a:off x="8132296" y="1857077"/>
              <a:ext cx="89944" cy="89944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2" name="pt21632"/>
            <p:cNvSpPr/>
            <p:nvPr/>
          </p:nvSpPr>
          <p:spPr>
            <a:xfrm>
              <a:off x="8391091" y="166325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3" name="pt21633"/>
            <p:cNvSpPr/>
            <p:nvPr/>
          </p:nvSpPr>
          <p:spPr>
            <a:xfrm>
              <a:off x="7438152" y="1565377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4" name="pt21634"/>
            <p:cNvSpPr/>
            <p:nvPr/>
          </p:nvSpPr>
          <p:spPr>
            <a:xfrm>
              <a:off x="8188559" y="194107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5" name="pt21635"/>
            <p:cNvSpPr/>
            <p:nvPr/>
          </p:nvSpPr>
          <p:spPr>
            <a:xfrm>
              <a:off x="8271790" y="1600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6" name="pt21636"/>
            <p:cNvSpPr/>
            <p:nvPr/>
          </p:nvSpPr>
          <p:spPr>
            <a:xfrm>
              <a:off x="8147801" y="194678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7" name="pt21637"/>
            <p:cNvSpPr/>
            <p:nvPr/>
          </p:nvSpPr>
          <p:spPr>
            <a:xfrm>
              <a:off x="8312591" y="14947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8" name="pt21638"/>
            <p:cNvSpPr/>
            <p:nvPr/>
          </p:nvSpPr>
          <p:spPr>
            <a:xfrm>
              <a:off x="8498642" y="2642975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39" name="pt21639"/>
            <p:cNvSpPr/>
            <p:nvPr/>
          </p:nvSpPr>
          <p:spPr>
            <a:xfrm>
              <a:off x="8141032" y="1894819"/>
              <a:ext cx="80678" cy="80678"/>
            </a:xfrm>
            <a:prstGeom prst="ellipse">
              <a:avLst/>
            </a:prstGeom>
            <a:solidFill>
              <a:srgbClr val="D95F02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0" name="pt21640"/>
            <p:cNvSpPr/>
            <p:nvPr/>
          </p:nvSpPr>
          <p:spPr>
            <a:xfrm>
              <a:off x="8318873" y="161329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1" name="pt21641"/>
            <p:cNvSpPr/>
            <p:nvPr/>
          </p:nvSpPr>
          <p:spPr>
            <a:xfrm>
              <a:off x="7433948" y="208448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2" name="pt21642"/>
            <p:cNvSpPr/>
            <p:nvPr/>
          </p:nvSpPr>
          <p:spPr>
            <a:xfrm>
              <a:off x="7813286" y="1274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3" name="pt21643"/>
            <p:cNvSpPr/>
            <p:nvPr/>
          </p:nvSpPr>
          <p:spPr>
            <a:xfrm>
              <a:off x="8029689" y="197671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4" name="pt21644"/>
            <p:cNvSpPr/>
            <p:nvPr/>
          </p:nvSpPr>
          <p:spPr>
            <a:xfrm>
              <a:off x="8429013" y="1045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5" name="pt21645"/>
            <p:cNvSpPr/>
            <p:nvPr/>
          </p:nvSpPr>
          <p:spPr>
            <a:xfrm>
              <a:off x="8183713" y="1903176"/>
              <a:ext cx="80678" cy="80678"/>
            </a:xfrm>
            <a:prstGeom prst="ellipse">
              <a:avLst/>
            </a:prstGeom>
            <a:solidFill>
              <a:srgbClr val="7570B3">
                <a:alpha val="3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6" name="pg21646"/>
            <p:cNvSpPr/>
            <p:nvPr/>
          </p:nvSpPr>
          <p:spPr>
            <a:xfrm>
              <a:off x="8724782" y="11543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7" name="pt21647"/>
            <p:cNvSpPr/>
            <p:nvPr/>
          </p:nvSpPr>
          <p:spPr>
            <a:xfrm>
              <a:off x="8124933" y="173046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8" name="pt21648"/>
            <p:cNvSpPr/>
            <p:nvPr/>
          </p:nvSpPr>
          <p:spPr>
            <a:xfrm>
              <a:off x="8197489" y="1877480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49" name="pt21649"/>
            <p:cNvSpPr/>
            <p:nvPr/>
          </p:nvSpPr>
          <p:spPr>
            <a:xfrm>
              <a:off x="8027225" y="13590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0" name="pt21650"/>
            <p:cNvSpPr/>
            <p:nvPr/>
          </p:nvSpPr>
          <p:spPr>
            <a:xfrm>
              <a:off x="8131730" y="181319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1" name="pt21651"/>
            <p:cNvSpPr/>
            <p:nvPr/>
          </p:nvSpPr>
          <p:spPr>
            <a:xfrm>
              <a:off x="8111752" y="168914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2" name="pt21652"/>
            <p:cNvSpPr/>
            <p:nvPr/>
          </p:nvSpPr>
          <p:spPr>
            <a:xfrm>
              <a:off x="8395996" y="184073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3" name="pt21653"/>
            <p:cNvSpPr/>
            <p:nvPr/>
          </p:nvSpPr>
          <p:spPr>
            <a:xfrm>
              <a:off x="8188459" y="1995170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4" name="pg21654"/>
            <p:cNvSpPr/>
            <p:nvPr/>
          </p:nvSpPr>
          <p:spPr>
            <a:xfrm>
              <a:off x="8138097" y="190119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5" name="pt21655"/>
            <p:cNvSpPr/>
            <p:nvPr/>
          </p:nvSpPr>
          <p:spPr>
            <a:xfrm>
              <a:off x="8129055" y="190490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6" name="pt21656"/>
            <p:cNvSpPr/>
            <p:nvPr/>
          </p:nvSpPr>
          <p:spPr>
            <a:xfrm>
              <a:off x="8521782" y="18622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7" name="pt21657"/>
            <p:cNvSpPr/>
            <p:nvPr/>
          </p:nvSpPr>
          <p:spPr>
            <a:xfrm>
              <a:off x="9044185" y="1707973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8" name="pt21658"/>
            <p:cNvSpPr/>
            <p:nvPr/>
          </p:nvSpPr>
          <p:spPr>
            <a:xfrm>
              <a:off x="8148058" y="22291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59" name="pt21659"/>
            <p:cNvSpPr/>
            <p:nvPr/>
          </p:nvSpPr>
          <p:spPr>
            <a:xfrm>
              <a:off x="8460502" y="16011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0" name="pt21660"/>
            <p:cNvSpPr/>
            <p:nvPr/>
          </p:nvSpPr>
          <p:spPr>
            <a:xfrm>
              <a:off x="7934407" y="180281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1" name="pt21661"/>
            <p:cNvSpPr/>
            <p:nvPr/>
          </p:nvSpPr>
          <p:spPr>
            <a:xfrm>
              <a:off x="7998611" y="18989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2" name="pt21662"/>
            <p:cNvSpPr/>
            <p:nvPr/>
          </p:nvSpPr>
          <p:spPr>
            <a:xfrm>
              <a:off x="8314544" y="142911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3" name="pt21663"/>
            <p:cNvSpPr/>
            <p:nvPr/>
          </p:nvSpPr>
          <p:spPr>
            <a:xfrm>
              <a:off x="8096816" y="1952526"/>
              <a:ext cx="80678" cy="80678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4" name="pt21664"/>
            <p:cNvSpPr/>
            <p:nvPr/>
          </p:nvSpPr>
          <p:spPr>
            <a:xfrm>
              <a:off x="8151617" y="168915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5" name="pt21665"/>
            <p:cNvSpPr/>
            <p:nvPr/>
          </p:nvSpPr>
          <p:spPr>
            <a:xfrm>
              <a:off x="8245422" y="14886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6" name="pt21666"/>
            <p:cNvSpPr/>
            <p:nvPr/>
          </p:nvSpPr>
          <p:spPr>
            <a:xfrm>
              <a:off x="9064776" y="18482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7" name="pt21667"/>
            <p:cNvSpPr/>
            <p:nvPr/>
          </p:nvSpPr>
          <p:spPr>
            <a:xfrm>
              <a:off x="8165881" y="16937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8" name="pt21668"/>
            <p:cNvSpPr/>
            <p:nvPr/>
          </p:nvSpPr>
          <p:spPr>
            <a:xfrm>
              <a:off x="8160173" y="1887865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69" name="pt21669"/>
            <p:cNvSpPr/>
            <p:nvPr/>
          </p:nvSpPr>
          <p:spPr>
            <a:xfrm>
              <a:off x="8173209" y="194935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0" name="pt21670"/>
            <p:cNvSpPr/>
            <p:nvPr/>
          </p:nvSpPr>
          <p:spPr>
            <a:xfrm>
              <a:off x="8839727" y="1266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1" name="pt21671"/>
            <p:cNvSpPr/>
            <p:nvPr/>
          </p:nvSpPr>
          <p:spPr>
            <a:xfrm>
              <a:off x="8545256" y="17696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2" name="pt21672"/>
            <p:cNvSpPr/>
            <p:nvPr/>
          </p:nvSpPr>
          <p:spPr>
            <a:xfrm>
              <a:off x="8005755" y="20023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3" name="pt21673"/>
            <p:cNvSpPr/>
            <p:nvPr/>
          </p:nvSpPr>
          <p:spPr>
            <a:xfrm>
              <a:off x="8198947" y="1920623"/>
              <a:ext cx="67219" cy="67219"/>
            </a:xfrm>
            <a:prstGeom prst="ellipse">
              <a:avLst/>
            </a:prstGeom>
            <a:solidFill>
              <a:srgbClr val="D95F02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74" name="pl21674"/>
            <p:cNvSpPr/>
            <p:nvPr/>
          </p:nvSpPr>
          <p:spPr>
            <a:xfrm>
              <a:off x="8098760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5" name="pl21675"/>
            <p:cNvSpPr/>
            <p:nvPr/>
          </p:nvSpPr>
          <p:spPr>
            <a:xfrm>
              <a:off x="8098760" y="17465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6" name="pl21676"/>
            <p:cNvSpPr/>
            <p:nvPr/>
          </p:nvSpPr>
          <p:spPr>
            <a:xfrm>
              <a:off x="8078101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7" name="pl21677"/>
            <p:cNvSpPr/>
            <p:nvPr/>
          </p:nvSpPr>
          <p:spPr>
            <a:xfrm>
              <a:off x="8078101" y="178524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8" name="pl21678"/>
            <p:cNvSpPr/>
            <p:nvPr/>
          </p:nvSpPr>
          <p:spPr>
            <a:xfrm>
              <a:off x="8074728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79" name="pl21679"/>
            <p:cNvSpPr/>
            <p:nvPr/>
          </p:nvSpPr>
          <p:spPr>
            <a:xfrm>
              <a:off x="8074728" y="1787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80" name="pg21680"/>
            <p:cNvSpPr/>
            <p:nvPr/>
          </p:nvSpPr>
          <p:spPr>
            <a:xfrm>
              <a:off x="8150028" y="183653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1" name="pg21681"/>
            <p:cNvSpPr/>
            <p:nvPr/>
          </p:nvSpPr>
          <p:spPr>
            <a:xfrm>
              <a:off x="8244281" y="213816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2" name="pg21682"/>
            <p:cNvSpPr/>
            <p:nvPr/>
          </p:nvSpPr>
          <p:spPr>
            <a:xfrm>
              <a:off x="8146359" y="1655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3" name="pt21683"/>
            <p:cNvSpPr/>
            <p:nvPr/>
          </p:nvSpPr>
          <p:spPr>
            <a:xfrm>
              <a:off x="8140553" y="1893160"/>
              <a:ext cx="48833" cy="48833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4" name="pt21684"/>
            <p:cNvSpPr/>
            <p:nvPr/>
          </p:nvSpPr>
          <p:spPr>
            <a:xfrm>
              <a:off x="8163906" y="1891341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5" name="pt21685"/>
            <p:cNvSpPr/>
            <p:nvPr/>
          </p:nvSpPr>
          <p:spPr>
            <a:xfrm>
              <a:off x="8103510" y="1933614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6" name="pt21686"/>
            <p:cNvSpPr/>
            <p:nvPr/>
          </p:nvSpPr>
          <p:spPr>
            <a:xfrm>
              <a:off x="8151313" y="1882907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7" name="pt21687"/>
            <p:cNvSpPr/>
            <p:nvPr/>
          </p:nvSpPr>
          <p:spPr>
            <a:xfrm>
              <a:off x="8140860" y="1797695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8" name="pt21688"/>
            <p:cNvSpPr/>
            <p:nvPr/>
          </p:nvSpPr>
          <p:spPr>
            <a:xfrm>
              <a:off x="8187868" y="192116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89" name="pt21689"/>
            <p:cNvSpPr/>
            <p:nvPr/>
          </p:nvSpPr>
          <p:spPr>
            <a:xfrm>
              <a:off x="8173064" y="1903473"/>
              <a:ext cx="80678" cy="80678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0" name="pl21690"/>
            <p:cNvSpPr/>
            <p:nvPr/>
          </p:nvSpPr>
          <p:spPr>
            <a:xfrm>
              <a:off x="8139653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1" name="pl21691"/>
            <p:cNvSpPr/>
            <p:nvPr/>
          </p:nvSpPr>
          <p:spPr>
            <a:xfrm>
              <a:off x="8139653" y="1792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2" name="pl21692"/>
            <p:cNvSpPr/>
            <p:nvPr/>
          </p:nvSpPr>
          <p:spPr>
            <a:xfrm>
              <a:off x="8129540" y="1816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3" name="pl21693"/>
            <p:cNvSpPr/>
            <p:nvPr/>
          </p:nvSpPr>
          <p:spPr>
            <a:xfrm>
              <a:off x="8164070" y="17820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694" name="pt21694"/>
            <p:cNvSpPr/>
            <p:nvPr/>
          </p:nvSpPr>
          <p:spPr>
            <a:xfrm>
              <a:off x="8120698" y="1893879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5" name="pt21695"/>
            <p:cNvSpPr/>
            <p:nvPr/>
          </p:nvSpPr>
          <p:spPr>
            <a:xfrm>
              <a:off x="7605718" y="1225375"/>
              <a:ext cx="48833" cy="48833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6" name="pt21696"/>
            <p:cNvSpPr/>
            <p:nvPr/>
          </p:nvSpPr>
          <p:spPr>
            <a:xfrm>
              <a:off x="8137942" y="1920762"/>
              <a:ext cx="48833" cy="48833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7" name="pt21697"/>
            <p:cNvSpPr/>
            <p:nvPr/>
          </p:nvSpPr>
          <p:spPr>
            <a:xfrm>
              <a:off x="8195255" y="1873280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8" name="pt21698"/>
            <p:cNvSpPr/>
            <p:nvPr/>
          </p:nvSpPr>
          <p:spPr>
            <a:xfrm>
              <a:off x="8923333" y="23094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699" name="pt21699"/>
            <p:cNvSpPr/>
            <p:nvPr/>
          </p:nvSpPr>
          <p:spPr>
            <a:xfrm>
              <a:off x="7572514" y="23445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0" name="pt21700"/>
            <p:cNvSpPr/>
            <p:nvPr/>
          </p:nvSpPr>
          <p:spPr>
            <a:xfrm>
              <a:off x="8217966" y="1864246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1" name="pt21701"/>
            <p:cNvSpPr/>
            <p:nvPr/>
          </p:nvSpPr>
          <p:spPr>
            <a:xfrm>
              <a:off x="8819856" y="15477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2" name="pt21702"/>
            <p:cNvSpPr/>
            <p:nvPr/>
          </p:nvSpPr>
          <p:spPr>
            <a:xfrm>
              <a:off x="8508670" y="155320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3" name="pt21703"/>
            <p:cNvSpPr/>
            <p:nvPr/>
          </p:nvSpPr>
          <p:spPr>
            <a:xfrm>
              <a:off x="8890297" y="23615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4" name="pl21704"/>
            <p:cNvSpPr/>
            <p:nvPr/>
          </p:nvSpPr>
          <p:spPr>
            <a:xfrm>
              <a:off x="8086913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5" name="pl21705"/>
            <p:cNvSpPr/>
            <p:nvPr/>
          </p:nvSpPr>
          <p:spPr>
            <a:xfrm>
              <a:off x="8086913" y="1152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6" name="pl21706"/>
            <p:cNvSpPr/>
            <p:nvPr/>
          </p:nvSpPr>
          <p:spPr>
            <a:xfrm>
              <a:off x="8076799" y="11774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7" name="pl21707"/>
            <p:cNvSpPr/>
            <p:nvPr/>
          </p:nvSpPr>
          <p:spPr>
            <a:xfrm>
              <a:off x="8111330" y="1142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08" name="pt21708"/>
            <p:cNvSpPr/>
            <p:nvPr/>
          </p:nvSpPr>
          <p:spPr>
            <a:xfrm>
              <a:off x="8221071" y="1862928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09" name="pt21709"/>
            <p:cNvSpPr/>
            <p:nvPr/>
          </p:nvSpPr>
          <p:spPr>
            <a:xfrm>
              <a:off x="8194405" y="20084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0" name="pt21710"/>
            <p:cNvSpPr/>
            <p:nvPr/>
          </p:nvSpPr>
          <p:spPr>
            <a:xfrm>
              <a:off x="8037328" y="13785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1" name="pt21711"/>
            <p:cNvSpPr/>
            <p:nvPr/>
          </p:nvSpPr>
          <p:spPr>
            <a:xfrm>
              <a:off x="8168944" y="1874992"/>
              <a:ext cx="48833" cy="48833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2" name="pt21712"/>
            <p:cNvSpPr/>
            <p:nvPr/>
          </p:nvSpPr>
          <p:spPr>
            <a:xfrm>
              <a:off x="8547389" y="16210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3" name="pt21713"/>
            <p:cNvSpPr/>
            <p:nvPr/>
          </p:nvSpPr>
          <p:spPr>
            <a:xfrm>
              <a:off x="8171035" y="1881848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4" name="pt21714"/>
            <p:cNvSpPr/>
            <p:nvPr/>
          </p:nvSpPr>
          <p:spPr>
            <a:xfrm>
              <a:off x="8425939" y="151159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5" name="pt21715"/>
            <p:cNvSpPr/>
            <p:nvPr/>
          </p:nvSpPr>
          <p:spPr>
            <a:xfrm>
              <a:off x="8150764" y="1852172"/>
              <a:ext cx="67219" cy="67219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6" name="pt21716"/>
            <p:cNvSpPr/>
            <p:nvPr/>
          </p:nvSpPr>
          <p:spPr>
            <a:xfrm>
              <a:off x="8210858" y="19487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7" name="pt21717"/>
            <p:cNvSpPr/>
            <p:nvPr/>
          </p:nvSpPr>
          <p:spPr>
            <a:xfrm>
              <a:off x="8201228" y="1883280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8" name="pt21718"/>
            <p:cNvSpPr/>
            <p:nvPr/>
          </p:nvSpPr>
          <p:spPr>
            <a:xfrm>
              <a:off x="8082289" y="1146981"/>
              <a:ext cx="67219" cy="67219"/>
            </a:xfrm>
            <a:prstGeom prst="ellipse">
              <a:avLst/>
            </a:prstGeom>
            <a:solidFill>
              <a:srgbClr val="D95F02">
                <a:alpha val="2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19" name="pt21719"/>
            <p:cNvSpPr/>
            <p:nvPr/>
          </p:nvSpPr>
          <p:spPr>
            <a:xfrm>
              <a:off x="8513355" y="185939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0" name="pt21720"/>
            <p:cNvSpPr/>
            <p:nvPr/>
          </p:nvSpPr>
          <p:spPr>
            <a:xfrm>
              <a:off x="8168708" y="1871387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1" name="pg21721"/>
            <p:cNvSpPr/>
            <p:nvPr/>
          </p:nvSpPr>
          <p:spPr>
            <a:xfrm>
              <a:off x="8066334" y="17703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2" name="pt21722"/>
            <p:cNvSpPr/>
            <p:nvPr/>
          </p:nvSpPr>
          <p:spPr>
            <a:xfrm>
              <a:off x="8482287" y="18724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3" name="pt21723"/>
            <p:cNvSpPr/>
            <p:nvPr/>
          </p:nvSpPr>
          <p:spPr>
            <a:xfrm>
              <a:off x="8236488" y="14489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4" name="pt21724"/>
            <p:cNvSpPr/>
            <p:nvPr/>
          </p:nvSpPr>
          <p:spPr>
            <a:xfrm>
              <a:off x="8122195" y="21512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5" name="pt21725"/>
            <p:cNvSpPr/>
            <p:nvPr/>
          </p:nvSpPr>
          <p:spPr>
            <a:xfrm>
              <a:off x="8571369" y="15227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6" name="pt21726"/>
            <p:cNvSpPr/>
            <p:nvPr/>
          </p:nvSpPr>
          <p:spPr>
            <a:xfrm>
              <a:off x="8034305" y="2599480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7" name="pt21727"/>
            <p:cNvSpPr/>
            <p:nvPr/>
          </p:nvSpPr>
          <p:spPr>
            <a:xfrm>
              <a:off x="8487201" y="10358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8" name="pg21728"/>
            <p:cNvSpPr/>
            <p:nvPr/>
          </p:nvSpPr>
          <p:spPr>
            <a:xfrm>
              <a:off x="8735225" y="22466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29" name="pt21729"/>
            <p:cNvSpPr/>
            <p:nvPr/>
          </p:nvSpPr>
          <p:spPr>
            <a:xfrm>
              <a:off x="8161101" y="1894493"/>
              <a:ext cx="48833" cy="48833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0" name="pt21730"/>
            <p:cNvSpPr/>
            <p:nvPr/>
          </p:nvSpPr>
          <p:spPr>
            <a:xfrm>
              <a:off x="7676337" y="24704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1" name="pg21731"/>
            <p:cNvSpPr/>
            <p:nvPr/>
          </p:nvSpPr>
          <p:spPr>
            <a:xfrm>
              <a:off x="8221411" y="146873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2" name="pt21732"/>
            <p:cNvSpPr/>
            <p:nvPr/>
          </p:nvSpPr>
          <p:spPr>
            <a:xfrm>
              <a:off x="7439114" y="1557884"/>
              <a:ext cx="48833" cy="48833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3" name="pt21733"/>
            <p:cNvSpPr/>
            <p:nvPr/>
          </p:nvSpPr>
          <p:spPr>
            <a:xfrm>
              <a:off x="8226589" y="1992943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4" name="pt21734"/>
            <p:cNvSpPr/>
            <p:nvPr/>
          </p:nvSpPr>
          <p:spPr>
            <a:xfrm>
              <a:off x="7748986" y="12202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5" name="pt21735"/>
            <p:cNvSpPr/>
            <p:nvPr/>
          </p:nvSpPr>
          <p:spPr>
            <a:xfrm>
              <a:off x="8540846" y="17318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6" name="pt21736"/>
            <p:cNvSpPr/>
            <p:nvPr/>
          </p:nvSpPr>
          <p:spPr>
            <a:xfrm>
              <a:off x="8272068" y="16390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7" name="pt21737"/>
            <p:cNvSpPr/>
            <p:nvPr/>
          </p:nvSpPr>
          <p:spPr>
            <a:xfrm>
              <a:off x="8184882" y="1875692"/>
              <a:ext cx="48833" cy="48833"/>
            </a:xfrm>
            <a:prstGeom prst="ellipse">
              <a:avLst/>
            </a:prstGeom>
            <a:solidFill>
              <a:srgbClr val="D95F02">
                <a:alpha val="3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8" name="pg21738"/>
            <p:cNvSpPr/>
            <p:nvPr/>
          </p:nvSpPr>
          <p:spPr>
            <a:xfrm>
              <a:off x="8397320" y="149786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39" name="pt21739"/>
            <p:cNvSpPr/>
            <p:nvPr/>
          </p:nvSpPr>
          <p:spPr>
            <a:xfrm>
              <a:off x="8407214" y="19231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0" name="pt21740"/>
            <p:cNvSpPr/>
            <p:nvPr/>
          </p:nvSpPr>
          <p:spPr>
            <a:xfrm>
              <a:off x="7603781" y="1218307"/>
              <a:ext cx="67219" cy="67219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1" name="pt21741"/>
            <p:cNvSpPr/>
            <p:nvPr/>
          </p:nvSpPr>
          <p:spPr>
            <a:xfrm>
              <a:off x="8230520" y="198794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2" name="pt21742"/>
            <p:cNvSpPr/>
            <p:nvPr/>
          </p:nvSpPr>
          <p:spPr>
            <a:xfrm>
              <a:off x="8513958" y="177196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3" name="pt21743"/>
            <p:cNvSpPr/>
            <p:nvPr/>
          </p:nvSpPr>
          <p:spPr>
            <a:xfrm>
              <a:off x="8593615" y="17891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4" name="pt21744"/>
            <p:cNvSpPr/>
            <p:nvPr/>
          </p:nvSpPr>
          <p:spPr>
            <a:xfrm>
              <a:off x="8536546" y="16181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5" name="pt21745"/>
            <p:cNvSpPr/>
            <p:nvPr/>
          </p:nvSpPr>
          <p:spPr>
            <a:xfrm>
              <a:off x="8089229" y="16798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6" name="pt21746"/>
            <p:cNvSpPr/>
            <p:nvPr/>
          </p:nvSpPr>
          <p:spPr>
            <a:xfrm>
              <a:off x="8156558" y="1894289"/>
              <a:ext cx="48833" cy="48833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7" name="pt21747"/>
            <p:cNvSpPr/>
            <p:nvPr/>
          </p:nvSpPr>
          <p:spPr>
            <a:xfrm>
              <a:off x="8269620" y="20149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8" name="pt21748"/>
            <p:cNvSpPr/>
            <p:nvPr/>
          </p:nvSpPr>
          <p:spPr>
            <a:xfrm>
              <a:off x="8559922" y="1087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49" name="pt21749"/>
            <p:cNvSpPr/>
            <p:nvPr/>
          </p:nvSpPr>
          <p:spPr>
            <a:xfrm>
              <a:off x="7619058" y="1232931"/>
              <a:ext cx="48833" cy="48833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0" name="pt21750"/>
            <p:cNvSpPr/>
            <p:nvPr/>
          </p:nvSpPr>
          <p:spPr>
            <a:xfrm>
              <a:off x="8188080" y="192538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1" name="pt21751"/>
            <p:cNvSpPr/>
            <p:nvPr/>
          </p:nvSpPr>
          <p:spPr>
            <a:xfrm>
              <a:off x="8151189" y="1881053"/>
              <a:ext cx="80678" cy="80678"/>
            </a:xfrm>
            <a:prstGeom prst="ellipse">
              <a:avLst/>
            </a:prstGeom>
            <a:solidFill>
              <a:srgbClr val="D95F02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2" name="pt21752"/>
            <p:cNvSpPr/>
            <p:nvPr/>
          </p:nvSpPr>
          <p:spPr>
            <a:xfrm>
              <a:off x="8154304" y="1900650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3" name="pt21753"/>
            <p:cNvSpPr/>
            <p:nvPr/>
          </p:nvSpPr>
          <p:spPr>
            <a:xfrm>
              <a:off x="8102346" y="22014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4" name="pt21754"/>
            <p:cNvSpPr/>
            <p:nvPr/>
          </p:nvSpPr>
          <p:spPr>
            <a:xfrm>
              <a:off x="7443699" y="212565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5" name="pt21755"/>
            <p:cNvSpPr/>
            <p:nvPr/>
          </p:nvSpPr>
          <p:spPr>
            <a:xfrm>
              <a:off x="8031427" y="2590939"/>
              <a:ext cx="67219" cy="67219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6" name="pt21756"/>
            <p:cNvSpPr/>
            <p:nvPr/>
          </p:nvSpPr>
          <p:spPr>
            <a:xfrm>
              <a:off x="8117498" y="10190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7" name="pt21757"/>
            <p:cNvSpPr/>
            <p:nvPr/>
          </p:nvSpPr>
          <p:spPr>
            <a:xfrm>
              <a:off x="8143664" y="1885040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58" name="pt21758"/>
            <p:cNvSpPr/>
            <p:nvPr/>
          </p:nvSpPr>
          <p:spPr>
            <a:xfrm>
              <a:off x="8245108" y="2394629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59" name="pl21759"/>
            <p:cNvSpPr/>
            <p:nvPr/>
          </p:nvSpPr>
          <p:spPr>
            <a:xfrm>
              <a:off x="8245108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0" name="pl21760"/>
            <p:cNvSpPr/>
            <p:nvPr/>
          </p:nvSpPr>
          <p:spPr>
            <a:xfrm>
              <a:off x="8245108" y="239462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61" name="pt21761"/>
            <p:cNvSpPr/>
            <p:nvPr/>
          </p:nvSpPr>
          <p:spPr>
            <a:xfrm>
              <a:off x="8167152" y="1892089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2" name="pt21762"/>
            <p:cNvSpPr/>
            <p:nvPr/>
          </p:nvSpPr>
          <p:spPr>
            <a:xfrm>
              <a:off x="8050550" y="1758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3" name="pg21763"/>
            <p:cNvSpPr/>
            <p:nvPr/>
          </p:nvSpPr>
          <p:spPr>
            <a:xfrm>
              <a:off x="8264688" y="1805028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4" name="pg21764"/>
            <p:cNvSpPr/>
            <p:nvPr/>
          </p:nvSpPr>
          <p:spPr>
            <a:xfrm>
              <a:off x="8269112" y="163344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5" name="pt21765"/>
            <p:cNvSpPr/>
            <p:nvPr/>
          </p:nvSpPr>
          <p:spPr>
            <a:xfrm>
              <a:off x="8156637" y="21203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6" name="pg21766"/>
            <p:cNvSpPr/>
            <p:nvPr/>
          </p:nvSpPr>
          <p:spPr>
            <a:xfrm>
              <a:off x="8139831" y="192322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7" name="pt21767"/>
            <p:cNvSpPr/>
            <p:nvPr/>
          </p:nvSpPr>
          <p:spPr>
            <a:xfrm>
              <a:off x="8215968" y="195830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8" name="pg21768"/>
            <p:cNvSpPr/>
            <p:nvPr/>
          </p:nvSpPr>
          <p:spPr>
            <a:xfrm>
              <a:off x="8075811" y="179460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69" name="pt21769"/>
            <p:cNvSpPr/>
            <p:nvPr/>
          </p:nvSpPr>
          <p:spPr>
            <a:xfrm>
              <a:off x="8325375" y="184515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0" name="pt21770"/>
            <p:cNvSpPr/>
            <p:nvPr/>
          </p:nvSpPr>
          <p:spPr>
            <a:xfrm>
              <a:off x="8146910" y="19121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1" name="pt21771"/>
            <p:cNvSpPr/>
            <p:nvPr/>
          </p:nvSpPr>
          <p:spPr>
            <a:xfrm>
              <a:off x="8186204" y="1908438"/>
              <a:ext cx="67219" cy="67219"/>
            </a:xfrm>
            <a:prstGeom prst="ellipse">
              <a:avLst/>
            </a:prstGeom>
            <a:solidFill>
              <a:srgbClr val="7570B3">
                <a:alpha val="4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2" name="pt21772"/>
            <p:cNvSpPr/>
            <p:nvPr/>
          </p:nvSpPr>
          <p:spPr>
            <a:xfrm>
              <a:off x="8134321" y="217545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3" name="pt21773"/>
            <p:cNvSpPr/>
            <p:nvPr/>
          </p:nvSpPr>
          <p:spPr>
            <a:xfrm>
              <a:off x="8260627" y="1846601"/>
              <a:ext cx="48833" cy="48833"/>
            </a:xfrm>
            <a:prstGeom prst="ellipse">
              <a:avLst/>
            </a:prstGeom>
            <a:solidFill>
              <a:srgbClr val="7570B3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4" name="pt21774"/>
            <p:cNvSpPr/>
            <p:nvPr/>
          </p:nvSpPr>
          <p:spPr>
            <a:xfrm>
              <a:off x="9033796" y="20381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5" name="pt21775"/>
            <p:cNvSpPr/>
            <p:nvPr/>
          </p:nvSpPr>
          <p:spPr>
            <a:xfrm>
              <a:off x="7546040" y="21923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6" name="pt21776"/>
            <p:cNvSpPr/>
            <p:nvPr/>
          </p:nvSpPr>
          <p:spPr>
            <a:xfrm>
              <a:off x="7690867" y="11862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7" name="pt21777"/>
            <p:cNvSpPr/>
            <p:nvPr/>
          </p:nvSpPr>
          <p:spPr>
            <a:xfrm>
              <a:off x="8124408" y="1869837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8" name="pt21778"/>
            <p:cNvSpPr/>
            <p:nvPr/>
          </p:nvSpPr>
          <p:spPr>
            <a:xfrm>
              <a:off x="8193158" y="192799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79" name="pt21779"/>
            <p:cNvSpPr/>
            <p:nvPr/>
          </p:nvSpPr>
          <p:spPr>
            <a:xfrm>
              <a:off x="8213670" y="194074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0" name="pt21780"/>
            <p:cNvSpPr/>
            <p:nvPr/>
          </p:nvSpPr>
          <p:spPr>
            <a:xfrm>
              <a:off x="8058948" y="17680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1" name="pt21781"/>
            <p:cNvSpPr/>
            <p:nvPr/>
          </p:nvSpPr>
          <p:spPr>
            <a:xfrm>
              <a:off x="8147189" y="22396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2" name="pt21782"/>
            <p:cNvSpPr/>
            <p:nvPr/>
          </p:nvSpPr>
          <p:spPr>
            <a:xfrm>
              <a:off x="8300117" y="15995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3" name="pt21783"/>
            <p:cNvSpPr/>
            <p:nvPr/>
          </p:nvSpPr>
          <p:spPr>
            <a:xfrm>
              <a:off x="8429018" y="10573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4" name="pg21784"/>
            <p:cNvSpPr/>
            <p:nvPr/>
          </p:nvSpPr>
          <p:spPr>
            <a:xfrm>
              <a:off x="7445426" y="211417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5" name="pt21785"/>
            <p:cNvSpPr/>
            <p:nvPr/>
          </p:nvSpPr>
          <p:spPr>
            <a:xfrm>
              <a:off x="8593830" y="17777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6" name="pt21786"/>
            <p:cNvSpPr/>
            <p:nvPr/>
          </p:nvSpPr>
          <p:spPr>
            <a:xfrm>
              <a:off x="7465550" y="21541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7" name="pt21787"/>
            <p:cNvSpPr/>
            <p:nvPr/>
          </p:nvSpPr>
          <p:spPr>
            <a:xfrm>
              <a:off x="8193696" y="169308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8" name="pt21788"/>
            <p:cNvSpPr/>
            <p:nvPr/>
          </p:nvSpPr>
          <p:spPr>
            <a:xfrm>
              <a:off x="9057604" y="18200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89" name="pt21789"/>
            <p:cNvSpPr/>
            <p:nvPr/>
          </p:nvSpPr>
          <p:spPr>
            <a:xfrm>
              <a:off x="8500626" y="17685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0" name="pt21790"/>
            <p:cNvSpPr/>
            <p:nvPr/>
          </p:nvSpPr>
          <p:spPr>
            <a:xfrm>
              <a:off x="8246806" y="192702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1" name="pl21791"/>
            <p:cNvSpPr/>
            <p:nvPr/>
          </p:nvSpPr>
          <p:spPr>
            <a:xfrm>
              <a:off x="8144042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2" name="pl21792"/>
            <p:cNvSpPr/>
            <p:nvPr/>
          </p:nvSpPr>
          <p:spPr>
            <a:xfrm>
              <a:off x="8144042" y="188552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3" name="pl21793"/>
            <p:cNvSpPr/>
            <p:nvPr/>
          </p:nvSpPr>
          <p:spPr>
            <a:xfrm>
              <a:off x="8111726" y="1963549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4" name="pl21794"/>
            <p:cNvSpPr/>
            <p:nvPr/>
          </p:nvSpPr>
          <p:spPr>
            <a:xfrm>
              <a:off x="8222062" y="1853213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795" name="pt21795"/>
            <p:cNvSpPr/>
            <p:nvPr/>
          </p:nvSpPr>
          <p:spPr>
            <a:xfrm>
              <a:off x="7609670" y="23912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6" name="pt21796"/>
            <p:cNvSpPr/>
            <p:nvPr/>
          </p:nvSpPr>
          <p:spPr>
            <a:xfrm>
              <a:off x="8422663" y="150603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7" name="pt21797"/>
            <p:cNvSpPr/>
            <p:nvPr/>
          </p:nvSpPr>
          <p:spPr>
            <a:xfrm>
              <a:off x="8075864" y="198915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8" name="pt21798"/>
            <p:cNvSpPr/>
            <p:nvPr/>
          </p:nvSpPr>
          <p:spPr>
            <a:xfrm>
              <a:off x="8329352" y="192270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799" name="pt21799"/>
            <p:cNvSpPr/>
            <p:nvPr/>
          </p:nvSpPr>
          <p:spPr>
            <a:xfrm>
              <a:off x="8103796" y="196962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0" name="pl21800"/>
            <p:cNvSpPr/>
            <p:nvPr/>
          </p:nvSpPr>
          <p:spPr>
            <a:xfrm>
              <a:off x="8157042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1" name="pl21801"/>
            <p:cNvSpPr/>
            <p:nvPr/>
          </p:nvSpPr>
          <p:spPr>
            <a:xfrm>
              <a:off x="8157042" y="195070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2" name="pl21802"/>
            <p:cNvSpPr/>
            <p:nvPr/>
          </p:nvSpPr>
          <p:spPr>
            <a:xfrm>
              <a:off x="8139313" y="199350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3" name="pl21803"/>
            <p:cNvSpPr/>
            <p:nvPr/>
          </p:nvSpPr>
          <p:spPr>
            <a:xfrm>
              <a:off x="8199844" y="1932972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04" name="pg21804"/>
            <p:cNvSpPr/>
            <p:nvPr/>
          </p:nvSpPr>
          <p:spPr>
            <a:xfrm>
              <a:off x="8159223" y="204488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5" name="pt21805"/>
            <p:cNvSpPr/>
            <p:nvPr/>
          </p:nvSpPr>
          <p:spPr>
            <a:xfrm>
              <a:off x="8398833" y="16951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6" name="pg21806"/>
            <p:cNvSpPr/>
            <p:nvPr/>
          </p:nvSpPr>
          <p:spPr>
            <a:xfrm>
              <a:off x="8335683" y="18831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7" name="pg21807"/>
            <p:cNvSpPr/>
            <p:nvPr/>
          </p:nvSpPr>
          <p:spPr>
            <a:xfrm>
              <a:off x="8343017" y="188002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8" name="pt21808"/>
            <p:cNvSpPr/>
            <p:nvPr/>
          </p:nvSpPr>
          <p:spPr>
            <a:xfrm>
              <a:off x="7515275" y="15429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09" name="pt21809"/>
            <p:cNvSpPr/>
            <p:nvPr/>
          </p:nvSpPr>
          <p:spPr>
            <a:xfrm>
              <a:off x="8192050" y="1919144"/>
              <a:ext cx="80678" cy="80678"/>
            </a:xfrm>
            <a:prstGeom prst="ellipse">
              <a:avLst/>
            </a:prstGeom>
            <a:solidFill>
              <a:srgbClr val="7570B3">
                <a:alpha val="2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0" name="pg21810"/>
            <p:cNvSpPr/>
            <p:nvPr/>
          </p:nvSpPr>
          <p:spPr>
            <a:xfrm>
              <a:off x="8460542" y="1588461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1" name="pt21811"/>
            <p:cNvSpPr/>
            <p:nvPr/>
          </p:nvSpPr>
          <p:spPr>
            <a:xfrm>
              <a:off x="8251055" y="1862126"/>
              <a:ext cx="48833" cy="48833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2" name="pt21812"/>
            <p:cNvSpPr/>
            <p:nvPr/>
          </p:nvSpPr>
          <p:spPr>
            <a:xfrm>
              <a:off x="8168624" y="1899016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3" name="pt21813"/>
            <p:cNvSpPr/>
            <p:nvPr/>
          </p:nvSpPr>
          <p:spPr>
            <a:xfrm>
              <a:off x="8187641" y="1919196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4" name="pt21814"/>
            <p:cNvSpPr/>
            <p:nvPr/>
          </p:nvSpPr>
          <p:spPr>
            <a:xfrm>
              <a:off x="7809132" y="128641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5" name="pt21815"/>
            <p:cNvSpPr/>
            <p:nvPr/>
          </p:nvSpPr>
          <p:spPr>
            <a:xfrm>
              <a:off x="8348753" y="26755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6" name="pt21816"/>
            <p:cNvSpPr/>
            <p:nvPr/>
          </p:nvSpPr>
          <p:spPr>
            <a:xfrm>
              <a:off x="8896633" y="232866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7" name="pt21817"/>
            <p:cNvSpPr/>
            <p:nvPr/>
          </p:nvSpPr>
          <p:spPr>
            <a:xfrm>
              <a:off x="8503079" y="17693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8" name="pt21818"/>
            <p:cNvSpPr/>
            <p:nvPr/>
          </p:nvSpPr>
          <p:spPr>
            <a:xfrm>
              <a:off x="8463625" y="16604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19" name="pl21819"/>
            <p:cNvSpPr/>
            <p:nvPr/>
          </p:nvSpPr>
          <p:spPr>
            <a:xfrm>
              <a:off x="8161750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0" name="pl21820"/>
            <p:cNvSpPr/>
            <p:nvPr/>
          </p:nvSpPr>
          <p:spPr>
            <a:xfrm>
              <a:off x="8161750" y="19094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1" name="pl21821"/>
            <p:cNvSpPr/>
            <p:nvPr/>
          </p:nvSpPr>
          <p:spPr>
            <a:xfrm>
              <a:off x="8151637" y="19338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2" name="pl21822"/>
            <p:cNvSpPr/>
            <p:nvPr/>
          </p:nvSpPr>
          <p:spPr>
            <a:xfrm>
              <a:off x="8186167" y="18993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23" name="pt21823"/>
            <p:cNvSpPr/>
            <p:nvPr/>
          </p:nvSpPr>
          <p:spPr>
            <a:xfrm>
              <a:off x="7574346" y="236386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4" name="pt21824"/>
            <p:cNvSpPr/>
            <p:nvPr/>
          </p:nvSpPr>
          <p:spPr>
            <a:xfrm>
              <a:off x="8174662" y="197235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5" name="pt21825"/>
            <p:cNvSpPr/>
            <p:nvPr/>
          </p:nvSpPr>
          <p:spPr>
            <a:xfrm>
              <a:off x="8172229" y="1885340"/>
              <a:ext cx="48833" cy="48833"/>
            </a:xfrm>
            <a:prstGeom prst="ellipse">
              <a:avLst/>
            </a:prstGeom>
            <a:solidFill>
              <a:srgbClr val="D95F02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6" name="pt21826"/>
            <p:cNvSpPr/>
            <p:nvPr/>
          </p:nvSpPr>
          <p:spPr>
            <a:xfrm>
              <a:off x="8216950" y="10117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7" name="pg21827"/>
            <p:cNvSpPr/>
            <p:nvPr/>
          </p:nvSpPr>
          <p:spPr>
            <a:xfrm>
              <a:off x="8263330" y="160986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8" name="pt21828"/>
            <p:cNvSpPr/>
            <p:nvPr/>
          </p:nvSpPr>
          <p:spPr>
            <a:xfrm>
              <a:off x="8393296" y="26680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29" name="pl21829"/>
            <p:cNvSpPr/>
            <p:nvPr/>
          </p:nvSpPr>
          <p:spPr>
            <a:xfrm>
              <a:off x="8271346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0" name="pl21830"/>
            <p:cNvSpPr/>
            <p:nvPr/>
          </p:nvSpPr>
          <p:spPr>
            <a:xfrm>
              <a:off x="8271346" y="14837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1" name="pl21831"/>
            <p:cNvSpPr/>
            <p:nvPr/>
          </p:nvSpPr>
          <p:spPr>
            <a:xfrm>
              <a:off x="8261232" y="15082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2" name="pl21832"/>
            <p:cNvSpPr/>
            <p:nvPr/>
          </p:nvSpPr>
          <p:spPr>
            <a:xfrm>
              <a:off x="8295763" y="14736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33" name="pg21833"/>
            <p:cNvSpPr/>
            <p:nvPr/>
          </p:nvSpPr>
          <p:spPr>
            <a:xfrm>
              <a:off x="8163045" y="203034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4" name="pt21834"/>
            <p:cNvSpPr/>
            <p:nvPr/>
          </p:nvSpPr>
          <p:spPr>
            <a:xfrm>
              <a:off x="7771104" y="12832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5" name="pg21835"/>
            <p:cNvSpPr/>
            <p:nvPr/>
          </p:nvSpPr>
          <p:spPr>
            <a:xfrm>
              <a:off x="8210448" y="26788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6" name="pt21836"/>
            <p:cNvSpPr/>
            <p:nvPr/>
          </p:nvSpPr>
          <p:spPr>
            <a:xfrm>
              <a:off x="8145319" y="195613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7" name="pt21837"/>
            <p:cNvSpPr/>
            <p:nvPr/>
          </p:nvSpPr>
          <p:spPr>
            <a:xfrm>
              <a:off x="8551027" y="16412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8" name="pt21838"/>
            <p:cNvSpPr/>
            <p:nvPr/>
          </p:nvSpPr>
          <p:spPr>
            <a:xfrm>
              <a:off x="8440504" y="15841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39" name="pt21839"/>
            <p:cNvSpPr/>
            <p:nvPr/>
          </p:nvSpPr>
          <p:spPr>
            <a:xfrm>
              <a:off x="7413631" y="17751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0" name="pl21840"/>
            <p:cNvSpPr/>
            <p:nvPr/>
          </p:nvSpPr>
          <p:spPr>
            <a:xfrm>
              <a:off x="8116757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1" name="pl21841"/>
            <p:cNvSpPr/>
            <p:nvPr/>
          </p:nvSpPr>
          <p:spPr>
            <a:xfrm>
              <a:off x="8116757" y="18880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2" name="pl21842"/>
            <p:cNvSpPr/>
            <p:nvPr/>
          </p:nvSpPr>
          <p:spPr>
            <a:xfrm>
              <a:off x="8106644" y="19124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3" name="pl21843"/>
            <p:cNvSpPr/>
            <p:nvPr/>
          </p:nvSpPr>
          <p:spPr>
            <a:xfrm>
              <a:off x="8141174" y="1877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62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44" name="pt21844"/>
            <p:cNvSpPr/>
            <p:nvPr/>
          </p:nvSpPr>
          <p:spPr>
            <a:xfrm>
              <a:off x="8665749" y="15817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5" name="pt21845"/>
            <p:cNvSpPr/>
            <p:nvPr/>
          </p:nvSpPr>
          <p:spPr>
            <a:xfrm>
              <a:off x="8251631" y="21233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6" name="pt21846"/>
            <p:cNvSpPr/>
            <p:nvPr/>
          </p:nvSpPr>
          <p:spPr>
            <a:xfrm>
              <a:off x="8392794" y="168142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7" name="pt21847"/>
            <p:cNvSpPr/>
            <p:nvPr/>
          </p:nvSpPr>
          <p:spPr>
            <a:xfrm>
              <a:off x="8040860" y="2609290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8" name="pt21848"/>
            <p:cNvSpPr/>
            <p:nvPr/>
          </p:nvSpPr>
          <p:spPr>
            <a:xfrm>
              <a:off x="8136428" y="1958478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49" name="pt21849"/>
            <p:cNvSpPr/>
            <p:nvPr/>
          </p:nvSpPr>
          <p:spPr>
            <a:xfrm>
              <a:off x="8253316" y="1857765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0" name="pt21850"/>
            <p:cNvSpPr/>
            <p:nvPr/>
          </p:nvSpPr>
          <p:spPr>
            <a:xfrm>
              <a:off x="9029510" y="200672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1" name="pt21851"/>
            <p:cNvSpPr/>
            <p:nvPr/>
          </p:nvSpPr>
          <p:spPr>
            <a:xfrm>
              <a:off x="7397056" y="17604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2" name="pt21852"/>
            <p:cNvSpPr/>
            <p:nvPr/>
          </p:nvSpPr>
          <p:spPr>
            <a:xfrm>
              <a:off x="8201255" y="1955161"/>
              <a:ext cx="85604" cy="8560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3" name="pt21853"/>
            <p:cNvSpPr/>
            <p:nvPr/>
          </p:nvSpPr>
          <p:spPr>
            <a:xfrm>
              <a:off x="8119795" y="25786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4" name="pt21854"/>
            <p:cNvSpPr/>
            <p:nvPr/>
          </p:nvSpPr>
          <p:spPr>
            <a:xfrm>
              <a:off x="8172687" y="1872902"/>
              <a:ext cx="80678" cy="80678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5" name="pt21855"/>
            <p:cNvSpPr/>
            <p:nvPr/>
          </p:nvSpPr>
          <p:spPr>
            <a:xfrm>
              <a:off x="7937387" y="18027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6" name="pt21856"/>
            <p:cNvSpPr/>
            <p:nvPr/>
          </p:nvSpPr>
          <p:spPr>
            <a:xfrm>
              <a:off x="8431039" y="150100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7" name="pt21857"/>
            <p:cNvSpPr/>
            <p:nvPr/>
          </p:nvSpPr>
          <p:spPr>
            <a:xfrm>
              <a:off x="8292559" y="22192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8" name="pt21858"/>
            <p:cNvSpPr/>
            <p:nvPr/>
          </p:nvSpPr>
          <p:spPr>
            <a:xfrm>
              <a:off x="8244745" y="198579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59" name="pl21859"/>
            <p:cNvSpPr/>
            <p:nvPr/>
          </p:nvSpPr>
          <p:spPr>
            <a:xfrm>
              <a:off x="8229021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0" name="pl21860"/>
            <p:cNvSpPr/>
            <p:nvPr/>
          </p:nvSpPr>
          <p:spPr>
            <a:xfrm>
              <a:off x="8229021" y="19375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1" name="pl21861"/>
            <p:cNvSpPr/>
            <p:nvPr/>
          </p:nvSpPr>
          <p:spPr>
            <a:xfrm>
              <a:off x="8218907" y="19620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2" name="pl21862"/>
            <p:cNvSpPr/>
            <p:nvPr/>
          </p:nvSpPr>
          <p:spPr>
            <a:xfrm>
              <a:off x="8253438" y="19274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627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3" name="pt21863"/>
            <p:cNvSpPr/>
            <p:nvPr/>
          </p:nvSpPr>
          <p:spPr>
            <a:xfrm>
              <a:off x="8999168" y="149452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64" name="pt21864"/>
            <p:cNvSpPr/>
            <p:nvPr/>
          </p:nvSpPr>
          <p:spPr>
            <a:xfrm>
              <a:off x="8205772" y="1893580"/>
              <a:ext cx="67219" cy="67219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65" name="pt21865"/>
            <p:cNvSpPr/>
            <p:nvPr/>
          </p:nvSpPr>
          <p:spPr>
            <a:xfrm>
              <a:off x="8719339" y="117598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6" name="pl21866"/>
            <p:cNvSpPr/>
            <p:nvPr/>
          </p:nvSpPr>
          <p:spPr>
            <a:xfrm>
              <a:off x="8719339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7" name="pl21867"/>
            <p:cNvSpPr/>
            <p:nvPr/>
          </p:nvSpPr>
          <p:spPr>
            <a:xfrm>
              <a:off x="8719339" y="11759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68" name="pt21868"/>
            <p:cNvSpPr/>
            <p:nvPr/>
          </p:nvSpPr>
          <p:spPr>
            <a:xfrm>
              <a:off x="8182394" y="1900923"/>
              <a:ext cx="74834" cy="74834"/>
            </a:xfrm>
            <a:prstGeom prst="ellipse">
              <a:avLst/>
            </a:prstGeom>
            <a:solidFill>
              <a:srgbClr val="7570B3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69" name="pl21869"/>
            <p:cNvSpPr/>
            <p:nvPr/>
          </p:nvSpPr>
          <p:spPr>
            <a:xfrm>
              <a:off x="8342897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0" name="pl21870"/>
            <p:cNvSpPr/>
            <p:nvPr/>
          </p:nvSpPr>
          <p:spPr>
            <a:xfrm>
              <a:off x="8342897" y="143076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1" name="pl21871"/>
            <p:cNvSpPr/>
            <p:nvPr/>
          </p:nvSpPr>
          <p:spPr>
            <a:xfrm>
              <a:off x="8332783" y="145517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2" name="pl21872"/>
            <p:cNvSpPr/>
            <p:nvPr/>
          </p:nvSpPr>
          <p:spPr>
            <a:xfrm>
              <a:off x="8367314" y="14206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3" name="pg21873"/>
            <p:cNvSpPr/>
            <p:nvPr/>
          </p:nvSpPr>
          <p:spPr>
            <a:xfrm>
              <a:off x="8255305" y="209456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74" name="pg21874"/>
            <p:cNvSpPr/>
            <p:nvPr/>
          </p:nvSpPr>
          <p:spPr>
            <a:xfrm>
              <a:off x="8327221" y="187112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75" name="pt21875"/>
            <p:cNvSpPr/>
            <p:nvPr/>
          </p:nvSpPr>
          <p:spPr>
            <a:xfrm>
              <a:off x="8150414" y="197999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1876" name="pl21876"/>
            <p:cNvSpPr/>
            <p:nvPr/>
          </p:nvSpPr>
          <p:spPr>
            <a:xfrm>
              <a:off x="8703091" y="400396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7" name="pl21877"/>
            <p:cNvSpPr/>
            <p:nvPr/>
          </p:nvSpPr>
          <p:spPr>
            <a:xfrm>
              <a:off x="8789726" y="340229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8" name="pl21878"/>
            <p:cNvSpPr/>
            <p:nvPr/>
          </p:nvSpPr>
          <p:spPr>
            <a:xfrm>
              <a:off x="8809313" y="3406387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79" name="pl21879"/>
            <p:cNvSpPr/>
            <p:nvPr/>
          </p:nvSpPr>
          <p:spPr>
            <a:xfrm>
              <a:off x="8306076" y="418361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0" name="pl21880"/>
            <p:cNvSpPr/>
            <p:nvPr/>
          </p:nvSpPr>
          <p:spPr>
            <a:xfrm>
              <a:off x="8309146" y="411016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1" name="pl21881"/>
            <p:cNvSpPr/>
            <p:nvPr/>
          </p:nvSpPr>
          <p:spPr>
            <a:xfrm>
              <a:off x="8288529" y="3627130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2" name="pl21882"/>
            <p:cNvSpPr/>
            <p:nvPr/>
          </p:nvSpPr>
          <p:spPr>
            <a:xfrm>
              <a:off x="8680628" y="396837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3" name="pl21883"/>
            <p:cNvSpPr/>
            <p:nvPr/>
          </p:nvSpPr>
          <p:spPr>
            <a:xfrm>
              <a:off x="8321911" y="447149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4" name="pl21884"/>
            <p:cNvSpPr/>
            <p:nvPr/>
          </p:nvSpPr>
          <p:spPr>
            <a:xfrm>
              <a:off x="8089135" y="3719805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5" name="pl21885"/>
            <p:cNvSpPr/>
            <p:nvPr/>
          </p:nvSpPr>
          <p:spPr>
            <a:xfrm>
              <a:off x="8297545" y="418784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6" name="pl21886"/>
            <p:cNvSpPr/>
            <p:nvPr/>
          </p:nvSpPr>
          <p:spPr>
            <a:xfrm>
              <a:off x="8280249" y="420408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7" name="pl21887"/>
            <p:cNvSpPr/>
            <p:nvPr/>
          </p:nvSpPr>
          <p:spPr>
            <a:xfrm>
              <a:off x="8195233" y="3643531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8" name="pl21888"/>
            <p:cNvSpPr/>
            <p:nvPr/>
          </p:nvSpPr>
          <p:spPr>
            <a:xfrm>
              <a:off x="7944158" y="455368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89" name="pl21889"/>
            <p:cNvSpPr/>
            <p:nvPr/>
          </p:nvSpPr>
          <p:spPr>
            <a:xfrm>
              <a:off x="8212128" y="3640456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0" name="pl21890"/>
            <p:cNvSpPr/>
            <p:nvPr/>
          </p:nvSpPr>
          <p:spPr>
            <a:xfrm>
              <a:off x="8239476" y="362906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1" name="pl21891"/>
            <p:cNvSpPr/>
            <p:nvPr/>
          </p:nvSpPr>
          <p:spPr>
            <a:xfrm>
              <a:off x="8129034" y="368877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2" name="pl21892"/>
            <p:cNvSpPr/>
            <p:nvPr/>
          </p:nvSpPr>
          <p:spPr>
            <a:xfrm>
              <a:off x="8128733" y="3667624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3" name="pl21893"/>
            <p:cNvSpPr/>
            <p:nvPr/>
          </p:nvSpPr>
          <p:spPr>
            <a:xfrm>
              <a:off x="8117863" y="368877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4" name="pl21894"/>
            <p:cNvSpPr/>
            <p:nvPr/>
          </p:nvSpPr>
          <p:spPr>
            <a:xfrm>
              <a:off x="8129034" y="368838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5" name="pl21895"/>
            <p:cNvSpPr/>
            <p:nvPr/>
          </p:nvSpPr>
          <p:spPr>
            <a:xfrm>
              <a:off x="8129034" y="368742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6" name="pl21896"/>
            <p:cNvSpPr/>
            <p:nvPr/>
          </p:nvSpPr>
          <p:spPr>
            <a:xfrm>
              <a:off x="8369867" y="385563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7" name="pl21897"/>
            <p:cNvSpPr/>
            <p:nvPr/>
          </p:nvSpPr>
          <p:spPr>
            <a:xfrm>
              <a:off x="8165063" y="362505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8" name="pl21898"/>
            <p:cNvSpPr/>
            <p:nvPr/>
          </p:nvSpPr>
          <p:spPr>
            <a:xfrm>
              <a:off x="8119552" y="3656356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899" name="pl21899"/>
            <p:cNvSpPr/>
            <p:nvPr/>
          </p:nvSpPr>
          <p:spPr>
            <a:xfrm>
              <a:off x="8130772" y="365803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0" name="pl21900"/>
            <p:cNvSpPr/>
            <p:nvPr/>
          </p:nvSpPr>
          <p:spPr>
            <a:xfrm>
              <a:off x="7856089" y="3187337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1" name="pl21901"/>
            <p:cNvSpPr/>
            <p:nvPr/>
          </p:nvSpPr>
          <p:spPr>
            <a:xfrm>
              <a:off x="8144308" y="3689185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2" name="pl21902"/>
            <p:cNvSpPr/>
            <p:nvPr/>
          </p:nvSpPr>
          <p:spPr>
            <a:xfrm>
              <a:off x="8143934" y="3689185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3" name="pl21903"/>
            <p:cNvSpPr/>
            <p:nvPr/>
          </p:nvSpPr>
          <p:spPr>
            <a:xfrm>
              <a:off x="8144308" y="3689185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4" name="pl21904"/>
            <p:cNvSpPr/>
            <p:nvPr/>
          </p:nvSpPr>
          <p:spPr>
            <a:xfrm>
              <a:off x="8144308" y="3689185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5" name="pl21905"/>
            <p:cNvSpPr/>
            <p:nvPr/>
          </p:nvSpPr>
          <p:spPr>
            <a:xfrm>
              <a:off x="8141731" y="3689185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6" name="pl21906"/>
            <p:cNvSpPr/>
            <p:nvPr/>
          </p:nvSpPr>
          <p:spPr>
            <a:xfrm>
              <a:off x="8144308" y="3689185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7" name="pl21907"/>
            <p:cNvSpPr/>
            <p:nvPr/>
          </p:nvSpPr>
          <p:spPr>
            <a:xfrm>
              <a:off x="8414982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8" name="pl21908"/>
            <p:cNvSpPr/>
            <p:nvPr/>
          </p:nvSpPr>
          <p:spPr>
            <a:xfrm>
              <a:off x="8414982" y="388863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09" name="pl21909"/>
            <p:cNvSpPr/>
            <p:nvPr/>
          </p:nvSpPr>
          <p:spPr>
            <a:xfrm>
              <a:off x="7680200" y="3352397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0" name="pl21910"/>
            <p:cNvSpPr/>
            <p:nvPr/>
          </p:nvSpPr>
          <p:spPr>
            <a:xfrm>
              <a:off x="7680200" y="333157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1" name="pl21911"/>
            <p:cNvSpPr/>
            <p:nvPr/>
          </p:nvSpPr>
          <p:spPr>
            <a:xfrm>
              <a:off x="8143007" y="3702576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2" name="pl21912"/>
            <p:cNvSpPr/>
            <p:nvPr/>
          </p:nvSpPr>
          <p:spPr>
            <a:xfrm>
              <a:off x="8560789" y="3196701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3" name="pl21913"/>
            <p:cNvSpPr/>
            <p:nvPr/>
          </p:nvSpPr>
          <p:spPr>
            <a:xfrm>
              <a:off x="8042163" y="3702346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4" name="pl21914"/>
            <p:cNvSpPr/>
            <p:nvPr/>
          </p:nvSpPr>
          <p:spPr>
            <a:xfrm>
              <a:off x="8079397" y="365982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5" name="pl21915"/>
            <p:cNvSpPr/>
            <p:nvPr/>
          </p:nvSpPr>
          <p:spPr>
            <a:xfrm>
              <a:off x="8066404" y="314623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6" name="pl21916"/>
            <p:cNvSpPr/>
            <p:nvPr/>
          </p:nvSpPr>
          <p:spPr>
            <a:xfrm>
              <a:off x="7553030" y="360122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7" name="pl21917"/>
            <p:cNvSpPr/>
            <p:nvPr/>
          </p:nvSpPr>
          <p:spPr>
            <a:xfrm>
              <a:off x="7558723" y="3612163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8" name="pl21918"/>
            <p:cNvSpPr/>
            <p:nvPr/>
          </p:nvSpPr>
          <p:spPr>
            <a:xfrm>
              <a:off x="7815474" y="396602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19" name="pl21919"/>
            <p:cNvSpPr/>
            <p:nvPr/>
          </p:nvSpPr>
          <p:spPr>
            <a:xfrm>
              <a:off x="8399317" y="461391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0" name="pl21920"/>
            <p:cNvSpPr/>
            <p:nvPr/>
          </p:nvSpPr>
          <p:spPr>
            <a:xfrm>
              <a:off x="8074596" y="368941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1" name="pl21921"/>
            <p:cNvSpPr/>
            <p:nvPr/>
          </p:nvSpPr>
          <p:spPr>
            <a:xfrm>
              <a:off x="8073993" y="3671549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2" name="pl21922"/>
            <p:cNvSpPr/>
            <p:nvPr/>
          </p:nvSpPr>
          <p:spPr>
            <a:xfrm>
              <a:off x="8291510" y="405789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3" name="pl21923"/>
            <p:cNvSpPr/>
            <p:nvPr/>
          </p:nvSpPr>
          <p:spPr>
            <a:xfrm>
              <a:off x="8274463" y="4085002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4" name="pl21924"/>
            <p:cNvSpPr/>
            <p:nvPr/>
          </p:nvSpPr>
          <p:spPr>
            <a:xfrm>
              <a:off x="8106064" y="364368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5" name="pl21925"/>
            <p:cNvSpPr/>
            <p:nvPr/>
          </p:nvSpPr>
          <p:spPr>
            <a:xfrm>
              <a:off x="8093780" y="364368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6" name="pl21926"/>
            <p:cNvSpPr/>
            <p:nvPr/>
          </p:nvSpPr>
          <p:spPr>
            <a:xfrm>
              <a:off x="8109194" y="364368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7" name="pl21927"/>
            <p:cNvSpPr/>
            <p:nvPr/>
          </p:nvSpPr>
          <p:spPr>
            <a:xfrm>
              <a:off x="8100701" y="363064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8" name="pl21928"/>
            <p:cNvSpPr/>
            <p:nvPr/>
          </p:nvSpPr>
          <p:spPr>
            <a:xfrm>
              <a:off x="8109194" y="363681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29" name="pl21929"/>
            <p:cNvSpPr/>
            <p:nvPr/>
          </p:nvSpPr>
          <p:spPr>
            <a:xfrm>
              <a:off x="8099521" y="364368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0" name="pl21930"/>
            <p:cNvSpPr/>
            <p:nvPr/>
          </p:nvSpPr>
          <p:spPr>
            <a:xfrm>
              <a:off x="8119552" y="362094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1" name="pl21931"/>
            <p:cNvSpPr/>
            <p:nvPr/>
          </p:nvSpPr>
          <p:spPr>
            <a:xfrm>
              <a:off x="8123708" y="358950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2" name="pl21932"/>
            <p:cNvSpPr/>
            <p:nvPr/>
          </p:nvSpPr>
          <p:spPr>
            <a:xfrm>
              <a:off x="8413591" y="4015538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3" name="pl21933"/>
            <p:cNvSpPr/>
            <p:nvPr/>
          </p:nvSpPr>
          <p:spPr>
            <a:xfrm>
              <a:off x="8423811" y="4015538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4" name="pl21934"/>
            <p:cNvSpPr/>
            <p:nvPr/>
          </p:nvSpPr>
          <p:spPr>
            <a:xfrm>
              <a:off x="8423811" y="4015538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5" name="pl21935"/>
            <p:cNvSpPr/>
            <p:nvPr/>
          </p:nvSpPr>
          <p:spPr>
            <a:xfrm>
              <a:off x="8423811" y="4015538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6" name="pl21936"/>
            <p:cNvSpPr/>
            <p:nvPr/>
          </p:nvSpPr>
          <p:spPr>
            <a:xfrm>
              <a:off x="8423811" y="4015538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7" name="pl21937"/>
            <p:cNvSpPr/>
            <p:nvPr/>
          </p:nvSpPr>
          <p:spPr>
            <a:xfrm>
              <a:off x="8423811" y="4015538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8" name="pl21938"/>
            <p:cNvSpPr/>
            <p:nvPr/>
          </p:nvSpPr>
          <p:spPr>
            <a:xfrm>
              <a:off x="8344944" y="4015538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39" name="pl21939"/>
            <p:cNvSpPr/>
            <p:nvPr/>
          </p:nvSpPr>
          <p:spPr>
            <a:xfrm>
              <a:off x="8423811" y="4015538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0" name="pl21940"/>
            <p:cNvSpPr/>
            <p:nvPr/>
          </p:nvSpPr>
          <p:spPr>
            <a:xfrm>
              <a:off x="8423811" y="400330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1" name="pl21941"/>
            <p:cNvSpPr/>
            <p:nvPr/>
          </p:nvSpPr>
          <p:spPr>
            <a:xfrm>
              <a:off x="8423811" y="4015538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2" name="pl21942"/>
            <p:cNvSpPr/>
            <p:nvPr/>
          </p:nvSpPr>
          <p:spPr>
            <a:xfrm>
              <a:off x="8423811" y="4015538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3" name="pl21943"/>
            <p:cNvSpPr/>
            <p:nvPr/>
          </p:nvSpPr>
          <p:spPr>
            <a:xfrm>
              <a:off x="8423811" y="4006348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4" name="pl21944"/>
            <p:cNvSpPr/>
            <p:nvPr/>
          </p:nvSpPr>
          <p:spPr>
            <a:xfrm>
              <a:off x="8419894" y="4015538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5" name="pl21945"/>
            <p:cNvSpPr/>
            <p:nvPr/>
          </p:nvSpPr>
          <p:spPr>
            <a:xfrm>
              <a:off x="8408478" y="4015538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6" name="pl21946"/>
            <p:cNvSpPr/>
            <p:nvPr/>
          </p:nvSpPr>
          <p:spPr>
            <a:xfrm>
              <a:off x="8423811" y="4015538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7" name="pl21947"/>
            <p:cNvSpPr/>
            <p:nvPr/>
          </p:nvSpPr>
          <p:spPr>
            <a:xfrm>
              <a:off x="8423811" y="4015538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8" name="pl21948"/>
            <p:cNvSpPr/>
            <p:nvPr/>
          </p:nvSpPr>
          <p:spPr>
            <a:xfrm>
              <a:off x="8423811" y="4015538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49" name="pl21949"/>
            <p:cNvSpPr/>
            <p:nvPr/>
          </p:nvSpPr>
          <p:spPr>
            <a:xfrm>
              <a:off x="8203587" y="363072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0" name="pl21950"/>
            <p:cNvSpPr/>
            <p:nvPr/>
          </p:nvSpPr>
          <p:spPr>
            <a:xfrm>
              <a:off x="8152068" y="358597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1" name="pl21951"/>
            <p:cNvSpPr/>
            <p:nvPr/>
          </p:nvSpPr>
          <p:spPr>
            <a:xfrm>
              <a:off x="8152068" y="357382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2" name="pl21952"/>
            <p:cNvSpPr/>
            <p:nvPr/>
          </p:nvSpPr>
          <p:spPr>
            <a:xfrm>
              <a:off x="8142815" y="3620887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3" name="pl21953"/>
            <p:cNvSpPr/>
            <p:nvPr/>
          </p:nvSpPr>
          <p:spPr>
            <a:xfrm>
              <a:off x="8121209" y="3620887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4" name="pl21954"/>
            <p:cNvSpPr/>
            <p:nvPr/>
          </p:nvSpPr>
          <p:spPr>
            <a:xfrm>
              <a:off x="8152068" y="360532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5" name="pl21955"/>
            <p:cNvSpPr/>
            <p:nvPr/>
          </p:nvSpPr>
          <p:spPr>
            <a:xfrm>
              <a:off x="8152068" y="3608932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6" name="pl21956"/>
            <p:cNvSpPr/>
            <p:nvPr/>
          </p:nvSpPr>
          <p:spPr>
            <a:xfrm>
              <a:off x="8152068" y="358191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7" name="pl21957"/>
            <p:cNvSpPr/>
            <p:nvPr/>
          </p:nvSpPr>
          <p:spPr>
            <a:xfrm>
              <a:off x="8152068" y="3614427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8" name="pl21958"/>
            <p:cNvSpPr/>
            <p:nvPr/>
          </p:nvSpPr>
          <p:spPr>
            <a:xfrm>
              <a:off x="8128733" y="3620887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59" name="pl21959"/>
            <p:cNvSpPr/>
            <p:nvPr/>
          </p:nvSpPr>
          <p:spPr>
            <a:xfrm>
              <a:off x="8130483" y="3620887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0" name="pl21960"/>
            <p:cNvSpPr/>
            <p:nvPr/>
          </p:nvSpPr>
          <p:spPr>
            <a:xfrm>
              <a:off x="8152068" y="3620887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1" name="pl21961"/>
            <p:cNvSpPr/>
            <p:nvPr/>
          </p:nvSpPr>
          <p:spPr>
            <a:xfrm>
              <a:off x="8009613" y="368916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2" name="pl21962"/>
            <p:cNvSpPr/>
            <p:nvPr/>
          </p:nvSpPr>
          <p:spPr>
            <a:xfrm>
              <a:off x="8067585" y="370088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3" name="pl21963"/>
            <p:cNvSpPr/>
            <p:nvPr/>
          </p:nvSpPr>
          <p:spPr>
            <a:xfrm>
              <a:off x="8186668" y="365109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4" name="pl21964"/>
            <p:cNvSpPr/>
            <p:nvPr/>
          </p:nvSpPr>
          <p:spPr>
            <a:xfrm>
              <a:off x="7883451" y="354900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5" name="pl21965"/>
            <p:cNvSpPr/>
            <p:nvPr/>
          </p:nvSpPr>
          <p:spPr>
            <a:xfrm>
              <a:off x="8636689" y="324206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6" name="pl21966"/>
            <p:cNvSpPr/>
            <p:nvPr/>
          </p:nvSpPr>
          <p:spPr>
            <a:xfrm>
              <a:off x="7680200" y="3352397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7" name="pl21967"/>
            <p:cNvSpPr/>
            <p:nvPr/>
          </p:nvSpPr>
          <p:spPr>
            <a:xfrm>
              <a:off x="8340754" y="399838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8" name="pl21968"/>
            <p:cNvSpPr/>
            <p:nvPr/>
          </p:nvSpPr>
          <p:spPr>
            <a:xfrm>
              <a:off x="8361811" y="385561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69" name="pl21969"/>
            <p:cNvSpPr/>
            <p:nvPr/>
          </p:nvSpPr>
          <p:spPr>
            <a:xfrm>
              <a:off x="8361811" y="398086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0" name="pl21970"/>
            <p:cNvSpPr/>
            <p:nvPr/>
          </p:nvSpPr>
          <p:spPr>
            <a:xfrm>
              <a:off x="8303105" y="445405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1" name="pl21971"/>
            <p:cNvSpPr/>
            <p:nvPr/>
          </p:nvSpPr>
          <p:spPr>
            <a:xfrm>
              <a:off x="8307647" y="445405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2" name="pl21972"/>
            <p:cNvSpPr/>
            <p:nvPr/>
          </p:nvSpPr>
          <p:spPr>
            <a:xfrm>
              <a:off x="8307295" y="441469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3" name="pl21973"/>
            <p:cNvSpPr/>
            <p:nvPr/>
          </p:nvSpPr>
          <p:spPr>
            <a:xfrm>
              <a:off x="8304951" y="445405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4" name="pl21974"/>
            <p:cNvSpPr/>
            <p:nvPr/>
          </p:nvSpPr>
          <p:spPr>
            <a:xfrm>
              <a:off x="8284615" y="445405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5" name="pl21975"/>
            <p:cNvSpPr/>
            <p:nvPr/>
          </p:nvSpPr>
          <p:spPr>
            <a:xfrm>
              <a:off x="8307647" y="444727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6" name="pl21976"/>
            <p:cNvSpPr/>
            <p:nvPr/>
          </p:nvSpPr>
          <p:spPr>
            <a:xfrm>
              <a:off x="8165224" y="356200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7" name="pl21977"/>
            <p:cNvSpPr/>
            <p:nvPr/>
          </p:nvSpPr>
          <p:spPr>
            <a:xfrm>
              <a:off x="7565476" y="419166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8" name="pl21978"/>
            <p:cNvSpPr/>
            <p:nvPr/>
          </p:nvSpPr>
          <p:spPr>
            <a:xfrm>
              <a:off x="8437817" y="380378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79" name="pl21979"/>
            <p:cNvSpPr/>
            <p:nvPr/>
          </p:nvSpPr>
          <p:spPr>
            <a:xfrm>
              <a:off x="8428104" y="383684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0" name="pl21980"/>
            <p:cNvSpPr/>
            <p:nvPr/>
          </p:nvSpPr>
          <p:spPr>
            <a:xfrm>
              <a:off x="8423309" y="3811413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1" name="pl21981"/>
            <p:cNvSpPr/>
            <p:nvPr/>
          </p:nvSpPr>
          <p:spPr>
            <a:xfrm>
              <a:off x="8428073" y="382119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2" name="pl21982"/>
            <p:cNvSpPr/>
            <p:nvPr/>
          </p:nvSpPr>
          <p:spPr>
            <a:xfrm>
              <a:off x="8437817" y="383684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3" name="pl21983"/>
            <p:cNvSpPr/>
            <p:nvPr/>
          </p:nvSpPr>
          <p:spPr>
            <a:xfrm>
              <a:off x="8432719" y="382411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4" name="pl21984"/>
            <p:cNvSpPr/>
            <p:nvPr/>
          </p:nvSpPr>
          <p:spPr>
            <a:xfrm>
              <a:off x="8437817" y="383684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5" name="pl21985"/>
            <p:cNvSpPr/>
            <p:nvPr/>
          </p:nvSpPr>
          <p:spPr>
            <a:xfrm>
              <a:off x="8421095" y="383684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6" name="pl21986"/>
            <p:cNvSpPr/>
            <p:nvPr/>
          </p:nvSpPr>
          <p:spPr>
            <a:xfrm>
              <a:off x="8437817" y="383684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7" name="pl21987"/>
            <p:cNvSpPr/>
            <p:nvPr/>
          </p:nvSpPr>
          <p:spPr>
            <a:xfrm>
              <a:off x="8427097" y="383287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8" name="pl21988"/>
            <p:cNvSpPr/>
            <p:nvPr/>
          </p:nvSpPr>
          <p:spPr>
            <a:xfrm>
              <a:off x="8422786" y="383671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89" name="pl21989"/>
            <p:cNvSpPr/>
            <p:nvPr/>
          </p:nvSpPr>
          <p:spPr>
            <a:xfrm>
              <a:off x="8437817" y="383684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0" name="pl21990"/>
            <p:cNvSpPr/>
            <p:nvPr/>
          </p:nvSpPr>
          <p:spPr>
            <a:xfrm>
              <a:off x="8437817" y="383684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1" name="pl21991"/>
            <p:cNvSpPr/>
            <p:nvPr/>
          </p:nvSpPr>
          <p:spPr>
            <a:xfrm>
              <a:off x="8437817" y="382510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2" name="pl21992"/>
            <p:cNvSpPr/>
            <p:nvPr/>
          </p:nvSpPr>
          <p:spPr>
            <a:xfrm>
              <a:off x="8437817" y="383684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3" name="pl21993"/>
            <p:cNvSpPr/>
            <p:nvPr/>
          </p:nvSpPr>
          <p:spPr>
            <a:xfrm>
              <a:off x="8437817" y="3833802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4" name="pl21994"/>
            <p:cNvSpPr/>
            <p:nvPr/>
          </p:nvSpPr>
          <p:spPr>
            <a:xfrm>
              <a:off x="8437817" y="382826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5" name="pl21995"/>
            <p:cNvSpPr/>
            <p:nvPr/>
          </p:nvSpPr>
          <p:spPr>
            <a:xfrm>
              <a:off x="8437817" y="383684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6" name="pl21996"/>
            <p:cNvSpPr/>
            <p:nvPr/>
          </p:nvSpPr>
          <p:spPr>
            <a:xfrm>
              <a:off x="8437817" y="3826633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7" name="pl21997"/>
            <p:cNvSpPr/>
            <p:nvPr/>
          </p:nvSpPr>
          <p:spPr>
            <a:xfrm>
              <a:off x="8383495" y="383684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8" name="pl21998"/>
            <p:cNvSpPr/>
            <p:nvPr/>
          </p:nvSpPr>
          <p:spPr>
            <a:xfrm>
              <a:off x="8426231" y="383684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999" name="pl21999"/>
            <p:cNvSpPr/>
            <p:nvPr/>
          </p:nvSpPr>
          <p:spPr>
            <a:xfrm>
              <a:off x="8427890" y="383684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0" name="pl22000"/>
            <p:cNvSpPr/>
            <p:nvPr/>
          </p:nvSpPr>
          <p:spPr>
            <a:xfrm>
              <a:off x="8437817" y="378669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1" name="pl22001"/>
            <p:cNvSpPr/>
            <p:nvPr/>
          </p:nvSpPr>
          <p:spPr>
            <a:xfrm>
              <a:off x="8437817" y="380895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2" name="pl22002"/>
            <p:cNvSpPr/>
            <p:nvPr/>
          </p:nvSpPr>
          <p:spPr>
            <a:xfrm>
              <a:off x="8437817" y="3818114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3" name="pl22003"/>
            <p:cNvSpPr/>
            <p:nvPr/>
          </p:nvSpPr>
          <p:spPr>
            <a:xfrm>
              <a:off x="8074722" y="364728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4" name="pl22004"/>
            <p:cNvSpPr/>
            <p:nvPr/>
          </p:nvSpPr>
          <p:spPr>
            <a:xfrm>
              <a:off x="8409766" y="382189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5" name="pl22005"/>
            <p:cNvSpPr/>
            <p:nvPr/>
          </p:nvSpPr>
          <p:spPr>
            <a:xfrm>
              <a:off x="8182903" y="356131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6" name="pl22006"/>
            <p:cNvSpPr/>
            <p:nvPr/>
          </p:nvSpPr>
          <p:spPr>
            <a:xfrm>
              <a:off x="8177459" y="356131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7" name="pl22007"/>
            <p:cNvSpPr/>
            <p:nvPr/>
          </p:nvSpPr>
          <p:spPr>
            <a:xfrm>
              <a:off x="8159947" y="3600421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8" name="pl22008"/>
            <p:cNvSpPr/>
            <p:nvPr/>
          </p:nvSpPr>
          <p:spPr>
            <a:xfrm>
              <a:off x="8159947" y="360414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09" name="pl22009"/>
            <p:cNvSpPr/>
            <p:nvPr/>
          </p:nvSpPr>
          <p:spPr>
            <a:xfrm>
              <a:off x="8159947" y="361372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0" name="pl22010"/>
            <p:cNvSpPr/>
            <p:nvPr/>
          </p:nvSpPr>
          <p:spPr>
            <a:xfrm>
              <a:off x="8158967" y="360532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1" name="pl22011"/>
            <p:cNvSpPr/>
            <p:nvPr/>
          </p:nvSpPr>
          <p:spPr>
            <a:xfrm>
              <a:off x="8128113" y="361372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2" name="pl22012"/>
            <p:cNvSpPr/>
            <p:nvPr/>
          </p:nvSpPr>
          <p:spPr>
            <a:xfrm>
              <a:off x="8156853" y="3608932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3" name="pl22013"/>
            <p:cNvSpPr/>
            <p:nvPr/>
          </p:nvSpPr>
          <p:spPr>
            <a:xfrm>
              <a:off x="8159947" y="360593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4" name="pl22014"/>
            <p:cNvSpPr/>
            <p:nvPr/>
          </p:nvSpPr>
          <p:spPr>
            <a:xfrm>
              <a:off x="8159947" y="357930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5" name="pl22015"/>
            <p:cNvSpPr/>
            <p:nvPr/>
          </p:nvSpPr>
          <p:spPr>
            <a:xfrm>
              <a:off x="8159947" y="361372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6" name="pl22016"/>
            <p:cNvSpPr/>
            <p:nvPr/>
          </p:nvSpPr>
          <p:spPr>
            <a:xfrm>
              <a:off x="8159947" y="361372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7" name="pl22017"/>
            <p:cNvSpPr/>
            <p:nvPr/>
          </p:nvSpPr>
          <p:spPr>
            <a:xfrm>
              <a:off x="8159947" y="360151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8" name="pl22018"/>
            <p:cNvSpPr/>
            <p:nvPr/>
          </p:nvSpPr>
          <p:spPr>
            <a:xfrm>
              <a:off x="8074790" y="370171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19" name="pl22019"/>
            <p:cNvSpPr/>
            <p:nvPr/>
          </p:nvSpPr>
          <p:spPr>
            <a:xfrm>
              <a:off x="8582044" y="409497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0" name="pl22020"/>
            <p:cNvSpPr/>
            <p:nvPr/>
          </p:nvSpPr>
          <p:spPr>
            <a:xfrm>
              <a:off x="7930374" y="444804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1" name="pl22021"/>
            <p:cNvSpPr/>
            <p:nvPr/>
          </p:nvSpPr>
          <p:spPr>
            <a:xfrm>
              <a:off x="7924433" y="444804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2" name="pl22022"/>
            <p:cNvSpPr/>
            <p:nvPr/>
          </p:nvSpPr>
          <p:spPr>
            <a:xfrm>
              <a:off x="7680200" y="3319434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3" name="pl22023"/>
            <p:cNvSpPr/>
            <p:nvPr/>
          </p:nvSpPr>
          <p:spPr>
            <a:xfrm>
              <a:off x="8139751" y="353997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4" name="pl22024"/>
            <p:cNvSpPr/>
            <p:nvPr/>
          </p:nvSpPr>
          <p:spPr>
            <a:xfrm>
              <a:off x="8106064" y="366600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5" name="pl22025"/>
            <p:cNvSpPr/>
            <p:nvPr/>
          </p:nvSpPr>
          <p:spPr>
            <a:xfrm>
              <a:off x="8093780" y="366276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6" name="pl22026"/>
            <p:cNvSpPr/>
            <p:nvPr/>
          </p:nvSpPr>
          <p:spPr>
            <a:xfrm>
              <a:off x="8095948" y="368417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7" name="pl22027"/>
            <p:cNvSpPr/>
            <p:nvPr/>
          </p:nvSpPr>
          <p:spPr>
            <a:xfrm>
              <a:off x="8114487" y="3676533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8" name="pl22028"/>
            <p:cNvSpPr/>
            <p:nvPr/>
          </p:nvSpPr>
          <p:spPr>
            <a:xfrm>
              <a:off x="8102038" y="368417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29" name="pl22029"/>
            <p:cNvSpPr/>
            <p:nvPr/>
          </p:nvSpPr>
          <p:spPr>
            <a:xfrm>
              <a:off x="8114487" y="367294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0" name="pl22030"/>
            <p:cNvSpPr/>
            <p:nvPr/>
          </p:nvSpPr>
          <p:spPr>
            <a:xfrm>
              <a:off x="8114487" y="368417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1" name="pl22031"/>
            <p:cNvSpPr/>
            <p:nvPr/>
          </p:nvSpPr>
          <p:spPr>
            <a:xfrm>
              <a:off x="8107851" y="368417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2" name="pl22032"/>
            <p:cNvSpPr/>
            <p:nvPr/>
          </p:nvSpPr>
          <p:spPr>
            <a:xfrm>
              <a:off x="8110725" y="368417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3" name="pl22033"/>
            <p:cNvSpPr/>
            <p:nvPr/>
          </p:nvSpPr>
          <p:spPr>
            <a:xfrm>
              <a:off x="8114487" y="3669678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4" name="pl22034"/>
            <p:cNvSpPr/>
            <p:nvPr/>
          </p:nvSpPr>
          <p:spPr>
            <a:xfrm>
              <a:off x="8108046" y="368417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5" name="pl22035"/>
            <p:cNvSpPr/>
            <p:nvPr/>
          </p:nvSpPr>
          <p:spPr>
            <a:xfrm>
              <a:off x="8105895" y="368417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6" name="pl22036"/>
            <p:cNvSpPr/>
            <p:nvPr/>
          </p:nvSpPr>
          <p:spPr>
            <a:xfrm>
              <a:off x="8097713" y="368417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7" name="pl22037"/>
            <p:cNvSpPr/>
            <p:nvPr/>
          </p:nvSpPr>
          <p:spPr>
            <a:xfrm>
              <a:off x="8114487" y="3656356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8" name="pl22038"/>
            <p:cNvSpPr/>
            <p:nvPr/>
          </p:nvSpPr>
          <p:spPr>
            <a:xfrm>
              <a:off x="8114487" y="366237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39" name="pl22039"/>
            <p:cNvSpPr/>
            <p:nvPr/>
          </p:nvSpPr>
          <p:spPr>
            <a:xfrm>
              <a:off x="8114487" y="3667477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0" name="pl22040"/>
            <p:cNvSpPr/>
            <p:nvPr/>
          </p:nvSpPr>
          <p:spPr>
            <a:xfrm>
              <a:off x="8114487" y="3671679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1" name="pl22041"/>
            <p:cNvSpPr/>
            <p:nvPr/>
          </p:nvSpPr>
          <p:spPr>
            <a:xfrm>
              <a:off x="8109444" y="368417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2" name="pl22042"/>
            <p:cNvSpPr/>
            <p:nvPr/>
          </p:nvSpPr>
          <p:spPr>
            <a:xfrm>
              <a:off x="8114487" y="367653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3" name="pl22043"/>
            <p:cNvSpPr/>
            <p:nvPr/>
          </p:nvSpPr>
          <p:spPr>
            <a:xfrm>
              <a:off x="8114487" y="3649023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4" name="pl22044"/>
            <p:cNvSpPr/>
            <p:nvPr/>
          </p:nvSpPr>
          <p:spPr>
            <a:xfrm>
              <a:off x="8114487" y="367071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5" name="pl22045"/>
            <p:cNvSpPr/>
            <p:nvPr/>
          </p:nvSpPr>
          <p:spPr>
            <a:xfrm>
              <a:off x="8071779" y="368417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6" name="pl22046"/>
            <p:cNvSpPr/>
            <p:nvPr/>
          </p:nvSpPr>
          <p:spPr>
            <a:xfrm>
              <a:off x="8078632" y="368417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7" name="pl22047"/>
            <p:cNvSpPr/>
            <p:nvPr/>
          </p:nvSpPr>
          <p:spPr>
            <a:xfrm>
              <a:off x="8057361" y="368417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8" name="pl22048"/>
            <p:cNvSpPr/>
            <p:nvPr/>
          </p:nvSpPr>
          <p:spPr>
            <a:xfrm>
              <a:off x="8098558" y="368417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49" name="pl22049"/>
            <p:cNvSpPr/>
            <p:nvPr/>
          </p:nvSpPr>
          <p:spPr>
            <a:xfrm>
              <a:off x="8114487" y="368417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0" name="pl22050"/>
            <p:cNvSpPr/>
            <p:nvPr/>
          </p:nvSpPr>
          <p:spPr>
            <a:xfrm>
              <a:off x="8092401" y="3673050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1" name="pl22051"/>
            <p:cNvSpPr/>
            <p:nvPr/>
          </p:nvSpPr>
          <p:spPr>
            <a:xfrm>
              <a:off x="8114487" y="3667624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2" name="pl22052"/>
            <p:cNvSpPr/>
            <p:nvPr/>
          </p:nvSpPr>
          <p:spPr>
            <a:xfrm>
              <a:off x="8114487" y="368417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3" name="pl22053"/>
            <p:cNvSpPr/>
            <p:nvPr/>
          </p:nvSpPr>
          <p:spPr>
            <a:xfrm>
              <a:off x="8114487" y="3650578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4" name="pl22054"/>
            <p:cNvSpPr/>
            <p:nvPr/>
          </p:nvSpPr>
          <p:spPr>
            <a:xfrm>
              <a:off x="8114487" y="368197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5" name="pl22055"/>
            <p:cNvSpPr/>
            <p:nvPr/>
          </p:nvSpPr>
          <p:spPr>
            <a:xfrm>
              <a:off x="8101172" y="368417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6" name="pl22056"/>
            <p:cNvSpPr/>
            <p:nvPr/>
          </p:nvSpPr>
          <p:spPr>
            <a:xfrm>
              <a:off x="8114487" y="368417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7" name="pl22057"/>
            <p:cNvSpPr/>
            <p:nvPr/>
          </p:nvSpPr>
          <p:spPr>
            <a:xfrm>
              <a:off x="8108010" y="368417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8" name="pl22058"/>
            <p:cNvSpPr/>
            <p:nvPr/>
          </p:nvSpPr>
          <p:spPr>
            <a:xfrm>
              <a:off x="8111958" y="368417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59" name="pl22059"/>
            <p:cNvSpPr/>
            <p:nvPr/>
          </p:nvSpPr>
          <p:spPr>
            <a:xfrm>
              <a:off x="8104204" y="368417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0" name="pl22060"/>
            <p:cNvSpPr/>
            <p:nvPr/>
          </p:nvSpPr>
          <p:spPr>
            <a:xfrm>
              <a:off x="8093573" y="368417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1" name="pl22061"/>
            <p:cNvSpPr/>
            <p:nvPr/>
          </p:nvSpPr>
          <p:spPr>
            <a:xfrm>
              <a:off x="8114487" y="368417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2" name="pl22062"/>
            <p:cNvSpPr/>
            <p:nvPr/>
          </p:nvSpPr>
          <p:spPr>
            <a:xfrm>
              <a:off x="8106248" y="368417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3" name="pl22063"/>
            <p:cNvSpPr/>
            <p:nvPr/>
          </p:nvSpPr>
          <p:spPr>
            <a:xfrm>
              <a:off x="8114487" y="3670866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4" name="pl22064"/>
            <p:cNvSpPr/>
            <p:nvPr/>
          </p:nvSpPr>
          <p:spPr>
            <a:xfrm>
              <a:off x="8114487" y="368417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5" name="pl22065"/>
            <p:cNvSpPr/>
            <p:nvPr/>
          </p:nvSpPr>
          <p:spPr>
            <a:xfrm>
              <a:off x="8090385" y="368417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6" name="pl22066"/>
            <p:cNvSpPr/>
            <p:nvPr/>
          </p:nvSpPr>
          <p:spPr>
            <a:xfrm>
              <a:off x="8087032" y="368417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7" name="pl22067"/>
            <p:cNvSpPr/>
            <p:nvPr/>
          </p:nvSpPr>
          <p:spPr>
            <a:xfrm>
              <a:off x="8095903" y="368417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8" name="pl22068"/>
            <p:cNvSpPr/>
            <p:nvPr/>
          </p:nvSpPr>
          <p:spPr>
            <a:xfrm>
              <a:off x="8099521" y="365945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69" name="pl22069"/>
            <p:cNvSpPr/>
            <p:nvPr/>
          </p:nvSpPr>
          <p:spPr>
            <a:xfrm>
              <a:off x="8440391" y="406881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0" name="pl22070"/>
            <p:cNvSpPr/>
            <p:nvPr/>
          </p:nvSpPr>
          <p:spPr>
            <a:xfrm>
              <a:off x="8464689" y="406166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1" name="pl22071"/>
            <p:cNvSpPr/>
            <p:nvPr/>
          </p:nvSpPr>
          <p:spPr>
            <a:xfrm>
              <a:off x="8753901" y="4447572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2" name="pl22072"/>
            <p:cNvSpPr/>
            <p:nvPr/>
          </p:nvSpPr>
          <p:spPr>
            <a:xfrm>
              <a:off x="8112245" y="364608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3" name="pl22073"/>
            <p:cNvSpPr/>
            <p:nvPr/>
          </p:nvSpPr>
          <p:spPr>
            <a:xfrm>
              <a:off x="7842046" y="419846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4" name="pl22074"/>
            <p:cNvSpPr/>
            <p:nvPr/>
          </p:nvSpPr>
          <p:spPr>
            <a:xfrm>
              <a:off x="8067781" y="367575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5" name="pl22075"/>
            <p:cNvSpPr/>
            <p:nvPr/>
          </p:nvSpPr>
          <p:spPr>
            <a:xfrm>
              <a:off x="8078189" y="3673050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6" name="pl22076"/>
            <p:cNvSpPr/>
            <p:nvPr/>
          </p:nvSpPr>
          <p:spPr>
            <a:xfrm>
              <a:off x="8281395" y="447710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7" name="pl22077"/>
            <p:cNvSpPr/>
            <p:nvPr/>
          </p:nvSpPr>
          <p:spPr>
            <a:xfrm>
              <a:off x="8300542" y="447710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8" name="pl22078"/>
            <p:cNvSpPr/>
            <p:nvPr/>
          </p:nvSpPr>
          <p:spPr>
            <a:xfrm>
              <a:off x="8646102" y="439961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79" name="pl22079"/>
            <p:cNvSpPr/>
            <p:nvPr/>
          </p:nvSpPr>
          <p:spPr>
            <a:xfrm>
              <a:off x="8951491" y="360833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0" name="pl22080"/>
            <p:cNvSpPr/>
            <p:nvPr/>
          </p:nvSpPr>
          <p:spPr>
            <a:xfrm>
              <a:off x="8292250" y="4189642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1" name="pl22081"/>
            <p:cNvSpPr/>
            <p:nvPr/>
          </p:nvSpPr>
          <p:spPr>
            <a:xfrm>
              <a:off x="8293365" y="418784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2" name="pl22082"/>
            <p:cNvSpPr/>
            <p:nvPr/>
          </p:nvSpPr>
          <p:spPr>
            <a:xfrm>
              <a:off x="8291622" y="4189642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3" name="pl22083"/>
            <p:cNvSpPr/>
            <p:nvPr/>
          </p:nvSpPr>
          <p:spPr>
            <a:xfrm>
              <a:off x="7749104" y="4415873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4" name="pl22084"/>
            <p:cNvSpPr/>
            <p:nvPr/>
          </p:nvSpPr>
          <p:spPr>
            <a:xfrm>
              <a:off x="8237638" y="4095485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5" name="pl22085"/>
            <p:cNvSpPr/>
            <p:nvPr/>
          </p:nvSpPr>
          <p:spPr>
            <a:xfrm>
              <a:off x="8439074" y="404578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6" name="pl22086"/>
            <p:cNvSpPr/>
            <p:nvPr/>
          </p:nvSpPr>
          <p:spPr>
            <a:xfrm>
              <a:off x="8439074" y="404578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7" name="pl22087"/>
            <p:cNvSpPr/>
            <p:nvPr/>
          </p:nvSpPr>
          <p:spPr>
            <a:xfrm>
              <a:off x="8439074" y="404578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8" name="pl22088"/>
            <p:cNvSpPr/>
            <p:nvPr/>
          </p:nvSpPr>
          <p:spPr>
            <a:xfrm>
              <a:off x="8301223" y="312428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89" name="pl22089"/>
            <p:cNvSpPr/>
            <p:nvPr/>
          </p:nvSpPr>
          <p:spPr>
            <a:xfrm>
              <a:off x="8420044" y="385828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0" name="pl22090"/>
            <p:cNvSpPr/>
            <p:nvPr/>
          </p:nvSpPr>
          <p:spPr>
            <a:xfrm>
              <a:off x="8109430" y="361213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1" name="pl22091"/>
            <p:cNvSpPr/>
            <p:nvPr/>
          </p:nvSpPr>
          <p:spPr>
            <a:xfrm>
              <a:off x="8144308" y="367517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2" name="pl22092"/>
            <p:cNvSpPr/>
            <p:nvPr/>
          </p:nvSpPr>
          <p:spPr>
            <a:xfrm>
              <a:off x="8109144" y="366847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3" name="pl22093"/>
            <p:cNvSpPr/>
            <p:nvPr/>
          </p:nvSpPr>
          <p:spPr>
            <a:xfrm>
              <a:off x="7826647" y="4127638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4" name="pl22094"/>
            <p:cNvSpPr/>
            <p:nvPr/>
          </p:nvSpPr>
          <p:spPr>
            <a:xfrm>
              <a:off x="7833314" y="4126670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5" name="pl22095"/>
            <p:cNvSpPr/>
            <p:nvPr/>
          </p:nvSpPr>
          <p:spPr>
            <a:xfrm>
              <a:off x="8144308" y="368080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6" name="pl22096"/>
            <p:cNvSpPr/>
            <p:nvPr/>
          </p:nvSpPr>
          <p:spPr>
            <a:xfrm>
              <a:off x="8483698" y="3157762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7" name="pl22097"/>
            <p:cNvSpPr/>
            <p:nvPr/>
          </p:nvSpPr>
          <p:spPr>
            <a:xfrm>
              <a:off x="8270273" y="4095485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8" name="pl22098"/>
            <p:cNvSpPr/>
            <p:nvPr/>
          </p:nvSpPr>
          <p:spPr>
            <a:xfrm>
              <a:off x="8265678" y="409595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099" name="pl22099"/>
            <p:cNvSpPr/>
            <p:nvPr/>
          </p:nvSpPr>
          <p:spPr>
            <a:xfrm>
              <a:off x="8264049" y="409595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0" name="pl22100"/>
            <p:cNvSpPr/>
            <p:nvPr/>
          </p:nvSpPr>
          <p:spPr>
            <a:xfrm>
              <a:off x="8185366" y="363832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1" name="pl22101"/>
            <p:cNvSpPr/>
            <p:nvPr/>
          </p:nvSpPr>
          <p:spPr>
            <a:xfrm>
              <a:off x="8062219" y="3151303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2" name="pl22102"/>
            <p:cNvSpPr/>
            <p:nvPr/>
          </p:nvSpPr>
          <p:spPr>
            <a:xfrm>
              <a:off x="8025510" y="372133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3" name="pl22103"/>
            <p:cNvSpPr/>
            <p:nvPr/>
          </p:nvSpPr>
          <p:spPr>
            <a:xfrm>
              <a:off x="8527655" y="3787227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4" name="pl22104"/>
            <p:cNvSpPr/>
            <p:nvPr/>
          </p:nvSpPr>
          <p:spPr>
            <a:xfrm>
              <a:off x="8338857" y="3979277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5" name="pl22105"/>
            <p:cNvSpPr/>
            <p:nvPr/>
          </p:nvSpPr>
          <p:spPr>
            <a:xfrm>
              <a:off x="8414982" y="396525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6" name="pl22106"/>
            <p:cNvSpPr/>
            <p:nvPr/>
          </p:nvSpPr>
          <p:spPr>
            <a:xfrm>
              <a:off x="8422965" y="4005713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7" name="pl22107"/>
            <p:cNvSpPr/>
            <p:nvPr/>
          </p:nvSpPr>
          <p:spPr>
            <a:xfrm>
              <a:off x="8423811" y="389425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8" name="pl22108"/>
            <p:cNvSpPr/>
            <p:nvPr/>
          </p:nvSpPr>
          <p:spPr>
            <a:xfrm>
              <a:off x="7646830" y="336508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09" name="pl22109"/>
            <p:cNvSpPr/>
            <p:nvPr/>
          </p:nvSpPr>
          <p:spPr>
            <a:xfrm>
              <a:off x="8304551" y="424961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0" name="pl22110"/>
            <p:cNvSpPr/>
            <p:nvPr/>
          </p:nvSpPr>
          <p:spPr>
            <a:xfrm>
              <a:off x="8300924" y="424961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1" name="pl22111"/>
            <p:cNvSpPr/>
            <p:nvPr/>
          </p:nvSpPr>
          <p:spPr>
            <a:xfrm>
              <a:off x="7805557" y="3965127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2" name="pl22112"/>
            <p:cNvSpPr/>
            <p:nvPr/>
          </p:nvSpPr>
          <p:spPr>
            <a:xfrm>
              <a:off x="8181071" y="366997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3" name="pl22113"/>
            <p:cNvSpPr/>
            <p:nvPr/>
          </p:nvSpPr>
          <p:spPr>
            <a:xfrm>
              <a:off x="8185366" y="363180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4" name="pl22114"/>
            <p:cNvSpPr/>
            <p:nvPr/>
          </p:nvSpPr>
          <p:spPr>
            <a:xfrm>
              <a:off x="8113279" y="360139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5" name="pl22115"/>
            <p:cNvSpPr/>
            <p:nvPr/>
          </p:nvSpPr>
          <p:spPr>
            <a:xfrm>
              <a:off x="8438575" y="3796118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6" name="pl22116"/>
            <p:cNvSpPr/>
            <p:nvPr/>
          </p:nvSpPr>
          <p:spPr>
            <a:xfrm>
              <a:off x="8436202" y="382973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7" name="pl22117"/>
            <p:cNvSpPr/>
            <p:nvPr/>
          </p:nvSpPr>
          <p:spPr>
            <a:xfrm>
              <a:off x="8431677" y="382973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8" name="pl22118"/>
            <p:cNvSpPr/>
            <p:nvPr/>
          </p:nvSpPr>
          <p:spPr>
            <a:xfrm>
              <a:off x="8437063" y="382973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19" name="pl22119"/>
            <p:cNvSpPr/>
            <p:nvPr/>
          </p:nvSpPr>
          <p:spPr>
            <a:xfrm>
              <a:off x="8955165" y="370393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0" name="pl22120"/>
            <p:cNvSpPr/>
            <p:nvPr/>
          </p:nvSpPr>
          <p:spPr>
            <a:xfrm>
              <a:off x="7509578" y="387866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1" name="pl22121"/>
            <p:cNvSpPr/>
            <p:nvPr/>
          </p:nvSpPr>
          <p:spPr>
            <a:xfrm>
              <a:off x="7488923" y="3886382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2" name="pl22122"/>
            <p:cNvSpPr/>
            <p:nvPr/>
          </p:nvSpPr>
          <p:spPr>
            <a:xfrm>
              <a:off x="8680628" y="401291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3" name="pl22123"/>
            <p:cNvSpPr/>
            <p:nvPr/>
          </p:nvSpPr>
          <p:spPr>
            <a:xfrm>
              <a:off x="8304551" y="4348330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4" name="pl22124"/>
            <p:cNvSpPr/>
            <p:nvPr/>
          </p:nvSpPr>
          <p:spPr>
            <a:xfrm>
              <a:off x="7559558" y="412368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5" name="pl22125"/>
            <p:cNvSpPr/>
            <p:nvPr/>
          </p:nvSpPr>
          <p:spPr>
            <a:xfrm>
              <a:off x="7821636" y="414650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6" name="pl22126"/>
            <p:cNvSpPr/>
            <p:nvPr/>
          </p:nvSpPr>
          <p:spPr>
            <a:xfrm>
              <a:off x="7833314" y="413192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7" name="pl22127"/>
            <p:cNvSpPr/>
            <p:nvPr/>
          </p:nvSpPr>
          <p:spPr>
            <a:xfrm>
              <a:off x="7830564" y="414650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8" name="pl22128"/>
            <p:cNvSpPr/>
            <p:nvPr/>
          </p:nvSpPr>
          <p:spPr>
            <a:xfrm>
              <a:off x="7839613" y="414650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29" name="pl22129"/>
            <p:cNvSpPr/>
            <p:nvPr/>
          </p:nvSpPr>
          <p:spPr>
            <a:xfrm>
              <a:off x="8760351" y="333267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0" name="pl22130"/>
            <p:cNvSpPr/>
            <p:nvPr/>
          </p:nvSpPr>
          <p:spPr>
            <a:xfrm>
              <a:off x="8144308" y="3689185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1" name="pl22131"/>
            <p:cNvSpPr/>
            <p:nvPr/>
          </p:nvSpPr>
          <p:spPr>
            <a:xfrm>
              <a:off x="8096280" y="361239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2" name="pl22132"/>
            <p:cNvSpPr/>
            <p:nvPr/>
          </p:nvSpPr>
          <p:spPr>
            <a:xfrm>
              <a:off x="8083934" y="360015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3" name="pl22133"/>
            <p:cNvSpPr/>
            <p:nvPr/>
          </p:nvSpPr>
          <p:spPr>
            <a:xfrm>
              <a:off x="8094224" y="360001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4" name="pl22134"/>
            <p:cNvSpPr/>
            <p:nvPr/>
          </p:nvSpPr>
          <p:spPr>
            <a:xfrm>
              <a:off x="8090431" y="359794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5" name="pl22135"/>
            <p:cNvSpPr/>
            <p:nvPr/>
          </p:nvSpPr>
          <p:spPr>
            <a:xfrm>
              <a:off x="8086696" y="360200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6" name="pl22136"/>
            <p:cNvSpPr/>
            <p:nvPr/>
          </p:nvSpPr>
          <p:spPr>
            <a:xfrm>
              <a:off x="8649334" y="439961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7" name="pl22137"/>
            <p:cNvSpPr/>
            <p:nvPr/>
          </p:nvSpPr>
          <p:spPr>
            <a:xfrm>
              <a:off x="8824115" y="3940595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8" name="pl22138"/>
            <p:cNvSpPr/>
            <p:nvPr/>
          </p:nvSpPr>
          <p:spPr>
            <a:xfrm>
              <a:off x="8414982" y="3887937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39" name="pl22139"/>
            <p:cNvSpPr/>
            <p:nvPr/>
          </p:nvSpPr>
          <p:spPr>
            <a:xfrm>
              <a:off x="8975273" y="408943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0" name="pl22140"/>
            <p:cNvSpPr/>
            <p:nvPr/>
          </p:nvSpPr>
          <p:spPr>
            <a:xfrm>
              <a:off x="8024808" y="3643789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1" name="pl22141"/>
            <p:cNvSpPr/>
            <p:nvPr/>
          </p:nvSpPr>
          <p:spPr>
            <a:xfrm>
              <a:off x="8035561" y="364836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2" name="pl22142"/>
            <p:cNvSpPr/>
            <p:nvPr/>
          </p:nvSpPr>
          <p:spPr>
            <a:xfrm>
              <a:off x="8270273" y="4056495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3" name="pl22143"/>
            <p:cNvSpPr/>
            <p:nvPr/>
          </p:nvSpPr>
          <p:spPr>
            <a:xfrm>
              <a:off x="8291799" y="4056495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4" name="pl22144"/>
            <p:cNvSpPr/>
            <p:nvPr/>
          </p:nvSpPr>
          <p:spPr>
            <a:xfrm>
              <a:off x="8309146" y="418361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5" name="pl22145"/>
            <p:cNvSpPr/>
            <p:nvPr/>
          </p:nvSpPr>
          <p:spPr>
            <a:xfrm>
              <a:off x="8021216" y="459340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6" name="pl22146"/>
            <p:cNvSpPr/>
            <p:nvPr/>
          </p:nvSpPr>
          <p:spPr>
            <a:xfrm>
              <a:off x="8464689" y="409497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7" name="pl22147"/>
            <p:cNvSpPr/>
            <p:nvPr/>
          </p:nvSpPr>
          <p:spPr>
            <a:xfrm>
              <a:off x="8114538" y="3622525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8" name="pl22148"/>
            <p:cNvSpPr/>
            <p:nvPr/>
          </p:nvSpPr>
          <p:spPr>
            <a:xfrm>
              <a:off x="7860051" y="451742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49" name="pl22149"/>
            <p:cNvSpPr/>
            <p:nvPr/>
          </p:nvSpPr>
          <p:spPr>
            <a:xfrm>
              <a:off x="8763520" y="436470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0" name="pl22150"/>
            <p:cNvSpPr/>
            <p:nvPr/>
          </p:nvSpPr>
          <p:spPr>
            <a:xfrm>
              <a:off x="8481663" y="446165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1" name="pl22151"/>
            <p:cNvSpPr/>
            <p:nvPr/>
          </p:nvSpPr>
          <p:spPr>
            <a:xfrm>
              <a:off x="8062164" y="3655316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2" name="pl22152"/>
            <p:cNvSpPr/>
            <p:nvPr/>
          </p:nvSpPr>
          <p:spPr>
            <a:xfrm>
              <a:off x="8423811" y="4015538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3" name="pl22153"/>
            <p:cNvSpPr/>
            <p:nvPr/>
          </p:nvSpPr>
          <p:spPr>
            <a:xfrm>
              <a:off x="7494765" y="406534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4" name="pl22154"/>
            <p:cNvSpPr/>
            <p:nvPr/>
          </p:nvSpPr>
          <p:spPr>
            <a:xfrm>
              <a:off x="8680628" y="396298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5" name="pl22155"/>
            <p:cNvSpPr/>
            <p:nvPr/>
          </p:nvSpPr>
          <p:spPr>
            <a:xfrm>
              <a:off x="8702187" y="396298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6" name="pl22156"/>
            <p:cNvSpPr/>
            <p:nvPr/>
          </p:nvSpPr>
          <p:spPr>
            <a:xfrm>
              <a:off x="8705253" y="395848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7" name="pl22157"/>
            <p:cNvSpPr/>
            <p:nvPr/>
          </p:nvSpPr>
          <p:spPr>
            <a:xfrm>
              <a:off x="8264049" y="409512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8" name="pl22158"/>
            <p:cNvSpPr/>
            <p:nvPr/>
          </p:nvSpPr>
          <p:spPr>
            <a:xfrm>
              <a:off x="8270273" y="409512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59" name="pl22159"/>
            <p:cNvSpPr/>
            <p:nvPr/>
          </p:nvSpPr>
          <p:spPr>
            <a:xfrm>
              <a:off x="8293795" y="4058739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0" name="pl22160"/>
            <p:cNvSpPr/>
            <p:nvPr/>
          </p:nvSpPr>
          <p:spPr>
            <a:xfrm>
              <a:off x="8088207" y="365304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1" name="pl22161"/>
            <p:cNvSpPr/>
            <p:nvPr/>
          </p:nvSpPr>
          <p:spPr>
            <a:xfrm>
              <a:off x="7758984" y="441542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2" name="pl22162"/>
            <p:cNvSpPr/>
            <p:nvPr/>
          </p:nvSpPr>
          <p:spPr>
            <a:xfrm>
              <a:off x="8421268" y="383902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3" name="pl22163"/>
            <p:cNvSpPr/>
            <p:nvPr/>
          </p:nvSpPr>
          <p:spPr>
            <a:xfrm>
              <a:off x="8527853" y="458972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4" name="pl22164"/>
            <p:cNvSpPr/>
            <p:nvPr/>
          </p:nvSpPr>
          <p:spPr>
            <a:xfrm>
              <a:off x="7601724" y="426888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5" name="pl22165"/>
            <p:cNvSpPr/>
            <p:nvPr/>
          </p:nvSpPr>
          <p:spPr>
            <a:xfrm>
              <a:off x="8041945" y="372133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6" name="pl22166"/>
            <p:cNvSpPr/>
            <p:nvPr/>
          </p:nvSpPr>
          <p:spPr>
            <a:xfrm>
              <a:off x="8103001" y="364368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7" name="pl22167"/>
            <p:cNvSpPr/>
            <p:nvPr/>
          </p:nvSpPr>
          <p:spPr>
            <a:xfrm>
              <a:off x="8100262" y="365575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8" name="pl22168"/>
            <p:cNvSpPr/>
            <p:nvPr/>
          </p:nvSpPr>
          <p:spPr>
            <a:xfrm>
              <a:off x="8128768" y="3649969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69" name="pl22169"/>
            <p:cNvSpPr/>
            <p:nvPr/>
          </p:nvSpPr>
          <p:spPr>
            <a:xfrm>
              <a:off x="8122884" y="367071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0" name="pl22170"/>
            <p:cNvSpPr/>
            <p:nvPr/>
          </p:nvSpPr>
          <p:spPr>
            <a:xfrm>
              <a:off x="7825608" y="415752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1" name="pl22171"/>
            <p:cNvSpPr/>
            <p:nvPr/>
          </p:nvSpPr>
          <p:spPr>
            <a:xfrm>
              <a:off x="8208376" y="412401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2" name="pl22172"/>
            <p:cNvSpPr/>
            <p:nvPr/>
          </p:nvSpPr>
          <p:spPr>
            <a:xfrm>
              <a:off x="7836396" y="419846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3" name="pl22173"/>
            <p:cNvSpPr/>
            <p:nvPr/>
          </p:nvSpPr>
          <p:spPr>
            <a:xfrm>
              <a:off x="8449131" y="4156474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4" name="pl22174"/>
            <p:cNvSpPr/>
            <p:nvPr/>
          </p:nvSpPr>
          <p:spPr>
            <a:xfrm>
              <a:off x="8449131" y="4156474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5" name="pl22175"/>
            <p:cNvSpPr/>
            <p:nvPr/>
          </p:nvSpPr>
          <p:spPr>
            <a:xfrm>
              <a:off x="8449131" y="4156474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6" name="pl22176"/>
            <p:cNvSpPr/>
            <p:nvPr/>
          </p:nvSpPr>
          <p:spPr>
            <a:xfrm>
              <a:off x="8449131" y="4156474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7" name="pl22177"/>
            <p:cNvSpPr/>
            <p:nvPr/>
          </p:nvSpPr>
          <p:spPr>
            <a:xfrm>
              <a:off x="8414982" y="396525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8" name="pl22178"/>
            <p:cNvSpPr/>
            <p:nvPr/>
          </p:nvSpPr>
          <p:spPr>
            <a:xfrm>
              <a:off x="8449131" y="410573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79" name="pl22179"/>
            <p:cNvSpPr/>
            <p:nvPr/>
          </p:nvSpPr>
          <p:spPr>
            <a:xfrm>
              <a:off x="8424775" y="4072486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0" name="pl22180"/>
            <p:cNvSpPr/>
            <p:nvPr/>
          </p:nvSpPr>
          <p:spPr>
            <a:xfrm>
              <a:off x="8446195" y="4156474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1" name="pl22181"/>
            <p:cNvSpPr/>
            <p:nvPr/>
          </p:nvSpPr>
          <p:spPr>
            <a:xfrm>
              <a:off x="8449131" y="4156474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2" name="pl22182"/>
            <p:cNvSpPr/>
            <p:nvPr/>
          </p:nvSpPr>
          <p:spPr>
            <a:xfrm>
              <a:off x="8435636" y="4156474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3" name="pl22183"/>
            <p:cNvSpPr/>
            <p:nvPr/>
          </p:nvSpPr>
          <p:spPr>
            <a:xfrm>
              <a:off x="8144308" y="3689185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4" name="pl22184"/>
            <p:cNvSpPr/>
            <p:nvPr/>
          </p:nvSpPr>
          <p:spPr>
            <a:xfrm>
              <a:off x="7653318" y="3352397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5" name="pl22185"/>
            <p:cNvSpPr/>
            <p:nvPr/>
          </p:nvSpPr>
          <p:spPr>
            <a:xfrm>
              <a:off x="8452196" y="407661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6" name="pl22186"/>
            <p:cNvSpPr/>
            <p:nvPr/>
          </p:nvSpPr>
          <p:spPr>
            <a:xfrm>
              <a:off x="8998769" y="390847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7" name="pl22187"/>
            <p:cNvSpPr/>
            <p:nvPr/>
          </p:nvSpPr>
          <p:spPr>
            <a:xfrm>
              <a:off x="8672964" y="4110309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8" name="pl22188"/>
            <p:cNvSpPr/>
            <p:nvPr/>
          </p:nvSpPr>
          <p:spPr>
            <a:xfrm>
              <a:off x="8655375" y="409339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89" name="pl22189"/>
            <p:cNvSpPr/>
            <p:nvPr/>
          </p:nvSpPr>
          <p:spPr>
            <a:xfrm>
              <a:off x="7638026" y="3451435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0" name="pl22190"/>
            <p:cNvSpPr/>
            <p:nvPr/>
          </p:nvSpPr>
          <p:spPr>
            <a:xfrm>
              <a:off x="8481645" y="385943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1" name="pl22191"/>
            <p:cNvSpPr/>
            <p:nvPr/>
          </p:nvSpPr>
          <p:spPr>
            <a:xfrm>
              <a:off x="8481645" y="385943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2" name="pl22192"/>
            <p:cNvSpPr/>
            <p:nvPr/>
          </p:nvSpPr>
          <p:spPr>
            <a:xfrm>
              <a:off x="7851193" y="419846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3" name="pl22193"/>
            <p:cNvSpPr/>
            <p:nvPr/>
          </p:nvSpPr>
          <p:spPr>
            <a:xfrm>
              <a:off x="8102662" y="364368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4" name="pl22194"/>
            <p:cNvSpPr/>
            <p:nvPr/>
          </p:nvSpPr>
          <p:spPr>
            <a:xfrm>
              <a:off x="8102662" y="364602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5" name="pl22195"/>
            <p:cNvSpPr/>
            <p:nvPr/>
          </p:nvSpPr>
          <p:spPr>
            <a:xfrm>
              <a:off x="8746052" y="4447572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6" name="pl22196"/>
            <p:cNvSpPr/>
            <p:nvPr/>
          </p:nvSpPr>
          <p:spPr>
            <a:xfrm>
              <a:off x="8448190" y="404089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7" name="pl22197"/>
            <p:cNvSpPr/>
            <p:nvPr/>
          </p:nvSpPr>
          <p:spPr>
            <a:xfrm>
              <a:off x="8555341" y="376684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8" name="pl22198"/>
            <p:cNvSpPr/>
            <p:nvPr/>
          </p:nvSpPr>
          <p:spPr>
            <a:xfrm>
              <a:off x="8555341" y="378274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199" name="pl22199"/>
            <p:cNvSpPr/>
            <p:nvPr/>
          </p:nvSpPr>
          <p:spPr>
            <a:xfrm>
              <a:off x="8634154" y="401291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0" name="pl22200"/>
            <p:cNvSpPr/>
            <p:nvPr/>
          </p:nvSpPr>
          <p:spPr>
            <a:xfrm>
              <a:off x="8634154" y="407388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1" name="pl22201"/>
            <p:cNvSpPr/>
            <p:nvPr/>
          </p:nvSpPr>
          <p:spPr>
            <a:xfrm>
              <a:off x="8582044" y="407388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2" name="pl22202"/>
            <p:cNvSpPr/>
            <p:nvPr/>
          </p:nvSpPr>
          <p:spPr>
            <a:xfrm>
              <a:off x="8634154" y="407388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3" name="pl22203"/>
            <p:cNvSpPr/>
            <p:nvPr/>
          </p:nvSpPr>
          <p:spPr>
            <a:xfrm>
              <a:off x="7629069" y="345183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4" name="pl22204"/>
            <p:cNvSpPr/>
            <p:nvPr/>
          </p:nvSpPr>
          <p:spPr>
            <a:xfrm>
              <a:off x="8135256" y="3689185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5" name="pl22205"/>
            <p:cNvSpPr/>
            <p:nvPr/>
          </p:nvSpPr>
          <p:spPr>
            <a:xfrm>
              <a:off x="8297545" y="418361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6" name="pl22206"/>
            <p:cNvSpPr/>
            <p:nvPr/>
          </p:nvSpPr>
          <p:spPr>
            <a:xfrm>
              <a:off x="8293314" y="418784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7" name="pl22207"/>
            <p:cNvSpPr/>
            <p:nvPr/>
          </p:nvSpPr>
          <p:spPr>
            <a:xfrm>
              <a:off x="8297545" y="4142439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8" name="pl22208"/>
            <p:cNvSpPr/>
            <p:nvPr/>
          </p:nvSpPr>
          <p:spPr>
            <a:xfrm>
              <a:off x="8092401" y="366550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09" name="pl22209"/>
            <p:cNvSpPr/>
            <p:nvPr/>
          </p:nvSpPr>
          <p:spPr>
            <a:xfrm>
              <a:off x="8385907" y="385563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0" name="pl22210"/>
            <p:cNvSpPr/>
            <p:nvPr/>
          </p:nvSpPr>
          <p:spPr>
            <a:xfrm>
              <a:off x="8403429" y="383684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1" name="pl22211"/>
            <p:cNvSpPr/>
            <p:nvPr/>
          </p:nvSpPr>
          <p:spPr>
            <a:xfrm>
              <a:off x="8395074" y="385563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2" name="pl22212"/>
            <p:cNvSpPr/>
            <p:nvPr/>
          </p:nvSpPr>
          <p:spPr>
            <a:xfrm>
              <a:off x="8091832" y="365868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3" name="pl22213"/>
            <p:cNvSpPr/>
            <p:nvPr/>
          </p:nvSpPr>
          <p:spPr>
            <a:xfrm>
              <a:off x="8037707" y="452335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4" name="pl22214"/>
            <p:cNvSpPr/>
            <p:nvPr/>
          </p:nvSpPr>
          <p:spPr>
            <a:xfrm>
              <a:off x="8437817" y="3825152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5" name="pl22215"/>
            <p:cNvSpPr/>
            <p:nvPr/>
          </p:nvSpPr>
          <p:spPr>
            <a:xfrm>
              <a:off x="8439112" y="3810016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6" name="pl22216"/>
            <p:cNvSpPr/>
            <p:nvPr/>
          </p:nvSpPr>
          <p:spPr>
            <a:xfrm>
              <a:off x="8438575" y="3825152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7" name="pl22217"/>
            <p:cNvSpPr/>
            <p:nvPr/>
          </p:nvSpPr>
          <p:spPr>
            <a:xfrm>
              <a:off x="8438768" y="381989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8" name="pl22218"/>
            <p:cNvSpPr/>
            <p:nvPr/>
          </p:nvSpPr>
          <p:spPr>
            <a:xfrm>
              <a:off x="8439112" y="382482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19" name="pl22219"/>
            <p:cNvSpPr/>
            <p:nvPr/>
          </p:nvSpPr>
          <p:spPr>
            <a:xfrm>
              <a:off x="8360784" y="307578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0" name="pl22220"/>
            <p:cNvSpPr/>
            <p:nvPr/>
          </p:nvSpPr>
          <p:spPr>
            <a:xfrm>
              <a:off x="7860051" y="4526185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1" name="pl22221"/>
            <p:cNvSpPr/>
            <p:nvPr/>
          </p:nvSpPr>
          <p:spPr>
            <a:xfrm>
              <a:off x="8074314" y="314227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2" name="pl22222"/>
            <p:cNvSpPr/>
            <p:nvPr/>
          </p:nvSpPr>
          <p:spPr>
            <a:xfrm>
              <a:off x="8498777" y="383928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3" name="pl22223"/>
            <p:cNvSpPr/>
            <p:nvPr/>
          </p:nvSpPr>
          <p:spPr>
            <a:xfrm>
              <a:off x="7469706" y="391763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4" name="pl22224"/>
            <p:cNvSpPr/>
            <p:nvPr/>
          </p:nvSpPr>
          <p:spPr>
            <a:xfrm>
              <a:off x="7458625" y="391763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5" name="pl22225"/>
            <p:cNvSpPr/>
            <p:nvPr/>
          </p:nvSpPr>
          <p:spPr>
            <a:xfrm>
              <a:off x="7469706" y="3902669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6" name="pl22226"/>
            <p:cNvSpPr/>
            <p:nvPr/>
          </p:nvSpPr>
          <p:spPr>
            <a:xfrm>
              <a:off x="7628826" y="336508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7" name="pl22227"/>
            <p:cNvSpPr/>
            <p:nvPr/>
          </p:nvSpPr>
          <p:spPr>
            <a:xfrm>
              <a:off x="7497191" y="3712785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8" name="pl22228"/>
            <p:cNvSpPr/>
            <p:nvPr/>
          </p:nvSpPr>
          <p:spPr>
            <a:xfrm>
              <a:off x="7689389" y="401659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29" name="pl22229"/>
            <p:cNvSpPr/>
            <p:nvPr/>
          </p:nvSpPr>
          <p:spPr>
            <a:xfrm>
              <a:off x="7692479" y="401939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0" name="pl22230"/>
            <p:cNvSpPr/>
            <p:nvPr/>
          </p:nvSpPr>
          <p:spPr>
            <a:xfrm>
              <a:off x="7488923" y="3902669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1" name="pl22231"/>
            <p:cNvSpPr/>
            <p:nvPr/>
          </p:nvSpPr>
          <p:spPr>
            <a:xfrm>
              <a:off x="7867642" y="4170542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2" name="pl22232"/>
            <p:cNvSpPr/>
            <p:nvPr/>
          </p:nvSpPr>
          <p:spPr>
            <a:xfrm>
              <a:off x="7867642" y="4165805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3" name="pl22233"/>
            <p:cNvSpPr/>
            <p:nvPr/>
          </p:nvSpPr>
          <p:spPr>
            <a:xfrm>
              <a:off x="7850009" y="4165635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4" name="pl22234"/>
            <p:cNvSpPr/>
            <p:nvPr/>
          </p:nvSpPr>
          <p:spPr>
            <a:xfrm>
              <a:off x="8450857" y="420001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5" name="pl22235"/>
            <p:cNvSpPr/>
            <p:nvPr/>
          </p:nvSpPr>
          <p:spPr>
            <a:xfrm>
              <a:off x="8289330" y="420408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6" name="pl22236"/>
            <p:cNvSpPr/>
            <p:nvPr/>
          </p:nvSpPr>
          <p:spPr>
            <a:xfrm>
              <a:off x="8925663" y="4126199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7" name="pl22237"/>
            <p:cNvSpPr/>
            <p:nvPr/>
          </p:nvSpPr>
          <p:spPr>
            <a:xfrm>
              <a:off x="8144308" y="3674842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8" name="pl22238"/>
            <p:cNvSpPr/>
            <p:nvPr/>
          </p:nvSpPr>
          <p:spPr>
            <a:xfrm>
              <a:off x="8148878" y="3685175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39" name="pl22239"/>
            <p:cNvSpPr/>
            <p:nvPr/>
          </p:nvSpPr>
          <p:spPr>
            <a:xfrm>
              <a:off x="7850009" y="4165635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0" name="pl22240"/>
            <p:cNvSpPr/>
            <p:nvPr/>
          </p:nvSpPr>
          <p:spPr>
            <a:xfrm>
              <a:off x="8390545" y="396525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1" name="pl22241"/>
            <p:cNvSpPr/>
            <p:nvPr/>
          </p:nvSpPr>
          <p:spPr>
            <a:xfrm>
              <a:off x="8122098" y="461571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2" name="pl22242"/>
            <p:cNvSpPr/>
            <p:nvPr/>
          </p:nvSpPr>
          <p:spPr>
            <a:xfrm>
              <a:off x="8475747" y="406166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3" name="pl22243"/>
            <p:cNvSpPr/>
            <p:nvPr/>
          </p:nvSpPr>
          <p:spPr>
            <a:xfrm>
              <a:off x="8144308" y="3680319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4" name="pl22244"/>
            <p:cNvSpPr/>
            <p:nvPr/>
          </p:nvSpPr>
          <p:spPr>
            <a:xfrm>
              <a:off x="7664019" y="430604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5" name="pl22245"/>
            <p:cNvSpPr/>
            <p:nvPr/>
          </p:nvSpPr>
          <p:spPr>
            <a:xfrm>
              <a:off x="8851775" y="3570830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6" name="pl22246"/>
            <p:cNvSpPr/>
            <p:nvPr/>
          </p:nvSpPr>
          <p:spPr>
            <a:xfrm>
              <a:off x="8843700" y="356266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7" name="pl22247"/>
            <p:cNvSpPr/>
            <p:nvPr/>
          </p:nvSpPr>
          <p:spPr>
            <a:xfrm>
              <a:off x="8851775" y="354943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8" name="pl22248"/>
            <p:cNvSpPr/>
            <p:nvPr/>
          </p:nvSpPr>
          <p:spPr>
            <a:xfrm>
              <a:off x="8481663" y="447049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49" name="pl22249"/>
            <p:cNvSpPr/>
            <p:nvPr/>
          </p:nvSpPr>
          <p:spPr>
            <a:xfrm>
              <a:off x="8161283" y="356919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0" name="pl22250"/>
            <p:cNvSpPr/>
            <p:nvPr/>
          </p:nvSpPr>
          <p:spPr>
            <a:xfrm>
              <a:off x="8824115" y="3947657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1" name="pl22251"/>
            <p:cNvSpPr/>
            <p:nvPr/>
          </p:nvSpPr>
          <p:spPr>
            <a:xfrm>
              <a:off x="8122836" y="3678939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2" name="pl22252"/>
            <p:cNvSpPr/>
            <p:nvPr/>
          </p:nvSpPr>
          <p:spPr>
            <a:xfrm>
              <a:off x="8100262" y="366550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3" name="pl22253"/>
            <p:cNvSpPr/>
            <p:nvPr/>
          </p:nvSpPr>
          <p:spPr>
            <a:xfrm>
              <a:off x="8109144" y="366847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4" name="pl22254"/>
            <p:cNvSpPr/>
            <p:nvPr/>
          </p:nvSpPr>
          <p:spPr>
            <a:xfrm>
              <a:off x="8194310" y="366612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5" name="pl22255"/>
            <p:cNvSpPr/>
            <p:nvPr/>
          </p:nvSpPr>
          <p:spPr>
            <a:xfrm>
              <a:off x="7486124" y="388939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6" name="pl22256"/>
            <p:cNvSpPr/>
            <p:nvPr/>
          </p:nvSpPr>
          <p:spPr>
            <a:xfrm>
              <a:off x="8700805" y="329668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7" name="pl22257"/>
            <p:cNvSpPr/>
            <p:nvPr/>
          </p:nvSpPr>
          <p:spPr>
            <a:xfrm>
              <a:off x="8159487" y="366256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8" name="pl22258"/>
            <p:cNvSpPr/>
            <p:nvPr/>
          </p:nvSpPr>
          <p:spPr>
            <a:xfrm>
              <a:off x="8132900" y="366256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59" name="pl22259"/>
            <p:cNvSpPr/>
            <p:nvPr/>
          </p:nvSpPr>
          <p:spPr>
            <a:xfrm>
              <a:off x="8136671" y="366256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0" name="pl22260"/>
            <p:cNvSpPr/>
            <p:nvPr/>
          </p:nvSpPr>
          <p:spPr>
            <a:xfrm>
              <a:off x="8159487" y="364778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1" name="pl22261"/>
            <p:cNvSpPr/>
            <p:nvPr/>
          </p:nvSpPr>
          <p:spPr>
            <a:xfrm>
              <a:off x="8159487" y="3649133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2" name="pl22262"/>
            <p:cNvSpPr/>
            <p:nvPr/>
          </p:nvSpPr>
          <p:spPr>
            <a:xfrm>
              <a:off x="8128631" y="366256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3" name="pl22263"/>
            <p:cNvSpPr/>
            <p:nvPr/>
          </p:nvSpPr>
          <p:spPr>
            <a:xfrm>
              <a:off x="8142815" y="364541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4" name="pl22264"/>
            <p:cNvSpPr/>
            <p:nvPr/>
          </p:nvSpPr>
          <p:spPr>
            <a:xfrm>
              <a:off x="8147027" y="366256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5" name="pl22265"/>
            <p:cNvSpPr/>
            <p:nvPr/>
          </p:nvSpPr>
          <p:spPr>
            <a:xfrm>
              <a:off x="8152182" y="366256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6" name="pl22266"/>
            <p:cNvSpPr/>
            <p:nvPr/>
          </p:nvSpPr>
          <p:spPr>
            <a:xfrm>
              <a:off x="8134892" y="366256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7" name="pl22267"/>
            <p:cNvSpPr/>
            <p:nvPr/>
          </p:nvSpPr>
          <p:spPr>
            <a:xfrm>
              <a:off x="8147501" y="366256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8" name="pl22268"/>
            <p:cNvSpPr/>
            <p:nvPr/>
          </p:nvSpPr>
          <p:spPr>
            <a:xfrm>
              <a:off x="8159487" y="3627664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69" name="pl22269"/>
            <p:cNvSpPr/>
            <p:nvPr/>
          </p:nvSpPr>
          <p:spPr>
            <a:xfrm>
              <a:off x="8159487" y="366256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0" name="pl22270"/>
            <p:cNvSpPr/>
            <p:nvPr/>
          </p:nvSpPr>
          <p:spPr>
            <a:xfrm>
              <a:off x="8138595" y="366256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1" name="pl22271"/>
            <p:cNvSpPr/>
            <p:nvPr/>
          </p:nvSpPr>
          <p:spPr>
            <a:xfrm>
              <a:off x="8159487" y="3657949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2" name="pl22272"/>
            <p:cNvSpPr/>
            <p:nvPr/>
          </p:nvSpPr>
          <p:spPr>
            <a:xfrm>
              <a:off x="8141440" y="366256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3" name="pl22273"/>
            <p:cNvSpPr/>
            <p:nvPr/>
          </p:nvSpPr>
          <p:spPr>
            <a:xfrm>
              <a:off x="8124034" y="363681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4" name="pl22274"/>
            <p:cNvSpPr/>
            <p:nvPr/>
          </p:nvSpPr>
          <p:spPr>
            <a:xfrm>
              <a:off x="8159487" y="366256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5" name="pl22275"/>
            <p:cNvSpPr/>
            <p:nvPr/>
          </p:nvSpPr>
          <p:spPr>
            <a:xfrm>
              <a:off x="8128768" y="366256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6" name="pl22276"/>
            <p:cNvSpPr/>
            <p:nvPr/>
          </p:nvSpPr>
          <p:spPr>
            <a:xfrm>
              <a:off x="8159487" y="365556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7" name="pl22277"/>
            <p:cNvSpPr/>
            <p:nvPr/>
          </p:nvSpPr>
          <p:spPr>
            <a:xfrm>
              <a:off x="8159487" y="3652497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8" name="pl22278"/>
            <p:cNvSpPr/>
            <p:nvPr/>
          </p:nvSpPr>
          <p:spPr>
            <a:xfrm>
              <a:off x="8159487" y="3626823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79" name="pl22279"/>
            <p:cNvSpPr/>
            <p:nvPr/>
          </p:nvSpPr>
          <p:spPr>
            <a:xfrm>
              <a:off x="8159487" y="364180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0" name="pl22280"/>
            <p:cNvSpPr/>
            <p:nvPr/>
          </p:nvSpPr>
          <p:spPr>
            <a:xfrm>
              <a:off x="8159487" y="365895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1" name="pl22281"/>
            <p:cNvSpPr/>
            <p:nvPr/>
          </p:nvSpPr>
          <p:spPr>
            <a:xfrm>
              <a:off x="8159487" y="366256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2" name="pl22282"/>
            <p:cNvSpPr/>
            <p:nvPr/>
          </p:nvSpPr>
          <p:spPr>
            <a:xfrm>
              <a:off x="8159487" y="3659651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3" name="pl22283"/>
            <p:cNvSpPr/>
            <p:nvPr/>
          </p:nvSpPr>
          <p:spPr>
            <a:xfrm>
              <a:off x="8125839" y="366256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4" name="pl22284"/>
            <p:cNvSpPr/>
            <p:nvPr/>
          </p:nvSpPr>
          <p:spPr>
            <a:xfrm>
              <a:off x="8159487" y="366256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5" name="pl22285"/>
            <p:cNvSpPr/>
            <p:nvPr/>
          </p:nvSpPr>
          <p:spPr>
            <a:xfrm>
              <a:off x="8159487" y="363809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6" name="pl22286"/>
            <p:cNvSpPr/>
            <p:nvPr/>
          </p:nvSpPr>
          <p:spPr>
            <a:xfrm>
              <a:off x="8158556" y="366256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7" name="pl22287"/>
            <p:cNvSpPr/>
            <p:nvPr/>
          </p:nvSpPr>
          <p:spPr>
            <a:xfrm>
              <a:off x="8148878" y="366256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8" name="pl22288"/>
            <p:cNvSpPr/>
            <p:nvPr/>
          </p:nvSpPr>
          <p:spPr>
            <a:xfrm>
              <a:off x="8159487" y="362490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89" name="pl22289"/>
            <p:cNvSpPr/>
            <p:nvPr/>
          </p:nvSpPr>
          <p:spPr>
            <a:xfrm>
              <a:off x="8159487" y="364513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0" name="pl22290"/>
            <p:cNvSpPr/>
            <p:nvPr/>
          </p:nvSpPr>
          <p:spPr>
            <a:xfrm>
              <a:off x="8149932" y="366256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1" name="pl22291"/>
            <p:cNvSpPr/>
            <p:nvPr/>
          </p:nvSpPr>
          <p:spPr>
            <a:xfrm>
              <a:off x="8141825" y="366256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2" name="pl22292"/>
            <p:cNvSpPr/>
            <p:nvPr/>
          </p:nvSpPr>
          <p:spPr>
            <a:xfrm>
              <a:off x="8159487" y="3654809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3" name="pl22293"/>
            <p:cNvSpPr/>
            <p:nvPr/>
          </p:nvSpPr>
          <p:spPr>
            <a:xfrm>
              <a:off x="8178593" y="365847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4" name="pl22294"/>
            <p:cNvSpPr/>
            <p:nvPr/>
          </p:nvSpPr>
          <p:spPr>
            <a:xfrm>
              <a:off x="8481663" y="447049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5" name="pl22295"/>
            <p:cNvSpPr/>
            <p:nvPr/>
          </p:nvSpPr>
          <p:spPr>
            <a:xfrm>
              <a:off x="8063551" y="3702346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6" name="pl22296"/>
            <p:cNvSpPr/>
            <p:nvPr/>
          </p:nvSpPr>
          <p:spPr>
            <a:xfrm>
              <a:off x="8521349" y="4597599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7" name="pl22297"/>
            <p:cNvSpPr/>
            <p:nvPr/>
          </p:nvSpPr>
          <p:spPr>
            <a:xfrm>
              <a:off x="8470519" y="3797708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8" name="pl22298"/>
            <p:cNvSpPr/>
            <p:nvPr/>
          </p:nvSpPr>
          <p:spPr>
            <a:xfrm>
              <a:off x="8435570" y="3805975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299" name="pl22299"/>
            <p:cNvSpPr/>
            <p:nvPr/>
          </p:nvSpPr>
          <p:spPr>
            <a:xfrm>
              <a:off x="8670492" y="4091866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0" name="pl22300"/>
            <p:cNvSpPr/>
            <p:nvPr/>
          </p:nvSpPr>
          <p:spPr>
            <a:xfrm>
              <a:off x="7738349" y="326104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1" name="pl22301"/>
            <p:cNvSpPr/>
            <p:nvPr/>
          </p:nvSpPr>
          <p:spPr>
            <a:xfrm>
              <a:off x="8134157" y="368838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2" name="pl22302"/>
            <p:cNvSpPr/>
            <p:nvPr/>
          </p:nvSpPr>
          <p:spPr>
            <a:xfrm>
              <a:off x="8880828" y="4262912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3" name="pl22303"/>
            <p:cNvSpPr/>
            <p:nvPr/>
          </p:nvSpPr>
          <p:spPr>
            <a:xfrm>
              <a:off x="8870889" y="427964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4" name="pl22304"/>
            <p:cNvSpPr/>
            <p:nvPr/>
          </p:nvSpPr>
          <p:spPr>
            <a:xfrm>
              <a:off x="8392762" y="462707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5" name="pl22305"/>
            <p:cNvSpPr/>
            <p:nvPr/>
          </p:nvSpPr>
          <p:spPr>
            <a:xfrm>
              <a:off x="8352961" y="3924536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6" name="pl22306"/>
            <p:cNvSpPr/>
            <p:nvPr/>
          </p:nvSpPr>
          <p:spPr>
            <a:xfrm>
              <a:off x="8899662" y="348057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7" name="pl22307"/>
            <p:cNvSpPr/>
            <p:nvPr/>
          </p:nvSpPr>
          <p:spPr>
            <a:xfrm>
              <a:off x="8423811" y="387564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8" name="pl22308"/>
            <p:cNvSpPr/>
            <p:nvPr/>
          </p:nvSpPr>
          <p:spPr>
            <a:xfrm>
              <a:off x="8487784" y="404533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09" name="pl22309"/>
            <p:cNvSpPr/>
            <p:nvPr/>
          </p:nvSpPr>
          <p:spPr>
            <a:xfrm>
              <a:off x="8432307" y="383684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0" name="pl22310"/>
            <p:cNvSpPr/>
            <p:nvPr/>
          </p:nvSpPr>
          <p:spPr>
            <a:xfrm>
              <a:off x="8466035" y="380254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1" name="pl22311"/>
            <p:cNvSpPr/>
            <p:nvPr/>
          </p:nvSpPr>
          <p:spPr>
            <a:xfrm>
              <a:off x="8466035" y="3784196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2" name="pl22312"/>
            <p:cNvSpPr/>
            <p:nvPr/>
          </p:nvSpPr>
          <p:spPr>
            <a:xfrm>
              <a:off x="8986944" y="380041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3" name="pl22313"/>
            <p:cNvSpPr/>
            <p:nvPr/>
          </p:nvSpPr>
          <p:spPr>
            <a:xfrm>
              <a:off x="7674062" y="437780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4" name="pl22314"/>
            <p:cNvSpPr/>
            <p:nvPr/>
          </p:nvSpPr>
          <p:spPr>
            <a:xfrm>
              <a:off x="8144308" y="3689185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5" name="pl22315"/>
            <p:cNvSpPr/>
            <p:nvPr/>
          </p:nvSpPr>
          <p:spPr>
            <a:xfrm>
              <a:off x="8136118" y="368742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6" name="pl22316"/>
            <p:cNvSpPr/>
            <p:nvPr/>
          </p:nvSpPr>
          <p:spPr>
            <a:xfrm>
              <a:off x="7851150" y="419846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7" name="pl22317"/>
            <p:cNvSpPr/>
            <p:nvPr/>
          </p:nvSpPr>
          <p:spPr>
            <a:xfrm>
              <a:off x="8074371" y="368945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8" name="pl22318"/>
            <p:cNvSpPr/>
            <p:nvPr/>
          </p:nvSpPr>
          <p:spPr>
            <a:xfrm>
              <a:off x="8148878" y="3685175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19" name="pl22319"/>
            <p:cNvSpPr/>
            <p:nvPr/>
          </p:nvSpPr>
          <p:spPr>
            <a:xfrm>
              <a:off x="8420555" y="3890859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0" name="pl22320"/>
            <p:cNvSpPr/>
            <p:nvPr/>
          </p:nvSpPr>
          <p:spPr>
            <a:xfrm>
              <a:off x="8416775" y="3907965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1" name="pl22321"/>
            <p:cNvSpPr/>
            <p:nvPr/>
          </p:nvSpPr>
          <p:spPr>
            <a:xfrm>
              <a:off x="8333055" y="403207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2" name="pl22322"/>
            <p:cNvSpPr/>
            <p:nvPr/>
          </p:nvSpPr>
          <p:spPr>
            <a:xfrm>
              <a:off x="8333055" y="3979277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3" name="pl22323"/>
            <p:cNvSpPr/>
            <p:nvPr/>
          </p:nvSpPr>
          <p:spPr>
            <a:xfrm>
              <a:off x="8307770" y="405058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4" name="pl22324"/>
            <p:cNvSpPr/>
            <p:nvPr/>
          </p:nvSpPr>
          <p:spPr>
            <a:xfrm>
              <a:off x="8321268" y="405058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5" name="pl22325"/>
            <p:cNvSpPr/>
            <p:nvPr/>
          </p:nvSpPr>
          <p:spPr>
            <a:xfrm>
              <a:off x="8328709" y="405058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6" name="pl22326"/>
            <p:cNvSpPr/>
            <p:nvPr/>
          </p:nvSpPr>
          <p:spPr>
            <a:xfrm>
              <a:off x="8139422" y="3591040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7" name="pl22327"/>
            <p:cNvSpPr/>
            <p:nvPr/>
          </p:nvSpPr>
          <p:spPr>
            <a:xfrm>
              <a:off x="8131197" y="360722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8" name="pl22328"/>
            <p:cNvSpPr/>
            <p:nvPr/>
          </p:nvSpPr>
          <p:spPr>
            <a:xfrm>
              <a:off x="8142419" y="360722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29" name="pl22329"/>
            <p:cNvSpPr/>
            <p:nvPr/>
          </p:nvSpPr>
          <p:spPr>
            <a:xfrm>
              <a:off x="8141715" y="3573583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0" name="pt22330"/>
            <p:cNvSpPr/>
            <p:nvPr/>
          </p:nvSpPr>
          <p:spPr>
            <a:xfrm>
              <a:off x="8286536" y="30998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1" name="pt22331"/>
            <p:cNvSpPr/>
            <p:nvPr/>
          </p:nvSpPr>
          <p:spPr>
            <a:xfrm>
              <a:off x="8072454" y="3632390"/>
              <a:ext cx="67219" cy="67219"/>
            </a:xfrm>
            <a:prstGeom prst="ellipse">
              <a:avLst/>
            </a:prstGeom>
            <a:solidFill>
              <a:srgbClr val="D95F02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2" name="pt22332"/>
            <p:cNvSpPr/>
            <p:nvPr/>
          </p:nvSpPr>
          <p:spPr>
            <a:xfrm>
              <a:off x="8678674" y="3983524"/>
              <a:ext cx="48833" cy="48833"/>
            </a:xfrm>
            <a:prstGeom prst="ellipse">
              <a:avLst/>
            </a:prstGeom>
            <a:solidFill>
              <a:srgbClr val="7570B3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3" name="pt22333"/>
            <p:cNvSpPr/>
            <p:nvPr/>
          </p:nvSpPr>
          <p:spPr>
            <a:xfrm>
              <a:off x="8152229" y="36399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4" name="pt22334"/>
            <p:cNvSpPr/>
            <p:nvPr/>
          </p:nvSpPr>
          <p:spPr>
            <a:xfrm>
              <a:off x="8775704" y="337277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5" name="pg22335"/>
            <p:cNvSpPr/>
            <p:nvPr/>
          </p:nvSpPr>
          <p:spPr>
            <a:xfrm>
              <a:off x="8268807" y="414327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6" name="pt22336"/>
            <p:cNvSpPr/>
            <p:nvPr/>
          </p:nvSpPr>
          <p:spPr>
            <a:xfrm>
              <a:off x="8130062" y="3677526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37" name="pl22337"/>
            <p:cNvSpPr/>
            <p:nvPr/>
          </p:nvSpPr>
          <p:spPr>
            <a:xfrm>
              <a:off x="8274953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8" name="pl22338"/>
            <p:cNvSpPr/>
            <p:nvPr/>
          </p:nvSpPr>
          <p:spPr>
            <a:xfrm>
              <a:off x="8274953" y="36027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39" name="pl22339"/>
            <p:cNvSpPr/>
            <p:nvPr/>
          </p:nvSpPr>
          <p:spPr>
            <a:xfrm>
              <a:off x="8264840" y="362713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0" name="pl22340"/>
            <p:cNvSpPr/>
            <p:nvPr/>
          </p:nvSpPr>
          <p:spPr>
            <a:xfrm>
              <a:off x="8299370" y="359259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41" name="pt22341"/>
            <p:cNvSpPr/>
            <p:nvPr/>
          </p:nvSpPr>
          <p:spPr>
            <a:xfrm>
              <a:off x="8108463" y="362555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2" name="pg22342"/>
            <p:cNvSpPr/>
            <p:nvPr/>
          </p:nvSpPr>
          <p:spPr>
            <a:xfrm>
              <a:off x="7850567" y="35110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3" name="pt22343"/>
            <p:cNvSpPr/>
            <p:nvPr/>
          </p:nvSpPr>
          <p:spPr>
            <a:xfrm>
              <a:off x="8640288" y="397257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4" name="pt22344"/>
            <p:cNvSpPr/>
            <p:nvPr/>
          </p:nvSpPr>
          <p:spPr>
            <a:xfrm>
              <a:off x="8056363" y="3625348"/>
              <a:ext cx="74834" cy="74834"/>
            </a:xfrm>
            <a:prstGeom prst="ellipse">
              <a:avLst/>
            </a:prstGeom>
            <a:solidFill>
              <a:srgbClr val="7570B3">
                <a:alpha val="7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5" name="pt22345"/>
            <p:cNvSpPr/>
            <p:nvPr/>
          </p:nvSpPr>
          <p:spPr>
            <a:xfrm>
              <a:off x="8668577" y="393476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6" name="pt22346"/>
            <p:cNvSpPr/>
            <p:nvPr/>
          </p:nvSpPr>
          <p:spPr>
            <a:xfrm>
              <a:off x="8309000" y="44693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7" name="pt22347"/>
            <p:cNvSpPr/>
            <p:nvPr/>
          </p:nvSpPr>
          <p:spPr>
            <a:xfrm>
              <a:off x="8389174" y="40172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8" name="pg22348"/>
            <p:cNvSpPr/>
            <p:nvPr/>
          </p:nvSpPr>
          <p:spPr>
            <a:xfrm>
              <a:off x="8307145" y="39984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49" name="pt22349"/>
            <p:cNvSpPr/>
            <p:nvPr/>
          </p:nvSpPr>
          <p:spPr>
            <a:xfrm>
              <a:off x="8494045" y="377017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0" name="pt22350"/>
            <p:cNvSpPr/>
            <p:nvPr/>
          </p:nvSpPr>
          <p:spPr>
            <a:xfrm>
              <a:off x="8765309" y="3377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1" name="pg22351"/>
            <p:cNvSpPr/>
            <p:nvPr/>
          </p:nvSpPr>
          <p:spPr>
            <a:xfrm>
              <a:off x="8382840" y="380334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2" name="pt22352"/>
            <p:cNvSpPr/>
            <p:nvPr/>
          </p:nvSpPr>
          <p:spPr>
            <a:xfrm>
              <a:off x="8541347" y="31722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3" name="pt22353"/>
            <p:cNvSpPr/>
            <p:nvPr/>
          </p:nvSpPr>
          <p:spPr>
            <a:xfrm>
              <a:off x="8064718" y="3710700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4" name="pt22354"/>
            <p:cNvSpPr/>
            <p:nvPr/>
          </p:nvSpPr>
          <p:spPr>
            <a:xfrm>
              <a:off x="8071531" y="3663288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5" name="pg22355"/>
            <p:cNvSpPr/>
            <p:nvPr/>
          </p:nvSpPr>
          <p:spPr>
            <a:xfrm>
              <a:off x="8274417" y="41661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6" name="pt22356"/>
            <p:cNvSpPr/>
            <p:nvPr/>
          </p:nvSpPr>
          <p:spPr>
            <a:xfrm>
              <a:off x="8398892" y="37869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7" name="pt22357"/>
            <p:cNvSpPr/>
            <p:nvPr/>
          </p:nvSpPr>
          <p:spPr>
            <a:xfrm>
              <a:off x="7826442" y="449359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8" name="pt22358"/>
            <p:cNvSpPr/>
            <p:nvPr/>
          </p:nvSpPr>
          <p:spPr>
            <a:xfrm>
              <a:off x="8441538" y="4186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59" name="pt22359"/>
            <p:cNvSpPr/>
            <p:nvPr/>
          </p:nvSpPr>
          <p:spPr>
            <a:xfrm>
              <a:off x="8255833" y="4208130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0" name="pt22360"/>
            <p:cNvSpPr/>
            <p:nvPr/>
          </p:nvSpPr>
          <p:spPr>
            <a:xfrm>
              <a:off x="8184007" y="361911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1" name="pl22361"/>
            <p:cNvSpPr/>
            <p:nvPr/>
          </p:nvSpPr>
          <p:spPr>
            <a:xfrm>
              <a:off x="7923943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2" name="pl22362"/>
            <p:cNvSpPr/>
            <p:nvPr/>
          </p:nvSpPr>
          <p:spPr>
            <a:xfrm>
              <a:off x="7923943" y="452927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3" name="pl22363"/>
            <p:cNvSpPr/>
            <p:nvPr/>
          </p:nvSpPr>
          <p:spPr>
            <a:xfrm>
              <a:off x="7913829" y="455368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4" name="pl22364"/>
            <p:cNvSpPr/>
            <p:nvPr/>
          </p:nvSpPr>
          <p:spPr>
            <a:xfrm>
              <a:off x="7948360" y="4519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5" name="pg22365"/>
            <p:cNvSpPr/>
            <p:nvPr/>
          </p:nvSpPr>
          <p:spPr>
            <a:xfrm>
              <a:off x="8205866" y="36068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6" name="pt22366"/>
            <p:cNvSpPr/>
            <p:nvPr/>
          </p:nvSpPr>
          <p:spPr>
            <a:xfrm>
              <a:off x="8426856" y="420055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7" name="pt22367"/>
            <p:cNvSpPr/>
            <p:nvPr/>
          </p:nvSpPr>
          <p:spPr>
            <a:xfrm>
              <a:off x="8450662" y="41771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68" name="pl22368"/>
            <p:cNvSpPr/>
            <p:nvPr/>
          </p:nvSpPr>
          <p:spPr>
            <a:xfrm>
              <a:off x="8086232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69" name="pl22369"/>
            <p:cNvSpPr/>
            <p:nvPr/>
          </p:nvSpPr>
          <p:spPr>
            <a:xfrm>
              <a:off x="8086232" y="364596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0" name="pl22370"/>
            <p:cNvSpPr/>
            <p:nvPr/>
          </p:nvSpPr>
          <p:spPr>
            <a:xfrm>
              <a:off x="8068502" y="368877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1" name="pl22371"/>
            <p:cNvSpPr/>
            <p:nvPr/>
          </p:nvSpPr>
          <p:spPr>
            <a:xfrm>
              <a:off x="8129034" y="3628239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2" name="pt22372"/>
            <p:cNvSpPr/>
            <p:nvPr/>
          </p:nvSpPr>
          <p:spPr>
            <a:xfrm>
              <a:off x="8345450" y="3840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73" name="pt22373"/>
            <p:cNvSpPr/>
            <p:nvPr/>
          </p:nvSpPr>
          <p:spPr>
            <a:xfrm>
              <a:off x="8361490" y="38423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74" name="pl22374"/>
            <p:cNvSpPr/>
            <p:nvPr/>
          </p:nvSpPr>
          <p:spPr>
            <a:xfrm>
              <a:off x="8426033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5" name="pl22375"/>
            <p:cNvSpPr/>
            <p:nvPr/>
          </p:nvSpPr>
          <p:spPr>
            <a:xfrm>
              <a:off x="8426033" y="41896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6" name="pl22376"/>
            <p:cNvSpPr/>
            <p:nvPr/>
          </p:nvSpPr>
          <p:spPr>
            <a:xfrm>
              <a:off x="8415919" y="42140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7" name="pl22377"/>
            <p:cNvSpPr/>
            <p:nvPr/>
          </p:nvSpPr>
          <p:spPr>
            <a:xfrm>
              <a:off x="8450450" y="417948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8" name="pl22378"/>
            <p:cNvSpPr/>
            <p:nvPr/>
          </p:nvSpPr>
          <p:spPr>
            <a:xfrm>
              <a:off x="8163032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79" name="pl22379"/>
            <p:cNvSpPr/>
            <p:nvPr/>
          </p:nvSpPr>
          <p:spPr>
            <a:xfrm>
              <a:off x="8163032" y="3600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0" name="pl22380"/>
            <p:cNvSpPr/>
            <p:nvPr/>
          </p:nvSpPr>
          <p:spPr>
            <a:xfrm>
              <a:off x="8152918" y="3625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1" name="pl22381"/>
            <p:cNvSpPr/>
            <p:nvPr/>
          </p:nvSpPr>
          <p:spPr>
            <a:xfrm>
              <a:off x="8187449" y="3590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2" name="pt22382"/>
            <p:cNvSpPr/>
            <p:nvPr/>
          </p:nvSpPr>
          <p:spPr>
            <a:xfrm>
              <a:off x="8269378" y="4034322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83" name="pt22383"/>
            <p:cNvSpPr/>
            <p:nvPr/>
          </p:nvSpPr>
          <p:spPr>
            <a:xfrm>
              <a:off x="8097163" y="362442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84" name="pl22384"/>
            <p:cNvSpPr/>
            <p:nvPr/>
          </p:nvSpPr>
          <p:spPr>
            <a:xfrm>
              <a:off x="7835545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5" name="pl22385"/>
            <p:cNvSpPr/>
            <p:nvPr/>
          </p:nvSpPr>
          <p:spPr>
            <a:xfrm>
              <a:off x="7835545" y="31629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6" name="pl22386"/>
            <p:cNvSpPr/>
            <p:nvPr/>
          </p:nvSpPr>
          <p:spPr>
            <a:xfrm>
              <a:off x="7825431" y="31873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7" name="pl22387"/>
            <p:cNvSpPr/>
            <p:nvPr/>
          </p:nvSpPr>
          <p:spPr>
            <a:xfrm>
              <a:off x="7859962" y="31528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8" name="pl22388"/>
            <p:cNvSpPr/>
            <p:nvPr/>
          </p:nvSpPr>
          <p:spPr>
            <a:xfrm>
              <a:off x="8083121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89" name="pl22389"/>
            <p:cNvSpPr/>
            <p:nvPr/>
          </p:nvSpPr>
          <p:spPr>
            <a:xfrm>
              <a:off x="8083121" y="3627997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0" name="pl22390"/>
            <p:cNvSpPr/>
            <p:nvPr/>
          </p:nvSpPr>
          <p:spPr>
            <a:xfrm>
              <a:off x="8057776" y="3689185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1" name="pl22391"/>
            <p:cNvSpPr/>
            <p:nvPr/>
          </p:nvSpPr>
          <p:spPr>
            <a:xfrm>
              <a:off x="8144308" y="360265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725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2" name="pl22392"/>
            <p:cNvSpPr/>
            <p:nvPr/>
          </p:nvSpPr>
          <p:spPr>
            <a:xfrm>
              <a:off x="8370010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3" name="pl22393"/>
            <p:cNvSpPr/>
            <p:nvPr/>
          </p:nvSpPr>
          <p:spPr>
            <a:xfrm>
              <a:off x="8370010" y="392028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4" name="pl22394"/>
            <p:cNvSpPr/>
            <p:nvPr/>
          </p:nvSpPr>
          <p:spPr>
            <a:xfrm>
              <a:off x="8351381" y="396525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5" name="pl22395"/>
            <p:cNvSpPr/>
            <p:nvPr/>
          </p:nvSpPr>
          <p:spPr>
            <a:xfrm>
              <a:off x="8414982" y="390165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6" name="pt22396"/>
            <p:cNvSpPr/>
            <p:nvPr/>
          </p:nvSpPr>
          <p:spPr>
            <a:xfrm>
              <a:off x="7662394" y="33716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397" name="pl22397"/>
            <p:cNvSpPr/>
            <p:nvPr/>
          </p:nvSpPr>
          <p:spPr>
            <a:xfrm>
              <a:off x="7660063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8" name="pl22398"/>
            <p:cNvSpPr/>
            <p:nvPr/>
          </p:nvSpPr>
          <p:spPr>
            <a:xfrm>
              <a:off x="7660063" y="33071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399" name="pl22399"/>
            <p:cNvSpPr/>
            <p:nvPr/>
          </p:nvSpPr>
          <p:spPr>
            <a:xfrm>
              <a:off x="7649950" y="33315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0" name="pl22400"/>
            <p:cNvSpPr/>
            <p:nvPr/>
          </p:nvSpPr>
          <p:spPr>
            <a:xfrm>
              <a:off x="7684480" y="329704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1" name="pt22401"/>
            <p:cNvSpPr/>
            <p:nvPr/>
          </p:nvSpPr>
          <p:spPr>
            <a:xfrm>
              <a:off x="8110324" y="3668966"/>
              <a:ext cx="67219" cy="67219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02" name="pl22402"/>
            <p:cNvSpPr/>
            <p:nvPr/>
          </p:nvSpPr>
          <p:spPr>
            <a:xfrm>
              <a:off x="7802230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3" name="pl22403"/>
            <p:cNvSpPr/>
            <p:nvPr/>
          </p:nvSpPr>
          <p:spPr>
            <a:xfrm>
              <a:off x="7802230" y="41032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4" name="pl22404"/>
            <p:cNvSpPr/>
            <p:nvPr/>
          </p:nvSpPr>
          <p:spPr>
            <a:xfrm>
              <a:off x="7792117" y="41276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5" name="pl22405"/>
            <p:cNvSpPr/>
            <p:nvPr/>
          </p:nvSpPr>
          <p:spPr>
            <a:xfrm>
              <a:off x="7826647" y="409310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6" name="pl22406"/>
            <p:cNvSpPr/>
            <p:nvPr/>
          </p:nvSpPr>
          <p:spPr>
            <a:xfrm>
              <a:off x="8536372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7" name="pl22407"/>
            <p:cNvSpPr/>
            <p:nvPr/>
          </p:nvSpPr>
          <p:spPr>
            <a:xfrm>
              <a:off x="8536372" y="31811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8" name="pl22408"/>
            <p:cNvSpPr/>
            <p:nvPr/>
          </p:nvSpPr>
          <p:spPr>
            <a:xfrm>
              <a:off x="8526258" y="32055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09" name="pl22409"/>
            <p:cNvSpPr/>
            <p:nvPr/>
          </p:nvSpPr>
          <p:spPr>
            <a:xfrm>
              <a:off x="8560789" y="31710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0" name="pt22410"/>
            <p:cNvSpPr/>
            <p:nvPr/>
          </p:nvSpPr>
          <p:spPr>
            <a:xfrm>
              <a:off x="8017746" y="3688220"/>
              <a:ext cx="48833" cy="48833"/>
            </a:xfrm>
            <a:prstGeom prst="ellipse">
              <a:avLst/>
            </a:prstGeom>
            <a:solidFill>
              <a:srgbClr val="7570B3">
                <a:alpha val="3098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1" name="pt22411"/>
            <p:cNvSpPr/>
            <p:nvPr/>
          </p:nvSpPr>
          <p:spPr>
            <a:xfrm>
              <a:off x="8054980" y="3635412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2" name="pt22412"/>
            <p:cNvSpPr/>
            <p:nvPr/>
          </p:nvSpPr>
          <p:spPr>
            <a:xfrm>
              <a:off x="8041987" y="31218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3" name="pt22413"/>
            <p:cNvSpPr/>
            <p:nvPr/>
          </p:nvSpPr>
          <p:spPr>
            <a:xfrm>
              <a:off x="8270941" y="43147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4" name="pt22414"/>
            <p:cNvSpPr/>
            <p:nvPr/>
          </p:nvSpPr>
          <p:spPr>
            <a:xfrm>
              <a:off x="8115005" y="35666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5" name="pt22415"/>
            <p:cNvSpPr/>
            <p:nvPr/>
          </p:nvSpPr>
          <p:spPr>
            <a:xfrm>
              <a:off x="7525113" y="35785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6" name="pt22416"/>
            <p:cNvSpPr/>
            <p:nvPr/>
          </p:nvSpPr>
          <p:spPr>
            <a:xfrm>
              <a:off x="7796879" y="39444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17" name="pl22417"/>
            <p:cNvSpPr/>
            <p:nvPr/>
          </p:nvSpPr>
          <p:spPr>
            <a:xfrm>
              <a:off x="8375646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8" name="pl22418"/>
            <p:cNvSpPr/>
            <p:nvPr/>
          </p:nvSpPr>
          <p:spPr>
            <a:xfrm>
              <a:off x="8375646" y="45894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19" name="pl22419"/>
            <p:cNvSpPr/>
            <p:nvPr/>
          </p:nvSpPr>
          <p:spPr>
            <a:xfrm>
              <a:off x="8365532" y="461391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0" name="pl22420"/>
            <p:cNvSpPr/>
            <p:nvPr/>
          </p:nvSpPr>
          <p:spPr>
            <a:xfrm>
              <a:off x="8400062" y="457938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1" name="pg22421"/>
            <p:cNvSpPr/>
            <p:nvPr/>
          </p:nvSpPr>
          <p:spPr>
            <a:xfrm>
              <a:off x="8041712" y="365144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22" name="pl22422"/>
            <p:cNvSpPr/>
            <p:nvPr/>
          </p:nvSpPr>
          <p:spPr>
            <a:xfrm>
              <a:off x="8049576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3" name="pl22423"/>
            <p:cNvSpPr/>
            <p:nvPr/>
          </p:nvSpPr>
          <p:spPr>
            <a:xfrm>
              <a:off x="8049576" y="36471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4" name="pl22424"/>
            <p:cNvSpPr/>
            <p:nvPr/>
          </p:nvSpPr>
          <p:spPr>
            <a:xfrm>
              <a:off x="8039462" y="36715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5" name="pl22425"/>
            <p:cNvSpPr/>
            <p:nvPr/>
          </p:nvSpPr>
          <p:spPr>
            <a:xfrm>
              <a:off x="8073993" y="36370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6" name="pg22426"/>
            <p:cNvSpPr/>
            <p:nvPr/>
          </p:nvSpPr>
          <p:spPr>
            <a:xfrm>
              <a:off x="8257900" y="405139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27" name="pt22427"/>
            <p:cNvSpPr/>
            <p:nvPr/>
          </p:nvSpPr>
          <p:spPr>
            <a:xfrm>
              <a:off x="7448579" y="39032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28" name="pl22428"/>
            <p:cNvSpPr/>
            <p:nvPr/>
          </p:nvSpPr>
          <p:spPr>
            <a:xfrm>
              <a:off x="8058776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29" name="pl22429"/>
            <p:cNvSpPr/>
            <p:nvPr/>
          </p:nvSpPr>
          <p:spPr>
            <a:xfrm>
              <a:off x="8058776" y="359326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0" name="pl22430"/>
            <p:cNvSpPr/>
            <p:nvPr/>
          </p:nvSpPr>
          <p:spPr>
            <a:xfrm>
              <a:off x="8037892" y="364368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1" name="pl22431"/>
            <p:cNvSpPr/>
            <p:nvPr/>
          </p:nvSpPr>
          <p:spPr>
            <a:xfrm>
              <a:off x="8109194" y="3572382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3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2" name="pl22432"/>
            <p:cNvSpPr/>
            <p:nvPr/>
          </p:nvSpPr>
          <p:spPr>
            <a:xfrm>
              <a:off x="8093780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3" name="pl22433"/>
            <p:cNvSpPr/>
            <p:nvPr/>
          </p:nvSpPr>
          <p:spPr>
            <a:xfrm>
              <a:off x="8093780" y="358353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4" name="pl22434"/>
            <p:cNvSpPr/>
            <p:nvPr/>
          </p:nvSpPr>
          <p:spPr>
            <a:xfrm>
              <a:off x="8078281" y="362094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5" name="pl22435"/>
            <p:cNvSpPr/>
            <p:nvPr/>
          </p:nvSpPr>
          <p:spPr>
            <a:xfrm>
              <a:off x="8131197" y="356803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6" name="pl22436"/>
            <p:cNvSpPr/>
            <p:nvPr/>
          </p:nvSpPr>
          <p:spPr>
            <a:xfrm>
              <a:off x="8505729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7" name="pl22437"/>
            <p:cNvSpPr/>
            <p:nvPr/>
          </p:nvSpPr>
          <p:spPr>
            <a:xfrm>
              <a:off x="8505729" y="41120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8" name="pl22438"/>
            <p:cNvSpPr/>
            <p:nvPr/>
          </p:nvSpPr>
          <p:spPr>
            <a:xfrm>
              <a:off x="8495615" y="41364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39" name="pl22439"/>
            <p:cNvSpPr/>
            <p:nvPr/>
          </p:nvSpPr>
          <p:spPr>
            <a:xfrm>
              <a:off x="8530146" y="41018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0" name="pl22440"/>
            <p:cNvSpPr/>
            <p:nvPr/>
          </p:nvSpPr>
          <p:spPr>
            <a:xfrm>
              <a:off x="8359324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1" name="pl22441"/>
            <p:cNvSpPr/>
            <p:nvPr/>
          </p:nvSpPr>
          <p:spPr>
            <a:xfrm>
              <a:off x="8359324" y="3951051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2" name="pl22442"/>
            <p:cNvSpPr/>
            <p:nvPr/>
          </p:nvSpPr>
          <p:spPr>
            <a:xfrm>
              <a:off x="8332613" y="4015538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3" name="pl22443"/>
            <p:cNvSpPr/>
            <p:nvPr/>
          </p:nvSpPr>
          <p:spPr>
            <a:xfrm>
              <a:off x="8423811" y="392433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4" name="pt22444"/>
            <p:cNvSpPr/>
            <p:nvPr/>
          </p:nvSpPr>
          <p:spPr>
            <a:xfrm>
              <a:off x="8191779" y="3606305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45" name="pl22445"/>
            <p:cNvSpPr/>
            <p:nvPr/>
          </p:nvSpPr>
          <p:spPr>
            <a:xfrm>
              <a:off x="8097162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6" name="pl22446"/>
            <p:cNvSpPr/>
            <p:nvPr/>
          </p:nvSpPr>
          <p:spPr>
            <a:xfrm>
              <a:off x="8097162" y="356598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7" name="pl22447"/>
            <p:cNvSpPr/>
            <p:nvPr/>
          </p:nvSpPr>
          <p:spPr>
            <a:xfrm>
              <a:off x="8074420" y="3620887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8" name="pl22448"/>
            <p:cNvSpPr/>
            <p:nvPr/>
          </p:nvSpPr>
          <p:spPr>
            <a:xfrm>
              <a:off x="8152068" y="354323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49" name="pl22449"/>
            <p:cNvSpPr/>
            <p:nvPr/>
          </p:nvSpPr>
          <p:spPr>
            <a:xfrm>
              <a:off x="7985196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0" name="pl22450"/>
            <p:cNvSpPr/>
            <p:nvPr/>
          </p:nvSpPr>
          <p:spPr>
            <a:xfrm>
              <a:off x="7985196" y="36647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1" name="pl22451"/>
            <p:cNvSpPr/>
            <p:nvPr/>
          </p:nvSpPr>
          <p:spPr>
            <a:xfrm>
              <a:off x="7975082" y="368916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2" name="pl22452"/>
            <p:cNvSpPr/>
            <p:nvPr/>
          </p:nvSpPr>
          <p:spPr>
            <a:xfrm>
              <a:off x="8009613" y="36546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823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3" name="pt22453"/>
            <p:cNvSpPr/>
            <p:nvPr/>
          </p:nvSpPr>
          <p:spPr>
            <a:xfrm>
              <a:off x="8043169" y="37188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54" name="pt22454"/>
            <p:cNvSpPr/>
            <p:nvPr/>
          </p:nvSpPr>
          <p:spPr>
            <a:xfrm>
              <a:off x="8198724" y="36266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55" name="pl22455"/>
            <p:cNvSpPr/>
            <p:nvPr/>
          </p:nvSpPr>
          <p:spPr>
            <a:xfrm>
              <a:off x="8055289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6" name="pl22456"/>
            <p:cNvSpPr/>
            <p:nvPr/>
          </p:nvSpPr>
          <p:spPr>
            <a:xfrm>
              <a:off x="8055289" y="362053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7" name="pl22457"/>
            <p:cNvSpPr/>
            <p:nvPr/>
          </p:nvSpPr>
          <p:spPr>
            <a:xfrm>
              <a:off x="8036661" y="366550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8" name="pl22458"/>
            <p:cNvSpPr/>
            <p:nvPr/>
          </p:nvSpPr>
          <p:spPr>
            <a:xfrm>
              <a:off x="8100262" y="3601905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2196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59" name="pt22459"/>
            <p:cNvSpPr/>
            <p:nvPr/>
          </p:nvSpPr>
          <p:spPr>
            <a:xfrm>
              <a:off x="8612272" y="32238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60" name="pt22460"/>
            <p:cNvSpPr/>
            <p:nvPr/>
          </p:nvSpPr>
          <p:spPr>
            <a:xfrm>
              <a:off x="7689848" y="33365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61" name="pt22461"/>
            <p:cNvSpPr/>
            <p:nvPr/>
          </p:nvSpPr>
          <p:spPr>
            <a:xfrm>
              <a:off x="7664972" y="399217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62" name="pl22462"/>
            <p:cNvSpPr/>
            <p:nvPr/>
          </p:nvSpPr>
          <p:spPr>
            <a:xfrm>
              <a:off x="8324393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3" name="pl22463"/>
            <p:cNvSpPr/>
            <p:nvPr/>
          </p:nvSpPr>
          <p:spPr>
            <a:xfrm>
              <a:off x="8324393" y="3960967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4" name="pl22464"/>
            <p:cNvSpPr/>
            <p:nvPr/>
          </p:nvSpPr>
          <p:spPr>
            <a:xfrm>
              <a:off x="8308894" y="399838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5" name="pl22465"/>
            <p:cNvSpPr/>
            <p:nvPr/>
          </p:nvSpPr>
          <p:spPr>
            <a:xfrm>
              <a:off x="8361811" y="3945468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6" name="pl22466"/>
            <p:cNvSpPr/>
            <p:nvPr/>
          </p:nvSpPr>
          <p:spPr>
            <a:xfrm>
              <a:off x="8262674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7" name="pl22467"/>
            <p:cNvSpPr/>
            <p:nvPr/>
          </p:nvSpPr>
          <p:spPr>
            <a:xfrm>
              <a:off x="8262674" y="440908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8" name="pl22468"/>
            <p:cNvSpPr/>
            <p:nvPr/>
          </p:nvSpPr>
          <p:spPr>
            <a:xfrm>
              <a:off x="8244046" y="44540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69" name="pl22469"/>
            <p:cNvSpPr/>
            <p:nvPr/>
          </p:nvSpPr>
          <p:spPr>
            <a:xfrm>
              <a:off x="8307647" y="4390452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0" name="pl22470"/>
            <p:cNvSpPr/>
            <p:nvPr/>
          </p:nvSpPr>
          <p:spPr>
            <a:xfrm>
              <a:off x="8142229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1" name="pl22471"/>
            <p:cNvSpPr/>
            <p:nvPr/>
          </p:nvSpPr>
          <p:spPr>
            <a:xfrm>
              <a:off x="8142229" y="35375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2" name="pl22472"/>
            <p:cNvSpPr/>
            <p:nvPr/>
          </p:nvSpPr>
          <p:spPr>
            <a:xfrm>
              <a:off x="8132115" y="35620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3" name="pl22473"/>
            <p:cNvSpPr/>
            <p:nvPr/>
          </p:nvSpPr>
          <p:spPr>
            <a:xfrm>
              <a:off x="8166645" y="35274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4" name="pl22474"/>
            <p:cNvSpPr/>
            <p:nvPr/>
          </p:nvSpPr>
          <p:spPr>
            <a:xfrm>
              <a:off x="7541059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5" name="pl22475"/>
            <p:cNvSpPr/>
            <p:nvPr/>
          </p:nvSpPr>
          <p:spPr>
            <a:xfrm>
              <a:off x="7541059" y="41672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6" name="pl22476"/>
            <p:cNvSpPr/>
            <p:nvPr/>
          </p:nvSpPr>
          <p:spPr>
            <a:xfrm>
              <a:off x="7530945" y="41916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7" name="pl22477"/>
            <p:cNvSpPr/>
            <p:nvPr/>
          </p:nvSpPr>
          <p:spPr>
            <a:xfrm>
              <a:off x="7565476" y="41571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8" name="pl22478"/>
            <p:cNvSpPr/>
            <p:nvPr/>
          </p:nvSpPr>
          <p:spPr>
            <a:xfrm>
              <a:off x="8364757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79" name="pl22479"/>
            <p:cNvSpPr/>
            <p:nvPr/>
          </p:nvSpPr>
          <p:spPr>
            <a:xfrm>
              <a:off x="8364757" y="376378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0" name="pl22480"/>
            <p:cNvSpPr/>
            <p:nvPr/>
          </p:nvSpPr>
          <p:spPr>
            <a:xfrm>
              <a:off x="8334494" y="383684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1" name="pl22481"/>
            <p:cNvSpPr/>
            <p:nvPr/>
          </p:nvSpPr>
          <p:spPr>
            <a:xfrm>
              <a:off x="8437817" y="3733524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2" name="pt22482"/>
            <p:cNvSpPr/>
            <p:nvPr/>
          </p:nvSpPr>
          <p:spPr>
            <a:xfrm>
              <a:off x="8099291" y="3642923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3" name="pt22483"/>
            <p:cNvSpPr/>
            <p:nvPr/>
          </p:nvSpPr>
          <p:spPr>
            <a:xfrm>
              <a:off x="8066341" y="3625674"/>
              <a:ext cx="85604" cy="85604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4" name="pt22484"/>
            <p:cNvSpPr/>
            <p:nvPr/>
          </p:nvSpPr>
          <p:spPr>
            <a:xfrm>
              <a:off x="7669540" y="399497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5" name="pt22485"/>
            <p:cNvSpPr/>
            <p:nvPr/>
          </p:nvSpPr>
          <p:spPr>
            <a:xfrm>
              <a:off x="7434208" y="38968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86" name="pl22486"/>
            <p:cNvSpPr/>
            <p:nvPr/>
          </p:nvSpPr>
          <p:spPr>
            <a:xfrm>
              <a:off x="8385349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7" name="pl22487"/>
            <p:cNvSpPr/>
            <p:nvPr/>
          </p:nvSpPr>
          <p:spPr>
            <a:xfrm>
              <a:off x="8385349" y="37974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8" name="pl22488"/>
            <p:cNvSpPr/>
            <p:nvPr/>
          </p:nvSpPr>
          <p:spPr>
            <a:xfrm>
              <a:off x="8375235" y="38218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89" name="pl22489"/>
            <p:cNvSpPr/>
            <p:nvPr/>
          </p:nvSpPr>
          <p:spPr>
            <a:xfrm>
              <a:off x="8409766" y="37873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0" name="pt22490"/>
            <p:cNvSpPr/>
            <p:nvPr/>
          </p:nvSpPr>
          <p:spPr>
            <a:xfrm>
              <a:off x="8157861" y="3527708"/>
              <a:ext cx="67219" cy="67219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1" name="pt22491"/>
            <p:cNvSpPr/>
            <p:nvPr/>
          </p:nvSpPr>
          <p:spPr>
            <a:xfrm>
              <a:off x="8106460" y="3560242"/>
              <a:ext cx="106973" cy="10697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2" name="pt22492"/>
            <p:cNvSpPr/>
            <p:nvPr/>
          </p:nvSpPr>
          <p:spPr>
            <a:xfrm>
              <a:off x="8050374" y="36945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3" name="pt22493"/>
            <p:cNvSpPr/>
            <p:nvPr/>
          </p:nvSpPr>
          <p:spPr>
            <a:xfrm>
              <a:off x="8570618" y="40891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494" name="pl22494"/>
            <p:cNvSpPr/>
            <p:nvPr/>
          </p:nvSpPr>
          <p:spPr>
            <a:xfrm>
              <a:off x="7913551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5" name="pl22495"/>
            <p:cNvSpPr/>
            <p:nvPr/>
          </p:nvSpPr>
          <p:spPr>
            <a:xfrm>
              <a:off x="7913551" y="44265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6" name="pl22496"/>
            <p:cNvSpPr/>
            <p:nvPr/>
          </p:nvSpPr>
          <p:spPr>
            <a:xfrm>
              <a:off x="7903437" y="44509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7" name="pl22497"/>
            <p:cNvSpPr/>
            <p:nvPr/>
          </p:nvSpPr>
          <p:spPr>
            <a:xfrm>
              <a:off x="7937968" y="44164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980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8" name="pl22498"/>
            <p:cNvSpPr/>
            <p:nvPr/>
          </p:nvSpPr>
          <p:spPr>
            <a:xfrm>
              <a:off x="7900017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499" name="pl22499"/>
            <p:cNvSpPr/>
            <p:nvPr/>
          </p:nvSpPr>
          <p:spPr>
            <a:xfrm>
              <a:off x="7900017" y="442362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0" name="pl22500"/>
            <p:cNvSpPr/>
            <p:nvPr/>
          </p:nvSpPr>
          <p:spPr>
            <a:xfrm>
              <a:off x="7889903" y="444804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1" name="pl22501"/>
            <p:cNvSpPr/>
            <p:nvPr/>
          </p:nvSpPr>
          <p:spPr>
            <a:xfrm>
              <a:off x="7924433" y="441351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2" name="pt22502"/>
            <p:cNvSpPr/>
            <p:nvPr/>
          </p:nvSpPr>
          <p:spPr>
            <a:xfrm>
              <a:off x="8471598" y="40943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03" name="pt22503"/>
            <p:cNvSpPr/>
            <p:nvPr/>
          </p:nvSpPr>
          <p:spPr>
            <a:xfrm>
              <a:off x="7706253" y="32950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04" name="pl22504"/>
            <p:cNvSpPr/>
            <p:nvPr/>
          </p:nvSpPr>
          <p:spPr>
            <a:xfrm>
              <a:off x="8108105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5" name="pl22505"/>
            <p:cNvSpPr/>
            <p:nvPr/>
          </p:nvSpPr>
          <p:spPr>
            <a:xfrm>
              <a:off x="8108105" y="35399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6" name="pl22506"/>
            <p:cNvSpPr/>
            <p:nvPr/>
          </p:nvSpPr>
          <p:spPr>
            <a:xfrm>
              <a:off x="8094184" y="35735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7" name="pl22507"/>
            <p:cNvSpPr/>
            <p:nvPr/>
          </p:nvSpPr>
          <p:spPr>
            <a:xfrm>
              <a:off x="8141715" y="35260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08" name="pt22508"/>
            <p:cNvSpPr/>
            <p:nvPr/>
          </p:nvSpPr>
          <p:spPr>
            <a:xfrm>
              <a:off x="8029092" y="3598776"/>
              <a:ext cx="170789" cy="170789"/>
            </a:xfrm>
            <a:prstGeom prst="ellipse">
              <a:avLst/>
            </a:prstGeom>
            <a:solidFill>
              <a:srgbClr val="7570B3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09" name="pg22509"/>
            <p:cNvSpPr/>
            <p:nvPr/>
          </p:nvSpPr>
          <p:spPr>
            <a:xfrm>
              <a:off x="8419716" y="406076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0" name="pt22510"/>
            <p:cNvSpPr/>
            <p:nvPr/>
          </p:nvSpPr>
          <p:spPr>
            <a:xfrm>
              <a:off x="8720291" y="441396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1" name="pg22511"/>
            <p:cNvSpPr/>
            <p:nvPr/>
          </p:nvSpPr>
          <p:spPr>
            <a:xfrm>
              <a:off x="8116019" y="353370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2" name="pg22512"/>
            <p:cNvSpPr/>
            <p:nvPr/>
          </p:nvSpPr>
          <p:spPr>
            <a:xfrm>
              <a:off x="8069154" y="366750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3" name="pt22513"/>
            <p:cNvSpPr/>
            <p:nvPr/>
          </p:nvSpPr>
          <p:spPr>
            <a:xfrm>
              <a:off x="8124574" y="3678508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4" name="pt22514"/>
            <p:cNvSpPr/>
            <p:nvPr/>
          </p:nvSpPr>
          <p:spPr>
            <a:xfrm>
              <a:off x="8403656" y="37967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5" name="pt22515"/>
            <p:cNvSpPr/>
            <p:nvPr/>
          </p:nvSpPr>
          <p:spPr>
            <a:xfrm>
              <a:off x="8087828" y="36216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6" name="pt22516"/>
            <p:cNvSpPr/>
            <p:nvPr/>
          </p:nvSpPr>
          <p:spPr>
            <a:xfrm>
              <a:off x="7996799" y="45689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7" name="pt22517"/>
            <p:cNvSpPr/>
            <p:nvPr/>
          </p:nvSpPr>
          <p:spPr>
            <a:xfrm>
              <a:off x="7480116" y="36883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8" name="pt22518"/>
            <p:cNvSpPr/>
            <p:nvPr/>
          </p:nvSpPr>
          <p:spPr>
            <a:xfrm>
              <a:off x="8491432" y="38497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19" name="pt22519"/>
            <p:cNvSpPr/>
            <p:nvPr/>
          </p:nvSpPr>
          <p:spPr>
            <a:xfrm>
              <a:off x="7817630" y="41882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0" name="pt22520"/>
            <p:cNvSpPr/>
            <p:nvPr/>
          </p:nvSpPr>
          <p:spPr>
            <a:xfrm>
              <a:off x="7809659" y="41022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1" name="pl22521"/>
            <p:cNvSpPr/>
            <p:nvPr/>
          </p:nvSpPr>
          <p:spPr>
            <a:xfrm>
              <a:off x="8044579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2" name="pl22522"/>
            <p:cNvSpPr/>
            <p:nvPr/>
          </p:nvSpPr>
          <p:spPr>
            <a:xfrm>
              <a:off x="8044579" y="364214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3" name="pl22523"/>
            <p:cNvSpPr/>
            <p:nvPr/>
          </p:nvSpPr>
          <p:spPr>
            <a:xfrm>
              <a:off x="8030658" y="367575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4" name="pl22524"/>
            <p:cNvSpPr/>
            <p:nvPr/>
          </p:nvSpPr>
          <p:spPr>
            <a:xfrm>
              <a:off x="8078189" y="362822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25" name="pt22525"/>
            <p:cNvSpPr/>
            <p:nvPr/>
          </p:nvSpPr>
          <p:spPr>
            <a:xfrm>
              <a:off x="8142615" y="3576004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6" name="pt22526"/>
            <p:cNvSpPr/>
            <p:nvPr/>
          </p:nvSpPr>
          <p:spPr>
            <a:xfrm>
              <a:off x="8103062" y="3639340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7" name="pt22527"/>
            <p:cNvSpPr/>
            <p:nvPr/>
          </p:nvSpPr>
          <p:spPr>
            <a:xfrm>
              <a:off x="8587420" y="37424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8" name="pt22528"/>
            <p:cNvSpPr/>
            <p:nvPr/>
          </p:nvSpPr>
          <p:spPr>
            <a:xfrm>
              <a:off x="8265688" y="44396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29" name="pt22529"/>
            <p:cNvSpPr/>
            <p:nvPr/>
          </p:nvSpPr>
          <p:spPr>
            <a:xfrm>
              <a:off x="8875245" y="34561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0" name="pt22530"/>
            <p:cNvSpPr/>
            <p:nvPr/>
          </p:nvSpPr>
          <p:spPr>
            <a:xfrm>
              <a:off x="8037802" y="31349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1" name="pt22531"/>
            <p:cNvSpPr/>
            <p:nvPr/>
          </p:nvSpPr>
          <p:spPr>
            <a:xfrm>
              <a:off x="8267833" y="416863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2" name="pl22532"/>
            <p:cNvSpPr/>
            <p:nvPr/>
          </p:nvSpPr>
          <p:spPr>
            <a:xfrm>
              <a:off x="8267833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3" name="pl22533"/>
            <p:cNvSpPr/>
            <p:nvPr/>
          </p:nvSpPr>
          <p:spPr>
            <a:xfrm>
              <a:off x="8267833" y="4168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34" name="pg22534"/>
            <p:cNvSpPr/>
            <p:nvPr/>
          </p:nvSpPr>
          <p:spPr>
            <a:xfrm>
              <a:off x="8621685" y="43803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5" name="pt22535"/>
            <p:cNvSpPr/>
            <p:nvPr/>
          </p:nvSpPr>
          <p:spPr>
            <a:xfrm>
              <a:off x="8404108" y="4001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6" name="pt22536"/>
            <p:cNvSpPr/>
            <p:nvPr/>
          </p:nvSpPr>
          <p:spPr>
            <a:xfrm>
              <a:off x="7847143" y="41565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7" name="pt22537"/>
            <p:cNvSpPr/>
            <p:nvPr/>
          </p:nvSpPr>
          <p:spPr>
            <a:xfrm>
              <a:off x="8927074" y="35839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8" name="pt22538"/>
            <p:cNvSpPr/>
            <p:nvPr/>
          </p:nvSpPr>
          <p:spPr>
            <a:xfrm>
              <a:off x="7643473" y="42816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39" name="pt22539"/>
            <p:cNvSpPr/>
            <p:nvPr/>
          </p:nvSpPr>
          <p:spPr>
            <a:xfrm>
              <a:off x="7831672" y="3168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0" name="pt22540"/>
            <p:cNvSpPr/>
            <p:nvPr/>
          </p:nvSpPr>
          <p:spPr>
            <a:xfrm>
              <a:off x="8149294" y="3540215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1" name="pt22541"/>
            <p:cNvSpPr/>
            <p:nvPr/>
          </p:nvSpPr>
          <p:spPr>
            <a:xfrm>
              <a:off x="8432636" y="37717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2" name="pg22542"/>
            <p:cNvSpPr/>
            <p:nvPr/>
          </p:nvSpPr>
          <p:spPr>
            <a:xfrm>
              <a:off x="8255948" y="415222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3" name="pt22543"/>
            <p:cNvSpPr/>
            <p:nvPr/>
          </p:nvSpPr>
          <p:spPr>
            <a:xfrm>
              <a:off x="8463291" y="37781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4" name="pt22544"/>
            <p:cNvSpPr/>
            <p:nvPr/>
          </p:nvSpPr>
          <p:spPr>
            <a:xfrm>
              <a:off x="8494244" y="45639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5" name="pg22545"/>
            <p:cNvSpPr/>
            <p:nvPr/>
          </p:nvSpPr>
          <p:spPr>
            <a:xfrm>
              <a:off x="8609506" y="320409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6" name="pt22546"/>
            <p:cNvSpPr/>
            <p:nvPr/>
          </p:nvSpPr>
          <p:spPr>
            <a:xfrm>
              <a:off x="8681444" y="32728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7" name="pt22547"/>
            <p:cNvSpPr/>
            <p:nvPr/>
          </p:nvSpPr>
          <p:spPr>
            <a:xfrm>
              <a:off x="7725374" y="43822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8" name="pt22548"/>
            <p:cNvSpPr/>
            <p:nvPr/>
          </p:nvSpPr>
          <p:spPr>
            <a:xfrm>
              <a:off x="8204029" y="40904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49" name="pl22549"/>
            <p:cNvSpPr/>
            <p:nvPr/>
          </p:nvSpPr>
          <p:spPr>
            <a:xfrm>
              <a:off x="8237136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0" name="pl22550"/>
            <p:cNvSpPr/>
            <p:nvPr/>
          </p:nvSpPr>
          <p:spPr>
            <a:xfrm>
              <a:off x="8237136" y="406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51" name="pt22551"/>
            <p:cNvSpPr/>
            <p:nvPr/>
          </p:nvSpPr>
          <p:spPr>
            <a:xfrm>
              <a:off x="8241261" y="4080883"/>
              <a:ext cx="48833" cy="48833"/>
            </a:xfrm>
            <a:prstGeom prst="ellipse">
              <a:avLst/>
            </a:pr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2" name="pt22552"/>
            <p:cNvSpPr/>
            <p:nvPr/>
          </p:nvSpPr>
          <p:spPr>
            <a:xfrm>
              <a:off x="8438365" y="38171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3" name="pt22553"/>
            <p:cNvSpPr/>
            <p:nvPr/>
          </p:nvSpPr>
          <p:spPr>
            <a:xfrm>
              <a:off x="7801191" y="41373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4" name="pt22554"/>
            <p:cNvSpPr/>
            <p:nvPr/>
          </p:nvSpPr>
          <p:spPr>
            <a:xfrm>
              <a:off x="8337421" y="3056461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5" name="pt22555"/>
            <p:cNvSpPr/>
            <p:nvPr/>
          </p:nvSpPr>
          <p:spPr>
            <a:xfrm>
              <a:off x="8178518" y="361417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6" name="pt22556"/>
            <p:cNvSpPr/>
            <p:nvPr/>
          </p:nvSpPr>
          <p:spPr>
            <a:xfrm>
              <a:off x="8398734" y="400544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7" name="pt22557"/>
            <p:cNvSpPr/>
            <p:nvPr/>
          </p:nvSpPr>
          <p:spPr>
            <a:xfrm>
              <a:off x="8391165" y="40388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8" name="pt22558"/>
            <p:cNvSpPr/>
            <p:nvPr/>
          </p:nvSpPr>
          <p:spPr>
            <a:xfrm>
              <a:off x="8276806" y="31080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59" name="pt22559"/>
            <p:cNvSpPr/>
            <p:nvPr/>
          </p:nvSpPr>
          <p:spPr>
            <a:xfrm>
              <a:off x="8161623" y="361552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0" name="pt22560"/>
            <p:cNvSpPr/>
            <p:nvPr/>
          </p:nvSpPr>
          <p:spPr>
            <a:xfrm>
              <a:off x="8095021" y="3650892"/>
              <a:ext cx="67219" cy="67219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1" name="pt22561"/>
            <p:cNvSpPr/>
            <p:nvPr/>
          </p:nvSpPr>
          <p:spPr>
            <a:xfrm>
              <a:off x="8636882" y="405825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2" name="pl22562"/>
            <p:cNvSpPr/>
            <p:nvPr/>
          </p:nvSpPr>
          <p:spPr>
            <a:xfrm>
              <a:off x="8395627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3" name="pl22563"/>
            <p:cNvSpPr/>
            <p:nvPr/>
          </p:nvSpPr>
          <p:spPr>
            <a:xfrm>
              <a:off x="8395627" y="38436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4" name="pl22564"/>
            <p:cNvSpPr/>
            <p:nvPr/>
          </p:nvSpPr>
          <p:spPr>
            <a:xfrm>
              <a:off x="8385514" y="38680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5" name="pl22565"/>
            <p:cNvSpPr/>
            <p:nvPr/>
          </p:nvSpPr>
          <p:spPr>
            <a:xfrm>
              <a:off x="8420044" y="383353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05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66" name="pt22566"/>
            <p:cNvSpPr/>
            <p:nvPr/>
          </p:nvSpPr>
          <p:spPr>
            <a:xfrm>
              <a:off x="8043364" y="365166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7" name="pt22567"/>
            <p:cNvSpPr/>
            <p:nvPr/>
          </p:nvSpPr>
          <p:spPr>
            <a:xfrm>
              <a:off x="8105397" y="3608000"/>
              <a:ext cx="74834" cy="74834"/>
            </a:xfrm>
            <a:prstGeom prst="ellipse">
              <a:avLst/>
            </a:pr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8" name="pg22568"/>
            <p:cNvSpPr/>
            <p:nvPr/>
          </p:nvSpPr>
          <p:spPr>
            <a:xfrm>
              <a:off x="8423270" y="37855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69" name="pt22569"/>
            <p:cNvSpPr/>
            <p:nvPr/>
          </p:nvSpPr>
          <p:spPr>
            <a:xfrm>
              <a:off x="8013719" y="44989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0" name="pt22570"/>
            <p:cNvSpPr/>
            <p:nvPr/>
          </p:nvSpPr>
          <p:spPr>
            <a:xfrm>
              <a:off x="8083434" y="3667341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1" name="pt22571"/>
            <p:cNvSpPr/>
            <p:nvPr/>
          </p:nvSpPr>
          <p:spPr>
            <a:xfrm>
              <a:off x="8288301" y="443788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2" name="pg22572"/>
            <p:cNvSpPr/>
            <p:nvPr/>
          </p:nvSpPr>
          <p:spPr>
            <a:xfrm>
              <a:off x="7788752" y="411054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3" name="pt22573"/>
            <p:cNvSpPr/>
            <p:nvPr/>
          </p:nvSpPr>
          <p:spPr>
            <a:xfrm>
              <a:off x="8085013" y="358771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4" name="pt22574"/>
            <p:cNvSpPr/>
            <p:nvPr/>
          </p:nvSpPr>
          <p:spPr>
            <a:xfrm>
              <a:off x="8109610" y="3637760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5" name="pt22575"/>
            <p:cNvSpPr/>
            <p:nvPr/>
          </p:nvSpPr>
          <p:spPr>
            <a:xfrm>
              <a:off x="7848806" y="41413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6" name="pt22576"/>
            <p:cNvSpPr/>
            <p:nvPr/>
          </p:nvSpPr>
          <p:spPr>
            <a:xfrm>
              <a:off x="7795897" y="40945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7" name="pt22577"/>
            <p:cNvSpPr/>
            <p:nvPr/>
          </p:nvSpPr>
          <p:spPr>
            <a:xfrm>
              <a:off x="8118572" y="3647195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8" name="pt22578"/>
            <p:cNvSpPr/>
            <p:nvPr/>
          </p:nvSpPr>
          <p:spPr>
            <a:xfrm>
              <a:off x="7724687" y="44047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79" name="pt22579"/>
            <p:cNvSpPr/>
            <p:nvPr/>
          </p:nvSpPr>
          <p:spPr>
            <a:xfrm>
              <a:off x="8409017" y="40110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0" name="pt22580"/>
            <p:cNvSpPr/>
            <p:nvPr/>
          </p:nvSpPr>
          <p:spPr>
            <a:xfrm>
              <a:off x="8459281" y="3146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1" name="pt22581"/>
            <p:cNvSpPr/>
            <p:nvPr/>
          </p:nvSpPr>
          <p:spPr>
            <a:xfrm>
              <a:off x="7781864" y="393241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2" name="pt22582"/>
            <p:cNvSpPr/>
            <p:nvPr/>
          </p:nvSpPr>
          <p:spPr>
            <a:xfrm>
              <a:off x="8276507" y="42481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3" name="pt22583"/>
            <p:cNvSpPr/>
            <p:nvPr/>
          </p:nvSpPr>
          <p:spPr>
            <a:xfrm>
              <a:off x="8230439" y="4064484"/>
              <a:ext cx="67219" cy="67219"/>
            </a:xfrm>
            <a:prstGeom prst="ellipse">
              <a:avLst/>
            </a:prstGeom>
            <a:solidFill>
              <a:srgbClr val="1B9E77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4" name="pt22584"/>
            <p:cNvSpPr/>
            <p:nvPr/>
          </p:nvSpPr>
          <p:spPr>
            <a:xfrm>
              <a:off x="8142302" y="3579728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85" name="pl22585"/>
            <p:cNvSpPr/>
            <p:nvPr/>
          </p:nvSpPr>
          <p:spPr>
            <a:xfrm>
              <a:off x="7713932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6" name="pl22586"/>
            <p:cNvSpPr/>
            <p:nvPr/>
          </p:nvSpPr>
          <p:spPr>
            <a:xfrm>
              <a:off x="7713932" y="32374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7" name="pl22587"/>
            <p:cNvSpPr/>
            <p:nvPr/>
          </p:nvSpPr>
          <p:spPr>
            <a:xfrm>
              <a:off x="7703818" y="32618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8" name="pl22588"/>
            <p:cNvSpPr/>
            <p:nvPr/>
          </p:nvSpPr>
          <p:spPr>
            <a:xfrm>
              <a:off x="7738349" y="322734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58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589" name="pt22589"/>
            <p:cNvSpPr/>
            <p:nvPr/>
          </p:nvSpPr>
          <p:spPr>
            <a:xfrm>
              <a:off x="8080928" y="3588915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0" name="pt22590"/>
            <p:cNvSpPr/>
            <p:nvPr/>
          </p:nvSpPr>
          <p:spPr>
            <a:xfrm>
              <a:off x="8444245" y="4433082"/>
              <a:ext cx="74834" cy="74834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1" name="pg22591"/>
            <p:cNvSpPr/>
            <p:nvPr/>
          </p:nvSpPr>
          <p:spPr>
            <a:xfrm>
              <a:off x="8227471" y="405315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2" name="pt22592"/>
            <p:cNvSpPr/>
            <p:nvPr/>
          </p:nvSpPr>
          <p:spPr>
            <a:xfrm>
              <a:off x="8167202" y="36139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3" name="pt22593"/>
            <p:cNvSpPr/>
            <p:nvPr/>
          </p:nvSpPr>
          <p:spPr>
            <a:xfrm>
              <a:off x="8086309" y="3668743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4" name="pt22594"/>
            <p:cNvSpPr/>
            <p:nvPr/>
          </p:nvSpPr>
          <p:spPr>
            <a:xfrm>
              <a:off x="8408302" y="37996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5" name="pt22595"/>
            <p:cNvSpPr/>
            <p:nvPr/>
          </p:nvSpPr>
          <p:spPr>
            <a:xfrm>
              <a:off x="8255897" y="4166667"/>
              <a:ext cx="74834" cy="74834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6" name="pg22596"/>
            <p:cNvSpPr/>
            <p:nvPr/>
          </p:nvSpPr>
          <p:spPr>
            <a:xfrm>
              <a:off x="8023921" y="309311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7" name="pt22597"/>
            <p:cNvSpPr/>
            <p:nvPr/>
          </p:nvSpPr>
          <p:spPr>
            <a:xfrm>
              <a:off x="8421778" y="41512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8" name="pt22598"/>
            <p:cNvSpPr/>
            <p:nvPr/>
          </p:nvSpPr>
          <p:spPr>
            <a:xfrm>
              <a:off x="8101282" y="3636068"/>
              <a:ext cx="67219" cy="67219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599" name="pt22599"/>
            <p:cNvSpPr/>
            <p:nvPr/>
          </p:nvSpPr>
          <p:spPr>
            <a:xfrm>
              <a:off x="8001093" y="3714828"/>
              <a:ext cx="48833" cy="48833"/>
            </a:xfrm>
            <a:prstGeom prst="ellipse">
              <a:avLst/>
            </a:prstGeom>
            <a:solidFill>
              <a:srgbClr val="7570B3">
                <a:alpha val="3176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0" name="pt22600"/>
            <p:cNvSpPr/>
            <p:nvPr/>
          </p:nvSpPr>
          <p:spPr>
            <a:xfrm>
              <a:off x="7495841" y="38542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1" name="pt22601"/>
            <p:cNvSpPr/>
            <p:nvPr/>
          </p:nvSpPr>
          <p:spPr>
            <a:xfrm>
              <a:off x="8083629" y="3684098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2" name="pt22602"/>
            <p:cNvSpPr/>
            <p:nvPr/>
          </p:nvSpPr>
          <p:spPr>
            <a:xfrm>
              <a:off x="8543711" y="37628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3" name="pt22603"/>
            <p:cNvSpPr/>
            <p:nvPr/>
          </p:nvSpPr>
          <p:spPr>
            <a:xfrm>
              <a:off x="8315544" y="39418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4" name="pt22604"/>
            <p:cNvSpPr/>
            <p:nvPr/>
          </p:nvSpPr>
          <p:spPr>
            <a:xfrm>
              <a:off x="7461708" y="38649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5" name="pt22605"/>
            <p:cNvSpPr/>
            <p:nvPr/>
          </p:nvSpPr>
          <p:spPr>
            <a:xfrm>
              <a:off x="8385547" y="396829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6" name="pt22606"/>
            <p:cNvSpPr/>
            <p:nvPr/>
          </p:nvSpPr>
          <p:spPr>
            <a:xfrm>
              <a:off x="7528613" y="3576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7" name="pg22607"/>
            <p:cNvSpPr/>
            <p:nvPr/>
          </p:nvSpPr>
          <p:spPr>
            <a:xfrm>
              <a:off x="8390937" y="384198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8" name="pt22608"/>
            <p:cNvSpPr/>
            <p:nvPr/>
          </p:nvSpPr>
          <p:spPr>
            <a:xfrm>
              <a:off x="8615725" y="43660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09" name="pg22609"/>
            <p:cNvSpPr/>
            <p:nvPr/>
          </p:nvSpPr>
          <p:spPr>
            <a:xfrm>
              <a:off x="8073012" y="36525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0" name="pt22610"/>
            <p:cNvSpPr/>
            <p:nvPr/>
          </p:nvSpPr>
          <p:spPr>
            <a:xfrm>
              <a:off x="8076284" y="3606225"/>
              <a:ext cx="48833" cy="48833"/>
            </a:xfrm>
            <a:prstGeom prst="ellipse">
              <a:avLst/>
            </a:prstGeom>
            <a:solidFill>
              <a:srgbClr val="7570B3">
                <a:alpha val="4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1" name="pt22611"/>
            <p:cNvSpPr/>
            <p:nvPr/>
          </p:nvSpPr>
          <p:spPr>
            <a:xfrm>
              <a:off x="7615901" y="332766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2" name="pt22612"/>
            <p:cNvSpPr/>
            <p:nvPr/>
          </p:nvSpPr>
          <p:spPr>
            <a:xfrm>
              <a:off x="8831030" y="35567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3" name="pt22613"/>
            <p:cNvSpPr/>
            <p:nvPr/>
          </p:nvSpPr>
          <p:spPr>
            <a:xfrm>
              <a:off x="8475679" y="38266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4" name="pt22614"/>
            <p:cNvSpPr/>
            <p:nvPr/>
          </p:nvSpPr>
          <p:spPr>
            <a:xfrm>
              <a:off x="8268659" y="421219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5" name="pt22615"/>
            <p:cNvSpPr/>
            <p:nvPr/>
          </p:nvSpPr>
          <p:spPr>
            <a:xfrm>
              <a:off x="7781141" y="3940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6" name="pt22616"/>
            <p:cNvSpPr/>
            <p:nvPr/>
          </p:nvSpPr>
          <p:spPr>
            <a:xfrm>
              <a:off x="8189483" y="365645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17" name="pl22617"/>
            <p:cNvSpPr/>
            <p:nvPr/>
          </p:nvSpPr>
          <p:spPr>
            <a:xfrm>
              <a:off x="8165734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8" name="pl22618"/>
            <p:cNvSpPr/>
            <p:nvPr/>
          </p:nvSpPr>
          <p:spPr>
            <a:xfrm>
              <a:off x="8165734" y="36073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19" name="pl22619"/>
            <p:cNvSpPr/>
            <p:nvPr/>
          </p:nvSpPr>
          <p:spPr>
            <a:xfrm>
              <a:off x="8155620" y="36318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0" name="pl22620"/>
            <p:cNvSpPr/>
            <p:nvPr/>
          </p:nvSpPr>
          <p:spPr>
            <a:xfrm>
              <a:off x="8190151" y="35972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1" name="pl22621"/>
            <p:cNvSpPr/>
            <p:nvPr/>
          </p:nvSpPr>
          <p:spPr>
            <a:xfrm>
              <a:off x="8088863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2" name="pl22622"/>
            <p:cNvSpPr/>
            <p:nvPr/>
          </p:nvSpPr>
          <p:spPr>
            <a:xfrm>
              <a:off x="8088863" y="35769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3" name="pl22623"/>
            <p:cNvSpPr/>
            <p:nvPr/>
          </p:nvSpPr>
          <p:spPr>
            <a:xfrm>
              <a:off x="8078749" y="36013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4" name="pl22624"/>
            <p:cNvSpPr/>
            <p:nvPr/>
          </p:nvSpPr>
          <p:spPr>
            <a:xfrm>
              <a:off x="8113279" y="35668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5" name="pl22625"/>
            <p:cNvSpPr/>
            <p:nvPr/>
          </p:nvSpPr>
          <p:spPr>
            <a:xfrm>
              <a:off x="8395773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6" name="pl22626"/>
            <p:cNvSpPr/>
            <p:nvPr/>
          </p:nvSpPr>
          <p:spPr>
            <a:xfrm>
              <a:off x="8395773" y="378693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7" name="pt22627"/>
            <p:cNvSpPr/>
            <p:nvPr/>
          </p:nvSpPr>
          <p:spPr>
            <a:xfrm>
              <a:off x="8414351" y="3795474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8" name="pl22628"/>
            <p:cNvSpPr/>
            <p:nvPr/>
          </p:nvSpPr>
          <p:spPr>
            <a:xfrm>
              <a:off x="8414351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29" name="pl22629"/>
            <p:cNvSpPr/>
            <p:nvPr/>
          </p:nvSpPr>
          <p:spPr>
            <a:xfrm>
              <a:off x="8414351" y="37954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30" name="pt22630"/>
            <p:cNvSpPr/>
            <p:nvPr/>
          </p:nvSpPr>
          <p:spPr>
            <a:xfrm>
              <a:off x="8867985" y="42384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1" name="pt22631"/>
            <p:cNvSpPr/>
            <p:nvPr/>
          </p:nvSpPr>
          <p:spPr>
            <a:xfrm>
              <a:off x="8930748" y="3679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2" name="pt22632"/>
            <p:cNvSpPr/>
            <p:nvPr/>
          </p:nvSpPr>
          <p:spPr>
            <a:xfrm>
              <a:off x="8073297" y="3677426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3" name="pt22633"/>
            <p:cNvSpPr/>
            <p:nvPr/>
          </p:nvSpPr>
          <p:spPr>
            <a:xfrm>
              <a:off x="8370657" y="38375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4" name="pt22634"/>
            <p:cNvSpPr/>
            <p:nvPr/>
          </p:nvSpPr>
          <p:spPr>
            <a:xfrm>
              <a:off x="8406782" y="40352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5" name="pg22635"/>
            <p:cNvSpPr/>
            <p:nvPr/>
          </p:nvSpPr>
          <p:spPr>
            <a:xfrm>
              <a:off x="8065225" y="359362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6" name="pt22636"/>
            <p:cNvSpPr/>
            <p:nvPr/>
          </p:nvSpPr>
          <p:spPr>
            <a:xfrm>
              <a:off x="7475969" y="385277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7" name="pt22637"/>
            <p:cNvSpPr/>
            <p:nvPr/>
          </p:nvSpPr>
          <p:spPr>
            <a:xfrm>
              <a:off x="8700376" y="40029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8" name="pt22638"/>
            <p:cNvSpPr/>
            <p:nvPr/>
          </p:nvSpPr>
          <p:spPr>
            <a:xfrm>
              <a:off x="8483198" y="38458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39" name="pt22639"/>
            <p:cNvSpPr/>
            <p:nvPr/>
          </p:nvSpPr>
          <p:spPr>
            <a:xfrm>
              <a:off x="8273686" y="43810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0" name="pt22640"/>
            <p:cNvSpPr/>
            <p:nvPr/>
          </p:nvSpPr>
          <p:spPr>
            <a:xfrm>
              <a:off x="8274160" y="410882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1" name="pt22641"/>
            <p:cNvSpPr/>
            <p:nvPr/>
          </p:nvSpPr>
          <p:spPr>
            <a:xfrm>
              <a:off x="8087599" y="3628760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2" name="pt22642"/>
            <p:cNvSpPr/>
            <p:nvPr/>
          </p:nvSpPr>
          <p:spPr>
            <a:xfrm>
              <a:off x="7535141" y="4099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3" name="pt22643"/>
            <p:cNvSpPr/>
            <p:nvPr/>
          </p:nvSpPr>
          <p:spPr>
            <a:xfrm>
              <a:off x="7799273" y="4106165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4" name="pt22644"/>
            <p:cNvSpPr/>
            <p:nvPr/>
          </p:nvSpPr>
          <p:spPr>
            <a:xfrm>
              <a:off x="8741530" y="3310123"/>
              <a:ext cx="48833" cy="48833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5" name="pt22645"/>
            <p:cNvSpPr/>
            <p:nvPr/>
          </p:nvSpPr>
          <p:spPr>
            <a:xfrm>
              <a:off x="8113891" y="3633867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6" name="pt22646"/>
            <p:cNvSpPr/>
            <p:nvPr/>
          </p:nvSpPr>
          <p:spPr>
            <a:xfrm>
              <a:off x="8115334" y="35155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7" name="pt22647"/>
            <p:cNvSpPr/>
            <p:nvPr/>
          </p:nvSpPr>
          <p:spPr>
            <a:xfrm>
              <a:off x="8131895" y="3594054"/>
              <a:ext cx="67219" cy="67219"/>
            </a:xfrm>
            <a:prstGeom prst="ellipse">
              <a:avLst/>
            </a:prstGeom>
            <a:solidFill>
              <a:srgbClr val="D95F02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8" name="pt22648"/>
            <p:cNvSpPr/>
            <p:nvPr/>
          </p:nvSpPr>
          <p:spPr>
            <a:xfrm>
              <a:off x="8122140" y="3669189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49" name="pt22649"/>
            <p:cNvSpPr/>
            <p:nvPr/>
          </p:nvSpPr>
          <p:spPr>
            <a:xfrm>
              <a:off x="8149413" y="36432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0" name="pt22650"/>
            <p:cNvSpPr/>
            <p:nvPr/>
          </p:nvSpPr>
          <p:spPr>
            <a:xfrm>
              <a:off x="8280534" y="4436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1" name="pt22651"/>
            <p:cNvSpPr/>
            <p:nvPr/>
          </p:nvSpPr>
          <p:spPr>
            <a:xfrm>
              <a:off x="8125357" y="3571716"/>
              <a:ext cx="67219" cy="67219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2" name="pt22652"/>
            <p:cNvSpPr/>
            <p:nvPr/>
          </p:nvSpPr>
          <p:spPr>
            <a:xfrm>
              <a:off x="8260199" y="44420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3" name="pt22653"/>
            <p:cNvSpPr/>
            <p:nvPr/>
          </p:nvSpPr>
          <p:spPr>
            <a:xfrm>
              <a:off x="8104986" y="3638069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4" name="pt22654"/>
            <p:cNvSpPr/>
            <p:nvPr/>
          </p:nvSpPr>
          <p:spPr>
            <a:xfrm>
              <a:off x="8053477" y="3569588"/>
              <a:ext cx="85604" cy="85604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5" name="pt22655"/>
            <p:cNvSpPr/>
            <p:nvPr/>
          </p:nvSpPr>
          <p:spPr>
            <a:xfrm>
              <a:off x="8085027" y="3674554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6" name="pt22656"/>
            <p:cNvSpPr/>
            <p:nvPr/>
          </p:nvSpPr>
          <p:spPr>
            <a:xfrm>
              <a:off x="8634423" y="43810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7" name="pt22657"/>
            <p:cNvSpPr/>
            <p:nvPr/>
          </p:nvSpPr>
          <p:spPr>
            <a:xfrm>
              <a:off x="8800452" y="39161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8" name="pt22658"/>
            <p:cNvSpPr/>
            <p:nvPr/>
          </p:nvSpPr>
          <p:spPr>
            <a:xfrm>
              <a:off x="8398067" y="38543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59" name="pg22659"/>
            <p:cNvSpPr/>
            <p:nvPr/>
          </p:nvSpPr>
          <p:spPr>
            <a:xfrm>
              <a:off x="8090824" y="3551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0" name="pt22660"/>
            <p:cNvSpPr/>
            <p:nvPr/>
          </p:nvSpPr>
          <p:spPr>
            <a:xfrm>
              <a:off x="8950856" y="40650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1" name="pt22661"/>
            <p:cNvSpPr/>
            <p:nvPr/>
          </p:nvSpPr>
          <p:spPr>
            <a:xfrm>
              <a:off x="8387485" y="38572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2" name="pt22662"/>
            <p:cNvSpPr/>
            <p:nvPr/>
          </p:nvSpPr>
          <p:spPr>
            <a:xfrm>
              <a:off x="8287659" y="407655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3" name="pt22663"/>
            <p:cNvSpPr/>
            <p:nvPr/>
          </p:nvSpPr>
          <p:spPr>
            <a:xfrm>
              <a:off x="8000391" y="3619372"/>
              <a:ext cx="48833" cy="48833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4" name="pt22664"/>
            <p:cNvSpPr/>
            <p:nvPr/>
          </p:nvSpPr>
          <p:spPr>
            <a:xfrm>
              <a:off x="8011144" y="3623951"/>
              <a:ext cx="48833" cy="48833"/>
            </a:xfrm>
            <a:prstGeom prst="ellipse">
              <a:avLst/>
            </a:prstGeom>
            <a:solidFill>
              <a:srgbClr val="7570B3">
                <a:alpha val="3019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5" name="pt22665"/>
            <p:cNvSpPr/>
            <p:nvPr/>
          </p:nvSpPr>
          <p:spPr>
            <a:xfrm>
              <a:off x="8153058" y="362433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6" name="pl22666"/>
            <p:cNvSpPr/>
            <p:nvPr/>
          </p:nvSpPr>
          <p:spPr>
            <a:xfrm>
              <a:off x="8258190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7" name="pl22667"/>
            <p:cNvSpPr/>
            <p:nvPr/>
          </p:nvSpPr>
          <p:spPr>
            <a:xfrm>
              <a:off x="8258190" y="402288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68" name="pt22668"/>
            <p:cNvSpPr/>
            <p:nvPr/>
          </p:nvSpPr>
          <p:spPr>
            <a:xfrm>
              <a:off x="8790505" y="391404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69" name="pt22669"/>
            <p:cNvSpPr/>
            <p:nvPr/>
          </p:nvSpPr>
          <p:spPr>
            <a:xfrm>
              <a:off x="8290913" y="4183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0" name="pt22670"/>
            <p:cNvSpPr/>
            <p:nvPr/>
          </p:nvSpPr>
          <p:spPr>
            <a:xfrm>
              <a:off x="7999505" y="457899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1" name="pt22671"/>
            <p:cNvSpPr/>
            <p:nvPr/>
          </p:nvSpPr>
          <p:spPr>
            <a:xfrm>
              <a:off x="8107831" y="3642927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2" name="pt22672"/>
            <p:cNvSpPr/>
            <p:nvPr/>
          </p:nvSpPr>
          <p:spPr>
            <a:xfrm>
              <a:off x="8927309" y="36032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3" name="pt22673"/>
            <p:cNvSpPr/>
            <p:nvPr/>
          </p:nvSpPr>
          <p:spPr>
            <a:xfrm>
              <a:off x="8544627" y="405755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4" name="pt22674"/>
            <p:cNvSpPr/>
            <p:nvPr/>
          </p:nvSpPr>
          <p:spPr>
            <a:xfrm>
              <a:off x="8090695" y="3611605"/>
              <a:ext cx="74834" cy="74834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5" name="pt22675"/>
            <p:cNvSpPr/>
            <p:nvPr/>
          </p:nvSpPr>
          <p:spPr>
            <a:xfrm>
              <a:off x="7837467" y="44930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6" name="pl22676"/>
            <p:cNvSpPr/>
            <p:nvPr/>
          </p:nvSpPr>
          <p:spPr>
            <a:xfrm>
              <a:off x="8739103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7" name="pl22677"/>
            <p:cNvSpPr/>
            <p:nvPr/>
          </p:nvSpPr>
          <p:spPr>
            <a:xfrm>
              <a:off x="8739103" y="43467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678" name="pt22678"/>
            <p:cNvSpPr/>
            <p:nvPr/>
          </p:nvSpPr>
          <p:spPr>
            <a:xfrm>
              <a:off x="8086617" y="3599396"/>
              <a:ext cx="74834" cy="74834"/>
            </a:xfrm>
            <a:prstGeom prst="ellipse">
              <a:avLst/>
            </a:prstGeom>
            <a:solidFill>
              <a:srgbClr val="D95F02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79" name="pt22679"/>
            <p:cNvSpPr/>
            <p:nvPr/>
          </p:nvSpPr>
          <p:spPr>
            <a:xfrm>
              <a:off x="8903289" y="41017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0" name="pt22680"/>
            <p:cNvSpPr/>
            <p:nvPr/>
          </p:nvSpPr>
          <p:spPr>
            <a:xfrm>
              <a:off x="8059518" y="3575733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1" name="pt22681"/>
            <p:cNvSpPr/>
            <p:nvPr/>
          </p:nvSpPr>
          <p:spPr>
            <a:xfrm>
              <a:off x="8735935" y="3308259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2" name="pt22682"/>
            <p:cNvSpPr/>
            <p:nvPr/>
          </p:nvSpPr>
          <p:spPr>
            <a:xfrm>
              <a:off x="8311334" y="4024286"/>
              <a:ext cx="67219" cy="67219"/>
            </a:xfrm>
            <a:prstGeom prst="ellipse">
              <a:avLst/>
            </a:prstGeom>
            <a:solidFill>
              <a:srgbClr val="1B9E77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3" name="pt22683"/>
            <p:cNvSpPr/>
            <p:nvPr/>
          </p:nvSpPr>
          <p:spPr>
            <a:xfrm>
              <a:off x="8461898" y="4437236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4" name="pt22684"/>
            <p:cNvSpPr/>
            <p:nvPr/>
          </p:nvSpPr>
          <p:spPr>
            <a:xfrm>
              <a:off x="8123243" y="3575322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5" name="pt22685"/>
            <p:cNvSpPr/>
            <p:nvPr/>
          </p:nvSpPr>
          <p:spPr>
            <a:xfrm>
              <a:off x="8024747" y="3617898"/>
              <a:ext cx="74834" cy="74834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6" name="pt22686"/>
            <p:cNvSpPr/>
            <p:nvPr/>
          </p:nvSpPr>
          <p:spPr>
            <a:xfrm>
              <a:off x="8304293" y="4063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7" name="pt22687"/>
            <p:cNvSpPr/>
            <p:nvPr/>
          </p:nvSpPr>
          <p:spPr>
            <a:xfrm>
              <a:off x="8416557" y="3993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8" name="pt22688"/>
            <p:cNvSpPr/>
            <p:nvPr/>
          </p:nvSpPr>
          <p:spPr>
            <a:xfrm>
              <a:off x="7470348" y="40409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89" name="pg22689"/>
            <p:cNvSpPr/>
            <p:nvPr/>
          </p:nvSpPr>
          <p:spPr>
            <a:xfrm>
              <a:off x="8137859" y="35679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0" name="pt22690"/>
            <p:cNvSpPr/>
            <p:nvPr/>
          </p:nvSpPr>
          <p:spPr>
            <a:xfrm>
              <a:off x="8439398" y="38268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1" name="pt22691"/>
            <p:cNvSpPr/>
            <p:nvPr/>
          </p:nvSpPr>
          <p:spPr>
            <a:xfrm>
              <a:off x="8098468" y="3646811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2" name="pt22692"/>
            <p:cNvSpPr/>
            <p:nvPr/>
          </p:nvSpPr>
          <p:spPr>
            <a:xfrm>
              <a:off x="8739444" y="44253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3" name="pg22693"/>
            <p:cNvSpPr/>
            <p:nvPr/>
          </p:nvSpPr>
          <p:spPr>
            <a:xfrm>
              <a:off x="8667836" y="392557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4" name="pt22694"/>
            <p:cNvSpPr/>
            <p:nvPr/>
          </p:nvSpPr>
          <p:spPr>
            <a:xfrm>
              <a:off x="8402681" y="38084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5" name="pg22695"/>
            <p:cNvSpPr/>
            <p:nvPr/>
          </p:nvSpPr>
          <p:spPr>
            <a:xfrm>
              <a:off x="8237046" y="405770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6" name="pg22696"/>
            <p:cNvSpPr/>
            <p:nvPr/>
          </p:nvSpPr>
          <p:spPr>
            <a:xfrm>
              <a:off x="8260494" y="402548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7" name="pt22697"/>
            <p:cNvSpPr/>
            <p:nvPr/>
          </p:nvSpPr>
          <p:spPr>
            <a:xfrm>
              <a:off x="8063790" y="3628630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8" name="pt22698"/>
            <p:cNvSpPr/>
            <p:nvPr/>
          </p:nvSpPr>
          <p:spPr>
            <a:xfrm>
              <a:off x="8160700" y="3632514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699" name="pt22699"/>
            <p:cNvSpPr/>
            <p:nvPr/>
          </p:nvSpPr>
          <p:spPr>
            <a:xfrm>
              <a:off x="7745376" y="43910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00" name="pt22700"/>
            <p:cNvSpPr/>
            <p:nvPr/>
          </p:nvSpPr>
          <p:spPr>
            <a:xfrm>
              <a:off x="8396851" y="38197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01" name="pt22701"/>
            <p:cNvSpPr/>
            <p:nvPr/>
          </p:nvSpPr>
          <p:spPr>
            <a:xfrm>
              <a:off x="8509512" y="45653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02" name="pl22702"/>
            <p:cNvSpPr/>
            <p:nvPr/>
          </p:nvSpPr>
          <p:spPr>
            <a:xfrm>
              <a:off x="7577307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3" name="pl22703"/>
            <p:cNvSpPr/>
            <p:nvPr/>
          </p:nvSpPr>
          <p:spPr>
            <a:xfrm>
              <a:off x="7577307" y="424800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4" name="pl22704"/>
            <p:cNvSpPr/>
            <p:nvPr/>
          </p:nvSpPr>
          <p:spPr>
            <a:xfrm>
              <a:off x="7567193" y="427242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5" name="pl22705"/>
            <p:cNvSpPr/>
            <p:nvPr/>
          </p:nvSpPr>
          <p:spPr>
            <a:xfrm>
              <a:off x="7601724" y="423789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6" name="pl22706"/>
            <p:cNvSpPr/>
            <p:nvPr/>
          </p:nvSpPr>
          <p:spPr>
            <a:xfrm>
              <a:off x="8017529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7" name="pl22707"/>
            <p:cNvSpPr/>
            <p:nvPr/>
          </p:nvSpPr>
          <p:spPr>
            <a:xfrm>
              <a:off x="8017529" y="3707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8" name="pl22708"/>
            <p:cNvSpPr/>
            <p:nvPr/>
          </p:nvSpPr>
          <p:spPr>
            <a:xfrm>
              <a:off x="8007415" y="3731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09" name="pl22709"/>
            <p:cNvSpPr/>
            <p:nvPr/>
          </p:nvSpPr>
          <p:spPr>
            <a:xfrm>
              <a:off x="8041945" y="3697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10" name="pt22710"/>
            <p:cNvSpPr/>
            <p:nvPr/>
          </p:nvSpPr>
          <p:spPr>
            <a:xfrm>
              <a:off x="8069392" y="3622149"/>
              <a:ext cx="67219" cy="67219"/>
            </a:xfrm>
            <a:prstGeom prst="ellipse">
              <a:avLst/>
            </a:prstGeom>
            <a:solidFill>
              <a:srgbClr val="7570B3">
                <a:alpha val="2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1" name="pt22711"/>
            <p:cNvSpPr/>
            <p:nvPr/>
          </p:nvSpPr>
          <p:spPr>
            <a:xfrm>
              <a:off x="8088429" y="3630372"/>
              <a:ext cx="80678" cy="80678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2" name="pt22712"/>
            <p:cNvSpPr/>
            <p:nvPr/>
          </p:nvSpPr>
          <p:spPr>
            <a:xfrm>
              <a:off x="7796955" y="41239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3" name="pt22713"/>
            <p:cNvSpPr/>
            <p:nvPr/>
          </p:nvSpPr>
          <p:spPr>
            <a:xfrm>
              <a:off x="8143850" y="3548309"/>
              <a:ext cx="67219" cy="67219"/>
            </a:xfrm>
            <a:prstGeom prst="ellipse">
              <a:avLst/>
            </a:pr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4" name="pt22714"/>
            <p:cNvSpPr/>
            <p:nvPr/>
          </p:nvSpPr>
          <p:spPr>
            <a:xfrm>
              <a:off x="8183959" y="41227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5" name="pt22715"/>
            <p:cNvSpPr/>
            <p:nvPr/>
          </p:nvSpPr>
          <p:spPr>
            <a:xfrm>
              <a:off x="7811979" y="418232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6" name="pt22716"/>
            <p:cNvSpPr/>
            <p:nvPr/>
          </p:nvSpPr>
          <p:spPr>
            <a:xfrm>
              <a:off x="8846472" y="42715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7" name="pt22717"/>
            <p:cNvSpPr/>
            <p:nvPr/>
          </p:nvSpPr>
          <p:spPr>
            <a:xfrm>
              <a:off x="8397136" y="4104479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8" name="pt22718"/>
            <p:cNvSpPr/>
            <p:nvPr/>
          </p:nvSpPr>
          <p:spPr>
            <a:xfrm>
              <a:off x="8666784" y="41058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19" name="pt22719"/>
            <p:cNvSpPr/>
            <p:nvPr/>
          </p:nvSpPr>
          <p:spPr>
            <a:xfrm>
              <a:off x="8049955" y="3670413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0" name="pt22720"/>
            <p:cNvSpPr/>
            <p:nvPr/>
          </p:nvSpPr>
          <p:spPr>
            <a:xfrm>
              <a:off x="7622413" y="33565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1" name="pt22721"/>
            <p:cNvSpPr/>
            <p:nvPr/>
          </p:nvSpPr>
          <p:spPr>
            <a:xfrm>
              <a:off x="8131615" y="3545693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2" name="pt22722"/>
            <p:cNvSpPr/>
            <p:nvPr/>
          </p:nvSpPr>
          <p:spPr>
            <a:xfrm>
              <a:off x="7919741" y="45355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3" name="pt22723"/>
            <p:cNvSpPr/>
            <p:nvPr/>
          </p:nvSpPr>
          <p:spPr>
            <a:xfrm>
              <a:off x="8125570" y="3675068"/>
              <a:ext cx="48833" cy="48833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4" name="pt22724"/>
            <p:cNvSpPr/>
            <p:nvPr/>
          </p:nvSpPr>
          <p:spPr>
            <a:xfrm>
              <a:off x="8142520" y="36311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5" name="pt22725"/>
            <p:cNvSpPr/>
            <p:nvPr/>
          </p:nvSpPr>
          <p:spPr>
            <a:xfrm>
              <a:off x="7553701" y="41815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6" name="pt22726"/>
            <p:cNvSpPr/>
            <p:nvPr/>
          </p:nvSpPr>
          <p:spPr>
            <a:xfrm>
              <a:off x="8145171" y="3628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7" name="pt22727"/>
            <p:cNvSpPr/>
            <p:nvPr/>
          </p:nvSpPr>
          <p:spPr>
            <a:xfrm>
              <a:off x="7637398" y="330959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8" name="pt22728"/>
            <p:cNvSpPr/>
            <p:nvPr/>
          </p:nvSpPr>
          <p:spPr>
            <a:xfrm>
              <a:off x="8398369" y="38122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29" name="pt22729"/>
            <p:cNvSpPr/>
            <p:nvPr/>
          </p:nvSpPr>
          <p:spPr>
            <a:xfrm>
              <a:off x="8047362" y="3675113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0" name="pt22730"/>
            <p:cNvSpPr/>
            <p:nvPr/>
          </p:nvSpPr>
          <p:spPr>
            <a:xfrm>
              <a:off x="8127361" y="3593213"/>
              <a:ext cx="67219" cy="67219"/>
            </a:xfrm>
            <a:prstGeom prst="ellipse">
              <a:avLst/>
            </a:prstGeom>
            <a:solidFill>
              <a:srgbClr val="D95F02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1" name="pt22731"/>
            <p:cNvSpPr/>
            <p:nvPr/>
          </p:nvSpPr>
          <p:spPr>
            <a:xfrm>
              <a:off x="8041214" y="3664928"/>
              <a:ext cx="74834" cy="74834"/>
            </a:xfrm>
            <a:prstGeom prst="ellipse">
              <a:avLst/>
            </a:prstGeom>
            <a:solidFill>
              <a:srgbClr val="7570B3">
                <a:alpha val="7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2" name="pt22732"/>
            <p:cNvSpPr/>
            <p:nvPr/>
          </p:nvSpPr>
          <p:spPr>
            <a:xfrm>
              <a:off x="8444929" y="40818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3" name="pg22733"/>
            <p:cNvSpPr/>
            <p:nvPr/>
          </p:nvSpPr>
          <p:spPr>
            <a:xfrm>
              <a:off x="8968642" y="387050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4" name="pt22734"/>
            <p:cNvSpPr/>
            <p:nvPr/>
          </p:nvSpPr>
          <p:spPr>
            <a:xfrm>
              <a:off x="8639355" y="40766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5" name="pt22735"/>
            <p:cNvSpPr/>
            <p:nvPr/>
          </p:nvSpPr>
          <p:spPr>
            <a:xfrm>
              <a:off x="8465167" y="380567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6" name="pt22736"/>
            <p:cNvSpPr/>
            <p:nvPr/>
          </p:nvSpPr>
          <p:spPr>
            <a:xfrm>
              <a:off x="8132799" y="3672278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7" name="pt22737"/>
            <p:cNvSpPr/>
            <p:nvPr/>
          </p:nvSpPr>
          <p:spPr>
            <a:xfrm>
              <a:off x="7619748" y="3427018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8" name="pt22738"/>
            <p:cNvSpPr/>
            <p:nvPr/>
          </p:nvSpPr>
          <p:spPr>
            <a:xfrm>
              <a:off x="8069807" y="3575593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39" name="pt22739"/>
            <p:cNvSpPr/>
            <p:nvPr/>
          </p:nvSpPr>
          <p:spPr>
            <a:xfrm>
              <a:off x="8117314" y="3678653"/>
              <a:ext cx="48833" cy="48833"/>
            </a:xfrm>
            <a:prstGeom prst="ellipse">
              <a:avLst/>
            </a:prstGeom>
            <a:solidFill>
              <a:srgbClr val="D95F02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0" name="pt22740"/>
            <p:cNvSpPr/>
            <p:nvPr/>
          </p:nvSpPr>
          <p:spPr>
            <a:xfrm>
              <a:off x="8444228" y="382201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1" name="pt22741"/>
            <p:cNvSpPr/>
            <p:nvPr/>
          </p:nvSpPr>
          <p:spPr>
            <a:xfrm>
              <a:off x="7835976" y="418445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2" name="pt22742"/>
            <p:cNvSpPr/>
            <p:nvPr/>
          </p:nvSpPr>
          <p:spPr>
            <a:xfrm>
              <a:off x="8147948" y="3604392"/>
              <a:ext cx="74834" cy="74834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3" name="pg22743"/>
            <p:cNvSpPr/>
            <p:nvPr/>
          </p:nvSpPr>
          <p:spPr>
            <a:xfrm>
              <a:off x="8006968" y="366315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4" name="pt22744"/>
            <p:cNvSpPr/>
            <p:nvPr/>
          </p:nvSpPr>
          <p:spPr>
            <a:xfrm>
              <a:off x="8430644" y="38006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5" name="pt22745"/>
            <p:cNvSpPr/>
            <p:nvPr/>
          </p:nvSpPr>
          <p:spPr>
            <a:xfrm>
              <a:off x="8426726" y="38183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6" name="pt22746"/>
            <p:cNvSpPr/>
            <p:nvPr/>
          </p:nvSpPr>
          <p:spPr>
            <a:xfrm>
              <a:off x="8129457" y="359001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7" name="pt22747"/>
            <p:cNvSpPr/>
            <p:nvPr/>
          </p:nvSpPr>
          <p:spPr>
            <a:xfrm>
              <a:off x="8104393" y="4591295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8" name="pt22748"/>
            <p:cNvSpPr/>
            <p:nvPr/>
          </p:nvSpPr>
          <p:spPr>
            <a:xfrm>
              <a:off x="8431344" y="38093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49" name="pt22749"/>
            <p:cNvSpPr/>
            <p:nvPr/>
          </p:nvSpPr>
          <p:spPr>
            <a:xfrm>
              <a:off x="8069053" y="3612420"/>
              <a:ext cx="67219" cy="67219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0" name="pt22750"/>
            <p:cNvSpPr/>
            <p:nvPr/>
          </p:nvSpPr>
          <p:spPr>
            <a:xfrm>
              <a:off x="8721635" y="44293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1" name="pt22751"/>
            <p:cNvSpPr/>
            <p:nvPr/>
          </p:nvSpPr>
          <p:spPr>
            <a:xfrm>
              <a:off x="8594704" y="37583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2" name="pt22752"/>
            <p:cNvSpPr/>
            <p:nvPr/>
          </p:nvSpPr>
          <p:spPr>
            <a:xfrm>
              <a:off x="8414580" y="400728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3" name="pt22753"/>
            <p:cNvSpPr/>
            <p:nvPr/>
          </p:nvSpPr>
          <p:spPr>
            <a:xfrm>
              <a:off x="8146121" y="36345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4" name="pt22754"/>
            <p:cNvSpPr/>
            <p:nvPr/>
          </p:nvSpPr>
          <p:spPr>
            <a:xfrm>
              <a:off x="8517924" y="37602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5" name="pt22755"/>
            <p:cNvSpPr/>
            <p:nvPr/>
          </p:nvSpPr>
          <p:spPr>
            <a:xfrm>
              <a:off x="8147461" y="3636368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6" name="pt22756"/>
            <p:cNvSpPr/>
            <p:nvPr/>
          </p:nvSpPr>
          <p:spPr>
            <a:xfrm>
              <a:off x="8074142" y="3667374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7" name="pt22757"/>
            <p:cNvSpPr/>
            <p:nvPr/>
          </p:nvSpPr>
          <p:spPr>
            <a:xfrm>
              <a:off x="8679507" y="3979552"/>
              <a:ext cx="48833" cy="48833"/>
            </a:xfrm>
            <a:prstGeom prst="ellipse">
              <a:avLst/>
            </a:prstGeom>
            <a:solidFill>
              <a:srgbClr val="7570B3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8" name="pt22758"/>
            <p:cNvSpPr/>
            <p:nvPr/>
          </p:nvSpPr>
          <p:spPr>
            <a:xfrm>
              <a:off x="8490495" y="4066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59" name="pt22759"/>
            <p:cNvSpPr/>
            <p:nvPr/>
          </p:nvSpPr>
          <p:spPr>
            <a:xfrm>
              <a:off x="8478259" y="38038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0" name="pt22760"/>
            <p:cNvSpPr/>
            <p:nvPr/>
          </p:nvSpPr>
          <p:spPr>
            <a:xfrm>
              <a:off x="8593815" y="403354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1" name="pt22761"/>
            <p:cNvSpPr/>
            <p:nvPr/>
          </p:nvSpPr>
          <p:spPr>
            <a:xfrm>
              <a:off x="7604653" y="3427754"/>
              <a:ext cx="48833" cy="48833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2" name="pt22762"/>
            <p:cNvSpPr/>
            <p:nvPr/>
          </p:nvSpPr>
          <p:spPr>
            <a:xfrm>
              <a:off x="8097839" y="3655907"/>
              <a:ext cx="74834" cy="74834"/>
            </a:xfrm>
            <a:prstGeom prst="ellipse">
              <a:avLst/>
            </a:prstGeom>
            <a:solidFill>
              <a:srgbClr val="D95F02">
                <a:alpha val="5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3" name="pl22763"/>
            <p:cNvSpPr/>
            <p:nvPr/>
          </p:nvSpPr>
          <p:spPr>
            <a:xfrm>
              <a:off x="8254743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4" name="pl22764"/>
            <p:cNvSpPr/>
            <p:nvPr/>
          </p:nvSpPr>
          <p:spPr>
            <a:xfrm>
              <a:off x="8254743" y="414504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5" name="pl22765"/>
            <p:cNvSpPr/>
            <p:nvPr/>
          </p:nvSpPr>
          <p:spPr>
            <a:xfrm>
              <a:off x="8416889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6" name="pl22766"/>
            <p:cNvSpPr/>
            <p:nvPr/>
          </p:nvSpPr>
          <p:spPr>
            <a:xfrm>
              <a:off x="8416889" y="380041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67" name="pg22767"/>
            <p:cNvSpPr/>
            <p:nvPr/>
          </p:nvSpPr>
          <p:spPr>
            <a:xfrm>
              <a:off x="8038073" y="361031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8" name="pg22768"/>
            <p:cNvSpPr/>
            <p:nvPr/>
          </p:nvSpPr>
          <p:spPr>
            <a:xfrm>
              <a:off x="8349101" y="379289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69" name="pt22769"/>
            <p:cNvSpPr/>
            <p:nvPr/>
          </p:nvSpPr>
          <p:spPr>
            <a:xfrm>
              <a:off x="7808391" y="415566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0" name="pt22770"/>
            <p:cNvSpPr/>
            <p:nvPr/>
          </p:nvSpPr>
          <p:spPr>
            <a:xfrm>
              <a:off x="8067415" y="36342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1" name="pt22771"/>
            <p:cNvSpPr/>
            <p:nvPr/>
          </p:nvSpPr>
          <p:spPr>
            <a:xfrm>
              <a:off x="8091315" y="3630206"/>
              <a:ext cx="74834" cy="74834"/>
            </a:xfrm>
            <a:prstGeom prst="ellipse">
              <a:avLst/>
            </a:prstGeom>
            <a:solidFill>
              <a:srgbClr val="D95F02">
                <a:alpha val="5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2" name="pt22772"/>
            <p:cNvSpPr/>
            <p:nvPr/>
          </p:nvSpPr>
          <p:spPr>
            <a:xfrm>
              <a:off x="8084253" y="3663309"/>
              <a:ext cx="67219" cy="67219"/>
            </a:xfrm>
            <a:prstGeom prst="ellipse">
              <a:avLst/>
            </a:prstGeom>
            <a:solidFill>
              <a:srgbClr val="D95F02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3" name="pt22773"/>
            <p:cNvSpPr/>
            <p:nvPr/>
          </p:nvSpPr>
          <p:spPr>
            <a:xfrm>
              <a:off x="8621765" y="40597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4" name="pt22774"/>
            <p:cNvSpPr/>
            <p:nvPr/>
          </p:nvSpPr>
          <p:spPr>
            <a:xfrm>
              <a:off x="8013290" y="4512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5" name="pt22775"/>
            <p:cNvSpPr/>
            <p:nvPr/>
          </p:nvSpPr>
          <p:spPr>
            <a:xfrm>
              <a:off x="8096873" y="3616968"/>
              <a:ext cx="67219" cy="67219"/>
            </a:xfrm>
            <a:prstGeom prst="ellipse">
              <a:avLst/>
            </a:prstGeom>
            <a:solidFill>
              <a:srgbClr val="D95F02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6" name="pt22776"/>
            <p:cNvSpPr/>
            <p:nvPr/>
          </p:nvSpPr>
          <p:spPr>
            <a:xfrm>
              <a:off x="8144984" y="362604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7" name="pt22777"/>
            <p:cNvSpPr/>
            <p:nvPr/>
          </p:nvSpPr>
          <p:spPr>
            <a:xfrm>
              <a:off x="8066014" y="3573524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8" name="pt22778"/>
            <p:cNvSpPr/>
            <p:nvPr/>
          </p:nvSpPr>
          <p:spPr>
            <a:xfrm>
              <a:off x="8972372" y="37780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79" name="pg22779"/>
            <p:cNvSpPr/>
            <p:nvPr/>
          </p:nvSpPr>
          <p:spPr>
            <a:xfrm>
              <a:off x="8396309" y="378234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0" name="pl22780"/>
            <p:cNvSpPr/>
            <p:nvPr/>
          </p:nvSpPr>
          <p:spPr>
            <a:xfrm>
              <a:off x="8336368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1" name="pl22781"/>
            <p:cNvSpPr/>
            <p:nvPr/>
          </p:nvSpPr>
          <p:spPr>
            <a:xfrm>
              <a:off x="8336368" y="30513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2" name="pl22782"/>
            <p:cNvSpPr/>
            <p:nvPr/>
          </p:nvSpPr>
          <p:spPr>
            <a:xfrm>
              <a:off x="8326254" y="30757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3" name="pl22783"/>
            <p:cNvSpPr/>
            <p:nvPr/>
          </p:nvSpPr>
          <p:spPr>
            <a:xfrm>
              <a:off x="8360784" y="30412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666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784" name="pt22784"/>
            <p:cNvSpPr/>
            <p:nvPr/>
          </p:nvSpPr>
          <p:spPr>
            <a:xfrm>
              <a:off x="7843263" y="45017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5" name="pt22785"/>
            <p:cNvSpPr/>
            <p:nvPr/>
          </p:nvSpPr>
          <p:spPr>
            <a:xfrm>
              <a:off x="8063889" y="31178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6" name="pt22786"/>
            <p:cNvSpPr/>
            <p:nvPr/>
          </p:nvSpPr>
          <p:spPr>
            <a:xfrm>
              <a:off x="8445020" y="40632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7" name="pt22787"/>
            <p:cNvSpPr/>
            <p:nvPr/>
          </p:nvSpPr>
          <p:spPr>
            <a:xfrm>
              <a:off x="8392358" y="39009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8" name="pt22788"/>
            <p:cNvSpPr/>
            <p:nvPr/>
          </p:nvSpPr>
          <p:spPr>
            <a:xfrm>
              <a:off x="8532893" y="38182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89" name="pg22789"/>
            <p:cNvSpPr/>
            <p:nvPr/>
          </p:nvSpPr>
          <p:spPr>
            <a:xfrm>
              <a:off x="7419313" y="385944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0" name="pt22790"/>
            <p:cNvSpPr/>
            <p:nvPr/>
          </p:nvSpPr>
          <p:spPr>
            <a:xfrm>
              <a:off x="8092230" y="3648368"/>
              <a:ext cx="67219" cy="67219"/>
            </a:xfrm>
            <a:prstGeom prst="ellipse">
              <a:avLst/>
            </a:prstGeom>
            <a:solidFill>
              <a:srgbClr val="D95F02">
                <a:alpha val="2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1" name="pt22791"/>
            <p:cNvSpPr/>
            <p:nvPr/>
          </p:nvSpPr>
          <p:spPr>
            <a:xfrm>
              <a:off x="7480966" y="40444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2" name="pt22792"/>
            <p:cNvSpPr/>
            <p:nvPr/>
          </p:nvSpPr>
          <p:spPr>
            <a:xfrm>
              <a:off x="8819283" y="35382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3" name="pt22793"/>
            <p:cNvSpPr/>
            <p:nvPr/>
          </p:nvSpPr>
          <p:spPr>
            <a:xfrm>
              <a:off x="8286059" y="44228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4" name="pt22794"/>
            <p:cNvSpPr/>
            <p:nvPr/>
          </p:nvSpPr>
          <p:spPr>
            <a:xfrm>
              <a:off x="8414941" y="38232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5" name="pt22795"/>
            <p:cNvSpPr/>
            <p:nvPr/>
          </p:nvSpPr>
          <p:spPr>
            <a:xfrm>
              <a:off x="7604409" y="33423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6" name="pt22796"/>
            <p:cNvSpPr/>
            <p:nvPr/>
          </p:nvSpPr>
          <p:spPr>
            <a:xfrm>
              <a:off x="7472774" y="36935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7" name="pt22797"/>
            <p:cNvSpPr/>
            <p:nvPr/>
          </p:nvSpPr>
          <p:spPr>
            <a:xfrm>
              <a:off x="8256978" y="44836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8" name="pg22798"/>
            <p:cNvSpPr/>
            <p:nvPr/>
          </p:nvSpPr>
          <p:spPr>
            <a:xfrm>
              <a:off x="7658869" y="398936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799" name="pt22799"/>
            <p:cNvSpPr/>
            <p:nvPr/>
          </p:nvSpPr>
          <p:spPr>
            <a:xfrm>
              <a:off x="8802284" y="3386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0" name="pt22800"/>
            <p:cNvSpPr/>
            <p:nvPr/>
          </p:nvSpPr>
          <p:spPr>
            <a:xfrm>
              <a:off x="7471464" y="38854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1" name="pt22801"/>
            <p:cNvSpPr/>
            <p:nvPr/>
          </p:nvSpPr>
          <p:spPr>
            <a:xfrm>
              <a:off x="8142933" y="3652398"/>
              <a:ext cx="67219" cy="67219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2" name="pt22802"/>
            <p:cNvSpPr/>
            <p:nvPr/>
          </p:nvSpPr>
          <p:spPr>
            <a:xfrm>
              <a:off x="7830224" y="4133124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3" name="pt22803"/>
            <p:cNvSpPr/>
            <p:nvPr/>
          </p:nvSpPr>
          <p:spPr>
            <a:xfrm>
              <a:off x="8417247" y="416640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4" name="pt22804"/>
            <p:cNvSpPr/>
            <p:nvPr/>
          </p:nvSpPr>
          <p:spPr>
            <a:xfrm>
              <a:off x="8264913" y="4191076"/>
              <a:ext cx="48833" cy="48833"/>
            </a:xfrm>
            <a:prstGeom prst="ellipse">
              <a:avLst/>
            </a:prstGeom>
            <a:solidFill>
              <a:srgbClr val="7570B3">
                <a:alpha val="2941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5" name="pt22805"/>
            <p:cNvSpPr/>
            <p:nvPr/>
          </p:nvSpPr>
          <p:spPr>
            <a:xfrm>
              <a:off x="8901247" y="410549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6" name="pt22806"/>
            <p:cNvSpPr/>
            <p:nvPr/>
          </p:nvSpPr>
          <p:spPr>
            <a:xfrm>
              <a:off x="8067562" y="3667272"/>
              <a:ext cx="67219" cy="67219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7" name="pt22807"/>
            <p:cNvSpPr/>
            <p:nvPr/>
          </p:nvSpPr>
          <p:spPr>
            <a:xfrm>
              <a:off x="8169977" y="3604483"/>
              <a:ext cx="67219" cy="67219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8" name="pt22808"/>
            <p:cNvSpPr/>
            <p:nvPr/>
          </p:nvSpPr>
          <p:spPr>
            <a:xfrm>
              <a:off x="8124947" y="364123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09" name="pt22809"/>
            <p:cNvSpPr/>
            <p:nvPr/>
          </p:nvSpPr>
          <p:spPr>
            <a:xfrm>
              <a:off x="8108539" y="3644835"/>
              <a:ext cx="80678" cy="80678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0" name="pt22810"/>
            <p:cNvSpPr/>
            <p:nvPr/>
          </p:nvSpPr>
          <p:spPr>
            <a:xfrm>
              <a:off x="8954376" y="40659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1" name="pt22811"/>
            <p:cNvSpPr/>
            <p:nvPr/>
          </p:nvSpPr>
          <p:spPr>
            <a:xfrm>
              <a:off x="7539994" y="3598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2" name="pt22812"/>
            <p:cNvSpPr/>
            <p:nvPr/>
          </p:nvSpPr>
          <p:spPr>
            <a:xfrm>
              <a:off x="7896764" y="4414435"/>
              <a:ext cx="67219" cy="67219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3" name="pt22813"/>
            <p:cNvSpPr/>
            <p:nvPr/>
          </p:nvSpPr>
          <p:spPr>
            <a:xfrm>
              <a:off x="7812591" y="412821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4" name="pt22814"/>
            <p:cNvSpPr/>
            <p:nvPr/>
          </p:nvSpPr>
          <p:spPr>
            <a:xfrm>
              <a:off x="8131242" y="3591295"/>
              <a:ext cx="67219" cy="67219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5" name="pt22815"/>
            <p:cNvSpPr/>
            <p:nvPr/>
          </p:nvSpPr>
          <p:spPr>
            <a:xfrm>
              <a:off x="8083593" y="3664746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6" name="pt22816"/>
            <p:cNvSpPr/>
            <p:nvPr/>
          </p:nvSpPr>
          <p:spPr>
            <a:xfrm>
              <a:off x="8404297" y="39788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7" name="pg22817"/>
            <p:cNvSpPr/>
            <p:nvPr/>
          </p:nvSpPr>
          <p:spPr>
            <a:xfrm>
              <a:off x="7568856" y="42309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8" name="pg22818"/>
            <p:cNvSpPr/>
            <p:nvPr/>
          </p:nvSpPr>
          <p:spPr>
            <a:xfrm>
              <a:off x="8305973" y="394582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19" name="pg22819"/>
            <p:cNvSpPr/>
            <p:nvPr/>
          </p:nvSpPr>
          <p:spPr>
            <a:xfrm>
              <a:off x="8114671" y="358694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0" name="pt22820"/>
            <p:cNvSpPr/>
            <p:nvPr/>
          </p:nvSpPr>
          <p:spPr>
            <a:xfrm>
              <a:off x="8087541" y="3680039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1" name="pg22821"/>
            <p:cNvSpPr/>
            <p:nvPr/>
          </p:nvSpPr>
          <p:spPr>
            <a:xfrm>
              <a:off x="8345280" y="39286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2" name="pt22822"/>
            <p:cNvSpPr/>
            <p:nvPr/>
          </p:nvSpPr>
          <p:spPr>
            <a:xfrm>
              <a:off x="8097681" y="4592543"/>
              <a:ext cx="48833" cy="48833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3" name="pt22823"/>
            <p:cNvSpPr/>
            <p:nvPr/>
          </p:nvSpPr>
          <p:spPr>
            <a:xfrm>
              <a:off x="8424275" y="39976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4" name="pt22824"/>
            <p:cNvSpPr/>
            <p:nvPr/>
          </p:nvSpPr>
          <p:spPr>
            <a:xfrm>
              <a:off x="8129198" y="3671134"/>
              <a:ext cx="48833" cy="48833"/>
            </a:xfrm>
            <a:prstGeom prst="ellipse">
              <a:avLst/>
            </a:prstGeom>
            <a:solidFill>
              <a:srgbClr val="7570B3">
                <a:alpha val="3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5" name="pt22825"/>
            <p:cNvSpPr/>
            <p:nvPr/>
          </p:nvSpPr>
          <p:spPr>
            <a:xfrm>
              <a:off x="8438330" y="402424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6" name="pt22826"/>
            <p:cNvSpPr/>
            <p:nvPr/>
          </p:nvSpPr>
          <p:spPr>
            <a:xfrm>
              <a:off x="8112515" y="3642901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7" name="pt22827"/>
            <p:cNvSpPr/>
            <p:nvPr/>
          </p:nvSpPr>
          <p:spPr>
            <a:xfrm>
              <a:off x="7639602" y="42906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8" name="pg22828"/>
            <p:cNvSpPr/>
            <p:nvPr/>
          </p:nvSpPr>
          <p:spPr>
            <a:xfrm>
              <a:off x="8965885" y="388078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29" name="pt22829"/>
            <p:cNvSpPr/>
            <p:nvPr/>
          </p:nvSpPr>
          <p:spPr>
            <a:xfrm>
              <a:off x="8814357" y="353341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0" name="pt22830"/>
            <p:cNvSpPr/>
            <p:nvPr/>
          </p:nvSpPr>
          <p:spPr>
            <a:xfrm>
              <a:off x="8420516" y="39819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1" name="pt22831"/>
            <p:cNvSpPr/>
            <p:nvPr/>
          </p:nvSpPr>
          <p:spPr>
            <a:xfrm>
              <a:off x="8079788" y="3690305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2" name="pt22832"/>
            <p:cNvSpPr/>
            <p:nvPr/>
          </p:nvSpPr>
          <p:spPr>
            <a:xfrm>
              <a:off x="8459147" y="4456966"/>
              <a:ext cx="48833" cy="48833"/>
            </a:xfrm>
            <a:prstGeom prst="ellipse">
              <a:avLst/>
            </a:prstGeom>
            <a:solidFill>
              <a:srgbClr val="7570B3">
                <a:alpha val="2745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3" name="pl22833"/>
            <p:cNvSpPr/>
            <p:nvPr/>
          </p:nvSpPr>
          <p:spPr>
            <a:xfrm>
              <a:off x="8142944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4" name="pl22834"/>
            <p:cNvSpPr/>
            <p:nvPr/>
          </p:nvSpPr>
          <p:spPr>
            <a:xfrm>
              <a:off x="8142944" y="35447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5" name="pl22835"/>
            <p:cNvSpPr/>
            <p:nvPr/>
          </p:nvSpPr>
          <p:spPr>
            <a:xfrm>
              <a:off x="8132830" y="35691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6" name="pl22836"/>
            <p:cNvSpPr/>
            <p:nvPr/>
          </p:nvSpPr>
          <p:spPr>
            <a:xfrm>
              <a:off x="8167361" y="353466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745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37" name="pt22837"/>
            <p:cNvSpPr/>
            <p:nvPr/>
          </p:nvSpPr>
          <p:spPr>
            <a:xfrm>
              <a:off x="8804335" y="39275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8" name="pt22838"/>
            <p:cNvSpPr/>
            <p:nvPr/>
          </p:nvSpPr>
          <p:spPr>
            <a:xfrm>
              <a:off x="8059963" y="3668110"/>
              <a:ext cx="67219" cy="67219"/>
            </a:xfrm>
            <a:prstGeom prst="ellipse">
              <a:avLst/>
            </a:prstGeom>
            <a:solidFill>
              <a:srgbClr val="D95F02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39" name="pt22839"/>
            <p:cNvSpPr/>
            <p:nvPr/>
          </p:nvSpPr>
          <p:spPr>
            <a:xfrm>
              <a:off x="8085419" y="3641521"/>
              <a:ext cx="74834" cy="74834"/>
            </a:xfrm>
            <a:prstGeom prst="ellipse">
              <a:avLst/>
            </a:prstGeom>
            <a:solidFill>
              <a:srgbClr val="7570B3">
                <a:alpha val="2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40" name="pl22840"/>
            <p:cNvSpPr/>
            <p:nvPr/>
          </p:nvSpPr>
          <p:spPr>
            <a:xfrm>
              <a:off x="8185923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1" name="pl22841"/>
            <p:cNvSpPr/>
            <p:nvPr/>
          </p:nvSpPr>
          <p:spPr>
            <a:xfrm>
              <a:off x="8185923" y="3643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2" name="pl22842"/>
            <p:cNvSpPr/>
            <p:nvPr/>
          </p:nvSpPr>
          <p:spPr>
            <a:xfrm>
              <a:off x="8175810" y="3667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3" name="pl22843"/>
            <p:cNvSpPr/>
            <p:nvPr/>
          </p:nvSpPr>
          <p:spPr>
            <a:xfrm>
              <a:off x="8210340" y="3633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784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4" name="pl22844"/>
            <p:cNvSpPr/>
            <p:nvPr/>
          </p:nvSpPr>
          <p:spPr>
            <a:xfrm>
              <a:off x="8411219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5" name="pl22845"/>
            <p:cNvSpPr/>
            <p:nvPr/>
          </p:nvSpPr>
          <p:spPr>
            <a:xfrm>
              <a:off x="8411219" y="4185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6" name="pl22846"/>
            <p:cNvSpPr/>
            <p:nvPr/>
          </p:nvSpPr>
          <p:spPr>
            <a:xfrm>
              <a:off x="8401105" y="4210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7" name="pl22847"/>
            <p:cNvSpPr/>
            <p:nvPr/>
          </p:nvSpPr>
          <p:spPr>
            <a:xfrm>
              <a:off x="8435636" y="417549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48" name="pt22848"/>
            <p:cNvSpPr/>
            <p:nvPr/>
          </p:nvSpPr>
          <p:spPr>
            <a:xfrm>
              <a:off x="8395477" y="40111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49" name="pg22849"/>
            <p:cNvSpPr/>
            <p:nvPr/>
          </p:nvSpPr>
          <p:spPr>
            <a:xfrm>
              <a:off x="7434596" y="383993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0" name="pt22850"/>
            <p:cNvSpPr/>
            <p:nvPr/>
          </p:nvSpPr>
          <p:spPr>
            <a:xfrm>
              <a:off x="8276125" y="4480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1" name="pt22851"/>
            <p:cNvSpPr/>
            <p:nvPr/>
          </p:nvSpPr>
          <p:spPr>
            <a:xfrm>
              <a:off x="8384061" y="40041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2" name="pt22852"/>
            <p:cNvSpPr/>
            <p:nvPr/>
          </p:nvSpPr>
          <p:spPr>
            <a:xfrm>
              <a:off x="8267205" y="41656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3" name="pl22853"/>
            <p:cNvSpPr/>
            <p:nvPr/>
          </p:nvSpPr>
          <p:spPr>
            <a:xfrm>
              <a:off x="8267205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4" name="pl22854"/>
            <p:cNvSpPr/>
            <p:nvPr/>
          </p:nvSpPr>
          <p:spPr>
            <a:xfrm>
              <a:off x="8267205" y="41656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5" name="pt22855"/>
            <p:cNvSpPr/>
            <p:nvPr/>
          </p:nvSpPr>
          <p:spPr>
            <a:xfrm>
              <a:off x="8138030" y="3577094"/>
              <a:ext cx="48833" cy="48833"/>
            </a:xfrm>
            <a:prstGeom prst="ellipse">
              <a:avLst/>
            </a:prstGeom>
            <a:solidFill>
              <a:srgbClr val="D95F02">
                <a:alpha val="2274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6" name="pt22856"/>
            <p:cNvSpPr/>
            <p:nvPr/>
          </p:nvSpPr>
          <p:spPr>
            <a:xfrm>
              <a:off x="8676388" y="327227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7" name="pt22857"/>
            <p:cNvSpPr/>
            <p:nvPr/>
          </p:nvSpPr>
          <p:spPr>
            <a:xfrm>
              <a:off x="8454174" y="401172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58" name="pl22858"/>
            <p:cNvSpPr/>
            <p:nvPr/>
          </p:nvSpPr>
          <p:spPr>
            <a:xfrm>
              <a:off x="8080685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59" name="pl22859"/>
            <p:cNvSpPr/>
            <p:nvPr/>
          </p:nvSpPr>
          <p:spPr>
            <a:xfrm>
              <a:off x="8080685" y="358376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0" name="pl22860"/>
            <p:cNvSpPr/>
            <p:nvPr/>
          </p:nvSpPr>
          <p:spPr>
            <a:xfrm>
              <a:off x="8048044" y="366256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1" name="pl22861"/>
            <p:cNvSpPr/>
            <p:nvPr/>
          </p:nvSpPr>
          <p:spPr>
            <a:xfrm>
              <a:off x="8159487" y="355112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2" name="pl22862"/>
            <p:cNvSpPr/>
            <p:nvPr/>
          </p:nvSpPr>
          <p:spPr>
            <a:xfrm>
              <a:off x="8179335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3" name="pl22863"/>
            <p:cNvSpPr/>
            <p:nvPr/>
          </p:nvSpPr>
          <p:spPr>
            <a:xfrm>
              <a:off x="8179335" y="3634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4" name="pl22864"/>
            <p:cNvSpPr/>
            <p:nvPr/>
          </p:nvSpPr>
          <p:spPr>
            <a:xfrm>
              <a:off x="8169222" y="3658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5" name="pl22865"/>
            <p:cNvSpPr/>
            <p:nvPr/>
          </p:nvSpPr>
          <p:spPr>
            <a:xfrm>
              <a:off x="8203752" y="3623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66" name="pt22866"/>
            <p:cNvSpPr/>
            <p:nvPr/>
          </p:nvSpPr>
          <p:spPr>
            <a:xfrm>
              <a:off x="8462267" y="4449390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67" name="pt22867"/>
            <p:cNvSpPr/>
            <p:nvPr/>
          </p:nvSpPr>
          <p:spPr>
            <a:xfrm>
              <a:off x="8039134" y="368747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68" name="pt22868"/>
            <p:cNvSpPr/>
            <p:nvPr/>
          </p:nvSpPr>
          <p:spPr>
            <a:xfrm>
              <a:off x="7649645" y="43533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69" name="pt22869"/>
            <p:cNvSpPr/>
            <p:nvPr/>
          </p:nvSpPr>
          <p:spPr>
            <a:xfrm>
              <a:off x="8496932" y="45765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0" name="pl22870"/>
            <p:cNvSpPr/>
            <p:nvPr/>
          </p:nvSpPr>
          <p:spPr>
            <a:xfrm>
              <a:off x="8951025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1" name="pl22871"/>
            <p:cNvSpPr/>
            <p:nvPr/>
          </p:nvSpPr>
          <p:spPr>
            <a:xfrm>
              <a:off x="8951025" y="36828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2" name="pl22872"/>
            <p:cNvSpPr/>
            <p:nvPr/>
          </p:nvSpPr>
          <p:spPr>
            <a:xfrm>
              <a:off x="8940911" y="370729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3" name="pl22873"/>
            <p:cNvSpPr/>
            <p:nvPr/>
          </p:nvSpPr>
          <p:spPr>
            <a:xfrm>
              <a:off x="8975442" y="36727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874" name="pt22874"/>
            <p:cNvSpPr/>
            <p:nvPr/>
          </p:nvSpPr>
          <p:spPr>
            <a:xfrm>
              <a:off x="8436910" y="379302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5" name="pg22875"/>
            <p:cNvSpPr/>
            <p:nvPr/>
          </p:nvSpPr>
          <p:spPr>
            <a:xfrm>
              <a:off x="8402686" y="376800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6" name="pt22876"/>
            <p:cNvSpPr/>
            <p:nvPr/>
          </p:nvSpPr>
          <p:spPr>
            <a:xfrm>
              <a:off x="8697197" y="40979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7" name="pt22877"/>
            <p:cNvSpPr/>
            <p:nvPr/>
          </p:nvSpPr>
          <p:spPr>
            <a:xfrm>
              <a:off x="8118590" y="3689631"/>
              <a:ext cx="48833" cy="48833"/>
            </a:xfrm>
            <a:prstGeom prst="ellipse">
              <a:avLst/>
            </a:prstGeom>
            <a:solidFill>
              <a:srgbClr val="7570B3">
                <a:alpha val="3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8" name="pt22878"/>
            <p:cNvSpPr/>
            <p:nvPr/>
          </p:nvSpPr>
          <p:spPr>
            <a:xfrm>
              <a:off x="7715089" y="3236628"/>
              <a:ext cx="48833" cy="48833"/>
            </a:xfrm>
            <a:prstGeom prst="ellipse">
              <a:avLst/>
            </a:prstGeom>
            <a:solidFill>
              <a:srgbClr val="7570B3">
                <a:alpha val="2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79" name="pt22879"/>
            <p:cNvSpPr/>
            <p:nvPr/>
          </p:nvSpPr>
          <p:spPr>
            <a:xfrm>
              <a:off x="8096740" y="3650969"/>
              <a:ext cx="74834" cy="74834"/>
            </a:xfrm>
            <a:prstGeom prst="ellipse">
              <a:avLst/>
            </a:prstGeom>
            <a:solidFill>
              <a:srgbClr val="7570B3">
                <a:alpha val="4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0" name="pt22880"/>
            <p:cNvSpPr/>
            <p:nvPr/>
          </p:nvSpPr>
          <p:spPr>
            <a:xfrm>
              <a:off x="8847219" y="424603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1" name="pt22881"/>
            <p:cNvSpPr/>
            <p:nvPr/>
          </p:nvSpPr>
          <p:spPr>
            <a:xfrm>
              <a:off x="8449665" y="40031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2" name="pt22882"/>
            <p:cNvSpPr/>
            <p:nvPr/>
          </p:nvSpPr>
          <p:spPr>
            <a:xfrm>
              <a:off x="8418586" y="404300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3" name="pt22883"/>
            <p:cNvSpPr/>
            <p:nvPr/>
          </p:nvSpPr>
          <p:spPr>
            <a:xfrm>
              <a:off x="8681911" y="3934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4" name="pt22884"/>
            <p:cNvSpPr/>
            <p:nvPr/>
          </p:nvSpPr>
          <p:spPr>
            <a:xfrm>
              <a:off x="8493565" y="3759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5" name="pt22885"/>
            <p:cNvSpPr/>
            <p:nvPr/>
          </p:nvSpPr>
          <p:spPr>
            <a:xfrm>
              <a:off x="8368345" y="4612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6" name="pt22886"/>
            <p:cNvSpPr/>
            <p:nvPr/>
          </p:nvSpPr>
          <p:spPr>
            <a:xfrm>
              <a:off x="8349885" y="389092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7" name="pt22887"/>
            <p:cNvSpPr/>
            <p:nvPr/>
          </p:nvSpPr>
          <p:spPr>
            <a:xfrm>
              <a:off x="8885954" y="34686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8" name="pt22888"/>
            <p:cNvSpPr/>
            <p:nvPr/>
          </p:nvSpPr>
          <p:spPr>
            <a:xfrm>
              <a:off x="8050305" y="3622869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89" name="pt22889"/>
            <p:cNvSpPr/>
            <p:nvPr/>
          </p:nvSpPr>
          <p:spPr>
            <a:xfrm>
              <a:off x="8081831" y="3677554"/>
              <a:ext cx="48833" cy="48833"/>
            </a:xfrm>
            <a:prstGeom prst="ellipse">
              <a:avLst/>
            </a:prstGeom>
            <a:solidFill>
              <a:srgbClr val="D95F02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0" name="pg22890"/>
            <p:cNvSpPr/>
            <p:nvPr/>
          </p:nvSpPr>
          <p:spPr>
            <a:xfrm>
              <a:off x="8391798" y="382338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1" name="pt22891"/>
            <p:cNvSpPr/>
            <p:nvPr/>
          </p:nvSpPr>
          <p:spPr>
            <a:xfrm>
              <a:off x="8523867" y="40499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2" name="pt22892"/>
            <p:cNvSpPr/>
            <p:nvPr/>
          </p:nvSpPr>
          <p:spPr>
            <a:xfrm>
              <a:off x="8466356" y="31333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3" name="pg22893"/>
            <p:cNvSpPr/>
            <p:nvPr/>
          </p:nvSpPr>
          <p:spPr>
            <a:xfrm>
              <a:off x="8394890" y="380160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4" name="pg22894"/>
            <p:cNvSpPr/>
            <p:nvPr/>
          </p:nvSpPr>
          <p:spPr>
            <a:xfrm>
              <a:off x="8392622" y="382467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5" name="pt22895"/>
            <p:cNvSpPr/>
            <p:nvPr/>
          </p:nvSpPr>
          <p:spPr>
            <a:xfrm>
              <a:off x="8108215" y="3637256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6" name="pt22896"/>
            <p:cNvSpPr/>
            <p:nvPr/>
          </p:nvSpPr>
          <p:spPr>
            <a:xfrm>
              <a:off x="8394280" y="38550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7" name="pt22897"/>
            <p:cNvSpPr/>
            <p:nvPr/>
          </p:nvSpPr>
          <p:spPr>
            <a:xfrm>
              <a:off x="8456436" y="3762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8" name="pt22898"/>
            <p:cNvSpPr/>
            <p:nvPr/>
          </p:nvSpPr>
          <p:spPr>
            <a:xfrm>
              <a:off x="8474437" y="37845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899" name="pt22899"/>
            <p:cNvSpPr/>
            <p:nvPr/>
          </p:nvSpPr>
          <p:spPr>
            <a:xfrm>
              <a:off x="7546508" y="40996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0" name="pt22900"/>
            <p:cNvSpPr/>
            <p:nvPr/>
          </p:nvSpPr>
          <p:spPr>
            <a:xfrm>
              <a:off x="8365707" y="45934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1" name="pt22901"/>
            <p:cNvSpPr/>
            <p:nvPr/>
          </p:nvSpPr>
          <p:spPr>
            <a:xfrm>
              <a:off x="8428618" y="378069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2" name="pt22902"/>
            <p:cNvSpPr/>
            <p:nvPr/>
          </p:nvSpPr>
          <p:spPr>
            <a:xfrm>
              <a:off x="8962527" y="37759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3" name="pt22903"/>
            <p:cNvSpPr/>
            <p:nvPr/>
          </p:nvSpPr>
          <p:spPr>
            <a:xfrm>
              <a:off x="8150463" y="363039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4" name="pt22904"/>
            <p:cNvSpPr/>
            <p:nvPr/>
          </p:nvSpPr>
          <p:spPr>
            <a:xfrm>
              <a:off x="7604416" y="3418223"/>
              <a:ext cx="67219" cy="67219"/>
            </a:xfrm>
            <a:prstGeom prst="ellipse">
              <a:avLst/>
            </a:prstGeom>
            <a:solidFill>
              <a:srgbClr val="7570B3">
                <a:alpha val="2901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05" name="pl22905"/>
            <p:cNvSpPr/>
            <p:nvPr/>
          </p:nvSpPr>
          <p:spPr>
            <a:xfrm>
              <a:off x="8062279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6" name="pl22906"/>
            <p:cNvSpPr/>
            <p:nvPr/>
          </p:nvSpPr>
          <p:spPr>
            <a:xfrm>
              <a:off x="8062279" y="35775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7" name="pl22907"/>
            <p:cNvSpPr/>
            <p:nvPr/>
          </p:nvSpPr>
          <p:spPr>
            <a:xfrm>
              <a:off x="8052165" y="36020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8" name="pl22908"/>
            <p:cNvSpPr/>
            <p:nvPr/>
          </p:nvSpPr>
          <p:spPr>
            <a:xfrm>
              <a:off x="8086696" y="35674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2392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09" name="pt22909"/>
            <p:cNvSpPr/>
            <p:nvPr/>
          </p:nvSpPr>
          <p:spPr>
            <a:xfrm>
              <a:off x="8838616" y="35250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0" name="pt22910"/>
            <p:cNvSpPr/>
            <p:nvPr/>
          </p:nvSpPr>
          <p:spPr>
            <a:xfrm>
              <a:off x="7668867" y="43677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1" name="pt22911"/>
            <p:cNvSpPr/>
            <p:nvPr/>
          </p:nvSpPr>
          <p:spPr>
            <a:xfrm>
              <a:off x="8254920" y="359545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2" name="pt22912"/>
            <p:cNvSpPr/>
            <p:nvPr/>
          </p:nvSpPr>
          <p:spPr>
            <a:xfrm>
              <a:off x="8132369" y="36927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3" name="pt22913"/>
            <p:cNvSpPr/>
            <p:nvPr/>
          </p:nvSpPr>
          <p:spPr>
            <a:xfrm>
              <a:off x="8098700" y="3650004"/>
              <a:ext cx="74834" cy="74834"/>
            </a:xfrm>
            <a:prstGeom prst="ellipse">
              <a:avLst/>
            </a:prstGeom>
            <a:solidFill>
              <a:srgbClr val="7570B3">
                <a:alpha val="7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4" name="pt22914"/>
            <p:cNvSpPr/>
            <p:nvPr/>
          </p:nvSpPr>
          <p:spPr>
            <a:xfrm>
              <a:off x="7826733" y="419410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5" name="pt22915"/>
            <p:cNvSpPr/>
            <p:nvPr/>
          </p:nvSpPr>
          <p:spPr>
            <a:xfrm>
              <a:off x="8050046" y="3649112"/>
              <a:ext cx="80678" cy="80678"/>
            </a:xfrm>
            <a:prstGeom prst="ellipse">
              <a:avLst/>
            </a:prstGeom>
            <a:solidFill>
              <a:srgbClr val="D95F02">
                <a:alpha val="2156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6" name="pt22916"/>
            <p:cNvSpPr/>
            <p:nvPr/>
          </p:nvSpPr>
          <p:spPr>
            <a:xfrm>
              <a:off x="8153343" y="36869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7" name="pt22917"/>
            <p:cNvSpPr/>
            <p:nvPr/>
          </p:nvSpPr>
          <p:spPr>
            <a:xfrm>
              <a:off x="8062615" y="3676621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8" name="pt22918"/>
            <p:cNvSpPr/>
            <p:nvPr/>
          </p:nvSpPr>
          <p:spPr>
            <a:xfrm>
              <a:off x="8062293" y="3686195"/>
              <a:ext cx="67219" cy="67219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19" name="pl22919"/>
            <p:cNvSpPr/>
            <p:nvPr/>
          </p:nvSpPr>
          <p:spPr>
            <a:xfrm>
              <a:off x="8386945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0" name="pl22920"/>
            <p:cNvSpPr/>
            <p:nvPr/>
          </p:nvSpPr>
          <p:spPr>
            <a:xfrm>
              <a:off x="8386945" y="387435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1" name="pt22921"/>
            <p:cNvSpPr/>
            <p:nvPr/>
          </p:nvSpPr>
          <p:spPr>
            <a:xfrm>
              <a:off x="8065912" y="3625843"/>
              <a:ext cx="67219" cy="67219"/>
            </a:xfrm>
            <a:prstGeom prst="ellipse">
              <a:avLst/>
            </a:prstGeom>
            <a:solidFill>
              <a:srgbClr val="7570B3">
                <a:alpha val="3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22" name="pg22922"/>
            <p:cNvSpPr/>
            <p:nvPr/>
          </p:nvSpPr>
          <p:spPr>
            <a:xfrm>
              <a:off x="8731956" y="432673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23" name="pg22923"/>
            <p:cNvSpPr/>
            <p:nvPr/>
          </p:nvSpPr>
          <p:spPr>
            <a:xfrm>
              <a:off x="8290253" y="400778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24" name="pg22924"/>
            <p:cNvSpPr/>
            <p:nvPr/>
          </p:nvSpPr>
          <p:spPr>
            <a:xfrm>
              <a:off x="8102080" y="356688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2925" name="pl22925"/>
            <p:cNvSpPr/>
            <p:nvPr/>
          </p:nvSpPr>
          <p:spPr>
            <a:xfrm>
              <a:off x="8121405" y="5672615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6" name="pl22926"/>
            <p:cNvSpPr/>
            <p:nvPr/>
          </p:nvSpPr>
          <p:spPr>
            <a:xfrm>
              <a:off x="8196664" y="5631334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7" name="pl22927"/>
            <p:cNvSpPr/>
            <p:nvPr/>
          </p:nvSpPr>
          <p:spPr>
            <a:xfrm>
              <a:off x="8181648" y="5616867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8" name="pl22928"/>
            <p:cNvSpPr/>
            <p:nvPr/>
          </p:nvSpPr>
          <p:spPr>
            <a:xfrm>
              <a:off x="8196664" y="5622077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29" name="pl22929"/>
            <p:cNvSpPr/>
            <p:nvPr/>
          </p:nvSpPr>
          <p:spPr>
            <a:xfrm>
              <a:off x="8166473" y="5693414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0" name="pl22930"/>
            <p:cNvSpPr/>
            <p:nvPr/>
          </p:nvSpPr>
          <p:spPr>
            <a:xfrm>
              <a:off x="8238931" y="6000795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1" name="pl22931"/>
            <p:cNvSpPr/>
            <p:nvPr/>
          </p:nvSpPr>
          <p:spPr>
            <a:xfrm>
              <a:off x="8238931" y="6000795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2" name="pl22932"/>
            <p:cNvSpPr/>
            <p:nvPr/>
          </p:nvSpPr>
          <p:spPr>
            <a:xfrm>
              <a:off x="8200746" y="5953335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3" name="pl22933"/>
            <p:cNvSpPr/>
            <p:nvPr/>
          </p:nvSpPr>
          <p:spPr>
            <a:xfrm>
              <a:off x="8238931" y="6000795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4" name="pl22934"/>
            <p:cNvSpPr/>
            <p:nvPr/>
          </p:nvSpPr>
          <p:spPr>
            <a:xfrm>
              <a:off x="8238931" y="6000795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5" name="pl22935"/>
            <p:cNvSpPr/>
            <p:nvPr/>
          </p:nvSpPr>
          <p:spPr>
            <a:xfrm>
              <a:off x="8192487" y="5769000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6" name="pl22936"/>
            <p:cNvSpPr/>
            <p:nvPr/>
          </p:nvSpPr>
          <p:spPr>
            <a:xfrm>
              <a:off x="8524816" y="5650501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7" name="pl22937"/>
            <p:cNvSpPr/>
            <p:nvPr/>
          </p:nvSpPr>
          <p:spPr>
            <a:xfrm>
              <a:off x="8104041" y="5700233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8" name="pl22938"/>
            <p:cNvSpPr/>
            <p:nvPr/>
          </p:nvSpPr>
          <p:spPr>
            <a:xfrm>
              <a:off x="9068602" y="5621884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39" name="pl22939"/>
            <p:cNvSpPr/>
            <p:nvPr/>
          </p:nvSpPr>
          <p:spPr>
            <a:xfrm>
              <a:off x="8811983" y="5722375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0" name="pl22940"/>
            <p:cNvSpPr/>
            <p:nvPr/>
          </p:nvSpPr>
          <p:spPr>
            <a:xfrm>
              <a:off x="8478124" y="5757678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1" name="pl22941"/>
            <p:cNvSpPr/>
            <p:nvPr/>
          </p:nvSpPr>
          <p:spPr>
            <a:xfrm>
              <a:off x="8522859" y="5768825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2" name="pl22942"/>
            <p:cNvSpPr/>
            <p:nvPr/>
          </p:nvSpPr>
          <p:spPr>
            <a:xfrm>
              <a:off x="8522859" y="5768825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3" name="pl22943"/>
            <p:cNvSpPr/>
            <p:nvPr/>
          </p:nvSpPr>
          <p:spPr>
            <a:xfrm>
              <a:off x="8198258" y="5953335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4" name="pl22944"/>
            <p:cNvSpPr/>
            <p:nvPr/>
          </p:nvSpPr>
          <p:spPr>
            <a:xfrm>
              <a:off x="8524816" y="5641669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5" name="pl22945"/>
            <p:cNvSpPr/>
            <p:nvPr/>
          </p:nvSpPr>
          <p:spPr>
            <a:xfrm>
              <a:off x="8623253" y="5632324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6" name="pl22946"/>
            <p:cNvSpPr/>
            <p:nvPr/>
          </p:nvSpPr>
          <p:spPr>
            <a:xfrm>
              <a:off x="8623253" y="5631297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7" name="pl22947"/>
            <p:cNvSpPr/>
            <p:nvPr/>
          </p:nvSpPr>
          <p:spPr>
            <a:xfrm>
              <a:off x="8269252" y="5777661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8" name="pl22948"/>
            <p:cNvSpPr/>
            <p:nvPr/>
          </p:nvSpPr>
          <p:spPr>
            <a:xfrm>
              <a:off x="8022863" y="4951829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49" name="pl22949"/>
            <p:cNvSpPr/>
            <p:nvPr/>
          </p:nvSpPr>
          <p:spPr>
            <a:xfrm>
              <a:off x="8165312" y="5945921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0" name="pl22950"/>
            <p:cNvSpPr/>
            <p:nvPr/>
          </p:nvSpPr>
          <p:spPr>
            <a:xfrm>
              <a:off x="8180930" y="5895461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1" name="pl22951"/>
            <p:cNvSpPr/>
            <p:nvPr/>
          </p:nvSpPr>
          <p:spPr>
            <a:xfrm>
              <a:off x="8489896" y="5787145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2" name="pl22952"/>
            <p:cNvSpPr/>
            <p:nvPr/>
          </p:nvSpPr>
          <p:spPr>
            <a:xfrm>
              <a:off x="8193707" y="5818017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3" name="pl22953"/>
            <p:cNvSpPr/>
            <p:nvPr/>
          </p:nvSpPr>
          <p:spPr>
            <a:xfrm>
              <a:off x="8202163" y="5826170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4" name="pl22954"/>
            <p:cNvSpPr/>
            <p:nvPr/>
          </p:nvSpPr>
          <p:spPr>
            <a:xfrm>
              <a:off x="8191529" y="5810887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5" name="pl22955"/>
            <p:cNvSpPr/>
            <p:nvPr/>
          </p:nvSpPr>
          <p:spPr>
            <a:xfrm>
              <a:off x="8190011" y="5778380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6" name="pl22956"/>
            <p:cNvSpPr/>
            <p:nvPr/>
          </p:nvSpPr>
          <p:spPr>
            <a:xfrm>
              <a:off x="8190011" y="5778380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7" name="pl22957"/>
            <p:cNvSpPr/>
            <p:nvPr/>
          </p:nvSpPr>
          <p:spPr>
            <a:xfrm>
              <a:off x="8182270" y="5765150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8" name="pl22958"/>
            <p:cNvSpPr/>
            <p:nvPr/>
          </p:nvSpPr>
          <p:spPr>
            <a:xfrm>
              <a:off x="8165339" y="5736296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59" name="pl22959"/>
            <p:cNvSpPr/>
            <p:nvPr/>
          </p:nvSpPr>
          <p:spPr>
            <a:xfrm>
              <a:off x="8190011" y="5778380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0" name="pl22960"/>
            <p:cNvSpPr/>
            <p:nvPr/>
          </p:nvSpPr>
          <p:spPr>
            <a:xfrm>
              <a:off x="8126423" y="5665767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1" name="pl22961"/>
            <p:cNvSpPr/>
            <p:nvPr/>
          </p:nvSpPr>
          <p:spPr>
            <a:xfrm>
              <a:off x="8126423" y="5665767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2" name="pl22962"/>
            <p:cNvSpPr/>
            <p:nvPr/>
          </p:nvSpPr>
          <p:spPr>
            <a:xfrm>
              <a:off x="8244057" y="5887458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3" name="pl22963"/>
            <p:cNvSpPr/>
            <p:nvPr/>
          </p:nvSpPr>
          <p:spPr>
            <a:xfrm>
              <a:off x="8221122" y="5835035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4" name="pl22964"/>
            <p:cNvSpPr/>
            <p:nvPr/>
          </p:nvSpPr>
          <p:spPr>
            <a:xfrm>
              <a:off x="8221122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5" name="pl22965"/>
            <p:cNvSpPr/>
            <p:nvPr/>
          </p:nvSpPr>
          <p:spPr>
            <a:xfrm>
              <a:off x="8221122" y="5836582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6" name="pl22966"/>
            <p:cNvSpPr/>
            <p:nvPr/>
          </p:nvSpPr>
          <p:spPr>
            <a:xfrm>
              <a:off x="8450713" y="5641831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7" name="pl22967"/>
            <p:cNvSpPr/>
            <p:nvPr/>
          </p:nvSpPr>
          <p:spPr>
            <a:xfrm>
              <a:off x="8502739" y="5643613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8" name="pl22968"/>
            <p:cNvSpPr/>
            <p:nvPr/>
          </p:nvSpPr>
          <p:spPr>
            <a:xfrm>
              <a:off x="7958824" y="5715121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69" name="pl22969"/>
            <p:cNvSpPr/>
            <p:nvPr/>
          </p:nvSpPr>
          <p:spPr>
            <a:xfrm>
              <a:off x="8260458" y="6028536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0" name="pl22970"/>
            <p:cNvSpPr/>
            <p:nvPr/>
          </p:nvSpPr>
          <p:spPr>
            <a:xfrm>
              <a:off x="8148787" y="5871196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1" name="pl22971"/>
            <p:cNvSpPr/>
            <p:nvPr/>
          </p:nvSpPr>
          <p:spPr>
            <a:xfrm>
              <a:off x="8363279" y="5623770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2" name="pl22972"/>
            <p:cNvSpPr/>
            <p:nvPr/>
          </p:nvSpPr>
          <p:spPr>
            <a:xfrm>
              <a:off x="8478124" y="5757678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3" name="pl22973"/>
            <p:cNvSpPr/>
            <p:nvPr/>
          </p:nvSpPr>
          <p:spPr>
            <a:xfrm>
              <a:off x="8302012" y="5773035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4" name="pl22974"/>
            <p:cNvSpPr/>
            <p:nvPr/>
          </p:nvSpPr>
          <p:spPr>
            <a:xfrm>
              <a:off x="8234838" y="5798862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5" name="pl22975"/>
            <p:cNvSpPr/>
            <p:nvPr/>
          </p:nvSpPr>
          <p:spPr>
            <a:xfrm>
              <a:off x="8207316" y="5805861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6" name="pl22976"/>
            <p:cNvSpPr/>
            <p:nvPr/>
          </p:nvSpPr>
          <p:spPr>
            <a:xfrm>
              <a:off x="8205892" y="5799746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7" name="pl22977"/>
            <p:cNvSpPr/>
            <p:nvPr/>
          </p:nvSpPr>
          <p:spPr>
            <a:xfrm>
              <a:off x="8193707" y="5805861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8" name="pl22978"/>
            <p:cNvSpPr/>
            <p:nvPr/>
          </p:nvSpPr>
          <p:spPr>
            <a:xfrm>
              <a:off x="8207316" y="5805861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79" name="pl22979"/>
            <p:cNvSpPr/>
            <p:nvPr/>
          </p:nvSpPr>
          <p:spPr>
            <a:xfrm>
              <a:off x="8192487" y="5769000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0" name="pl22980"/>
            <p:cNvSpPr/>
            <p:nvPr/>
          </p:nvSpPr>
          <p:spPr>
            <a:xfrm>
              <a:off x="8207316" y="5805861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1" name="pl22981"/>
            <p:cNvSpPr/>
            <p:nvPr/>
          </p:nvSpPr>
          <p:spPr>
            <a:xfrm>
              <a:off x="8181371" y="5805861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2" name="pl22982"/>
            <p:cNvSpPr/>
            <p:nvPr/>
          </p:nvSpPr>
          <p:spPr>
            <a:xfrm>
              <a:off x="8207316" y="5805861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3" name="pl22983"/>
            <p:cNvSpPr/>
            <p:nvPr/>
          </p:nvSpPr>
          <p:spPr>
            <a:xfrm>
              <a:off x="8204356" y="5788758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4" name="pl22984"/>
            <p:cNvSpPr/>
            <p:nvPr/>
          </p:nvSpPr>
          <p:spPr>
            <a:xfrm>
              <a:off x="8207316" y="5789604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5" name="pl22985"/>
            <p:cNvSpPr/>
            <p:nvPr/>
          </p:nvSpPr>
          <p:spPr>
            <a:xfrm>
              <a:off x="8207316" y="5805861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6" name="pl22986"/>
            <p:cNvSpPr/>
            <p:nvPr/>
          </p:nvSpPr>
          <p:spPr>
            <a:xfrm>
              <a:off x="8207316" y="5802736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7" name="pl22987"/>
            <p:cNvSpPr/>
            <p:nvPr/>
          </p:nvSpPr>
          <p:spPr>
            <a:xfrm>
              <a:off x="8207316" y="5805861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8" name="pl22988"/>
            <p:cNvSpPr/>
            <p:nvPr/>
          </p:nvSpPr>
          <p:spPr>
            <a:xfrm>
              <a:off x="8249843" y="5770086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89" name="pl22989"/>
            <p:cNvSpPr/>
            <p:nvPr/>
          </p:nvSpPr>
          <p:spPr>
            <a:xfrm>
              <a:off x="9022295" y="6038819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0" name="pl22990"/>
            <p:cNvSpPr/>
            <p:nvPr/>
          </p:nvSpPr>
          <p:spPr>
            <a:xfrm>
              <a:off x="7720816" y="5074010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1" name="pl22991"/>
            <p:cNvSpPr/>
            <p:nvPr/>
          </p:nvSpPr>
          <p:spPr>
            <a:xfrm>
              <a:off x="8296695" y="5540206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2" name="pl22992"/>
            <p:cNvSpPr/>
            <p:nvPr/>
          </p:nvSpPr>
          <p:spPr>
            <a:xfrm>
              <a:off x="8191956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3" name="pl22993"/>
            <p:cNvSpPr/>
            <p:nvPr/>
          </p:nvSpPr>
          <p:spPr>
            <a:xfrm>
              <a:off x="8134216" y="6490191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4" name="pl22994"/>
            <p:cNvSpPr/>
            <p:nvPr/>
          </p:nvSpPr>
          <p:spPr>
            <a:xfrm>
              <a:off x="8129350" y="6486760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5" name="pl22995"/>
            <p:cNvSpPr/>
            <p:nvPr/>
          </p:nvSpPr>
          <p:spPr>
            <a:xfrm>
              <a:off x="8134216" y="6490191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6" name="pl22996"/>
            <p:cNvSpPr/>
            <p:nvPr/>
          </p:nvSpPr>
          <p:spPr>
            <a:xfrm>
              <a:off x="8173198" y="5736937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7" name="pl22997"/>
            <p:cNvSpPr/>
            <p:nvPr/>
          </p:nvSpPr>
          <p:spPr>
            <a:xfrm>
              <a:off x="8150631" y="5719756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8" name="pl22998"/>
            <p:cNvSpPr/>
            <p:nvPr/>
          </p:nvSpPr>
          <p:spPr>
            <a:xfrm>
              <a:off x="8173198" y="5736937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999" name="pl22999"/>
            <p:cNvSpPr/>
            <p:nvPr/>
          </p:nvSpPr>
          <p:spPr>
            <a:xfrm>
              <a:off x="8173198" y="5736937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0" name="pl23000"/>
            <p:cNvSpPr/>
            <p:nvPr/>
          </p:nvSpPr>
          <p:spPr>
            <a:xfrm>
              <a:off x="8173198" y="5736937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1" name="pl23001"/>
            <p:cNvSpPr/>
            <p:nvPr/>
          </p:nvSpPr>
          <p:spPr>
            <a:xfrm>
              <a:off x="8173198" y="5736937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2" name="pl23002"/>
            <p:cNvSpPr/>
            <p:nvPr/>
          </p:nvSpPr>
          <p:spPr>
            <a:xfrm>
              <a:off x="8173198" y="5736937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3" name="pl23003"/>
            <p:cNvSpPr/>
            <p:nvPr/>
          </p:nvSpPr>
          <p:spPr>
            <a:xfrm>
              <a:off x="8173198" y="5736937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4" name="pl23004"/>
            <p:cNvSpPr/>
            <p:nvPr/>
          </p:nvSpPr>
          <p:spPr>
            <a:xfrm>
              <a:off x="8173198" y="5736937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5" name="pl23005"/>
            <p:cNvSpPr/>
            <p:nvPr/>
          </p:nvSpPr>
          <p:spPr>
            <a:xfrm>
              <a:off x="9063120" y="5902334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6" name="pl23006"/>
            <p:cNvSpPr/>
            <p:nvPr/>
          </p:nvSpPr>
          <p:spPr>
            <a:xfrm>
              <a:off x="8380482" y="5333288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7" name="pl23007"/>
            <p:cNvSpPr/>
            <p:nvPr/>
          </p:nvSpPr>
          <p:spPr>
            <a:xfrm>
              <a:off x="8397091" y="5296286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8" name="pl23008"/>
            <p:cNvSpPr/>
            <p:nvPr/>
          </p:nvSpPr>
          <p:spPr>
            <a:xfrm>
              <a:off x="8713692" y="6442145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09" name="pl23009"/>
            <p:cNvSpPr/>
            <p:nvPr/>
          </p:nvSpPr>
          <p:spPr>
            <a:xfrm>
              <a:off x="8373170" y="6589006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0" name="pl23010"/>
            <p:cNvSpPr/>
            <p:nvPr/>
          </p:nvSpPr>
          <p:spPr>
            <a:xfrm>
              <a:off x="8167152" y="5729125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1" name="pl23011"/>
            <p:cNvSpPr/>
            <p:nvPr/>
          </p:nvSpPr>
          <p:spPr>
            <a:xfrm>
              <a:off x="8219809" y="5824187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2" name="pl23012"/>
            <p:cNvSpPr/>
            <p:nvPr/>
          </p:nvSpPr>
          <p:spPr>
            <a:xfrm>
              <a:off x="7471365" y="6011392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3" name="pl23013"/>
            <p:cNvSpPr/>
            <p:nvPr/>
          </p:nvSpPr>
          <p:spPr>
            <a:xfrm>
              <a:off x="8151100" y="5953335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4" name="pl23014"/>
            <p:cNvSpPr/>
            <p:nvPr/>
          </p:nvSpPr>
          <p:spPr>
            <a:xfrm>
              <a:off x="8141747" y="5813430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5" name="pl23015"/>
            <p:cNvSpPr/>
            <p:nvPr/>
          </p:nvSpPr>
          <p:spPr>
            <a:xfrm>
              <a:off x="8200746" y="5953335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6" name="pl23016"/>
            <p:cNvSpPr/>
            <p:nvPr/>
          </p:nvSpPr>
          <p:spPr>
            <a:xfrm>
              <a:off x="8166473" y="5831813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7" name="pl23017"/>
            <p:cNvSpPr/>
            <p:nvPr/>
          </p:nvSpPr>
          <p:spPr>
            <a:xfrm>
              <a:off x="8177124" y="5953335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8" name="pl23018"/>
            <p:cNvSpPr/>
            <p:nvPr/>
          </p:nvSpPr>
          <p:spPr>
            <a:xfrm>
              <a:off x="8264625" y="5780633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19" name="pl23019"/>
            <p:cNvSpPr/>
            <p:nvPr/>
          </p:nvSpPr>
          <p:spPr>
            <a:xfrm>
              <a:off x="8269252" y="5760513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0" name="pl23020"/>
            <p:cNvSpPr/>
            <p:nvPr/>
          </p:nvSpPr>
          <p:spPr>
            <a:xfrm>
              <a:off x="8367267" y="5850629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1" name="pl23021"/>
            <p:cNvSpPr/>
            <p:nvPr/>
          </p:nvSpPr>
          <p:spPr>
            <a:xfrm>
              <a:off x="8156752" y="5861038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2" name="pl23022"/>
            <p:cNvSpPr/>
            <p:nvPr/>
          </p:nvSpPr>
          <p:spPr>
            <a:xfrm>
              <a:off x="8178239" y="5861038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3" name="pl23023"/>
            <p:cNvSpPr/>
            <p:nvPr/>
          </p:nvSpPr>
          <p:spPr>
            <a:xfrm>
              <a:off x="8167067" y="5861038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4" name="pl23024"/>
            <p:cNvSpPr/>
            <p:nvPr/>
          </p:nvSpPr>
          <p:spPr>
            <a:xfrm>
              <a:off x="8171569" y="5861038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5" name="pl23025"/>
            <p:cNvSpPr/>
            <p:nvPr/>
          </p:nvSpPr>
          <p:spPr>
            <a:xfrm>
              <a:off x="8177836" y="5861038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6" name="pl23026"/>
            <p:cNvSpPr/>
            <p:nvPr/>
          </p:nvSpPr>
          <p:spPr>
            <a:xfrm>
              <a:off x="8178239" y="5860260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7" name="pl23027"/>
            <p:cNvSpPr/>
            <p:nvPr/>
          </p:nvSpPr>
          <p:spPr>
            <a:xfrm>
              <a:off x="8177269" y="5791544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8" name="pl23028"/>
            <p:cNvSpPr/>
            <p:nvPr/>
          </p:nvSpPr>
          <p:spPr>
            <a:xfrm>
              <a:off x="8137155" y="5861038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29" name="pl23029"/>
            <p:cNvSpPr/>
            <p:nvPr/>
          </p:nvSpPr>
          <p:spPr>
            <a:xfrm>
              <a:off x="8178239" y="5861038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0" name="pl23030"/>
            <p:cNvSpPr/>
            <p:nvPr/>
          </p:nvSpPr>
          <p:spPr>
            <a:xfrm>
              <a:off x="8169736" y="5861038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1" name="pl23031"/>
            <p:cNvSpPr/>
            <p:nvPr/>
          </p:nvSpPr>
          <p:spPr>
            <a:xfrm>
              <a:off x="8160845" y="5861038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2" name="pl23032"/>
            <p:cNvSpPr/>
            <p:nvPr/>
          </p:nvSpPr>
          <p:spPr>
            <a:xfrm>
              <a:off x="8089540" y="6605138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3" name="pl23033"/>
            <p:cNvSpPr/>
            <p:nvPr/>
          </p:nvSpPr>
          <p:spPr>
            <a:xfrm>
              <a:off x="8179961" y="5760494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4" name="pl23034"/>
            <p:cNvSpPr/>
            <p:nvPr/>
          </p:nvSpPr>
          <p:spPr>
            <a:xfrm>
              <a:off x="8194723" y="5809082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5" name="pl23035"/>
            <p:cNvSpPr/>
            <p:nvPr/>
          </p:nvSpPr>
          <p:spPr>
            <a:xfrm>
              <a:off x="8194723" y="5809082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6" name="pl23036"/>
            <p:cNvSpPr/>
            <p:nvPr/>
          </p:nvSpPr>
          <p:spPr>
            <a:xfrm>
              <a:off x="8187055" y="5809082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7" name="pl23037"/>
            <p:cNvSpPr/>
            <p:nvPr/>
          </p:nvSpPr>
          <p:spPr>
            <a:xfrm>
              <a:off x="8194723" y="5799746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8" name="pl23038"/>
            <p:cNvSpPr/>
            <p:nvPr/>
          </p:nvSpPr>
          <p:spPr>
            <a:xfrm>
              <a:off x="8174072" y="5753843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39" name="pl23039"/>
            <p:cNvSpPr/>
            <p:nvPr/>
          </p:nvSpPr>
          <p:spPr>
            <a:xfrm>
              <a:off x="8193707" y="5809082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0" name="pl23040"/>
            <p:cNvSpPr/>
            <p:nvPr/>
          </p:nvSpPr>
          <p:spPr>
            <a:xfrm>
              <a:off x="8177408" y="5800831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1" name="pl23041"/>
            <p:cNvSpPr/>
            <p:nvPr/>
          </p:nvSpPr>
          <p:spPr>
            <a:xfrm>
              <a:off x="8188325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2" name="pl23042"/>
            <p:cNvSpPr/>
            <p:nvPr/>
          </p:nvSpPr>
          <p:spPr>
            <a:xfrm>
              <a:off x="8194723" y="5809082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3" name="pl23043"/>
            <p:cNvSpPr/>
            <p:nvPr/>
          </p:nvSpPr>
          <p:spPr>
            <a:xfrm>
              <a:off x="8194723" y="5809082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4" name="pl23044"/>
            <p:cNvSpPr/>
            <p:nvPr/>
          </p:nvSpPr>
          <p:spPr>
            <a:xfrm>
              <a:off x="8174578" y="5809082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5" name="pl23045"/>
            <p:cNvSpPr/>
            <p:nvPr/>
          </p:nvSpPr>
          <p:spPr>
            <a:xfrm>
              <a:off x="8181052" y="5778501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6" name="pl23046"/>
            <p:cNvSpPr/>
            <p:nvPr/>
          </p:nvSpPr>
          <p:spPr>
            <a:xfrm>
              <a:off x="8190610" y="5797748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7" name="pl23047"/>
            <p:cNvSpPr/>
            <p:nvPr/>
          </p:nvSpPr>
          <p:spPr>
            <a:xfrm>
              <a:off x="8194723" y="5809082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8" name="pl23048"/>
            <p:cNvSpPr/>
            <p:nvPr/>
          </p:nvSpPr>
          <p:spPr>
            <a:xfrm>
              <a:off x="8175308" y="5804825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49" name="pl23049"/>
            <p:cNvSpPr/>
            <p:nvPr/>
          </p:nvSpPr>
          <p:spPr>
            <a:xfrm>
              <a:off x="8194723" y="5809082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0" name="pl23050"/>
            <p:cNvSpPr/>
            <p:nvPr/>
          </p:nvSpPr>
          <p:spPr>
            <a:xfrm>
              <a:off x="8194723" y="5809082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1" name="pl23051"/>
            <p:cNvSpPr/>
            <p:nvPr/>
          </p:nvSpPr>
          <p:spPr>
            <a:xfrm>
              <a:off x="8177269" y="5791544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2" name="pl23052"/>
            <p:cNvSpPr/>
            <p:nvPr/>
          </p:nvSpPr>
          <p:spPr>
            <a:xfrm>
              <a:off x="8181371" y="5809082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3" name="pl23053"/>
            <p:cNvSpPr/>
            <p:nvPr/>
          </p:nvSpPr>
          <p:spPr>
            <a:xfrm>
              <a:off x="8183362" y="5809082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4" name="pl23054"/>
            <p:cNvSpPr/>
            <p:nvPr/>
          </p:nvSpPr>
          <p:spPr>
            <a:xfrm>
              <a:off x="8184590" y="5801777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5" name="pl23055"/>
            <p:cNvSpPr/>
            <p:nvPr/>
          </p:nvSpPr>
          <p:spPr>
            <a:xfrm>
              <a:off x="8164970" y="5807072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6" name="pl23056"/>
            <p:cNvSpPr/>
            <p:nvPr/>
          </p:nvSpPr>
          <p:spPr>
            <a:xfrm>
              <a:off x="8194723" y="5809082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7" name="pl23057"/>
            <p:cNvSpPr/>
            <p:nvPr/>
          </p:nvSpPr>
          <p:spPr>
            <a:xfrm>
              <a:off x="8184374" y="5775277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8" name="pl23058"/>
            <p:cNvSpPr/>
            <p:nvPr/>
          </p:nvSpPr>
          <p:spPr>
            <a:xfrm>
              <a:off x="8194723" y="5806385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59" name="pl23059"/>
            <p:cNvSpPr/>
            <p:nvPr/>
          </p:nvSpPr>
          <p:spPr>
            <a:xfrm>
              <a:off x="8185518" y="5808405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0" name="pl23060"/>
            <p:cNvSpPr/>
            <p:nvPr/>
          </p:nvSpPr>
          <p:spPr>
            <a:xfrm>
              <a:off x="8180975" y="5808201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1" name="pl23061"/>
            <p:cNvSpPr/>
            <p:nvPr/>
          </p:nvSpPr>
          <p:spPr>
            <a:xfrm>
              <a:off x="8191529" y="5809082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2" name="pl23062"/>
            <p:cNvSpPr/>
            <p:nvPr/>
          </p:nvSpPr>
          <p:spPr>
            <a:xfrm>
              <a:off x="8178721" y="5809082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3" name="pl23063"/>
            <p:cNvSpPr/>
            <p:nvPr/>
          </p:nvSpPr>
          <p:spPr>
            <a:xfrm>
              <a:off x="8177274" y="5808145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4" name="pl23064"/>
            <p:cNvSpPr/>
            <p:nvPr/>
          </p:nvSpPr>
          <p:spPr>
            <a:xfrm>
              <a:off x="8191569" y="5806001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5" name="pl23065"/>
            <p:cNvSpPr/>
            <p:nvPr/>
          </p:nvSpPr>
          <p:spPr>
            <a:xfrm>
              <a:off x="8194723" y="5799251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6" name="pl23066"/>
            <p:cNvSpPr/>
            <p:nvPr/>
          </p:nvSpPr>
          <p:spPr>
            <a:xfrm>
              <a:off x="8194723" y="5802736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7" name="pl23067"/>
            <p:cNvSpPr/>
            <p:nvPr/>
          </p:nvSpPr>
          <p:spPr>
            <a:xfrm>
              <a:off x="8366563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8" name="pl23068"/>
            <p:cNvSpPr/>
            <p:nvPr/>
          </p:nvSpPr>
          <p:spPr>
            <a:xfrm>
              <a:off x="8213400" y="5827998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69" name="pl23069"/>
            <p:cNvSpPr/>
            <p:nvPr/>
          </p:nvSpPr>
          <p:spPr>
            <a:xfrm>
              <a:off x="8197978" y="5827998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0" name="pl23070"/>
            <p:cNvSpPr/>
            <p:nvPr/>
          </p:nvSpPr>
          <p:spPr>
            <a:xfrm>
              <a:off x="8207094" y="5828351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1" name="pl23071"/>
            <p:cNvSpPr/>
            <p:nvPr/>
          </p:nvSpPr>
          <p:spPr>
            <a:xfrm>
              <a:off x="8358589" y="5373449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2" name="pl23072"/>
            <p:cNvSpPr/>
            <p:nvPr/>
          </p:nvSpPr>
          <p:spPr>
            <a:xfrm>
              <a:off x="8174543" y="5571181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3" name="pl23073"/>
            <p:cNvSpPr/>
            <p:nvPr/>
          </p:nvSpPr>
          <p:spPr>
            <a:xfrm>
              <a:off x="8353493" y="5850629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4" name="pl23074"/>
            <p:cNvSpPr/>
            <p:nvPr/>
          </p:nvSpPr>
          <p:spPr>
            <a:xfrm>
              <a:off x="8367267" y="5850629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5" name="pl23075"/>
            <p:cNvSpPr/>
            <p:nvPr/>
          </p:nvSpPr>
          <p:spPr>
            <a:xfrm>
              <a:off x="7977252" y="5807128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6" name="pl23076"/>
            <p:cNvSpPr/>
            <p:nvPr/>
          </p:nvSpPr>
          <p:spPr>
            <a:xfrm>
              <a:off x="8232390" y="5848978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7" name="pl23077"/>
            <p:cNvSpPr/>
            <p:nvPr/>
          </p:nvSpPr>
          <p:spPr>
            <a:xfrm>
              <a:off x="8526035" y="6548934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8" name="pl23078"/>
            <p:cNvSpPr/>
            <p:nvPr/>
          </p:nvSpPr>
          <p:spPr>
            <a:xfrm>
              <a:off x="8126225" y="5829373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79" name="pl23079"/>
            <p:cNvSpPr/>
            <p:nvPr/>
          </p:nvSpPr>
          <p:spPr>
            <a:xfrm>
              <a:off x="8127927" y="5829373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0" name="pl23080"/>
            <p:cNvSpPr/>
            <p:nvPr/>
          </p:nvSpPr>
          <p:spPr>
            <a:xfrm>
              <a:off x="8078892" y="5319343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1" name="pl23081"/>
            <p:cNvSpPr/>
            <p:nvPr/>
          </p:nvSpPr>
          <p:spPr>
            <a:xfrm>
              <a:off x="8296388" y="5499433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2" name="pl23082"/>
            <p:cNvSpPr/>
            <p:nvPr/>
          </p:nvSpPr>
          <p:spPr>
            <a:xfrm>
              <a:off x="8242799" y="5451344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3" name="pl23083"/>
            <p:cNvSpPr/>
            <p:nvPr/>
          </p:nvSpPr>
          <p:spPr>
            <a:xfrm>
              <a:off x="8287578" y="5461777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4" name="pl23084"/>
            <p:cNvSpPr/>
            <p:nvPr/>
          </p:nvSpPr>
          <p:spPr>
            <a:xfrm>
              <a:off x="8294486" y="5452429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5" name="pl23085"/>
            <p:cNvSpPr/>
            <p:nvPr/>
          </p:nvSpPr>
          <p:spPr>
            <a:xfrm>
              <a:off x="8275739" y="5420964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6" name="pl23086"/>
            <p:cNvSpPr/>
            <p:nvPr/>
          </p:nvSpPr>
          <p:spPr>
            <a:xfrm>
              <a:off x="8197008" y="5865346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7" name="pl23087"/>
            <p:cNvSpPr/>
            <p:nvPr/>
          </p:nvSpPr>
          <p:spPr>
            <a:xfrm>
              <a:off x="7796825" y="5106830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8" name="pl23088"/>
            <p:cNvSpPr/>
            <p:nvPr/>
          </p:nvSpPr>
          <p:spPr>
            <a:xfrm>
              <a:off x="7773403" y="5134144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89" name="pl23089"/>
            <p:cNvSpPr/>
            <p:nvPr/>
          </p:nvSpPr>
          <p:spPr>
            <a:xfrm>
              <a:off x="8279112" y="5506808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0" name="pl23090"/>
            <p:cNvSpPr/>
            <p:nvPr/>
          </p:nvSpPr>
          <p:spPr>
            <a:xfrm>
              <a:off x="8117622" y="5672615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1" name="pl23091"/>
            <p:cNvSpPr/>
            <p:nvPr/>
          </p:nvSpPr>
          <p:spPr>
            <a:xfrm>
              <a:off x="8115328" y="5682125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2" name="pl23092"/>
            <p:cNvSpPr/>
            <p:nvPr/>
          </p:nvSpPr>
          <p:spPr>
            <a:xfrm>
              <a:off x="7468827" y="6028584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3" name="pl23093"/>
            <p:cNvSpPr/>
            <p:nvPr/>
          </p:nvSpPr>
          <p:spPr>
            <a:xfrm>
              <a:off x="8295966" y="5486232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4" name="pl23094"/>
            <p:cNvSpPr/>
            <p:nvPr/>
          </p:nvSpPr>
          <p:spPr>
            <a:xfrm>
              <a:off x="8295611" y="5382263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5" name="pl23095"/>
            <p:cNvSpPr/>
            <p:nvPr/>
          </p:nvSpPr>
          <p:spPr>
            <a:xfrm>
              <a:off x="8295763" y="5397703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6" name="pl23096"/>
            <p:cNvSpPr/>
            <p:nvPr/>
          </p:nvSpPr>
          <p:spPr>
            <a:xfrm>
              <a:off x="8343231" y="4924830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7" name="pl23097"/>
            <p:cNvSpPr/>
            <p:nvPr/>
          </p:nvSpPr>
          <p:spPr>
            <a:xfrm>
              <a:off x="7552968" y="5428506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8" name="pl23098"/>
            <p:cNvSpPr/>
            <p:nvPr/>
          </p:nvSpPr>
          <p:spPr>
            <a:xfrm>
              <a:off x="7539199" y="5431359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099" name="pl23099"/>
            <p:cNvSpPr/>
            <p:nvPr/>
          </p:nvSpPr>
          <p:spPr>
            <a:xfrm>
              <a:off x="7539692" y="5442547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0" name="pl23100"/>
            <p:cNvSpPr/>
            <p:nvPr/>
          </p:nvSpPr>
          <p:spPr>
            <a:xfrm>
              <a:off x="8296695" y="5571181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1" name="pl23101"/>
            <p:cNvSpPr/>
            <p:nvPr/>
          </p:nvSpPr>
          <p:spPr>
            <a:xfrm>
              <a:off x="8363279" y="5623770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2" name="pl23102"/>
            <p:cNvSpPr/>
            <p:nvPr/>
          </p:nvSpPr>
          <p:spPr>
            <a:xfrm>
              <a:off x="8363279" y="5589391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3" name="pl23103"/>
            <p:cNvSpPr/>
            <p:nvPr/>
          </p:nvSpPr>
          <p:spPr>
            <a:xfrm>
              <a:off x="8363279" y="5604333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4" name="pl23104"/>
            <p:cNvSpPr/>
            <p:nvPr/>
          </p:nvSpPr>
          <p:spPr>
            <a:xfrm>
              <a:off x="8410130" y="5230186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5" name="pl23105"/>
            <p:cNvSpPr/>
            <p:nvPr/>
          </p:nvSpPr>
          <p:spPr>
            <a:xfrm>
              <a:off x="8166487" y="6107747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6" name="pl23106"/>
            <p:cNvSpPr/>
            <p:nvPr/>
          </p:nvSpPr>
          <p:spPr>
            <a:xfrm>
              <a:off x="8283981" y="5856557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7" name="pl23107"/>
            <p:cNvSpPr/>
            <p:nvPr/>
          </p:nvSpPr>
          <p:spPr>
            <a:xfrm>
              <a:off x="8282630" y="5858594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8" name="pl23108"/>
            <p:cNvSpPr/>
            <p:nvPr/>
          </p:nvSpPr>
          <p:spPr>
            <a:xfrm>
              <a:off x="8110759" y="6052486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09" name="pl23109"/>
            <p:cNvSpPr/>
            <p:nvPr/>
          </p:nvSpPr>
          <p:spPr>
            <a:xfrm>
              <a:off x="8134074" y="6052486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0" name="pl23110"/>
            <p:cNvSpPr/>
            <p:nvPr/>
          </p:nvSpPr>
          <p:spPr>
            <a:xfrm>
              <a:off x="8102220" y="6052486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1" name="pl23111"/>
            <p:cNvSpPr/>
            <p:nvPr/>
          </p:nvSpPr>
          <p:spPr>
            <a:xfrm>
              <a:off x="8146611" y="6052486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2" name="pl23112"/>
            <p:cNvSpPr/>
            <p:nvPr/>
          </p:nvSpPr>
          <p:spPr>
            <a:xfrm>
              <a:off x="8126762" y="6052486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3" name="pl23113"/>
            <p:cNvSpPr/>
            <p:nvPr/>
          </p:nvSpPr>
          <p:spPr>
            <a:xfrm>
              <a:off x="8221122" y="5836582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4" name="pl23114"/>
            <p:cNvSpPr/>
            <p:nvPr/>
          </p:nvSpPr>
          <p:spPr>
            <a:xfrm>
              <a:off x="8242445" y="5845976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5" name="pl23115"/>
            <p:cNvSpPr/>
            <p:nvPr/>
          </p:nvSpPr>
          <p:spPr>
            <a:xfrm>
              <a:off x="8228798" y="5925004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6" name="pl23116"/>
            <p:cNvSpPr/>
            <p:nvPr/>
          </p:nvSpPr>
          <p:spPr>
            <a:xfrm>
              <a:off x="8051642" y="5272961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7" name="pl23117"/>
            <p:cNvSpPr/>
            <p:nvPr/>
          </p:nvSpPr>
          <p:spPr>
            <a:xfrm>
              <a:off x="8061745" y="5292490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8" name="pl23118"/>
            <p:cNvSpPr/>
            <p:nvPr/>
          </p:nvSpPr>
          <p:spPr>
            <a:xfrm>
              <a:off x="8581884" y="5814869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19" name="pl23119"/>
            <p:cNvSpPr/>
            <p:nvPr/>
          </p:nvSpPr>
          <p:spPr>
            <a:xfrm>
              <a:off x="8581884" y="5814869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0" name="pl23120"/>
            <p:cNvSpPr/>
            <p:nvPr/>
          </p:nvSpPr>
          <p:spPr>
            <a:xfrm>
              <a:off x="8581884" y="5814869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1" name="pl23121"/>
            <p:cNvSpPr/>
            <p:nvPr/>
          </p:nvSpPr>
          <p:spPr>
            <a:xfrm>
              <a:off x="8272232" y="5631334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2" name="pl23122"/>
            <p:cNvSpPr/>
            <p:nvPr/>
          </p:nvSpPr>
          <p:spPr>
            <a:xfrm>
              <a:off x="8264625" y="5792788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3" name="pl23123"/>
            <p:cNvSpPr/>
            <p:nvPr/>
          </p:nvSpPr>
          <p:spPr>
            <a:xfrm>
              <a:off x="8215192" y="5932682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4" name="pl23124"/>
            <p:cNvSpPr/>
            <p:nvPr/>
          </p:nvSpPr>
          <p:spPr>
            <a:xfrm>
              <a:off x="8214173" y="5932682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5" name="pl23125"/>
            <p:cNvSpPr/>
            <p:nvPr/>
          </p:nvSpPr>
          <p:spPr>
            <a:xfrm>
              <a:off x="8269252" y="5776883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6" name="pl23126"/>
            <p:cNvSpPr/>
            <p:nvPr/>
          </p:nvSpPr>
          <p:spPr>
            <a:xfrm>
              <a:off x="8221122" y="5821545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7" name="pl23127"/>
            <p:cNvSpPr/>
            <p:nvPr/>
          </p:nvSpPr>
          <p:spPr>
            <a:xfrm>
              <a:off x="8235870" y="5780633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8" name="pl23128"/>
            <p:cNvSpPr/>
            <p:nvPr/>
          </p:nvSpPr>
          <p:spPr>
            <a:xfrm>
              <a:off x="8511617" y="4949686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29" name="pl23129"/>
            <p:cNvSpPr/>
            <p:nvPr/>
          </p:nvSpPr>
          <p:spPr>
            <a:xfrm>
              <a:off x="8161056" y="5631334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0" name="pl23130"/>
            <p:cNvSpPr/>
            <p:nvPr/>
          </p:nvSpPr>
          <p:spPr>
            <a:xfrm>
              <a:off x="8136169" y="5603053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1" name="pl23131"/>
            <p:cNvSpPr/>
            <p:nvPr/>
          </p:nvSpPr>
          <p:spPr>
            <a:xfrm>
              <a:off x="8207429" y="5813274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2" name="pl23132"/>
            <p:cNvSpPr/>
            <p:nvPr/>
          </p:nvSpPr>
          <p:spPr>
            <a:xfrm>
              <a:off x="7423414" y="5835012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3" name="pl23133"/>
            <p:cNvSpPr/>
            <p:nvPr/>
          </p:nvSpPr>
          <p:spPr>
            <a:xfrm>
              <a:off x="7423442" y="5846162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4" name="pl23134"/>
            <p:cNvSpPr/>
            <p:nvPr/>
          </p:nvSpPr>
          <p:spPr>
            <a:xfrm>
              <a:off x="8221122" y="5836582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5" name="pl23135"/>
            <p:cNvSpPr/>
            <p:nvPr/>
          </p:nvSpPr>
          <p:spPr>
            <a:xfrm>
              <a:off x="8228535" y="5845094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6" name="pl23136"/>
            <p:cNvSpPr/>
            <p:nvPr/>
          </p:nvSpPr>
          <p:spPr>
            <a:xfrm>
              <a:off x="8296695" y="5506846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7" name="pl23137"/>
            <p:cNvSpPr/>
            <p:nvPr/>
          </p:nvSpPr>
          <p:spPr>
            <a:xfrm>
              <a:off x="8166752" y="5807128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8" name="pl23138"/>
            <p:cNvSpPr/>
            <p:nvPr/>
          </p:nvSpPr>
          <p:spPr>
            <a:xfrm>
              <a:off x="8270283" y="5513964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39" name="pl23139"/>
            <p:cNvSpPr/>
            <p:nvPr/>
          </p:nvSpPr>
          <p:spPr>
            <a:xfrm>
              <a:off x="8457992" y="5757678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0" name="pl23140"/>
            <p:cNvSpPr/>
            <p:nvPr/>
          </p:nvSpPr>
          <p:spPr>
            <a:xfrm>
              <a:off x="8421973" y="5841933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1" name="pl23141"/>
            <p:cNvSpPr/>
            <p:nvPr/>
          </p:nvSpPr>
          <p:spPr>
            <a:xfrm>
              <a:off x="8277150" y="5983349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2" name="pl23142"/>
            <p:cNvSpPr/>
            <p:nvPr/>
          </p:nvSpPr>
          <p:spPr>
            <a:xfrm>
              <a:off x="8370008" y="5921626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3" name="pl23143"/>
            <p:cNvSpPr/>
            <p:nvPr/>
          </p:nvSpPr>
          <p:spPr>
            <a:xfrm>
              <a:off x="8217260" y="5836582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4" name="pl23144"/>
            <p:cNvSpPr/>
            <p:nvPr/>
          </p:nvSpPr>
          <p:spPr>
            <a:xfrm>
              <a:off x="7552968" y="5442547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5" name="pl23145"/>
            <p:cNvSpPr/>
            <p:nvPr/>
          </p:nvSpPr>
          <p:spPr>
            <a:xfrm>
              <a:off x="8121405" y="5664209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6" name="pl23146"/>
            <p:cNvSpPr/>
            <p:nvPr/>
          </p:nvSpPr>
          <p:spPr>
            <a:xfrm>
              <a:off x="8123114" y="5664209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7" name="pl23147"/>
            <p:cNvSpPr/>
            <p:nvPr/>
          </p:nvSpPr>
          <p:spPr>
            <a:xfrm>
              <a:off x="8123114" y="5618919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8" name="pl23148"/>
            <p:cNvSpPr/>
            <p:nvPr/>
          </p:nvSpPr>
          <p:spPr>
            <a:xfrm>
              <a:off x="8123114" y="5661697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49" name="pl23149"/>
            <p:cNvSpPr/>
            <p:nvPr/>
          </p:nvSpPr>
          <p:spPr>
            <a:xfrm>
              <a:off x="8123114" y="5648305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0" name="pl23150"/>
            <p:cNvSpPr/>
            <p:nvPr/>
          </p:nvSpPr>
          <p:spPr>
            <a:xfrm>
              <a:off x="8123114" y="5660455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1" name="pl23151"/>
            <p:cNvSpPr/>
            <p:nvPr/>
          </p:nvSpPr>
          <p:spPr>
            <a:xfrm>
              <a:off x="8173308" y="5817338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2" name="pl23152"/>
            <p:cNvSpPr/>
            <p:nvPr/>
          </p:nvSpPr>
          <p:spPr>
            <a:xfrm>
              <a:off x="8188325" y="5809082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3" name="pl23153"/>
            <p:cNvSpPr/>
            <p:nvPr/>
          </p:nvSpPr>
          <p:spPr>
            <a:xfrm>
              <a:off x="8166641" y="5817338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4" name="pl23154"/>
            <p:cNvSpPr/>
            <p:nvPr/>
          </p:nvSpPr>
          <p:spPr>
            <a:xfrm>
              <a:off x="8186167" y="5817338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5" name="pl23155"/>
            <p:cNvSpPr/>
            <p:nvPr/>
          </p:nvSpPr>
          <p:spPr>
            <a:xfrm>
              <a:off x="8208356" y="5814448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6" name="pl23156"/>
            <p:cNvSpPr/>
            <p:nvPr/>
          </p:nvSpPr>
          <p:spPr>
            <a:xfrm>
              <a:off x="8267375" y="6006714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7" name="pl23157"/>
            <p:cNvSpPr/>
            <p:nvPr/>
          </p:nvSpPr>
          <p:spPr>
            <a:xfrm>
              <a:off x="8366563" y="5631334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8" name="pl23158"/>
            <p:cNvSpPr/>
            <p:nvPr/>
          </p:nvSpPr>
          <p:spPr>
            <a:xfrm>
              <a:off x="7442839" y="5585740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59" name="pl23159"/>
            <p:cNvSpPr/>
            <p:nvPr/>
          </p:nvSpPr>
          <p:spPr>
            <a:xfrm>
              <a:off x="8331364" y="5419830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0" name="pl23160"/>
            <p:cNvSpPr/>
            <p:nvPr/>
          </p:nvSpPr>
          <p:spPr>
            <a:xfrm>
              <a:off x="8296695" y="5472003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1" name="pl23161"/>
            <p:cNvSpPr/>
            <p:nvPr/>
          </p:nvSpPr>
          <p:spPr>
            <a:xfrm>
              <a:off x="8331364" y="5421272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2" name="pl23162"/>
            <p:cNvSpPr/>
            <p:nvPr/>
          </p:nvSpPr>
          <p:spPr>
            <a:xfrm>
              <a:off x="8331364" y="5417880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3" name="pl23163"/>
            <p:cNvSpPr/>
            <p:nvPr/>
          </p:nvSpPr>
          <p:spPr>
            <a:xfrm>
              <a:off x="8216043" y="5788836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4" name="pl23164"/>
            <p:cNvSpPr/>
            <p:nvPr/>
          </p:nvSpPr>
          <p:spPr>
            <a:xfrm>
              <a:off x="8221408" y="5862205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5" name="pl23165"/>
            <p:cNvSpPr/>
            <p:nvPr/>
          </p:nvSpPr>
          <p:spPr>
            <a:xfrm>
              <a:off x="8221122" y="5836582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6" name="pl23166"/>
            <p:cNvSpPr/>
            <p:nvPr/>
          </p:nvSpPr>
          <p:spPr>
            <a:xfrm>
              <a:off x="8219622" y="5862205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7" name="pl23167"/>
            <p:cNvSpPr/>
            <p:nvPr/>
          </p:nvSpPr>
          <p:spPr>
            <a:xfrm>
              <a:off x="8854707" y="5165585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8" name="pl23168"/>
            <p:cNvSpPr/>
            <p:nvPr/>
          </p:nvSpPr>
          <p:spPr>
            <a:xfrm>
              <a:off x="8367267" y="5847977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69" name="pl23169"/>
            <p:cNvSpPr/>
            <p:nvPr/>
          </p:nvSpPr>
          <p:spPr>
            <a:xfrm>
              <a:off x="8946459" y="5271865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0" name="pl23170"/>
            <p:cNvSpPr/>
            <p:nvPr/>
          </p:nvSpPr>
          <p:spPr>
            <a:xfrm>
              <a:off x="8295989" y="5860704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1" name="pl23171"/>
            <p:cNvSpPr/>
            <p:nvPr/>
          </p:nvSpPr>
          <p:spPr>
            <a:xfrm>
              <a:off x="8283981" y="5856557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2" name="pl23172"/>
            <p:cNvSpPr/>
            <p:nvPr/>
          </p:nvSpPr>
          <p:spPr>
            <a:xfrm>
              <a:off x="8282630" y="5858594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3" name="pl23173"/>
            <p:cNvSpPr/>
            <p:nvPr/>
          </p:nvSpPr>
          <p:spPr>
            <a:xfrm>
              <a:off x="8582333" y="5001125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4" name="pl23174"/>
            <p:cNvSpPr/>
            <p:nvPr/>
          </p:nvSpPr>
          <p:spPr>
            <a:xfrm>
              <a:off x="8115328" y="5692536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5" name="pl23175"/>
            <p:cNvSpPr/>
            <p:nvPr/>
          </p:nvSpPr>
          <p:spPr>
            <a:xfrm>
              <a:off x="8115328" y="5651380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6" name="pl23176"/>
            <p:cNvSpPr/>
            <p:nvPr/>
          </p:nvSpPr>
          <p:spPr>
            <a:xfrm>
              <a:off x="8115328" y="5648771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7" name="pl23177"/>
            <p:cNvSpPr/>
            <p:nvPr/>
          </p:nvSpPr>
          <p:spPr>
            <a:xfrm>
              <a:off x="8115328" y="5657379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8" name="pl23178"/>
            <p:cNvSpPr/>
            <p:nvPr/>
          </p:nvSpPr>
          <p:spPr>
            <a:xfrm>
              <a:off x="8115328" y="5618987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79" name="pl23179"/>
            <p:cNvSpPr/>
            <p:nvPr/>
          </p:nvSpPr>
          <p:spPr>
            <a:xfrm>
              <a:off x="8074966" y="5672143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0" name="pl23180"/>
            <p:cNvSpPr/>
            <p:nvPr/>
          </p:nvSpPr>
          <p:spPr>
            <a:xfrm>
              <a:off x="8083364" y="5681969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1" name="pl23181"/>
            <p:cNvSpPr/>
            <p:nvPr/>
          </p:nvSpPr>
          <p:spPr>
            <a:xfrm>
              <a:off x="8115328" y="5619996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2" name="pl23182"/>
            <p:cNvSpPr/>
            <p:nvPr/>
          </p:nvSpPr>
          <p:spPr>
            <a:xfrm>
              <a:off x="7976427" y="5267559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3" name="pl23183"/>
            <p:cNvSpPr/>
            <p:nvPr/>
          </p:nvSpPr>
          <p:spPr>
            <a:xfrm>
              <a:off x="7765739" y="5192173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4" name="pl23184"/>
            <p:cNvSpPr/>
            <p:nvPr/>
          </p:nvSpPr>
          <p:spPr>
            <a:xfrm>
              <a:off x="7776914" y="5198621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5" name="pl23185"/>
            <p:cNvSpPr/>
            <p:nvPr/>
          </p:nvSpPr>
          <p:spPr>
            <a:xfrm>
              <a:off x="7796825" y="5148342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6" name="pl23186"/>
            <p:cNvSpPr/>
            <p:nvPr/>
          </p:nvSpPr>
          <p:spPr>
            <a:xfrm>
              <a:off x="7810915" y="5198621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7" name="pl23187"/>
            <p:cNvSpPr/>
            <p:nvPr/>
          </p:nvSpPr>
          <p:spPr>
            <a:xfrm>
              <a:off x="7795521" y="5197167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8" name="pl23188"/>
            <p:cNvSpPr/>
            <p:nvPr/>
          </p:nvSpPr>
          <p:spPr>
            <a:xfrm>
              <a:off x="8221122" y="5836582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89" name="pl23189"/>
            <p:cNvSpPr/>
            <p:nvPr/>
          </p:nvSpPr>
          <p:spPr>
            <a:xfrm>
              <a:off x="8207316" y="5783133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0" name="pl23190"/>
            <p:cNvSpPr/>
            <p:nvPr/>
          </p:nvSpPr>
          <p:spPr>
            <a:xfrm>
              <a:off x="8249843" y="5780633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1" name="pl23191"/>
            <p:cNvSpPr/>
            <p:nvPr/>
          </p:nvSpPr>
          <p:spPr>
            <a:xfrm>
              <a:off x="8296695" y="5522498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2" name="pl23192"/>
            <p:cNvSpPr/>
            <p:nvPr/>
          </p:nvSpPr>
          <p:spPr>
            <a:xfrm>
              <a:off x="7519055" y="6092209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3" name="pl23193"/>
            <p:cNvSpPr/>
            <p:nvPr/>
          </p:nvSpPr>
          <p:spPr>
            <a:xfrm>
              <a:off x="8366563" y="5574038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4" name="pl23194"/>
            <p:cNvSpPr/>
            <p:nvPr/>
          </p:nvSpPr>
          <p:spPr>
            <a:xfrm>
              <a:off x="7874684" y="6511292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5" name="pl23195"/>
            <p:cNvSpPr/>
            <p:nvPr/>
          </p:nvSpPr>
          <p:spPr>
            <a:xfrm>
              <a:off x="8200440" y="6632890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6" name="pl23196"/>
            <p:cNvSpPr/>
            <p:nvPr/>
          </p:nvSpPr>
          <p:spPr>
            <a:xfrm>
              <a:off x="8987442" y="6146379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7" name="pl23197"/>
            <p:cNvSpPr/>
            <p:nvPr/>
          </p:nvSpPr>
          <p:spPr>
            <a:xfrm>
              <a:off x="8137406" y="5881536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8" name="pl23198"/>
            <p:cNvSpPr/>
            <p:nvPr/>
          </p:nvSpPr>
          <p:spPr>
            <a:xfrm>
              <a:off x="8216043" y="5792835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199" name="pl23199"/>
            <p:cNvSpPr/>
            <p:nvPr/>
          </p:nvSpPr>
          <p:spPr>
            <a:xfrm>
              <a:off x="8218709" y="5787192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0" name="pl23200"/>
            <p:cNvSpPr/>
            <p:nvPr/>
          </p:nvSpPr>
          <p:spPr>
            <a:xfrm>
              <a:off x="8215417" y="5790495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1" name="pl23201"/>
            <p:cNvSpPr/>
            <p:nvPr/>
          </p:nvSpPr>
          <p:spPr>
            <a:xfrm>
              <a:off x="8218180" y="5881024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2" name="pl23202"/>
            <p:cNvSpPr/>
            <p:nvPr/>
          </p:nvSpPr>
          <p:spPr>
            <a:xfrm>
              <a:off x="8803873" y="6368319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3" name="pl23203"/>
            <p:cNvSpPr/>
            <p:nvPr/>
          </p:nvSpPr>
          <p:spPr>
            <a:xfrm>
              <a:off x="8819601" y="6366784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4" name="pl23204"/>
            <p:cNvSpPr/>
            <p:nvPr/>
          </p:nvSpPr>
          <p:spPr>
            <a:xfrm>
              <a:off x="8269501" y="6308137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5" name="pl23205"/>
            <p:cNvSpPr/>
            <p:nvPr/>
          </p:nvSpPr>
          <p:spPr>
            <a:xfrm>
              <a:off x="8269501" y="6308137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6" name="pl23206"/>
            <p:cNvSpPr/>
            <p:nvPr/>
          </p:nvSpPr>
          <p:spPr>
            <a:xfrm>
              <a:off x="8284224" y="5853940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7" name="pl23207"/>
            <p:cNvSpPr/>
            <p:nvPr/>
          </p:nvSpPr>
          <p:spPr>
            <a:xfrm>
              <a:off x="8181305" y="5782906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8" name="pl23208"/>
            <p:cNvSpPr/>
            <p:nvPr/>
          </p:nvSpPr>
          <p:spPr>
            <a:xfrm>
              <a:off x="8197192" y="5794588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09" name="pl23209"/>
            <p:cNvSpPr/>
            <p:nvPr/>
          </p:nvSpPr>
          <p:spPr>
            <a:xfrm>
              <a:off x="8197192" y="5793211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0" name="pl23210"/>
            <p:cNvSpPr/>
            <p:nvPr/>
          </p:nvSpPr>
          <p:spPr>
            <a:xfrm>
              <a:off x="8194723" y="5794588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1" name="pl23211"/>
            <p:cNvSpPr/>
            <p:nvPr/>
          </p:nvSpPr>
          <p:spPr>
            <a:xfrm>
              <a:off x="8193361" y="5788904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2" name="pl23212"/>
            <p:cNvSpPr/>
            <p:nvPr/>
          </p:nvSpPr>
          <p:spPr>
            <a:xfrm>
              <a:off x="8193125" y="5785299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3" name="pl23213"/>
            <p:cNvSpPr/>
            <p:nvPr/>
          </p:nvSpPr>
          <p:spPr>
            <a:xfrm>
              <a:off x="7812703" y="5093162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4" name="pl23214"/>
            <p:cNvSpPr/>
            <p:nvPr/>
          </p:nvSpPr>
          <p:spPr>
            <a:xfrm>
              <a:off x="7920045" y="4988351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5" name="pl23215"/>
            <p:cNvSpPr/>
            <p:nvPr/>
          </p:nvSpPr>
          <p:spPr>
            <a:xfrm>
              <a:off x="8195078" y="5953335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6" name="pl23216"/>
            <p:cNvSpPr/>
            <p:nvPr/>
          </p:nvSpPr>
          <p:spPr>
            <a:xfrm>
              <a:off x="8126875" y="5676201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7" name="pl23217"/>
            <p:cNvSpPr/>
            <p:nvPr/>
          </p:nvSpPr>
          <p:spPr>
            <a:xfrm>
              <a:off x="8153998" y="5701428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8" name="pl23218"/>
            <p:cNvSpPr/>
            <p:nvPr/>
          </p:nvSpPr>
          <p:spPr>
            <a:xfrm>
              <a:off x="8123114" y="5664209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19" name="pl23219"/>
            <p:cNvSpPr/>
            <p:nvPr/>
          </p:nvSpPr>
          <p:spPr>
            <a:xfrm>
              <a:off x="8153998" y="5701428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0" name="pl23220"/>
            <p:cNvSpPr/>
            <p:nvPr/>
          </p:nvSpPr>
          <p:spPr>
            <a:xfrm>
              <a:off x="8153998" y="5432336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1" name="pl23221"/>
            <p:cNvSpPr/>
            <p:nvPr/>
          </p:nvSpPr>
          <p:spPr>
            <a:xfrm>
              <a:off x="8269252" y="5773891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2" name="pl23222"/>
            <p:cNvSpPr/>
            <p:nvPr/>
          </p:nvSpPr>
          <p:spPr>
            <a:xfrm>
              <a:off x="8523050" y="6542457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3" name="pl23223"/>
            <p:cNvSpPr/>
            <p:nvPr/>
          </p:nvSpPr>
          <p:spPr>
            <a:xfrm>
              <a:off x="8366563" y="5608928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4" name="pl23224"/>
            <p:cNvSpPr/>
            <p:nvPr/>
          </p:nvSpPr>
          <p:spPr>
            <a:xfrm>
              <a:off x="8214577" y="5835450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5" name="pl23225"/>
            <p:cNvSpPr/>
            <p:nvPr/>
          </p:nvSpPr>
          <p:spPr>
            <a:xfrm>
              <a:off x="8196857" y="5835450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6" name="pl23226"/>
            <p:cNvSpPr/>
            <p:nvPr/>
          </p:nvSpPr>
          <p:spPr>
            <a:xfrm>
              <a:off x="8283981" y="5853346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7" name="pl23227"/>
            <p:cNvSpPr/>
            <p:nvPr/>
          </p:nvSpPr>
          <p:spPr>
            <a:xfrm>
              <a:off x="8260385" y="5816311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8" name="pl23228"/>
            <p:cNvSpPr/>
            <p:nvPr/>
          </p:nvSpPr>
          <p:spPr>
            <a:xfrm>
              <a:off x="8282630" y="5858594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29" name="pl23229"/>
            <p:cNvSpPr/>
            <p:nvPr/>
          </p:nvSpPr>
          <p:spPr>
            <a:xfrm>
              <a:off x="8249934" y="5858594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0" name="pl23230"/>
            <p:cNvSpPr/>
            <p:nvPr/>
          </p:nvSpPr>
          <p:spPr>
            <a:xfrm>
              <a:off x="8282630" y="5856557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1" name="pl23231"/>
            <p:cNvSpPr/>
            <p:nvPr/>
          </p:nvSpPr>
          <p:spPr>
            <a:xfrm>
              <a:off x="8194281" y="5631334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2" name="pl23232"/>
            <p:cNvSpPr/>
            <p:nvPr/>
          </p:nvSpPr>
          <p:spPr>
            <a:xfrm>
              <a:off x="8190298" y="5607625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3" name="pl23233"/>
            <p:cNvSpPr/>
            <p:nvPr/>
          </p:nvSpPr>
          <p:spPr>
            <a:xfrm>
              <a:off x="8294873" y="5563087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4" name="pl23234"/>
            <p:cNvSpPr/>
            <p:nvPr/>
          </p:nvSpPr>
          <p:spPr>
            <a:xfrm>
              <a:off x="8786127" y="5461698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5" name="pl23235"/>
            <p:cNvSpPr/>
            <p:nvPr/>
          </p:nvSpPr>
          <p:spPr>
            <a:xfrm>
              <a:off x="8699359" y="5477494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6" name="pl23236"/>
            <p:cNvSpPr/>
            <p:nvPr/>
          </p:nvSpPr>
          <p:spPr>
            <a:xfrm>
              <a:off x="8366563" y="5631334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7" name="pl23237"/>
            <p:cNvSpPr/>
            <p:nvPr/>
          </p:nvSpPr>
          <p:spPr>
            <a:xfrm>
              <a:off x="8513866" y="5678036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8" name="pl23238"/>
            <p:cNvSpPr/>
            <p:nvPr/>
          </p:nvSpPr>
          <p:spPr>
            <a:xfrm>
              <a:off x="8366563" y="5631334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39" name="pl23239"/>
            <p:cNvSpPr/>
            <p:nvPr/>
          </p:nvSpPr>
          <p:spPr>
            <a:xfrm>
              <a:off x="8513866" y="5678101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0" name="pl23240"/>
            <p:cNvSpPr/>
            <p:nvPr/>
          </p:nvSpPr>
          <p:spPr>
            <a:xfrm>
              <a:off x="8513866" y="5678101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1" name="pl23241"/>
            <p:cNvSpPr/>
            <p:nvPr/>
          </p:nvSpPr>
          <p:spPr>
            <a:xfrm>
              <a:off x="8054508" y="5903628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2" name="pl23242"/>
            <p:cNvSpPr/>
            <p:nvPr/>
          </p:nvSpPr>
          <p:spPr>
            <a:xfrm>
              <a:off x="8123110" y="5661358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3" name="pl23243"/>
            <p:cNvSpPr/>
            <p:nvPr/>
          </p:nvSpPr>
          <p:spPr>
            <a:xfrm>
              <a:off x="8160098" y="5710140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4" name="pl23244"/>
            <p:cNvSpPr/>
            <p:nvPr/>
          </p:nvSpPr>
          <p:spPr>
            <a:xfrm>
              <a:off x="8163339" y="5712450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5" name="pl23245"/>
            <p:cNvSpPr/>
            <p:nvPr/>
          </p:nvSpPr>
          <p:spPr>
            <a:xfrm>
              <a:off x="8163339" y="5708581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6" name="pl23246"/>
            <p:cNvSpPr/>
            <p:nvPr/>
          </p:nvSpPr>
          <p:spPr>
            <a:xfrm>
              <a:off x="8163339" y="5714868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7" name="pl23247"/>
            <p:cNvSpPr/>
            <p:nvPr/>
          </p:nvSpPr>
          <p:spPr>
            <a:xfrm>
              <a:off x="8163339" y="5714868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8" name="pl23248"/>
            <p:cNvSpPr/>
            <p:nvPr/>
          </p:nvSpPr>
          <p:spPr>
            <a:xfrm>
              <a:off x="8161108" y="5711212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49" name="pl23249"/>
            <p:cNvSpPr/>
            <p:nvPr/>
          </p:nvSpPr>
          <p:spPr>
            <a:xfrm>
              <a:off x="8163339" y="5706073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0" name="pl23250"/>
            <p:cNvSpPr/>
            <p:nvPr/>
          </p:nvSpPr>
          <p:spPr>
            <a:xfrm>
              <a:off x="8217462" y="5822159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1" name="pl23251"/>
            <p:cNvSpPr/>
            <p:nvPr/>
          </p:nvSpPr>
          <p:spPr>
            <a:xfrm>
              <a:off x="8207316" y="5805861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2" name="pl23252"/>
            <p:cNvSpPr/>
            <p:nvPr/>
          </p:nvSpPr>
          <p:spPr>
            <a:xfrm>
              <a:off x="8143223" y="5719232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3" name="pl23253"/>
            <p:cNvSpPr/>
            <p:nvPr/>
          </p:nvSpPr>
          <p:spPr>
            <a:xfrm>
              <a:off x="8353924" y="4934698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4" name="pl23254"/>
            <p:cNvSpPr/>
            <p:nvPr/>
          </p:nvSpPr>
          <p:spPr>
            <a:xfrm>
              <a:off x="7568788" y="6096721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5" name="pl23255"/>
            <p:cNvSpPr/>
            <p:nvPr/>
          </p:nvSpPr>
          <p:spPr>
            <a:xfrm>
              <a:off x="8216043" y="5783788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6" name="pl23256"/>
            <p:cNvSpPr/>
            <p:nvPr/>
          </p:nvSpPr>
          <p:spPr>
            <a:xfrm>
              <a:off x="8238083" y="5780633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7" name="pl23257"/>
            <p:cNvSpPr/>
            <p:nvPr/>
          </p:nvSpPr>
          <p:spPr>
            <a:xfrm>
              <a:off x="8238083" y="5778157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8" name="pl23258"/>
            <p:cNvSpPr/>
            <p:nvPr/>
          </p:nvSpPr>
          <p:spPr>
            <a:xfrm>
              <a:off x="8238083" y="5776840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59" name="pl23259"/>
            <p:cNvSpPr/>
            <p:nvPr/>
          </p:nvSpPr>
          <p:spPr>
            <a:xfrm>
              <a:off x="8210744" y="5836582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0" name="pl23260"/>
            <p:cNvSpPr/>
            <p:nvPr/>
          </p:nvSpPr>
          <p:spPr>
            <a:xfrm>
              <a:off x="8197626" y="5836778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1" name="pl23261"/>
            <p:cNvSpPr/>
            <p:nvPr/>
          </p:nvSpPr>
          <p:spPr>
            <a:xfrm>
              <a:off x="7700754" y="6384364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2" name="pl23262"/>
            <p:cNvSpPr/>
            <p:nvPr/>
          </p:nvSpPr>
          <p:spPr>
            <a:xfrm>
              <a:off x="8157099" y="6107747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3" name="pl23263"/>
            <p:cNvSpPr/>
            <p:nvPr/>
          </p:nvSpPr>
          <p:spPr>
            <a:xfrm>
              <a:off x="8391482" y="5622212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4" name="pl23264"/>
            <p:cNvSpPr/>
            <p:nvPr/>
          </p:nvSpPr>
          <p:spPr>
            <a:xfrm>
              <a:off x="8391482" y="5583039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5" name="pl23265"/>
            <p:cNvSpPr/>
            <p:nvPr/>
          </p:nvSpPr>
          <p:spPr>
            <a:xfrm>
              <a:off x="8366563" y="5622743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6" name="pl23266"/>
            <p:cNvSpPr/>
            <p:nvPr/>
          </p:nvSpPr>
          <p:spPr>
            <a:xfrm>
              <a:off x="8391482" y="5600937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7" name="pl23267"/>
            <p:cNvSpPr/>
            <p:nvPr/>
          </p:nvSpPr>
          <p:spPr>
            <a:xfrm>
              <a:off x="8391482" y="5607062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8" name="pl23268"/>
            <p:cNvSpPr/>
            <p:nvPr/>
          </p:nvSpPr>
          <p:spPr>
            <a:xfrm>
              <a:off x="8391482" y="5613650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69" name="pl23269"/>
            <p:cNvSpPr/>
            <p:nvPr/>
          </p:nvSpPr>
          <p:spPr>
            <a:xfrm>
              <a:off x="8391482" y="5609103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0" name="pl23270"/>
            <p:cNvSpPr/>
            <p:nvPr/>
          </p:nvSpPr>
          <p:spPr>
            <a:xfrm>
              <a:off x="8159054" y="5783449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1" name="pl23271"/>
            <p:cNvSpPr/>
            <p:nvPr/>
          </p:nvSpPr>
          <p:spPr>
            <a:xfrm>
              <a:off x="8158516" y="5778816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2" name="pl23272"/>
            <p:cNvSpPr/>
            <p:nvPr/>
          </p:nvSpPr>
          <p:spPr>
            <a:xfrm>
              <a:off x="8148825" y="5783748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3" name="pl23273"/>
            <p:cNvSpPr/>
            <p:nvPr/>
          </p:nvSpPr>
          <p:spPr>
            <a:xfrm>
              <a:off x="8366563" y="5590164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4" name="pl23274"/>
            <p:cNvSpPr/>
            <p:nvPr/>
          </p:nvSpPr>
          <p:spPr>
            <a:xfrm>
              <a:off x="8428508" y="5543636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5" name="pl23275"/>
            <p:cNvSpPr/>
            <p:nvPr/>
          </p:nvSpPr>
          <p:spPr>
            <a:xfrm>
              <a:off x="8296207" y="5513930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6" name="pl23276"/>
            <p:cNvSpPr/>
            <p:nvPr/>
          </p:nvSpPr>
          <p:spPr>
            <a:xfrm>
              <a:off x="8124569" y="5876618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7" name="pl23277"/>
            <p:cNvSpPr/>
            <p:nvPr/>
          </p:nvSpPr>
          <p:spPr>
            <a:xfrm>
              <a:off x="8174831" y="5876618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8" name="pl23278"/>
            <p:cNvSpPr/>
            <p:nvPr/>
          </p:nvSpPr>
          <p:spPr>
            <a:xfrm>
              <a:off x="8523059" y="6548934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79" name="pl23279"/>
            <p:cNvSpPr/>
            <p:nvPr/>
          </p:nvSpPr>
          <p:spPr>
            <a:xfrm>
              <a:off x="8169152" y="5824653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0" name="pl23280"/>
            <p:cNvSpPr/>
            <p:nvPr/>
          </p:nvSpPr>
          <p:spPr>
            <a:xfrm>
              <a:off x="8162359" y="5824653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1" name="pl23281"/>
            <p:cNvSpPr/>
            <p:nvPr/>
          </p:nvSpPr>
          <p:spPr>
            <a:xfrm>
              <a:off x="8356291" y="5540206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2" name="pl23282"/>
            <p:cNvSpPr/>
            <p:nvPr/>
          </p:nvSpPr>
          <p:spPr>
            <a:xfrm>
              <a:off x="8356291" y="5509988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3" name="pl23283"/>
            <p:cNvSpPr/>
            <p:nvPr/>
          </p:nvSpPr>
          <p:spPr>
            <a:xfrm>
              <a:off x="7471365" y="5972404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4" name="pl23284"/>
            <p:cNvSpPr/>
            <p:nvPr/>
          </p:nvSpPr>
          <p:spPr>
            <a:xfrm>
              <a:off x="7443383" y="5973981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5" name="pl23285"/>
            <p:cNvSpPr/>
            <p:nvPr/>
          </p:nvSpPr>
          <p:spPr>
            <a:xfrm>
              <a:off x="8067107" y="5892370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6" name="pl23286"/>
            <p:cNvSpPr/>
            <p:nvPr/>
          </p:nvSpPr>
          <p:spPr>
            <a:xfrm>
              <a:off x="8030172" y="5903628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7" name="pl23287"/>
            <p:cNvSpPr/>
            <p:nvPr/>
          </p:nvSpPr>
          <p:spPr>
            <a:xfrm>
              <a:off x="8221122" y="5833010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8" name="pl23288"/>
            <p:cNvSpPr/>
            <p:nvPr/>
          </p:nvSpPr>
          <p:spPr>
            <a:xfrm>
              <a:off x="8224053" y="5833010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89" name="pl23289"/>
            <p:cNvSpPr/>
            <p:nvPr/>
          </p:nvSpPr>
          <p:spPr>
            <a:xfrm>
              <a:off x="8162351" y="5631334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0" name="pl23290"/>
            <p:cNvSpPr/>
            <p:nvPr/>
          </p:nvSpPr>
          <p:spPr>
            <a:xfrm>
              <a:off x="8113646" y="5593724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1" name="pl23291"/>
            <p:cNvSpPr/>
            <p:nvPr/>
          </p:nvSpPr>
          <p:spPr>
            <a:xfrm>
              <a:off x="8216043" y="5791392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2" name="pl23292"/>
            <p:cNvSpPr/>
            <p:nvPr/>
          </p:nvSpPr>
          <p:spPr>
            <a:xfrm>
              <a:off x="8438798" y="5773035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3" name="pl23293"/>
            <p:cNvSpPr/>
            <p:nvPr/>
          </p:nvSpPr>
          <p:spPr>
            <a:xfrm>
              <a:off x="8366563" y="5631334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4" name="pl23294"/>
            <p:cNvSpPr/>
            <p:nvPr/>
          </p:nvSpPr>
          <p:spPr>
            <a:xfrm>
              <a:off x="8438798" y="5742306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5" name="pl23295"/>
            <p:cNvSpPr/>
            <p:nvPr/>
          </p:nvSpPr>
          <p:spPr>
            <a:xfrm>
              <a:off x="8438798" y="5773035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6" name="pl23296"/>
            <p:cNvSpPr/>
            <p:nvPr/>
          </p:nvSpPr>
          <p:spPr>
            <a:xfrm>
              <a:off x="8228798" y="5925004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7" name="pl23297"/>
            <p:cNvSpPr/>
            <p:nvPr/>
          </p:nvSpPr>
          <p:spPr>
            <a:xfrm>
              <a:off x="8228798" y="5925004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8" name="pl23298"/>
            <p:cNvSpPr/>
            <p:nvPr/>
          </p:nvSpPr>
          <p:spPr>
            <a:xfrm>
              <a:off x="8178239" y="5842956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299" name="pl23299"/>
            <p:cNvSpPr/>
            <p:nvPr/>
          </p:nvSpPr>
          <p:spPr>
            <a:xfrm>
              <a:off x="8086761" y="5831813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0" name="pl23300"/>
            <p:cNvSpPr/>
            <p:nvPr/>
          </p:nvSpPr>
          <p:spPr>
            <a:xfrm>
              <a:off x="8366563" y="5524254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1" name="pl23301"/>
            <p:cNvSpPr/>
            <p:nvPr/>
          </p:nvSpPr>
          <p:spPr>
            <a:xfrm>
              <a:off x="8023028" y="5807128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2" name="pl23302"/>
            <p:cNvSpPr/>
            <p:nvPr/>
          </p:nvSpPr>
          <p:spPr>
            <a:xfrm>
              <a:off x="8337633" y="5361414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3" name="pl23303"/>
            <p:cNvSpPr/>
            <p:nvPr/>
          </p:nvSpPr>
          <p:spPr>
            <a:xfrm>
              <a:off x="8357346" y="5304300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4" name="pl23304"/>
            <p:cNvSpPr/>
            <p:nvPr/>
          </p:nvSpPr>
          <p:spPr>
            <a:xfrm>
              <a:off x="8356869" y="5344309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5" name="pl23305"/>
            <p:cNvSpPr/>
            <p:nvPr/>
          </p:nvSpPr>
          <p:spPr>
            <a:xfrm>
              <a:off x="8346201" y="5361414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6" name="pl23306"/>
            <p:cNvSpPr/>
            <p:nvPr/>
          </p:nvSpPr>
          <p:spPr>
            <a:xfrm>
              <a:off x="8124569" y="5882360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7" name="pl23307"/>
            <p:cNvSpPr/>
            <p:nvPr/>
          </p:nvSpPr>
          <p:spPr>
            <a:xfrm>
              <a:off x="8095684" y="5882360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8" name="pl23308"/>
            <p:cNvSpPr/>
            <p:nvPr/>
          </p:nvSpPr>
          <p:spPr>
            <a:xfrm>
              <a:off x="8100281" y="5882360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09" name="pl23309"/>
            <p:cNvSpPr/>
            <p:nvPr/>
          </p:nvSpPr>
          <p:spPr>
            <a:xfrm>
              <a:off x="8191956" y="5571181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0" name="pl23310"/>
            <p:cNvSpPr/>
            <p:nvPr/>
          </p:nvSpPr>
          <p:spPr>
            <a:xfrm>
              <a:off x="8170776" y="5569378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1" name="pl23311"/>
            <p:cNvSpPr/>
            <p:nvPr/>
          </p:nvSpPr>
          <p:spPr>
            <a:xfrm>
              <a:off x="8525403" y="5678036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2" name="pl23312"/>
            <p:cNvSpPr/>
            <p:nvPr/>
          </p:nvSpPr>
          <p:spPr>
            <a:xfrm>
              <a:off x="8556760" y="5692788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3" name="pl23313"/>
            <p:cNvSpPr/>
            <p:nvPr/>
          </p:nvSpPr>
          <p:spPr>
            <a:xfrm>
              <a:off x="8232557" y="5843727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4" name="pl23314"/>
            <p:cNvSpPr/>
            <p:nvPr/>
          </p:nvSpPr>
          <p:spPr>
            <a:xfrm>
              <a:off x="8204356" y="5788758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5" name="pl23315"/>
            <p:cNvSpPr/>
            <p:nvPr/>
          </p:nvSpPr>
          <p:spPr>
            <a:xfrm>
              <a:off x="8277150" y="6028646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6" name="pl23316"/>
            <p:cNvSpPr/>
            <p:nvPr/>
          </p:nvSpPr>
          <p:spPr>
            <a:xfrm>
              <a:off x="8294674" y="6085845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7" name="pl23317"/>
            <p:cNvSpPr/>
            <p:nvPr/>
          </p:nvSpPr>
          <p:spPr>
            <a:xfrm>
              <a:off x="8294674" y="6085845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8" name="pl23318"/>
            <p:cNvSpPr/>
            <p:nvPr/>
          </p:nvSpPr>
          <p:spPr>
            <a:xfrm>
              <a:off x="8163339" y="5711607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19" name="pl23319"/>
            <p:cNvSpPr/>
            <p:nvPr/>
          </p:nvSpPr>
          <p:spPr>
            <a:xfrm>
              <a:off x="8221122" y="5836582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0" name="pl23320"/>
            <p:cNvSpPr/>
            <p:nvPr/>
          </p:nvSpPr>
          <p:spPr>
            <a:xfrm>
              <a:off x="8213403" y="5833307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1" name="pl23321"/>
            <p:cNvSpPr/>
            <p:nvPr/>
          </p:nvSpPr>
          <p:spPr>
            <a:xfrm>
              <a:off x="8195242" y="5833307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2" name="pl23322"/>
            <p:cNvSpPr/>
            <p:nvPr/>
          </p:nvSpPr>
          <p:spPr>
            <a:xfrm>
              <a:off x="8213403" y="5833307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3" name="pl23323"/>
            <p:cNvSpPr/>
            <p:nvPr/>
          </p:nvSpPr>
          <p:spPr>
            <a:xfrm>
              <a:off x="8546087" y="5426027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4" name="pl23324"/>
            <p:cNvSpPr/>
            <p:nvPr/>
          </p:nvSpPr>
          <p:spPr>
            <a:xfrm>
              <a:off x="8494112" y="5480115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5" name="pl23325"/>
            <p:cNvSpPr/>
            <p:nvPr/>
          </p:nvSpPr>
          <p:spPr>
            <a:xfrm>
              <a:off x="8546087" y="5436694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6" name="pl23326"/>
            <p:cNvSpPr/>
            <p:nvPr/>
          </p:nvSpPr>
          <p:spPr>
            <a:xfrm>
              <a:off x="8111330" y="5066902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7" name="pl23327"/>
            <p:cNvSpPr/>
            <p:nvPr/>
          </p:nvSpPr>
          <p:spPr>
            <a:xfrm>
              <a:off x="8115899" y="5067565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8" name="pl23328"/>
            <p:cNvSpPr/>
            <p:nvPr/>
          </p:nvSpPr>
          <p:spPr>
            <a:xfrm>
              <a:off x="8546964" y="5782500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29" name="pl23329"/>
            <p:cNvSpPr/>
            <p:nvPr/>
          </p:nvSpPr>
          <p:spPr>
            <a:xfrm>
              <a:off x="8106673" y="5692536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0" name="pl23330"/>
            <p:cNvSpPr/>
            <p:nvPr/>
          </p:nvSpPr>
          <p:spPr>
            <a:xfrm>
              <a:off x="8102518" y="5699160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1" name="pl23331"/>
            <p:cNvSpPr/>
            <p:nvPr/>
          </p:nvSpPr>
          <p:spPr>
            <a:xfrm>
              <a:off x="8099145" y="5700233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2" name="pl23332"/>
            <p:cNvSpPr/>
            <p:nvPr/>
          </p:nvSpPr>
          <p:spPr>
            <a:xfrm>
              <a:off x="8782361" y="6187575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3" name="pl23333"/>
            <p:cNvSpPr/>
            <p:nvPr/>
          </p:nvSpPr>
          <p:spPr>
            <a:xfrm>
              <a:off x="8785618" y="6194346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4" name="pl23334"/>
            <p:cNvSpPr/>
            <p:nvPr/>
          </p:nvSpPr>
          <p:spPr>
            <a:xfrm>
              <a:off x="8785618" y="6193002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5" name="pl23335"/>
            <p:cNvSpPr/>
            <p:nvPr/>
          </p:nvSpPr>
          <p:spPr>
            <a:xfrm>
              <a:off x="8263332" y="5381383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6" name="pl23336"/>
            <p:cNvSpPr/>
            <p:nvPr/>
          </p:nvSpPr>
          <p:spPr>
            <a:xfrm>
              <a:off x="8269838" y="5402543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7" name="pl23337"/>
            <p:cNvSpPr/>
            <p:nvPr/>
          </p:nvSpPr>
          <p:spPr>
            <a:xfrm>
              <a:off x="8260905" y="5362890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8" name="pl23338"/>
            <p:cNvSpPr/>
            <p:nvPr/>
          </p:nvSpPr>
          <p:spPr>
            <a:xfrm>
              <a:off x="7462569" y="5471796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39" name="pl23339"/>
            <p:cNvSpPr/>
            <p:nvPr/>
          </p:nvSpPr>
          <p:spPr>
            <a:xfrm>
              <a:off x="8524816" y="5645780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0" name="pl23340"/>
            <p:cNvSpPr/>
            <p:nvPr/>
          </p:nvSpPr>
          <p:spPr>
            <a:xfrm>
              <a:off x="8296485" y="5552968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1" name="pl23341"/>
            <p:cNvSpPr/>
            <p:nvPr/>
          </p:nvSpPr>
          <p:spPr>
            <a:xfrm>
              <a:off x="8442292" y="5428211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2" name="pl23342"/>
            <p:cNvSpPr/>
            <p:nvPr/>
          </p:nvSpPr>
          <p:spPr>
            <a:xfrm>
              <a:off x="8442292" y="5421932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3" name="pl23343"/>
            <p:cNvSpPr/>
            <p:nvPr/>
          </p:nvSpPr>
          <p:spPr>
            <a:xfrm>
              <a:off x="8442292" y="5425509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4" name="pl23344"/>
            <p:cNvSpPr/>
            <p:nvPr/>
          </p:nvSpPr>
          <p:spPr>
            <a:xfrm>
              <a:off x="8442292" y="5419943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5" name="pl23345"/>
            <p:cNvSpPr/>
            <p:nvPr/>
          </p:nvSpPr>
          <p:spPr>
            <a:xfrm>
              <a:off x="8442292" y="5414921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6" name="pl23346"/>
            <p:cNvSpPr/>
            <p:nvPr/>
          </p:nvSpPr>
          <p:spPr>
            <a:xfrm>
              <a:off x="8409816" y="5837078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7" name="pl23347"/>
            <p:cNvSpPr/>
            <p:nvPr/>
          </p:nvSpPr>
          <p:spPr>
            <a:xfrm>
              <a:off x="7630135" y="5139287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8" name="pl23348"/>
            <p:cNvSpPr/>
            <p:nvPr/>
          </p:nvSpPr>
          <p:spPr>
            <a:xfrm>
              <a:off x="7637391" y="5141412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49" name="pl23349"/>
            <p:cNvSpPr/>
            <p:nvPr/>
          </p:nvSpPr>
          <p:spPr>
            <a:xfrm>
              <a:off x="8366563" y="5631334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0" name="pl23350"/>
            <p:cNvSpPr/>
            <p:nvPr/>
          </p:nvSpPr>
          <p:spPr>
            <a:xfrm>
              <a:off x="8505499" y="5704258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1" name="pl23351"/>
            <p:cNvSpPr/>
            <p:nvPr/>
          </p:nvSpPr>
          <p:spPr>
            <a:xfrm>
              <a:off x="8556760" y="5703066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2" name="pl23352"/>
            <p:cNvSpPr/>
            <p:nvPr/>
          </p:nvSpPr>
          <p:spPr>
            <a:xfrm>
              <a:off x="8221122" y="5836582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3" name="pl23353"/>
            <p:cNvSpPr/>
            <p:nvPr/>
          </p:nvSpPr>
          <p:spPr>
            <a:xfrm>
              <a:off x="8188323" y="5805253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4" name="pl23354"/>
            <p:cNvSpPr/>
            <p:nvPr/>
          </p:nvSpPr>
          <p:spPr>
            <a:xfrm>
              <a:off x="8175730" y="5796819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5" name="pl23355"/>
            <p:cNvSpPr/>
            <p:nvPr/>
          </p:nvSpPr>
          <p:spPr>
            <a:xfrm>
              <a:off x="7468116" y="6032043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6" name="pl23356"/>
            <p:cNvSpPr/>
            <p:nvPr/>
          </p:nvSpPr>
          <p:spPr>
            <a:xfrm>
              <a:off x="8058722" y="6513392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7" name="pl23357"/>
            <p:cNvSpPr/>
            <p:nvPr/>
          </p:nvSpPr>
          <p:spPr>
            <a:xfrm>
              <a:off x="8065036" y="6514044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8" name="pl23358"/>
            <p:cNvSpPr/>
            <p:nvPr/>
          </p:nvSpPr>
          <p:spPr>
            <a:xfrm>
              <a:off x="8141915" y="4932977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59" name="pl23359"/>
            <p:cNvSpPr/>
            <p:nvPr/>
          </p:nvSpPr>
          <p:spPr>
            <a:xfrm>
              <a:off x="8145115" y="5807791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0" name="pl23360"/>
            <p:cNvSpPr/>
            <p:nvPr/>
          </p:nvSpPr>
          <p:spPr>
            <a:xfrm>
              <a:off x="8269252" y="5767511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1" name="pl23361"/>
            <p:cNvSpPr/>
            <p:nvPr/>
          </p:nvSpPr>
          <p:spPr>
            <a:xfrm>
              <a:off x="8327898" y="5764675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2" name="pl23362"/>
            <p:cNvSpPr/>
            <p:nvPr/>
          </p:nvSpPr>
          <p:spPr>
            <a:xfrm>
              <a:off x="8327898" y="5758632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3" name="pl23363"/>
            <p:cNvSpPr/>
            <p:nvPr/>
          </p:nvSpPr>
          <p:spPr>
            <a:xfrm>
              <a:off x="8327898" y="5752516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4" name="pl23364"/>
            <p:cNvSpPr/>
            <p:nvPr/>
          </p:nvSpPr>
          <p:spPr>
            <a:xfrm>
              <a:off x="8327898" y="5760499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5" name="pl23365"/>
            <p:cNvSpPr/>
            <p:nvPr/>
          </p:nvSpPr>
          <p:spPr>
            <a:xfrm>
              <a:off x="8327898" y="5767511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6" name="pl23366"/>
            <p:cNvSpPr/>
            <p:nvPr/>
          </p:nvSpPr>
          <p:spPr>
            <a:xfrm>
              <a:off x="8327898" y="5759071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7" name="pl23367"/>
            <p:cNvSpPr/>
            <p:nvPr/>
          </p:nvSpPr>
          <p:spPr>
            <a:xfrm>
              <a:off x="8296695" y="5560909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8" name="pl23368"/>
            <p:cNvSpPr/>
            <p:nvPr/>
          </p:nvSpPr>
          <p:spPr>
            <a:xfrm>
              <a:off x="8253386" y="5885215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69" name="pl23369"/>
            <p:cNvSpPr/>
            <p:nvPr/>
          </p:nvSpPr>
          <p:spPr>
            <a:xfrm>
              <a:off x="8253386" y="5885215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0" name="pl23370"/>
            <p:cNvSpPr/>
            <p:nvPr/>
          </p:nvSpPr>
          <p:spPr>
            <a:xfrm>
              <a:off x="8121075" y="5736370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1" name="pl23371"/>
            <p:cNvSpPr/>
            <p:nvPr/>
          </p:nvSpPr>
          <p:spPr>
            <a:xfrm>
              <a:off x="8115328" y="5692536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2" name="pl23372"/>
            <p:cNvSpPr/>
            <p:nvPr/>
          </p:nvSpPr>
          <p:spPr>
            <a:xfrm>
              <a:off x="8171327" y="5817338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3" name="pl23373"/>
            <p:cNvSpPr/>
            <p:nvPr/>
          </p:nvSpPr>
          <p:spPr>
            <a:xfrm>
              <a:off x="8219814" y="5831542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4" name="pl23374"/>
            <p:cNvSpPr/>
            <p:nvPr/>
          </p:nvSpPr>
          <p:spPr>
            <a:xfrm>
              <a:off x="8172475" y="6107747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5" name="pl23375"/>
            <p:cNvSpPr/>
            <p:nvPr/>
          </p:nvSpPr>
          <p:spPr>
            <a:xfrm>
              <a:off x="8171606" y="6107747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6" name="pl23376"/>
            <p:cNvSpPr/>
            <p:nvPr/>
          </p:nvSpPr>
          <p:spPr>
            <a:xfrm>
              <a:off x="7715284" y="5076945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7" name="pl23377"/>
            <p:cNvSpPr/>
            <p:nvPr/>
          </p:nvSpPr>
          <p:spPr>
            <a:xfrm>
              <a:off x="8221122" y="5836582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8" name="pl23378"/>
            <p:cNvSpPr/>
            <p:nvPr/>
          </p:nvSpPr>
          <p:spPr>
            <a:xfrm>
              <a:off x="8226768" y="5851099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79" name="pl23379"/>
            <p:cNvSpPr/>
            <p:nvPr/>
          </p:nvSpPr>
          <p:spPr>
            <a:xfrm>
              <a:off x="8228535" y="5845094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0" name="pl23380"/>
            <p:cNvSpPr/>
            <p:nvPr/>
          </p:nvSpPr>
          <p:spPr>
            <a:xfrm>
              <a:off x="8296695" y="5513483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1" name="pl23381"/>
            <p:cNvSpPr/>
            <p:nvPr/>
          </p:nvSpPr>
          <p:spPr>
            <a:xfrm>
              <a:off x="8453430" y="4958933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2" name="pl23382"/>
            <p:cNvSpPr/>
            <p:nvPr/>
          </p:nvSpPr>
          <p:spPr>
            <a:xfrm>
              <a:off x="7473795" y="6032043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3" name="pl23383"/>
            <p:cNvSpPr/>
            <p:nvPr/>
          </p:nvSpPr>
          <p:spPr>
            <a:xfrm>
              <a:off x="7495819" y="6061856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4" name="pl23384"/>
            <p:cNvSpPr/>
            <p:nvPr/>
          </p:nvSpPr>
          <p:spPr>
            <a:xfrm>
              <a:off x="7489967" y="6061856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5" name="pl23385"/>
            <p:cNvSpPr/>
            <p:nvPr/>
          </p:nvSpPr>
          <p:spPr>
            <a:xfrm>
              <a:off x="8556760" y="5691648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6" name="pl23386"/>
            <p:cNvSpPr/>
            <p:nvPr/>
          </p:nvSpPr>
          <p:spPr>
            <a:xfrm>
              <a:off x="8231113" y="5571181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7" name="pl23387"/>
            <p:cNvSpPr/>
            <p:nvPr/>
          </p:nvSpPr>
          <p:spPr>
            <a:xfrm>
              <a:off x="8231113" y="5619996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8" name="pl23388"/>
            <p:cNvSpPr/>
            <p:nvPr/>
          </p:nvSpPr>
          <p:spPr>
            <a:xfrm>
              <a:off x="9090347" y="5724292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89" name="pl23389"/>
            <p:cNvSpPr/>
            <p:nvPr/>
          </p:nvSpPr>
          <p:spPr>
            <a:xfrm>
              <a:off x="9089193" y="5743185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0" name="pl23390"/>
            <p:cNvSpPr/>
            <p:nvPr/>
          </p:nvSpPr>
          <p:spPr>
            <a:xfrm>
              <a:off x="8222062" y="5853043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1" name="pl23391"/>
            <p:cNvSpPr/>
            <p:nvPr/>
          </p:nvSpPr>
          <p:spPr>
            <a:xfrm>
              <a:off x="8222062" y="5853043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2" name="pl23392"/>
            <p:cNvSpPr/>
            <p:nvPr/>
          </p:nvSpPr>
          <p:spPr>
            <a:xfrm>
              <a:off x="8219809" y="5825045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3" name="pl23393"/>
            <p:cNvSpPr/>
            <p:nvPr/>
          </p:nvSpPr>
          <p:spPr>
            <a:xfrm>
              <a:off x="8207094" y="5828351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4" name="pl23394"/>
            <p:cNvSpPr/>
            <p:nvPr/>
          </p:nvSpPr>
          <p:spPr>
            <a:xfrm>
              <a:off x="8187055" y="5829373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5" name="pl23395"/>
            <p:cNvSpPr/>
            <p:nvPr/>
          </p:nvSpPr>
          <p:spPr>
            <a:xfrm>
              <a:off x="8201296" y="5853043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6" name="pl23396"/>
            <p:cNvSpPr/>
            <p:nvPr/>
          </p:nvSpPr>
          <p:spPr>
            <a:xfrm>
              <a:off x="8222062" y="5853043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7" name="pl23397"/>
            <p:cNvSpPr/>
            <p:nvPr/>
          </p:nvSpPr>
          <p:spPr>
            <a:xfrm>
              <a:off x="8222062" y="5803716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8" name="pl23398"/>
            <p:cNvSpPr/>
            <p:nvPr/>
          </p:nvSpPr>
          <p:spPr>
            <a:xfrm>
              <a:off x="8215192" y="5853043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399" name="pl23399"/>
            <p:cNvSpPr/>
            <p:nvPr/>
          </p:nvSpPr>
          <p:spPr>
            <a:xfrm>
              <a:off x="8215862" y="5853043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0" name="pl23400"/>
            <p:cNvSpPr/>
            <p:nvPr/>
          </p:nvSpPr>
          <p:spPr>
            <a:xfrm>
              <a:off x="8222062" y="5842928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1" name="pl23401"/>
            <p:cNvSpPr/>
            <p:nvPr/>
          </p:nvSpPr>
          <p:spPr>
            <a:xfrm>
              <a:off x="8202212" y="5806662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2" name="pl23402"/>
            <p:cNvSpPr/>
            <p:nvPr/>
          </p:nvSpPr>
          <p:spPr>
            <a:xfrm>
              <a:off x="8221408" y="5853043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3" name="pl23403"/>
            <p:cNvSpPr/>
            <p:nvPr/>
          </p:nvSpPr>
          <p:spPr>
            <a:xfrm>
              <a:off x="8176843" y="5853043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4" name="pl23404"/>
            <p:cNvSpPr/>
            <p:nvPr/>
          </p:nvSpPr>
          <p:spPr>
            <a:xfrm>
              <a:off x="8222062" y="5853043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5" name="pl23405"/>
            <p:cNvSpPr/>
            <p:nvPr/>
          </p:nvSpPr>
          <p:spPr>
            <a:xfrm>
              <a:off x="8218180" y="5853043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6" name="pl23406"/>
            <p:cNvSpPr/>
            <p:nvPr/>
          </p:nvSpPr>
          <p:spPr>
            <a:xfrm>
              <a:off x="8222062" y="5853043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7" name="pl23407"/>
            <p:cNvSpPr/>
            <p:nvPr/>
          </p:nvSpPr>
          <p:spPr>
            <a:xfrm>
              <a:off x="8222062" y="5853043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8" name="pl23408"/>
            <p:cNvSpPr/>
            <p:nvPr/>
          </p:nvSpPr>
          <p:spPr>
            <a:xfrm>
              <a:off x="8222062" y="5853043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09" name="pl23409"/>
            <p:cNvSpPr/>
            <p:nvPr/>
          </p:nvSpPr>
          <p:spPr>
            <a:xfrm>
              <a:off x="8154586" y="5723632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0" name="pl23410"/>
            <p:cNvSpPr/>
            <p:nvPr/>
          </p:nvSpPr>
          <p:spPr>
            <a:xfrm>
              <a:off x="8210744" y="5836778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1" name="pl23411"/>
            <p:cNvSpPr/>
            <p:nvPr/>
          </p:nvSpPr>
          <p:spPr>
            <a:xfrm>
              <a:off x="8210895" y="5853043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2" name="pl23412"/>
            <p:cNvSpPr/>
            <p:nvPr/>
          </p:nvSpPr>
          <p:spPr>
            <a:xfrm>
              <a:off x="8222062" y="5853043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3" name="pl23413"/>
            <p:cNvSpPr/>
            <p:nvPr/>
          </p:nvSpPr>
          <p:spPr>
            <a:xfrm>
              <a:off x="8188140" y="5853043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4" name="pl23414"/>
            <p:cNvSpPr/>
            <p:nvPr/>
          </p:nvSpPr>
          <p:spPr>
            <a:xfrm>
              <a:off x="8222062" y="5853043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5" name="pl23415"/>
            <p:cNvSpPr/>
            <p:nvPr/>
          </p:nvSpPr>
          <p:spPr>
            <a:xfrm>
              <a:off x="8221477" y="5844273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6" name="pl23416"/>
            <p:cNvSpPr/>
            <p:nvPr/>
          </p:nvSpPr>
          <p:spPr>
            <a:xfrm>
              <a:off x="8204645" y="5804953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7" name="pl23417"/>
            <p:cNvSpPr/>
            <p:nvPr/>
          </p:nvSpPr>
          <p:spPr>
            <a:xfrm>
              <a:off x="8221690" y="5848486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8" name="pl23418"/>
            <p:cNvSpPr/>
            <p:nvPr/>
          </p:nvSpPr>
          <p:spPr>
            <a:xfrm>
              <a:off x="8185096" y="5853043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19" name="pl23419"/>
            <p:cNvSpPr/>
            <p:nvPr/>
          </p:nvSpPr>
          <p:spPr>
            <a:xfrm>
              <a:off x="8222062" y="5853043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0" name="pl23420"/>
            <p:cNvSpPr/>
            <p:nvPr/>
          </p:nvSpPr>
          <p:spPr>
            <a:xfrm>
              <a:off x="8222062" y="5853043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1" name="pl23421"/>
            <p:cNvSpPr/>
            <p:nvPr/>
          </p:nvSpPr>
          <p:spPr>
            <a:xfrm>
              <a:off x="8221250" y="5842300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2" name="pl23422"/>
            <p:cNvSpPr/>
            <p:nvPr/>
          </p:nvSpPr>
          <p:spPr>
            <a:xfrm>
              <a:off x="8208272" y="5853043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3" name="pl23423"/>
            <p:cNvSpPr/>
            <p:nvPr/>
          </p:nvSpPr>
          <p:spPr>
            <a:xfrm>
              <a:off x="8222062" y="5853043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4" name="pl23424"/>
            <p:cNvSpPr/>
            <p:nvPr/>
          </p:nvSpPr>
          <p:spPr>
            <a:xfrm>
              <a:off x="8213026" y="5802736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5" name="pl23425"/>
            <p:cNvSpPr/>
            <p:nvPr/>
          </p:nvSpPr>
          <p:spPr>
            <a:xfrm>
              <a:off x="8362961" y="5839895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6" name="pl23426"/>
            <p:cNvSpPr/>
            <p:nvPr/>
          </p:nvSpPr>
          <p:spPr>
            <a:xfrm>
              <a:off x="8284224" y="5845808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7" name="pl23427"/>
            <p:cNvSpPr/>
            <p:nvPr/>
          </p:nvSpPr>
          <p:spPr>
            <a:xfrm>
              <a:off x="8124569" y="5892370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8" name="pl23428"/>
            <p:cNvSpPr/>
            <p:nvPr/>
          </p:nvSpPr>
          <p:spPr>
            <a:xfrm>
              <a:off x="8199844" y="5870215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29" name="pl23429"/>
            <p:cNvSpPr/>
            <p:nvPr/>
          </p:nvSpPr>
          <p:spPr>
            <a:xfrm>
              <a:off x="8199844" y="5881024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0" name="pl23430"/>
            <p:cNvSpPr/>
            <p:nvPr/>
          </p:nvSpPr>
          <p:spPr>
            <a:xfrm>
              <a:off x="8177836" y="5875042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1" name="pl23431"/>
            <p:cNvSpPr/>
            <p:nvPr/>
          </p:nvSpPr>
          <p:spPr>
            <a:xfrm>
              <a:off x="8199844" y="5864178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2" name="pl23432"/>
            <p:cNvSpPr/>
            <p:nvPr/>
          </p:nvSpPr>
          <p:spPr>
            <a:xfrm>
              <a:off x="8188140" y="5876618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3" name="pl23433"/>
            <p:cNvSpPr/>
            <p:nvPr/>
          </p:nvSpPr>
          <p:spPr>
            <a:xfrm>
              <a:off x="8192107" y="5953335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4" name="pl23434"/>
            <p:cNvSpPr/>
            <p:nvPr/>
          </p:nvSpPr>
          <p:spPr>
            <a:xfrm>
              <a:off x="8221122" y="5836582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5" name="pl23435"/>
            <p:cNvSpPr/>
            <p:nvPr/>
          </p:nvSpPr>
          <p:spPr>
            <a:xfrm>
              <a:off x="8232390" y="5848978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6" name="pl23436"/>
            <p:cNvSpPr/>
            <p:nvPr/>
          </p:nvSpPr>
          <p:spPr>
            <a:xfrm>
              <a:off x="8366563" y="5561134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7" name="pl23437"/>
            <p:cNvSpPr/>
            <p:nvPr/>
          </p:nvSpPr>
          <p:spPr>
            <a:xfrm>
              <a:off x="8532577" y="5544856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8" name="pl23438"/>
            <p:cNvSpPr/>
            <p:nvPr/>
          </p:nvSpPr>
          <p:spPr>
            <a:xfrm>
              <a:off x="8532577" y="5497241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39" name="pl23439"/>
            <p:cNvSpPr/>
            <p:nvPr/>
          </p:nvSpPr>
          <p:spPr>
            <a:xfrm>
              <a:off x="8532577" y="5516226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0" name="pl23440"/>
            <p:cNvSpPr/>
            <p:nvPr/>
          </p:nvSpPr>
          <p:spPr>
            <a:xfrm>
              <a:off x="8532577" y="5546329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1" name="pl23441"/>
            <p:cNvSpPr/>
            <p:nvPr/>
          </p:nvSpPr>
          <p:spPr>
            <a:xfrm>
              <a:off x="8428508" y="5561134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2" name="pl23442"/>
            <p:cNvSpPr/>
            <p:nvPr/>
          </p:nvSpPr>
          <p:spPr>
            <a:xfrm>
              <a:off x="8532577" y="5534945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3" name="pl23443"/>
            <p:cNvSpPr/>
            <p:nvPr/>
          </p:nvSpPr>
          <p:spPr>
            <a:xfrm>
              <a:off x="8532577" y="5532030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4" name="pl23444"/>
            <p:cNvSpPr/>
            <p:nvPr/>
          </p:nvSpPr>
          <p:spPr>
            <a:xfrm>
              <a:off x="8532577" y="5555196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5" name="pl23445"/>
            <p:cNvSpPr/>
            <p:nvPr/>
          </p:nvSpPr>
          <p:spPr>
            <a:xfrm>
              <a:off x="8532577" y="5504904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6" name="pl23446"/>
            <p:cNvSpPr/>
            <p:nvPr/>
          </p:nvSpPr>
          <p:spPr>
            <a:xfrm>
              <a:off x="8269252" y="5776038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7" name="pl23447"/>
            <p:cNvSpPr/>
            <p:nvPr/>
          </p:nvSpPr>
          <p:spPr>
            <a:xfrm>
              <a:off x="8193041" y="5809082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8" name="pl23448"/>
            <p:cNvSpPr/>
            <p:nvPr/>
          </p:nvSpPr>
          <p:spPr>
            <a:xfrm>
              <a:off x="8221122" y="5836582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49" name="pl23449"/>
            <p:cNvSpPr/>
            <p:nvPr/>
          </p:nvSpPr>
          <p:spPr>
            <a:xfrm>
              <a:off x="7846550" y="5213322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0" name="pl23450"/>
            <p:cNvSpPr/>
            <p:nvPr/>
          </p:nvSpPr>
          <p:spPr>
            <a:xfrm>
              <a:off x="7837703" y="5188899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1" name="pl23451"/>
            <p:cNvSpPr/>
            <p:nvPr/>
          </p:nvSpPr>
          <p:spPr>
            <a:xfrm>
              <a:off x="8930243" y="6223361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2" name="pl23452"/>
            <p:cNvSpPr/>
            <p:nvPr/>
          </p:nvSpPr>
          <p:spPr>
            <a:xfrm>
              <a:off x="8914714" y="6251773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3" name="pl23453"/>
            <p:cNvSpPr/>
            <p:nvPr/>
          </p:nvSpPr>
          <p:spPr>
            <a:xfrm>
              <a:off x="7592209" y="6290772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4" name="pl23454"/>
            <p:cNvSpPr/>
            <p:nvPr/>
          </p:nvSpPr>
          <p:spPr>
            <a:xfrm>
              <a:off x="7596930" y="6258459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5" name="pl23455"/>
            <p:cNvSpPr/>
            <p:nvPr/>
          </p:nvSpPr>
          <p:spPr>
            <a:xfrm>
              <a:off x="7611764" y="6290772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6" name="pl23456"/>
            <p:cNvSpPr/>
            <p:nvPr/>
          </p:nvSpPr>
          <p:spPr>
            <a:xfrm>
              <a:off x="8241367" y="4922957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7" name="pl23457"/>
            <p:cNvSpPr/>
            <p:nvPr/>
          </p:nvSpPr>
          <p:spPr>
            <a:xfrm>
              <a:off x="8296214" y="5537333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8" name="pl23458"/>
            <p:cNvSpPr/>
            <p:nvPr/>
          </p:nvSpPr>
          <p:spPr>
            <a:xfrm>
              <a:off x="8395714" y="6581912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59" name="pl23459"/>
            <p:cNvSpPr/>
            <p:nvPr/>
          </p:nvSpPr>
          <p:spPr>
            <a:xfrm>
              <a:off x="8200463" y="5953335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0" name="pl23460"/>
            <p:cNvSpPr/>
            <p:nvPr/>
          </p:nvSpPr>
          <p:spPr>
            <a:xfrm>
              <a:off x="8188330" y="5957255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1" name="pl23461"/>
            <p:cNvSpPr/>
            <p:nvPr/>
          </p:nvSpPr>
          <p:spPr>
            <a:xfrm>
              <a:off x="8181054" y="5957255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2" name="pl23462"/>
            <p:cNvSpPr/>
            <p:nvPr/>
          </p:nvSpPr>
          <p:spPr>
            <a:xfrm>
              <a:off x="8234865" y="6592725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3" name="pl23463"/>
            <p:cNvSpPr/>
            <p:nvPr/>
          </p:nvSpPr>
          <p:spPr>
            <a:xfrm>
              <a:off x="8474113" y="5396366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4" name="pl23464"/>
            <p:cNvSpPr/>
            <p:nvPr/>
          </p:nvSpPr>
          <p:spPr>
            <a:xfrm>
              <a:off x="8366563" y="5507253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5" name="pl23465"/>
            <p:cNvSpPr/>
            <p:nvPr/>
          </p:nvSpPr>
          <p:spPr>
            <a:xfrm>
              <a:off x="8141174" y="5801962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6" name="pl23466"/>
            <p:cNvSpPr/>
            <p:nvPr/>
          </p:nvSpPr>
          <p:spPr>
            <a:xfrm>
              <a:off x="8285241" y="6024397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7" name="pl23467"/>
            <p:cNvSpPr/>
            <p:nvPr/>
          </p:nvSpPr>
          <p:spPr>
            <a:xfrm>
              <a:off x="8366563" y="5611258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8" name="pl23468"/>
            <p:cNvSpPr/>
            <p:nvPr/>
          </p:nvSpPr>
          <p:spPr>
            <a:xfrm>
              <a:off x="8433133" y="5591927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69" name="pl23469"/>
            <p:cNvSpPr/>
            <p:nvPr/>
          </p:nvSpPr>
          <p:spPr>
            <a:xfrm>
              <a:off x="8433133" y="5607185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0" name="pl23470"/>
            <p:cNvSpPr/>
            <p:nvPr/>
          </p:nvSpPr>
          <p:spPr>
            <a:xfrm>
              <a:off x="8433133" y="5574410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1" name="pl23471"/>
            <p:cNvSpPr/>
            <p:nvPr/>
          </p:nvSpPr>
          <p:spPr>
            <a:xfrm>
              <a:off x="8269252" y="5771676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2" name="pl23472"/>
            <p:cNvSpPr/>
            <p:nvPr/>
          </p:nvSpPr>
          <p:spPr>
            <a:xfrm>
              <a:off x="9058213" y="5929830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3" name="pl23473"/>
            <p:cNvSpPr/>
            <p:nvPr/>
          </p:nvSpPr>
          <p:spPr>
            <a:xfrm>
              <a:off x="7421473" y="5674381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4" name="pl23474"/>
            <p:cNvSpPr/>
            <p:nvPr/>
          </p:nvSpPr>
          <p:spPr>
            <a:xfrm>
              <a:off x="8244057" y="5887458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5" name="pl23475"/>
            <p:cNvSpPr/>
            <p:nvPr/>
          </p:nvSpPr>
          <p:spPr>
            <a:xfrm>
              <a:off x="8244057" y="5887458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6" name="pl23476"/>
            <p:cNvSpPr/>
            <p:nvPr/>
          </p:nvSpPr>
          <p:spPr>
            <a:xfrm>
              <a:off x="8244057" y="5887458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7" name="pl23477"/>
            <p:cNvSpPr/>
            <p:nvPr/>
          </p:nvSpPr>
          <p:spPr>
            <a:xfrm>
              <a:off x="8213026" y="5793211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8" name="pl23478"/>
            <p:cNvSpPr/>
            <p:nvPr/>
          </p:nvSpPr>
          <p:spPr>
            <a:xfrm>
              <a:off x="7961804" y="5715121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79" name="pl23479"/>
            <p:cNvSpPr/>
            <p:nvPr/>
          </p:nvSpPr>
          <p:spPr>
            <a:xfrm>
              <a:off x="8277150" y="6028646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0" name="pl23480"/>
            <p:cNvSpPr/>
            <p:nvPr/>
          </p:nvSpPr>
          <p:spPr>
            <a:xfrm>
              <a:off x="8242445" y="5845976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1" name="pl23481"/>
            <p:cNvSpPr/>
            <p:nvPr/>
          </p:nvSpPr>
          <p:spPr>
            <a:xfrm>
              <a:off x="9023585" y="5405606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2" name="pl23482"/>
            <p:cNvSpPr/>
            <p:nvPr/>
          </p:nvSpPr>
          <p:spPr>
            <a:xfrm>
              <a:off x="8221122" y="5816685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3" name="pl23483"/>
            <p:cNvSpPr/>
            <p:nvPr/>
          </p:nvSpPr>
          <p:spPr>
            <a:xfrm>
              <a:off x="8239382" y="5780633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4" name="pl23484"/>
            <p:cNvSpPr/>
            <p:nvPr/>
          </p:nvSpPr>
          <p:spPr>
            <a:xfrm>
              <a:off x="8743756" y="5081863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5" name="pl23485"/>
            <p:cNvSpPr/>
            <p:nvPr/>
          </p:nvSpPr>
          <p:spPr>
            <a:xfrm>
              <a:off x="8219812" y="5827836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6" name="pl23486"/>
            <p:cNvSpPr/>
            <p:nvPr/>
          </p:nvSpPr>
          <p:spPr>
            <a:xfrm>
              <a:off x="8219812" y="5824941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7" name="pl23487"/>
            <p:cNvSpPr/>
            <p:nvPr/>
          </p:nvSpPr>
          <p:spPr>
            <a:xfrm>
              <a:off x="8357346" y="5344674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8" name="pl23488"/>
            <p:cNvSpPr/>
            <p:nvPr/>
          </p:nvSpPr>
          <p:spPr>
            <a:xfrm>
              <a:off x="8295644" y="6024397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89" name="pl23489"/>
            <p:cNvSpPr/>
            <p:nvPr/>
          </p:nvSpPr>
          <p:spPr>
            <a:xfrm>
              <a:off x="8295644" y="6024397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0" name="pl23490"/>
            <p:cNvSpPr/>
            <p:nvPr/>
          </p:nvSpPr>
          <p:spPr>
            <a:xfrm>
              <a:off x="8360100" y="5794230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1" name="pl23491"/>
            <p:cNvSpPr/>
            <p:nvPr/>
          </p:nvSpPr>
          <p:spPr>
            <a:xfrm>
              <a:off x="8360830" y="5793934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492" name="pg23492"/>
            <p:cNvSpPr/>
            <p:nvPr/>
          </p:nvSpPr>
          <p:spPr>
            <a:xfrm>
              <a:off x="8093266" y="56425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3" name="pt23493"/>
            <p:cNvSpPr/>
            <p:nvPr/>
          </p:nvSpPr>
          <p:spPr>
            <a:xfrm>
              <a:off x="8389018" y="55977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4" name="pt23494"/>
            <p:cNvSpPr/>
            <p:nvPr/>
          </p:nvSpPr>
          <p:spPr>
            <a:xfrm>
              <a:off x="8399585" y="55586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5" name="pt23495"/>
            <p:cNvSpPr/>
            <p:nvPr/>
          </p:nvSpPr>
          <p:spPr>
            <a:xfrm>
              <a:off x="8202785" y="5841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6" name="pt23496"/>
            <p:cNvSpPr/>
            <p:nvPr/>
          </p:nvSpPr>
          <p:spPr>
            <a:xfrm>
              <a:off x="8209757" y="58504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7" name="pt23497"/>
            <p:cNvSpPr/>
            <p:nvPr/>
          </p:nvSpPr>
          <p:spPr>
            <a:xfrm>
              <a:off x="8156888" y="5758489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8" name="pt23498"/>
            <p:cNvSpPr/>
            <p:nvPr/>
          </p:nvSpPr>
          <p:spPr>
            <a:xfrm>
              <a:off x="8153862" y="5650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499" name="pt23499"/>
            <p:cNvSpPr/>
            <p:nvPr/>
          </p:nvSpPr>
          <p:spPr>
            <a:xfrm>
              <a:off x="8410599" y="5205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0" name="pg23500"/>
            <p:cNvSpPr/>
            <p:nvPr/>
          </p:nvSpPr>
          <p:spPr>
            <a:xfrm>
              <a:off x="8196128" y="595799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1" name="pg23501"/>
            <p:cNvSpPr/>
            <p:nvPr/>
          </p:nvSpPr>
          <p:spPr>
            <a:xfrm>
              <a:off x="8197485" y="58537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2" name="pt23502"/>
            <p:cNvSpPr/>
            <p:nvPr/>
          </p:nvSpPr>
          <p:spPr>
            <a:xfrm>
              <a:off x="8488618" y="6511516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3" name="pt23503"/>
            <p:cNvSpPr/>
            <p:nvPr/>
          </p:nvSpPr>
          <p:spPr>
            <a:xfrm>
              <a:off x="8226776" y="57827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4" name="pt23504"/>
            <p:cNvSpPr/>
            <p:nvPr/>
          </p:nvSpPr>
          <p:spPr>
            <a:xfrm>
              <a:off x="8144735" y="5807463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5" name="pt23505"/>
            <p:cNvSpPr/>
            <p:nvPr/>
          </p:nvSpPr>
          <p:spPr>
            <a:xfrm>
              <a:off x="8590101" y="5771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6" name="pt23506"/>
            <p:cNvSpPr/>
            <p:nvPr/>
          </p:nvSpPr>
          <p:spPr>
            <a:xfrm>
              <a:off x="8487986" y="564061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7" name="pg23507"/>
            <p:cNvSpPr/>
            <p:nvPr/>
          </p:nvSpPr>
          <p:spPr>
            <a:xfrm>
              <a:off x="8079625" y="56775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8" name="pt23508"/>
            <p:cNvSpPr/>
            <p:nvPr/>
          </p:nvSpPr>
          <p:spPr>
            <a:xfrm>
              <a:off x="9045269" y="5603016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09" name="pg23509"/>
            <p:cNvSpPr/>
            <p:nvPr/>
          </p:nvSpPr>
          <p:spPr>
            <a:xfrm>
              <a:off x="8787566" y="56979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0" name="pg23510"/>
            <p:cNvSpPr/>
            <p:nvPr/>
          </p:nvSpPr>
          <p:spPr>
            <a:xfrm>
              <a:off x="8472466" y="571063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1" name="pt23511"/>
            <p:cNvSpPr/>
            <p:nvPr/>
          </p:nvSpPr>
          <p:spPr>
            <a:xfrm>
              <a:off x="8173841" y="5945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2" name="pt23512"/>
            <p:cNvSpPr/>
            <p:nvPr/>
          </p:nvSpPr>
          <p:spPr>
            <a:xfrm>
              <a:off x="8111507" y="64731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3" name="pt23513"/>
            <p:cNvSpPr/>
            <p:nvPr/>
          </p:nvSpPr>
          <p:spPr>
            <a:xfrm>
              <a:off x="8146351" y="5726885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4" name="pt23514"/>
            <p:cNvSpPr/>
            <p:nvPr/>
          </p:nvSpPr>
          <p:spPr>
            <a:xfrm>
              <a:off x="8544927" y="53719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5" name="pt23515"/>
            <p:cNvSpPr/>
            <p:nvPr/>
          </p:nvSpPr>
          <p:spPr>
            <a:xfrm>
              <a:off x="8585835" y="560425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6" name="pl23516"/>
            <p:cNvSpPr/>
            <p:nvPr/>
          </p:nvSpPr>
          <p:spPr>
            <a:xfrm>
              <a:off x="8125567" y="57101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7" name="pl23517"/>
            <p:cNvSpPr/>
            <p:nvPr/>
          </p:nvSpPr>
          <p:spPr>
            <a:xfrm>
              <a:off x="8160098" y="567561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18" name="pt23518"/>
            <p:cNvSpPr/>
            <p:nvPr/>
          </p:nvSpPr>
          <p:spPr>
            <a:xfrm>
              <a:off x="8248372" y="5753244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19" name="pl23519"/>
            <p:cNvSpPr/>
            <p:nvPr/>
          </p:nvSpPr>
          <p:spPr>
            <a:xfrm>
              <a:off x="8083988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0" name="pl23520"/>
            <p:cNvSpPr/>
            <p:nvPr/>
          </p:nvSpPr>
          <p:spPr>
            <a:xfrm>
              <a:off x="8083988" y="5635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1" name="pl23521"/>
            <p:cNvSpPr/>
            <p:nvPr/>
          </p:nvSpPr>
          <p:spPr>
            <a:xfrm>
              <a:off x="7998446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2" name="pl23522"/>
            <p:cNvSpPr/>
            <p:nvPr/>
          </p:nvSpPr>
          <p:spPr>
            <a:xfrm>
              <a:off x="7998446" y="4936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3" name="pl23523"/>
            <p:cNvSpPr/>
            <p:nvPr/>
          </p:nvSpPr>
          <p:spPr>
            <a:xfrm>
              <a:off x="7988332" y="49607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4" name="pl23524"/>
            <p:cNvSpPr/>
            <p:nvPr/>
          </p:nvSpPr>
          <p:spPr>
            <a:xfrm>
              <a:off x="8022863" y="49262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5" name="pg23525"/>
            <p:cNvSpPr/>
            <p:nvPr/>
          </p:nvSpPr>
          <p:spPr>
            <a:xfrm>
              <a:off x="8147321" y="591231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26" name="pt23526"/>
            <p:cNvSpPr/>
            <p:nvPr/>
          </p:nvSpPr>
          <p:spPr>
            <a:xfrm>
              <a:off x="7779093" y="5073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27" name="pt23527"/>
            <p:cNvSpPr/>
            <p:nvPr/>
          </p:nvSpPr>
          <p:spPr>
            <a:xfrm>
              <a:off x="8456287" y="575353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28" name="pl23528"/>
            <p:cNvSpPr/>
            <p:nvPr/>
          </p:nvSpPr>
          <p:spPr>
            <a:xfrm>
              <a:off x="8164745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29" name="pl23529"/>
            <p:cNvSpPr/>
            <p:nvPr/>
          </p:nvSpPr>
          <p:spPr>
            <a:xfrm>
              <a:off x="8164745" y="578875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0" name="pl23530"/>
            <p:cNvSpPr/>
            <p:nvPr/>
          </p:nvSpPr>
          <p:spPr>
            <a:xfrm>
              <a:off x="8149247" y="5826170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1" name="pl23531"/>
            <p:cNvSpPr/>
            <p:nvPr/>
          </p:nvSpPr>
          <p:spPr>
            <a:xfrm>
              <a:off x="8202163" y="5773254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2" name="pl23532"/>
            <p:cNvSpPr/>
            <p:nvPr/>
          </p:nvSpPr>
          <p:spPr>
            <a:xfrm>
              <a:off x="8147209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3" name="pl23533"/>
            <p:cNvSpPr/>
            <p:nvPr/>
          </p:nvSpPr>
          <p:spPr>
            <a:xfrm>
              <a:off x="8147209" y="573557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4" name="pl23534"/>
            <p:cNvSpPr/>
            <p:nvPr/>
          </p:nvSpPr>
          <p:spPr>
            <a:xfrm>
              <a:off x="8129480" y="577838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5" name="pl23535"/>
            <p:cNvSpPr/>
            <p:nvPr/>
          </p:nvSpPr>
          <p:spPr>
            <a:xfrm>
              <a:off x="8190011" y="571784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6" name="pt23536"/>
            <p:cNvSpPr/>
            <p:nvPr/>
          </p:nvSpPr>
          <p:spPr>
            <a:xfrm>
              <a:off x="8148891" y="57962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37" name="pt23537"/>
            <p:cNvSpPr/>
            <p:nvPr/>
          </p:nvSpPr>
          <p:spPr>
            <a:xfrm>
              <a:off x="8084230" y="5852031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38" name="pl23538"/>
            <p:cNvSpPr/>
            <p:nvPr/>
          </p:nvSpPr>
          <p:spPr>
            <a:xfrm>
              <a:off x="8089006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39" name="pl23539"/>
            <p:cNvSpPr/>
            <p:nvPr/>
          </p:nvSpPr>
          <p:spPr>
            <a:xfrm>
              <a:off x="8089006" y="562835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0" name="pl23540"/>
            <p:cNvSpPr/>
            <p:nvPr/>
          </p:nvSpPr>
          <p:spPr>
            <a:xfrm>
              <a:off x="8073507" y="566576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1" name="pl23541"/>
            <p:cNvSpPr/>
            <p:nvPr/>
          </p:nvSpPr>
          <p:spPr>
            <a:xfrm>
              <a:off x="8126423" y="561285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2" name="pt23542"/>
            <p:cNvSpPr/>
            <p:nvPr/>
          </p:nvSpPr>
          <p:spPr>
            <a:xfrm>
              <a:off x="8139351" y="5688033"/>
              <a:ext cx="48833" cy="48833"/>
            </a:xfrm>
            <a:prstGeom prst="ellipse">
              <a:avLst/>
            </a:prstGeom>
            <a:solidFill>
              <a:srgbClr val="A6761D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43" name="pl23543"/>
            <p:cNvSpPr/>
            <p:nvPr/>
          </p:nvSpPr>
          <p:spPr>
            <a:xfrm>
              <a:off x="8234987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4" name="pl23544"/>
            <p:cNvSpPr/>
            <p:nvPr/>
          </p:nvSpPr>
          <p:spPr>
            <a:xfrm>
              <a:off x="8234987" y="58823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5" name="pl23545"/>
            <p:cNvSpPr/>
            <p:nvPr/>
          </p:nvSpPr>
          <p:spPr>
            <a:xfrm>
              <a:off x="8224873" y="59067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6" name="pl23546"/>
            <p:cNvSpPr/>
            <p:nvPr/>
          </p:nvSpPr>
          <p:spPr>
            <a:xfrm>
              <a:off x="8259403" y="587223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7" name="pl23547"/>
            <p:cNvSpPr/>
            <p:nvPr/>
          </p:nvSpPr>
          <p:spPr>
            <a:xfrm>
              <a:off x="8150741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8" name="pl23548"/>
            <p:cNvSpPr/>
            <p:nvPr/>
          </p:nvSpPr>
          <p:spPr>
            <a:xfrm>
              <a:off x="8150741" y="5766201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49" name="pl23549"/>
            <p:cNvSpPr/>
            <p:nvPr/>
          </p:nvSpPr>
          <p:spPr>
            <a:xfrm>
              <a:off x="8121589" y="5836582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0" name="pl23550"/>
            <p:cNvSpPr/>
            <p:nvPr/>
          </p:nvSpPr>
          <p:spPr>
            <a:xfrm>
              <a:off x="8221122" y="5737048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1" name="pl23551"/>
            <p:cNvSpPr/>
            <p:nvPr/>
          </p:nvSpPr>
          <p:spPr>
            <a:xfrm>
              <a:off x="8482013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2" name="pl23552"/>
            <p:cNvSpPr/>
            <p:nvPr/>
          </p:nvSpPr>
          <p:spPr>
            <a:xfrm>
              <a:off x="8482013" y="560769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3" name="pl23553"/>
            <p:cNvSpPr/>
            <p:nvPr/>
          </p:nvSpPr>
          <p:spPr>
            <a:xfrm>
              <a:off x="8464284" y="5650501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4" name="pl23554"/>
            <p:cNvSpPr/>
            <p:nvPr/>
          </p:nvSpPr>
          <p:spPr>
            <a:xfrm>
              <a:off x="8524816" y="5589970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5" name="pl23555"/>
            <p:cNvSpPr/>
            <p:nvPr/>
          </p:nvSpPr>
          <p:spPr>
            <a:xfrm>
              <a:off x="7398997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6" name="pl23556"/>
            <p:cNvSpPr/>
            <p:nvPr/>
          </p:nvSpPr>
          <p:spPr>
            <a:xfrm>
              <a:off x="7398997" y="58105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7" name="pl23557"/>
            <p:cNvSpPr/>
            <p:nvPr/>
          </p:nvSpPr>
          <p:spPr>
            <a:xfrm>
              <a:off x="7388883" y="58350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8" name="pl23558"/>
            <p:cNvSpPr/>
            <p:nvPr/>
          </p:nvSpPr>
          <p:spPr>
            <a:xfrm>
              <a:off x="7423414" y="5800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59" name="pt23559"/>
            <p:cNvSpPr/>
            <p:nvPr/>
          </p:nvSpPr>
          <p:spPr>
            <a:xfrm>
              <a:off x="8324979" y="538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60" name="pl23560"/>
            <p:cNvSpPr/>
            <p:nvPr/>
          </p:nvSpPr>
          <p:spPr>
            <a:xfrm>
              <a:off x="7930537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1" name="pl23561"/>
            <p:cNvSpPr/>
            <p:nvPr/>
          </p:nvSpPr>
          <p:spPr>
            <a:xfrm>
              <a:off x="7930537" y="56815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2" name="pl23562"/>
            <p:cNvSpPr/>
            <p:nvPr/>
          </p:nvSpPr>
          <p:spPr>
            <a:xfrm>
              <a:off x="7916616" y="571512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3" name="pl23563"/>
            <p:cNvSpPr/>
            <p:nvPr/>
          </p:nvSpPr>
          <p:spPr>
            <a:xfrm>
              <a:off x="7964147" y="56675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4" name="pl23564"/>
            <p:cNvSpPr/>
            <p:nvPr/>
          </p:nvSpPr>
          <p:spPr>
            <a:xfrm>
              <a:off x="8226849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5" name="pl23565"/>
            <p:cNvSpPr/>
            <p:nvPr/>
          </p:nvSpPr>
          <p:spPr>
            <a:xfrm>
              <a:off x="8226849" y="599492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6" name="pl23566"/>
            <p:cNvSpPr/>
            <p:nvPr/>
          </p:nvSpPr>
          <p:spPr>
            <a:xfrm>
              <a:off x="8212927" y="602853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7" name="pl23567"/>
            <p:cNvSpPr/>
            <p:nvPr/>
          </p:nvSpPr>
          <p:spPr>
            <a:xfrm>
              <a:off x="8260458" y="598100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68" name="pt23568"/>
            <p:cNvSpPr/>
            <p:nvPr/>
          </p:nvSpPr>
          <p:spPr>
            <a:xfrm>
              <a:off x="8123143" y="5837587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69" name="pl23569"/>
            <p:cNvSpPr/>
            <p:nvPr/>
          </p:nvSpPr>
          <p:spPr>
            <a:xfrm>
              <a:off x="8139008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0" name="pl23570"/>
            <p:cNvSpPr/>
            <p:nvPr/>
          </p:nvSpPr>
          <p:spPr>
            <a:xfrm>
              <a:off x="8139008" y="5684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1" name="pl23571"/>
            <p:cNvSpPr/>
            <p:nvPr/>
          </p:nvSpPr>
          <p:spPr>
            <a:xfrm>
              <a:off x="8128894" y="5708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2" name="pl23572"/>
            <p:cNvSpPr/>
            <p:nvPr/>
          </p:nvSpPr>
          <p:spPr>
            <a:xfrm>
              <a:off x="8163425" y="5674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3" name="pt23573"/>
            <p:cNvSpPr/>
            <p:nvPr/>
          </p:nvSpPr>
          <p:spPr>
            <a:xfrm>
              <a:off x="8236811" y="5988307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74" name="pt23574"/>
            <p:cNvSpPr/>
            <p:nvPr/>
          </p:nvSpPr>
          <p:spPr>
            <a:xfrm>
              <a:off x="8437785" y="571733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75" name="pt23575"/>
            <p:cNvSpPr/>
            <p:nvPr/>
          </p:nvSpPr>
          <p:spPr>
            <a:xfrm>
              <a:off x="8319884" y="5819736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76" name="pl23576"/>
            <p:cNvSpPr/>
            <p:nvPr/>
          </p:nvSpPr>
          <p:spPr>
            <a:xfrm>
              <a:off x="8268402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7" name="pl23577"/>
            <p:cNvSpPr/>
            <p:nvPr/>
          </p:nvSpPr>
          <p:spPr>
            <a:xfrm>
              <a:off x="8268402" y="576525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8" name="pl23578"/>
            <p:cNvSpPr/>
            <p:nvPr/>
          </p:nvSpPr>
          <p:spPr>
            <a:xfrm>
              <a:off x="8254481" y="579886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79" name="pl23579"/>
            <p:cNvSpPr/>
            <p:nvPr/>
          </p:nvSpPr>
          <p:spPr>
            <a:xfrm>
              <a:off x="8302012" y="575133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0" name="pl23580"/>
            <p:cNvSpPr/>
            <p:nvPr/>
          </p:nvSpPr>
          <p:spPr>
            <a:xfrm>
              <a:off x="8147296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1" name="pl23581"/>
            <p:cNvSpPr/>
            <p:nvPr/>
          </p:nvSpPr>
          <p:spPr>
            <a:xfrm>
              <a:off x="8147296" y="5745841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2" name="pl23582"/>
            <p:cNvSpPr/>
            <p:nvPr/>
          </p:nvSpPr>
          <p:spPr>
            <a:xfrm>
              <a:off x="8122435" y="5805861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3" name="pl23583"/>
            <p:cNvSpPr/>
            <p:nvPr/>
          </p:nvSpPr>
          <p:spPr>
            <a:xfrm>
              <a:off x="8207316" y="5720979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0392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4" name="pl23584"/>
            <p:cNvSpPr/>
            <p:nvPr/>
          </p:nvSpPr>
          <p:spPr>
            <a:xfrm>
              <a:off x="8235297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5" name="pl23585"/>
            <p:cNvSpPr/>
            <p:nvPr/>
          </p:nvSpPr>
          <p:spPr>
            <a:xfrm>
              <a:off x="8235297" y="57456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6" name="pl23586"/>
            <p:cNvSpPr/>
            <p:nvPr/>
          </p:nvSpPr>
          <p:spPr>
            <a:xfrm>
              <a:off x="8225183" y="57700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7" name="pl23587"/>
            <p:cNvSpPr/>
            <p:nvPr/>
          </p:nvSpPr>
          <p:spPr>
            <a:xfrm>
              <a:off x="8259714" y="57355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88" name="pg23588"/>
            <p:cNvSpPr/>
            <p:nvPr/>
          </p:nvSpPr>
          <p:spPr>
            <a:xfrm>
              <a:off x="9008971" y="6014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89" name="pl23589"/>
            <p:cNvSpPr/>
            <p:nvPr/>
          </p:nvSpPr>
          <p:spPr>
            <a:xfrm>
              <a:off x="7696399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0" name="pl23590"/>
            <p:cNvSpPr/>
            <p:nvPr/>
          </p:nvSpPr>
          <p:spPr>
            <a:xfrm>
              <a:off x="7696399" y="50495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1" name="pl23591"/>
            <p:cNvSpPr/>
            <p:nvPr/>
          </p:nvSpPr>
          <p:spPr>
            <a:xfrm>
              <a:off x="7686285" y="50740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2" name="pl23592"/>
            <p:cNvSpPr/>
            <p:nvPr/>
          </p:nvSpPr>
          <p:spPr>
            <a:xfrm>
              <a:off x="7720816" y="50394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3" name="pl23593"/>
            <p:cNvSpPr/>
            <p:nvPr/>
          </p:nvSpPr>
          <p:spPr>
            <a:xfrm>
              <a:off x="8234375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4" name="pl23594"/>
            <p:cNvSpPr/>
            <p:nvPr/>
          </p:nvSpPr>
          <p:spPr>
            <a:xfrm>
              <a:off x="8234375" y="5508862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5" name="pl23595"/>
            <p:cNvSpPr/>
            <p:nvPr/>
          </p:nvSpPr>
          <p:spPr>
            <a:xfrm>
              <a:off x="8208562" y="5571181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6" name="pl23596"/>
            <p:cNvSpPr/>
            <p:nvPr/>
          </p:nvSpPr>
          <p:spPr>
            <a:xfrm>
              <a:off x="8296695" y="5483048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7" name="pg23597"/>
            <p:cNvSpPr/>
            <p:nvPr/>
          </p:nvSpPr>
          <p:spPr>
            <a:xfrm>
              <a:off x="8083824" y="643200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598" name="pl23598"/>
            <p:cNvSpPr/>
            <p:nvPr/>
          </p:nvSpPr>
          <p:spPr>
            <a:xfrm>
              <a:off x="8121203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599" name="pl23599"/>
            <p:cNvSpPr/>
            <p:nvPr/>
          </p:nvSpPr>
          <p:spPr>
            <a:xfrm>
              <a:off x="8121203" y="5684941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0" name="pl23600"/>
            <p:cNvSpPr/>
            <p:nvPr/>
          </p:nvSpPr>
          <p:spPr>
            <a:xfrm>
              <a:off x="8099666" y="5736937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1" name="pl23601"/>
            <p:cNvSpPr/>
            <p:nvPr/>
          </p:nvSpPr>
          <p:spPr>
            <a:xfrm>
              <a:off x="8173198" y="5663404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2" name="pt23602"/>
            <p:cNvSpPr/>
            <p:nvPr/>
          </p:nvSpPr>
          <p:spPr>
            <a:xfrm>
              <a:off x="8204769" y="5814383"/>
              <a:ext cx="67219" cy="67219"/>
            </a:xfrm>
            <a:prstGeom prst="ellipse">
              <a:avLst/>
            </a:prstGeom>
            <a:solidFill>
              <a:srgbClr val="D95F02">
                <a:alpha val="3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03" name="pl23603"/>
            <p:cNvSpPr/>
            <p:nvPr/>
          </p:nvSpPr>
          <p:spPr>
            <a:xfrm>
              <a:off x="8167304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4" name="pl23604"/>
            <p:cNvSpPr/>
            <p:nvPr/>
          </p:nvSpPr>
          <p:spPr>
            <a:xfrm>
              <a:off x="8167304" y="5744473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5" name="pl23605"/>
            <p:cNvSpPr/>
            <p:nvPr/>
          </p:nvSpPr>
          <p:spPr>
            <a:xfrm>
              <a:off x="8147116" y="5793211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6" name="pl23606"/>
            <p:cNvSpPr/>
            <p:nvPr/>
          </p:nvSpPr>
          <p:spPr>
            <a:xfrm>
              <a:off x="8216043" y="5724285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07" name="pt23607"/>
            <p:cNvSpPr/>
            <p:nvPr/>
          </p:nvSpPr>
          <p:spPr>
            <a:xfrm>
              <a:off x="8388364" y="58880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08" name="pt23608"/>
            <p:cNvSpPr/>
            <p:nvPr/>
          </p:nvSpPr>
          <p:spPr>
            <a:xfrm>
              <a:off x="9048550" y="5877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09" name="pt23609"/>
            <p:cNvSpPr/>
            <p:nvPr/>
          </p:nvSpPr>
          <p:spPr>
            <a:xfrm>
              <a:off x="8423056" y="540379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10" name="pl23610"/>
            <p:cNvSpPr/>
            <p:nvPr/>
          </p:nvSpPr>
          <p:spPr>
            <a:xfrm>
              <a:off x="8363481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1" name="pl23611"/>
            <p:cNvSpPr/>
            <p:nvPr/>
          </p:nvSpPr>
          <p:spPr>
            <a:xfrm>
              <a:off x="8363481" y="52996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2" name="pl23612"/>
            <p:cNvSpPr/>
            <p:nvPr/>
          </p:nvSpPr>
          <p:spPr>
            <a:xfrm>
              <a:off x="8349560" y="533328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3" name="pl23613"/>
            <p:cNvSpPr/>
            <p:nvPr/>
          </p:nvSpPr>
          <p:spPr>
            <a:xfrm>
              <a:off x="8397091" y="5285757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4" name="pt23614"/>
            <p:cNvSpPr/>
            <p:nvPr/>
          </p:nvSpPr>
          <p:spPr>
            <a:xfrm>
              <a:off x="8689275" y="6417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15" name="pl23615"/>
            <p:cNvSpPr/>
            <p:nvPr/>
          </p:nvSpPr>
          <p:spPr>
            <a:xfrm>
              <a:off x="8362104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6" name="pl23616"/>
            <p:cNvSpPr/>
            <p:nvPr/>
          </p:nvSpPr>
          <p:spPr>
            <a:xfrm>
              <a:off x="8362104" y="655539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7" name="pl23617"/>
            <p:cNvSpPr/>
            <p:nvPr/>
          </p:nvSpPr>
          <p:spPr>
            <a:xfrm>
              <a:off x="8348183" y="658900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8" name="pl23618"/>
            <p:cNvSpPr/>
            <p:nvPr/>
          </p:nvSpPr>
          <p:spPr>
            <a:xfrm>
              <a:off x="8395714" y="6541475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19" name="pl23619"/>
            <p:cNvSpPr/>
            <p:nvPr/>
          </p:nvSpPr>
          <p:spPr>
            <a:xfrm>
              <a:off x="8133543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0" name="pl23620"/>
            <p:cNvSpPr/>
            <p:nvPr/>
          </p:nvSpPr>
          <p:spPr>
            <a:xfrm>
              <a:off x="8133543" y="569551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1" name="pl23621"/>
            <p:cNvSpPr/>
            <p:nvPr/>
          </p:nvSpPr>
          <p:spPr>
            <a:xfrm>
              <a:off x="8119621" y="572912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2" name="pl23622"/>
            <p:cNvSpPr/>
            <p:nvPr/>
          </p:nvSpPr>
          <p:spPr>
            <a:xfrm>
              <a:off x="8167152" y="568159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3" name="pt23623"/>
            <p:cNvSpPr/>
            <p:nvPr/>
          </p:nvSpPr>
          <p:spPr>
            <a:xfrm>
              <a:off x="8182392" y="5787627"/>
              <a:ext cx="74834" cy="7483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24" name="pl23624"/>
            <p:cNvSpPr/>
            <p:nvPr/>
          </p:nvSpPr>
          <p:spPr>
            <a:xfrm>
              <a:off x="7433456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5" name="pl23625"/>
            <p:cNvSpPr/>
            <p:nvPr/>
          </p:nvSpPr>
          <p:spPr>
            <a:xfrm>
              <a:off x="7433456" y="599170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6" name="pl23626"/>
            <p:cNvSpPr/>
            <p:nvPr/>
          </p:nvSpPr>
          <p:spPr>
            <a:xfrm>
              <a:off x="7416747" y="6032043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7" name="pl23627"/>
            <p:cNvSpPr/>
            <p:nvPr/>
          </p:nvSpPr>
          <p:spPr>
            <a:xfrm>
              <a:off x="7473795" y="5974995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8" name="pl23628"/>
            <p:cNvSpPr/>
            <p:nvPr/>
          </p:nvSpPr>
          <p:spPr>
            <a:xfrm>
              <a:off x="8148751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29" name="pl23629"/>
            <p:cNvSpPr/>
            <p:nvPr/>
          </p:nvSpPr>
          <p:spPr>
            <a:xfrm>
              <a:off x="8148751" y="5901340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0" name="pl23630"/>
            <p:cNvSpPr/>
            <p:nvPr/>
          </p:nvSpPr>
          <p:spPr>
            <a:xfrm>
              <a:off x="8127214" y="5953335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1" name="pl23631"/>
            <p:cNvSpPr/>
            <p:nvPr/>
          </p:nvSpPr>
          <p:spPr>
            <a:xfrm>
              <a:off x="8200746" y="5879803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2" name="pt23632"/>
            <p:cNvSpPr/>
            <p:nvPr/>
          </p:nvSpPr>
          <p:spPr>
            <a:xfrm>
              <a:off x="8214346" y="5725727"/>
              <a:ext cx="109811" cy="109811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33" name="pt23633"/>
            <p:cNvSpPr/>
            <p:nvPr/>
          </p:nvSpPr>
          <p:spPr>
            <a:xfrm>
              <a:off x="8136691" y="5686795"/>
              <a:ext cx="48833" cy="48833"/>
            </a:xfrm>
            <a:prstGeom prst="ellipse">
              <a:avLst/>
            </a:pr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34" name="pt23634"/>
            <p:cNvSpPr/>
            <p:nvPr/>
          </p:nvSpPr>
          <p:spPr>
            <a:xfrm>
              <a:off x="8352445" y="5826257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35" name="pg23635"/>
            <p:cNvSpPr/>
            <p:nvPr/>
          </p:nvSpPr>
          <p:spPr>
            <a:xfrm>
              <a:off x="8304023" y="538766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36" name="pl23636"/>
            <p:cNvSpPr/>
            <p:nvPr/>
          </p:nvSpPr>
          <p:spPr>
            <a:xfrm>
              <a:off x="7485446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7" name="pl23637"/>
            <p:cNvSpPr/>
            <p:nvPr/>
          </p:nvSpPr>
          <p:spPr>
            <a:xfrm>
              <a:off x="7485446" y="6058599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8" name="pl23638"/>
            <p:cNvSpPr/>
            <p:nvPr/>
          </p:nvSpPr>
          <p:spPr>
            <a:xfrm>
              <a:off x="7471524" y="6092209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39" name="pl23639"/>
            <p:cNvSpPr/>
            <p:nvPr/>
          </p:nvSpPr>
          <p:spPr>
            <a:xfrm>
              <a:off x="7519055" y="6044678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0" name="pt23640"/>
            <p:cNvSpPr/>
            <p:nvPr/>
          </p:nvSpPr>
          <p:spPr>
            <a:xfrm>
              <a:off x="8123333" y="5806132"/>
              <a:ext cx="109811" cy="109811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41" name="pt23641"/>
            <p:cNvSpPr/>
            <p:nvPr/>
          </p:nvSpPr>
          <p:spPr>
            <a:xfrm>
              <a:off x="8217794" y="5800525"/>
              <a:ext cx="48833" cy="48833"/>
            </a:xfrm>
            <a:prstGeom prst="ellipse">
              <a:avLst/>
            </a:prstGeom>
            <a:solidFill>
              <a:srgbClr val="7570B3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42" name="pg23642"/>
            <p:cNvSpPr/>
            <p:nvPr/>
          </p:nvSpPr>
          <p:spPr>
            <a:xfrm>
              <a:off x="8341838" y="52798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43" name="pt23643"/>
            <p:cNvSpPr/>
            <p:nvPr/>
          </p:nvSpPr>
          <p:spPr>
            <a:xfrm>
              <a:off x="8173561" y="5845331"/>
              <a:ext cx="48833" cy="48833"/>
            </a:xfrm>
            <a:prstGeom prst="ellipse">
              <a:avLst/>
            </a:prstGeom>
            <a:solidFill>
              <a:srgbClr val="7570B3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44" name="pt23644"/>
            <p:cNvSpPr/>
            <p:nvPr/>
          </p:nvSpPr>
          <p:spPr>
            <a:xfrm>
              <a:off x="8231186" y="588300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45" name="pl23645"/>
            <p:cNvSpPr/>
            <p:nvPr/>
          </p:nvSpPr>
          <p:spPr>
            <a:xfrm>
              <a:off x="8065124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6" name="pl23646"/>
            <p:cNvSpPr/>
            <p:nvPr/>
          </p:nvSpPr>
          <p:spPr>
            <a:xfrm>
              <a:off x="8065124" y="65819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7" name="pl23647"/>
            <p:cNvSpPr/>
            <p:nvPr/>
          </p:nvSpPr>
          <p:spPr>
            <a:xfrm>
              <a:off x="8055010" y="660641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8" name="pl23648"/>
            <p:cNvSpPr/>
            <p:nvPr/>
          </p:nvSpPr>
          <p:spPr>
            <a:xfrm>
              <a:off x="8089540" y="657188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49" name="pt23649"/>
            <p:cNvSpPr/>
            <p:nvPr/>
          </p:nvSpPr>
          <p:spPr>
            <a:xfrm>
              <a:off x="8114389" y="5728748"/>
              <a:ext cx="160668" cy="160668"/>
            </a:xfrm>
            <a:prstGeom prst="ellipse">
              <a:avLst/>
            </a:prstGeom>
            <a:solidFill>
              <a:srgbClr val="7570B3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0" name="pg23650"/>
            <p:cNvSpPr/>
            <p:nvPr/>
          </p:nvSpPr>
          <p:spPr>
            <a:xfrm>
              <a:off x="8299028" y="5563799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1" name="pt23651"/>
            <p:cNvSpPr/>
            <p:nvPr/>
          </p:nvSpPr>
          <p:spPr>
            <a:xfrm>
              <a:off x="8086342" y="60851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2" name="pt23652"/>
            <p:cNvSpPr/>
            <p:nvPr/>
          </p:nvSpPr>
          <p:spPr>
            <a:xfrm>
              <a:off x="8109657" y="60623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3" name="pg23653"/>
            <p:cNvSpPr/>
            <p:nvPr/>
          </p:nvSpPr>
          <p:spPr>
            <a:xfrm>
              <a:off x="8364552" y="578762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4" name="pt23654"/>
            <p:cNvSpPr/>
            <p:nvPr/>
          </p:nvSpPr>
          <p:spPr>
            <a:xfrm>
              <a:off x="8126214" y="569533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5" name="pt23655"/>
            <p:cNvSpPr/>
            <p:nvPr/>
          </p:nvSpPr>
          <p:spPr>
            <a:xfrm>
              <a:off x="8452745" y="5567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6" name="pt23656"/>
            <p:cNvSpPr/>
            <p:nvPr/>
          </p:nvSpPr>
          <p:spPr>
            <a:xfrm>
              <a:off x="8173061" y="5787659"/>
              <a:ext cx="80678" cy="80678"/>
            </a:xfrm>
            <a:prstGeom prst="ellipse">
              <a:avLst/>
            </a:prstGeom>
            <a:solidFill>
              <a:srgbClr val="7570B3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7" name="pt23657"/>
            <p:cNvSpPr/>
            <p:nvPr/>
          </p:nvSpPr>
          <p:spPr>
            <a:xfrm>
              <a:off x="8169677" y="5790933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8" name="pt23658"/>
            <p:cNvSpPr/>
            <p:nvPr/>
          </p:nvSpPr>
          <p:spPr>
            <a:xfrm>
              <a:off x="8163913" y="5989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59" name="pt23659"/>
            <p:cNvSpPr/>
            <p:nvPr/>
          </p:nvSpPr>
          <p:spPr>
            <a:xfrm>
              <a:off x="8346872" y="53398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0" name="pt23660"/>
            <p:cNvSpPr/>
            <p:nvPr/>
          </p:nvSpPr>
          <p:spPr>
            <a:xfrm>
              <a:off x="7536495" y="54040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1" name="pt23661"/>
            <p:cNvSpPr/>
            <p:nvPr/>
          </p:nvSpPr>
          <p:spPr>
            <a:xfrm>
              <a:off x="8099652" y="504314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2" name="pt23662"/>
            <p:cNvSpPr/>
            <p:nvPr/>
          </p:nvSpPr>
          <p:spPr>
            <a:xfrm>
              <a:off x="8922042" y="5247448"/>
              <a:ext cx="48833" cy="48833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3" name="pt23663"/>
            <p:cNvSpPr/>
            <p:nvPr/>
          </p:nvSpPr>
          <p:spPr>
            <a:xfrm>
              <a:off x="8140934" y="55853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4" name="pt23664"/>
            <p:cNvSpPr/>
            <p:nvPr/>
          </p:nvSpPr>
          <p:spPr>
            <a:xfrm>
              <a:off x="8326928" y="5810290"/>
              <a:ext cx="80678" cy="80678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5" name="pt23665"/>
            <p:cNvSpPr/>
            <p:nvPr/>
          </p:nvSpPr>
          <p:spPr>
            <a:xfrm>
              <a:off x="7741322" y="51677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6" name="pt23666"/>
            <p:cNvSpPr/>
            <p:nvPr/>
          </p:nvSpPr>
          <p:spPr>
            <a:xfrm>
              <a:off x="8157231" y="5592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67" name="pt23667"/>
            <p:cNvSpPr/>
            <p:nvPr/>
          </p:nvSpPr>
          <p:spPr>
            <a:xfrm>
              <a:off x="8099005" y="5637280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8" name="pl23668"/>
            <p:cNvSpPr/>
            <p:nvPr/>
          </p:nvSpPr>
          <p:spPr>
            <a:xfrm>
              <a:off x="8099005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69" name="pl23669"/>
            <p:cNvSpPr/>
            <p:nvPr/>
          </p:nvSpPr>
          <p:spPr>
            <a:xfrm>
              <a:off x="8099005" y="56372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70" name="pg23670"/>
            <p:cNvSpPr/>
            <p:nvPr/>
          </p:nvSpPr>
          <p:spPr>
            <a:xfrm>
              <a:off x="7952835" y="57998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1" name="pt23671"/>
            <p:cNvSpPr/>
            <p:nvPr/>
          </p:nvSpPr>
          <p:spPr>
            <a:xfrm>
              <a:off x="7752497" y="51837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2" name="pt23672"/>
            <p:cNvSpPr/>
            <p:nvPr/>
          </p:nvSpPr>
          <p:spPr>
            <a:xfrm>
              <a:off x="8308526" y="57402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3" name="pt23673"/>
            <p:cNvSpPr/>
            <p:nvPr/>
          </p:nvSpPr>
          <p:spPr>
            <a:xfrm>
              <a:off x="8236186" y="5853125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4" name="pt23674"/>
            <p:cNvSpPr/>
            <p:nvPr/>
          </p:nvSpPr>
          <p:spPr>
            <a:xfrm>
              <a:off x="8509435" y="6525496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5" name="pt23675"/>
            <p:cNvSpPr/>
            <p:nvPr/>
          </p:nvSpPr>
          <p:spPr>
            <a:xfrm>
              <a:off x="8146716" y="5789034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6" name="pt23676"/>
            <p:cNvSpPr/>
            <p:nvPr/>
          </p:nvSpPr>
          <p:spPr>
            <a:xfrm>
              <a:off x="8205752" y="5925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7" name="pt23677"/>
            <p:cNvSpPr/>
            <p:nvPr/>
          </p:nvSpPr>
          <p:spPr>
            <a:xfrm>
              <a:off x="9065931" y="56998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8" name="pt23678"/>
            <p:cNvSpPr/>
            <p:nvPr/>
          </p:nvSpPr>
          <p:spPr>
            <a:xfrm>
              <a:off x="8209190" y="54177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79" name="pt23679"/>
            <p:cNvSpPr/>
            <p:nvPr/>
          </p:nvSpPr>
          <p:spPr>
            <a:xfrm>
              <a:off x="8253586" y="545663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0" name="pt23680"/>
            <p:cNvSpPr/>
            <p:nvPr/>
          </p:nvSpPr>
          <p:spPr>
            <a:xfrm>
              <a:off x="8070922" y="65807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1" name="pt23681"/>
            <p:cNvSpPr/>
            <p:nvPr/>
          </p:nvSpPr>
          <p:spPr>
            <a:xfrm>
              <a:off x="8163879" y="5827928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2" name="pt23682"/>
            <p:cNvSpPr/>
            <p:nvPr/>
          </p:nvSpPr>
          <p:spPr>
            <a:xfrm>
              <a:off x="8263162" y="54373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3" name="pt23683"/>
            <p:cNvSpPr/>
            <p:nvPr/>
          </p:nvSpPr>
          <p:spPr>
            <a:xfrm>
              <a:off x="7759407" y="511092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4" name="pt23684"/>
            <p:cNvSpPr/>
            <p:nvPr/>
          </p:nvSpPr>
          <p:spPr>
            <a:xfrm>
              <a:off x="8254695" y="54823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5" name="pt23685"/>
            <p:cNvSpPr/>
            <p:nvPr/>
          </p:nvSpPr>
          <p:spPr>
            <a:xfrm>
              <a:off x="9004215" y="53811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6" name="pt23686"/>
            <p:cNvSpPr/>
            <p:nvPr/>
          </p:nvSpPr>
          <p:spPr>
            <a:xfrm>
              <a:off x="8274448" y="576837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7" name="pg23687"/>
            <p:cNvSpPr/>
            <p:nvPr/>
          </p:nvSpPr>
          <p:spPr>
            <a:xfrm>
              <a:off x="8084013" y="56485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8" name="pt23688"/>
            <p:cNvSpPr/>
            <p:nvPr/>
          </p:nvSpPr>
          <p:spPr>
            <a:xfrm>
              <a:off x="8430452" y="5582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89" name="pt23689"/>
            <p:cNvSpPr/>
            <p:nvPr/>
          </p:nvSpPr>
          <p:spPr>
            <a:xfrm>
              <a:off x="7444410" y="6004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0" name="pt23690"/>
            <p:cNvSpPr/>
            <p:nvPr/>
          </p:nvSpPr>
          <p:spPr>
            <a:xfrm>
              <a:off x="8258548" y="544881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1" name="pt23691"/>
            <p:cNvSpPr/>
            <p:nvPr/>
          </p:nvSpPr>
          <p:spPr>
            <a:xfrm>
              <a:off x="8224926" y="48985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2" name="pt23692"/>
            <p:cNvSpPr/>
            <p:nvPr/>
          </p:nvSpPr>
          <p:spPr>
            <a:xfrm>
              <a:off x="8320314" y="49010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3" name="pt23693"/>
            <p:cNvSpPr/>
            <p:nvPr/>
          </p:nvSpPr>
          <p:spPr>
            <a:xfrm>
              <a:off x="7512629" y="540220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4" name="pt23694"/>
            <p:cNvSpPr/>
            <p:nvPr/>
          </p:nvSpPr>
          <p:spPr>
            <a:xfrm>
              <a:off x="8757944" y="616315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5" name="pl23695"/>
            <p:cNvSpPr/>
            <p:nvPr/>
          </p:nvSpPr>
          <p:spPr>
            <a:xfrm>
              <a:off x="8757944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6" name="pl23696"/>
            <p:cNvSpPr/>
            <p:nvPr/>
          </p:nvSpPr>
          <p:spPr>
            <a:xfrm>
              <a:off x="8757944" y="616315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697" name="pt23697"/>
            <p:cNvSpPr/>
            <p:nvPr/>
          </p:nvSpPr>
          <p:spPr>
            <a:xfrm>
              <a:off x="8320477" y="558096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8" name="pt23698"/>
            <p:cNvSpPr/>
            <p:nvPr/>
          </p:nvSpPr>
          <p:spPr>
            <a:xfrm>
              <a:off x="8172282" y="5766136"/>
              <a:ext cx="67219" cy="67219"/>
            </a:xfrm>
            <a:prstGeom prst="ellipse">
              <a:avLst/>
            </a:pr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699" name="pt23699"/>
            <p:cNvSpPr/>
            <p:nvPr/>
          </p:nvSpPr>
          <p:spPr>
            <a:xfrm>
              <a:off x="8213942" y="5810618"/>
              <a:ext cx="48833" cy="48833"/>
            </a:xfrm>
            <a:prstGeom prst="ellipse">
              <a:avLst/>
            </a:prstGeom>
            <a:solidFill>
              <a:srgbClr val="D95F02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0" name="pt23700"/>
            <p:cNvSpPr/>
            <p:nvPr/>
          </p:nvSpPr>
          <p:spPr>
            <a:xfrm>
              <a:off x="8376521" y="52626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1" name="pt23701"/>
            <p:cNvSpPr/>
            <p:nvPr/>
          </p:nvSpPr>
          <p:spPr>
            <a:xfrm>
              <a:off x="8142070" y="61384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2" name="pt23702"/>
            <p:cNvSpPr/>
            <p:nvPr/>
          </p:nvSpPr>
          <p:spPr>
            <a:xfrm>
              <a:off x="8280454" y="584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3" name="pt23703"/>
            <p:cNvSpPr/>
            <p:nvPr/>
          </p:nvSpPr>
          <p:spPr>
            <a:xfrm>
              <a:off x="8259907" y="582328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4" name="pt23704"/>
            <p:cNvSpPr/>
            <p:nvPr/>
          </p:nvSpPr>
          <p:spPr>
            <a:xfrm>
              <a:off x="8203741" y="584742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5" name="pt23705"/>
            <p:cNvSpPr/>
            <p:nvPr/>
          </p:nvSpPr>
          <p:spPr>
            <a:xfrm>
              <a:off x="8106127" y="6007514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6" name="pt23706"/>
            <p:cNvSpPr/>
            <p:nvPr/>
          </p:nvSpPr>
          <p:spPr>
            <a:xfrm>
              <a:off x="8140462" y="5720233"/>
              <a:ext cx="67219" cy="67219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7" name="pt23707"/>
            <p:cNvSpPr/>
            <p:nvPr/>
          </p:nvSpPr>
          <p:spPr>
            <a:xfrm>
              <a:off x="8205027" y="5808559"/>
              <a:ext cx="74834" cy="74834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8" name="pt23708"/>
            <p:cNvSpPr/>
            <p:nvPr/>
          </p:nvSpPr>
          <p:spPr>
            <a:xfrm>
              <a:off x="8208329" y="59156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09" name="pt23709"/>
            <p:cNvSpPr/>
            <p:nvPr/>
          </p:nvSpPr>
          <p:spPr>
            <a:xfrm>
              <a:off x="8205202" y="59086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0" name="pt23710"/>
            <p:cNvSpPr/>
            <p:nvPr/>
          </p:nvSpPr>
          <p:spPr>
            <a:xfrm>
              <a:off x="8402982" y="55765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1" name="pt23711"/>
            <p:cNvSpPr/>
            <p:nvPr/>
          </p:nvSpPr>
          <p:spPr>
            <a:xfrm>
              <a:off x="8038553" y="527900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2" name="pt23712"/>
            <p:cNvSpPr/>
            <p:nvPr/>
          </p:nvSpPr>
          <p:spPr>
            <a:xfrm>
              <a:off x="8541545" y="577452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3" name="pt23713"/>
            <p:cNvSpPr/>
            <p:nvPr/>
          </p:nvSpPr>
          <p:spPr>
            <a:xfrm>
              <a:off x="8238623" y="56177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4" name="pt23714"/>
            <p:cNvSpPr/>
            <p:nvPr/>
          </p:nvSpPr>
          <p:spPr>
            <a:xfrm>
              <a:off x="8227207" y="5766298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5" name="pt23715"/>
            <p:cNvSpPr/>
            <p:nvPr/>
          </p:nvSpPr>
          <p:spPr>
            <a:xfrm>
              <a:off x="8190894" y="59508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6" name="pt23716"/>
            <p:cNvSpPr/>
            <p:nvPr/>
          </p:nvSpPr>
          <p:spPr>
            <a:xfrm>
              <a:off x="8177774" y="589526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7" name="pt23717"/>
            <p:cNvSpPr/>
            <p:nvPr/>
          </p:nvSpPr>
          <p:spPr>
            <a:xfrm>
              <a:off x="8555394" y="5520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8" name="pt23718"/>
            <p:cNvSpPr/>
            <p:nvPr/>
          </p:nvSpPr>
          <p:spPr>
            <a:xfrm>
              <a:off x="8156289" y="5780600"/>
              <a:ext cx="74834" cy="74834"/>
            </a:xfrm>
            <a:prstGeom prst="ellipse">
              <a:avLst/>
            </a:prstGeom>
            <a:solidFill>
              <a:srgbClr val="7570B3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19" name="pt23719"/>
            <p:cNvSpPr/>
            <p:nvPr/>
          </p:nvSpPr>
          <p:spPr>
            <a:xfrm>
              <a:off x="8252678" y="5752467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0" name="pt23720"/>
            <p:cNvSpPr/>
            <p:nvPr/>
          </p:nvSpPr>
          <p:spPr>
            <a:xfrm>
              <a:off x="8607448" y="54728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1" name="pt23721"/>
            <p:cNvSpPr/>
            <p:nvPr/>
          </p:nvSpPr>
          <p:spPr>
            <a:xfrm>
              <a:off x="8202260" y="5787935"/>
              <a:ext cx="67219" cy="67219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2" name="pt23722"/>
            <p:cNvSpPr/>
            <p:nvPr/>
          </p:nvSpPr>
          <p:spPr>
            <a:xfrm>
              <a:off x="8312780" y="57342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3" name="pg23723"/>
            <p:cNvSpPr/>
            <p:nvPr/>
          </p:nvSpPr>
          <p:spPr>
            <a:xfrm>
              <a:off x="8989411" y="603351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4" name="pt23724"/>
            <p:cNvSpPr/>
            <p:nvPr/>
          </p:nvSpPr>
          <p:spPr>
            <a:xfrm>
              <a:off x="8495426" y="4925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5" name="pt23725"/>
            <p:cNvSpPr/>
            <p:nvPr/>
          </p:nvSpPr>
          <p:spPr>
            <a:xfrm>
              <a:off x="7449408" y="59479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6" name="pt23726"/>
            <p:cNvSpPr/>
            <p:nvPr/>
          </p:nvSpPr>
          <p:spPr>
            <a:xfrm>
              <a:off x="8152991" y="577641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7" name="pt23727"/>
            <p:cNvSpPr/>
            <p:nvPr/>
          </p:nvSpPr>
          <p:spPr>
            <a:xfrm>
              <a:off x="8182252" y="58366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8" name="pt23728"/>
            <p:cNvSpPr/>
            <p:nvPr/>
          </p:nvSpPr>
          <p:spPr>
            <a:xfrm>
              <a:off x="8237647" y="5832589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29" name="pt23729"/>
            <p:cNvSpPr/>
            <p:nvPr/>
          </p:nvSpPr>
          <p:spPr>
            <a:xfrm>
              <a:off x="8354545" y="5564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0" name="pt23730"/>
            <p:cNvSpPr/>
            <p:nvPr/>
          </p:nvSpPr>
          <p:spPr>
            <a:xfrm>
              <a:off x="7418966" y="5949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1" name="pt23731"/>
            <p:cNvSpPr/>
            <p:nvPr/>
          </p:nvSpPr>
          <p:spPr>
            <a:xfrm>
              <a:off x="8123638" y="561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2" name="pt23732"/>
            <p:cNvSpPr/>
            <p:nvPr/>
          </p:nvSpPr>
          <p:spPr>
            <a:xfrm>
              <a:off x="8779456" y="63541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3" name="pt23733"/>
            <p:cNvSpPr/>
            <p:nvPr/>
          </p:nvSpPr>
          <p:spPr>
            <a:xfrm>
              <a:off x="8170011" y="5775857"/>
              <a:ext cx="74834" cy="7483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4" name="pt23734"/>
            <p:cNvSpPr/>
            <p:nvPr/>
          </p:nvSpPr>
          <p:spPr>
            <a:xfrm>
              <a:off x="7850267" y="6493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5" name="pt23735"/>
            <p:cNvSpPr/>
            <p:nvPr/>
          </p:nvSpPr>
          <p:spPr>
            <a:xfrm>
              <a:off x="7389833" y="58125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36" name="pl23736"/>
            <p:cNvSpPr/>
            <p:nvPr/>
          </p:nvSpPr>
          <p:spPr>
            <a:xfrm>
              <a:off x="8787569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7" name="pl23737"/>
            <p:cNvSpPr/>
            <p:nvPr/>
          </p:nvSpPr>
          <p:spPr>
            <a:xfrm>
              <a:off x="8787569" y="570220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8" name="pl23738"/>
            <p:cNvSpPr/>
            <p:nvPr/>
          </p:nvSpPr>
          <p:spPr>
            <a:xfrm>
              <a:off x="8777456" y="57266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39" name="pl23739"/>
            <p:cNvSpPr/>
            <p:nvPr/>
          </p:nvSpPr>
          <p:spPr>
            <a:xfrm>
              <a:off x="8811986" y="569208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40" name="pt23740"/>
            <p:cNvSpPr/>
            <p:nvPr/>
          </p:nvSpPr>
          <p:spPr>
            <a:xfrm>
              <a:off x="8191117" y="5807676"/>
              <a:ext cx="74834" cy="74834"/>
            </a:xfrm>
            <a:prstGeom prst="ellipse">
              <a:avLst/>
            </a:prstGeom>
            <a:solidFill>
              <a:srgbClr val="7570B3">
                <a:alpha val="9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1" name="pt23741"/>
            <p:cNvSpPr/>
            <p:nvPr/>
          </p:nvSpPr>
          <p:spPr>
            <a:xfrm>
              <a:off x="8284993" y="54824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2" name="pt23742"/>
            <p:cNvSpPr/>
            <p:nvPr/>
          </p:nvSpPr>
          <p:spPr>
            <a:xfrm>
              <a:off x="8129335" y="576971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3" name="pt23743"/>
            <p:cNvSpPr/>
            <p:nvPr/>
          </p:nvSpPr>
          <p:spPr>
            <a:xfrm>
              <a:off x="8245866" y="54895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4" name="pt23744"/>
            <p:cNvSpPr/>
            <p:nvPr/>
          </p:nvSpPr>
          <p:spPr>
            <a:xfrm>
              <a:off x="8424382" y="580832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5" name="pt23745"/>
            <p:cNvSpPr/>
            <p:nvPr/>
          </p:nvSpPr>
          <p:spPr>
            <a:xfrm>
              <a:off x="8336399" y="59497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6" name="pt23746"/>
            <p:cNvSpPr/>
            <p:nvPr/>
          </p:nvSpPr>
          <p:spPr>
            <a:xfrm>
              <a:off x="8142650" y="584418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7" name="pt23747"/>
            <p:cNvSpPr/>
            <p:nvPr/>
          </p:nvSpPr>
          <p:spPr>
            <a:xfrm>
              <a:off x="8192843" y="58215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8" name="pt23748"/>
            <p:cNvSpPr/>
            <p:nvPr/>
          </p:nvSpPr>
          <p:spPr>
            <a:xfrm>
              <a:off x="8071267" y="58723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49" name="pt23749"/>
            <p:cNvSpPr/>
            <p:nvPr/>
          </p:nvSpPr>
          <p:spPr>
            <a:xfrm>
              <a:off x="7538105" y="54268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0" name="pg23750"/>
            <p:cNvSpPr/>
            <p:nvPr/>
          </p:nvSpPr>
          <p:spPr>
            <a:xfrm>
              <a:off x="8074375" y="5615471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1" name="pt23751"/>
            <p:cNvSpPr/>
            <p:nvPr/>
          </p:nvSpPr>
          <p:spPr>
            <a:xfrm>
              <a:off x="8240568" y="5846646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2" name="pt23752"/>
            <p:cNvSpPr/>
            <p:nvPr/>
          </p:nvSpPr>
          <p:spPr>
            <a:xfrm>
              <a:off x="8155069" y="5731583"/>
              <a:ext cx="74834" cy="74834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3" name="pt23753"/>
            <p:cNvSpPr/>
            <p:nvPr/>
          </p:nvSpPr>
          <p:spPr>
            <a:xfrm>
              <a:off x="8108138" y="57798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4" name="pt23754"/>
            <p:cNvSpPr/>
            <p:nvPr/>
          </p:nvSpPr>
          <p:spPr>
            <a:xfrm>
              <a:off x="8143352" y="5772365"/>
              <a:ext cx="89944" cy="8994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5" name="pg23755"/>
            <p:cNvSpPr/>
            <p:nvPr/>
          </p:nvSpPr>
          <p:spPr>
            <a:xfrm>
              <a:off x="8132428" y="59333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6" name="pt23756"/>
            <p:cNvSpPr/>
            <p:nvPr/>
          </p:nvSpPr>
          <p:spPr>
            <a:xfrm>
              <a:off x="8101808" y="581253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7" name="pt23757"/>
            <p:cNvSpPr/>
            <p:nvPr/>
          </p:nvSpPr>
          <p:spPr>
            <a:xfrm>
              <a:off x="8168017" y="5774109"/>
              <a:ext cx="80678" cy="80678"/>
            </a:xfrm>
            <a:prstGeom prst="ellipse">
              <a:avLst/>
            </a:prstGeom>
            <a:solidFill>
              <a:srgbClr val="D95F02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8" name="pt23758"/>
            <p:cNvSpPr/>
            <p:nvPr/>
          </p:nvSpPr>
          <p:spPr>
            <a:xfrm>
              <a:off x="7567792" y="62739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59" name="pt23759"/>
            <p:cNvSpPr/>
            <p:nvPr/>
          </p:nvSpPr>
          <p:spPr>
            <a:xfrm>
              <a:off x="8348854" y="54855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0" name="pt23760"/>
            <p:cNvSpPr/>
            <p:nvPr/>
          </p:nvSpPr>
          <p:spPr>
            <a:xfrm>
              <a:off x="8188563" y="5809319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1" name="pt23761"/>
            <p:cNvSpPr/>
            <p:nvPr/>
          </p:nvSpPr>
          <p:spPr>
            <a:xfrm>
              <a:off x="8332452" y="53198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2" name="pt23762"/>
            <p:cNvSpPr/>
            <p:nvPr/>
          </p:nvSpPr>
          <p:spPr>
            <a:xfrm>
              <a:off x="8219025" y="60247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3" name="pt23763"/>
            <p:cNvSpPr/>
            <p:nvPr/>
          </p:nvSpPr>
          <p:spPr>
            <a:xfrm>
              <a:off x="8233765" y="59731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4" name="pt23764"/>
            <p:cNvSpPr/>
            <p:nvPr/>
          </p:nvSpPr>
          <p:spPr>
            <a:xfrm>
              <a:off x="8417104" y="56082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5" name="pt23765"/>
            <p:cNvSpPr/>
            <p:nvPr/>
          </p:nvSpPr>
          <p:spPr>
            <a:xfrm>
              <a:off x="7430275" y="5563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6" name="pt23766"/>
            <p:cNvSpPr/>
            <p:nvPr/>
          </p:nvSpPr>
          <p:spPr>
            <a:xfrm>
              <a:off x="7418422" y="55613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7" name="pg23767"/>
            <p:cNvSpPr/>
            <p:nvPr/>
          </p:nvSpPr>
          <p:spPr>
            <a:xfrm>
              <a:off x="8277036" y="540927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8" name="pt23768"/>
            <p:cNvSpPr/>
            <p:nvPr/>
          </p:nvSpPr>
          <p:spPr>
            <a:xfrm>
              <a:off x="8150162" y="5786432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69" name="pt23769"/>
            <p:cNvSpPr/>
            <p:nvPr/>
          </p:nvSpPr>
          <p:spPr>
            <a:xfrm>
              <a:off x="8657969" y="5607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0" name="pt23770"/>
            <p:cNvSpPr/>
            <p:nvPr/>
          </p:nvSpPr>
          <p:spPr>
            <a:xfrm>
              <a:off x="8200053" y="576441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1" name="pg23771"/>
            <p:cNvSpPr/>
            <p:nvPr/>
          </p:nvSpPr>
          <p:spPr>
            <a:xfrm>
              <a:off x="8156947" y="57543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2" name="pt23772"/>
            <p:cNvSpPr/>
            <p:nvPr/>
          </p:nvSpPr>
          <p:spPr>
            <a:xfrm>
              <a:off x="8181069" y="5821866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3" name="pt23773"/>
            <p:cNvSpPr/>
            <p:nvPr/>
          </p:nvSpPr>
          <p:spPr>
            <a:xfrm>
              <a:off x="8346588" y="55799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4" name="pt23774"/>
            <p:cNvSpPr/>
            <p:nvPr/>
          </p:nvSpPr>
          <p:spPr>
            <a:xfrm>
              <a:off x="7514782" y="54069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5" name="pt23775"/>
            <p:cNvSpPr/>
            <p:nvPr/>
          </p:nvSpPr>
          <p:spPr>
            <a:xfrm>
              <a:off x="8769247" y="61801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6" name="pt23776"/>
            <p:cNvSpPr/>
            <p:nvPr/>
          </p:nvSpPr>
          <p:spPr>
            <a:xfrm>
              <a:off x="8830290" y="51411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77" name="pl23777"/>
            <p:cNvSpPr/>
            <p:nvPr/>
          </p:nvSpPr>
          <p:spPr>
            <a:xfrm>
              <a:off x="8353568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8" name="pl23778"/>
            <p:cNvSpPr/>
            <p:nvPr/>
          </p:nvSpPr>
          <p:spPr>
            <a:xfrm>
              <a:off x="8353568" y="58235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79" name="pl23779"/>
            <p:cNvSpPr/>
            <p:nvPr/>
          </p:nvSpPr>
          <p:spPr>
            <a:xfrm>
              <a:off x="8343454" y="58479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0" name="pl23780"/>
            <p:cNvSpPr/>
            <p:nvPr/>
          </p:nvSpPr>
          <p:spPr>
            <a:xfrm>
              <a:off x="8377985" y="58134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1" name="pt23781"/>
            <p:cNvSpPr/>
            <p:nvPr/>
          </p:nvSpPr>
          <p:spPr>
            <a:xfrm>
              <a:off x="8172591" y="58519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82" name="pt23782"/>
            <p:cNvSpPr/>
            <p:nvPr/>
          </p:nvSpPr>
          <p:spPr>
            <a:xfrm>
              <a:off x="8349469" y="5827172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83" name="pt23783"/>
            <p:cNvSpPr/>
            <p:nvPr/>
          </p:nvSpPr>
          <p:spPr>
            <a:xfrm>
              <a:off x="8926728" y="5250642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84" name="pl23784"/>
            <p:cNvSpPr/>
            <p:nvPr/>
          </p:nvSpPr>
          <p:spPr>
            <a:xfrm>
              <a:off x="8624616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5" name="pl23785"/>
            <p:cNvSpPr/>
            <p:nvPr/>
          </p:nvSpPr>
          <p:spPr>
            <a:xfrm>
              <a:off x="8624616" y="58184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6" name="pl23786"/>
            <p:cNvSpPr/>
            <p:nvPr/>
          </p:nvSpPr>
          <p:spPr>
            <a:xfrm>
              <a:off x="8614502" y="58428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7" name="pl23787"/>
            <p:cNvSpPr/>
            <p:nvPr/>
          </p:nvSpPr>
          <p:spPr>
            <a:xfrm>
              <a:off x="8649033" y="58083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88" name="pt23788"/>
            <p:cNvSpPr/>
            <p:nvPr/>
          </p:nvSpPr>
          <p:spPr>
            <a:xfrm>
              <a:off x="8124370" y="58522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89" name="pt23789"/>
            <p:cNvSpPr/>
            <p:nvPr/>
          </p:nvSpPr>
          <p:spPr>
            <a:xfrm>
              <a:off x="8142224" y="57957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90" name="pt23790"/>
            <p:cNvSpPr/>
            <p:nvPr/>
          </p:nvSpPr>
          <p:spPr>
            <a:xfrm>
              <a:off x="8201422" y="5799770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91" name="pt23791"/>
            <p:cNvSpPr/>
            <p:nvPr/>
          </p:nvSpPr>
          <p:spPr>
            <a:xfrm>
              <a:off x="8601400" y="58044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92" name="pt23792"/>
            <p:cNvSpPr/>
            <p:nvPr/>
          </p:nvSpPr>
          <p:spPr>
            <a:xfrm>
              <a:off x="8170826" y="582768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93" name="pt23793"/>
            <p:cNvSpPr/>
            <p:nvPr/>
          </p:nvSpPr>
          <p:spPr>
            <a:xfrm>
              <a:off x="8118807" y="569481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794" name="pl23794"/>
            <p:cNvSpPr/>
            <p:nvPr/>
          </p:nvSpPr>
          <p:spPr>
            <a:xfrm>
              <a:off x="8258571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5" name="pl23795"/>
            <p:cNvSpPr/>
            <p:nvPr/>
          </p:nvSpPr>
          <p:spPr>
            <a:xfrm>
              <a:off x="8258571" y="582601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6" name="pl23796"/>
            <p:cNvSpPr/>
            <p:nvPr/>
          </p:nvSpPr>
          <p:spPr>
            <a:xfrm>
              <a:off x="8243073" y="5863433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7" name="pl23797"/>
            <p:cNvSpPr/>
            <p:nvPr/>
          </p:nvSpPr>
          <p:spPr>
            <a:xfrm>
              <a:off x="8295989" y="581051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8" name="pl23798"/>
            <p:cNvSpPr/>
            <p:nvPr/>
          </p:nvSpPr>
          <p:spPr>
            <a:xfrm>
              <a:off x="7404864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799" name="pl23799"/>
            <p:cNvSpPr/>
            <p:nvPr/>
          </p:nvSpPr>
          <p:spPr>
            <a:xfrm>
              <a:off x="7404864" y="582697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0" name="pl23800"/>
            <p:cNvSpPr/>
            <p:nvPr/>
          </p:nvSpPr>
          <p:spPr>
            <a:xfrm>
              <a:off x="7394750" y="585139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1" name="pl23801"/>
            <p:cNvSpPr/>
            <p:nvPr/>
          </p:nvSpPr>
          <p:spPr>
            <a:xfrm>
              <a:off x="7429281" y="581686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2" name="pt23802"/>
            <p:cNvSpPr/>
            <p:nvPr/>
          </p:nvSpPr>
          <p:spPr>
            <a:xfrm>
              <a:off x="8134637" y="575903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03" name="pl23803"/>
            <p:cNvSpPr/>
            <p:nvPr/>
          </p:nvSpPr>
          <p:spPr>
            <a:xfrm>
              <a:off x="8628243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4" name="pl23804"/>
            <p:cNvSpPr/>
            <p:nvPr/>
          </p:nvSpPr>
          <p:spPr>
            <a:xfrm>
              <a:off x="8628243" y="58039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5" name="pl23805"/>
            <p:cNvSpPr/>
            <p:nvPr/>
          </p:nvSpPr>
          <p:spPr>
            <a:xfrm>
              <a:off x="8618129" y="58284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6" name="pl23806"/>
            <p:cNvSpPr/>
            <p:nvPr/>
          </p:nvSpPr>
          <p:spPr>
            <a:xfrm>
              <a:off x="8652660" y="57938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7" name="pl23807"/>
            <p:cNvSpPr/>
            <p:nvPr/>
          </p:nvSpPr>
          <p:spPr>
            <a:xfrm>
              <a:off x="8211191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8" name="pl23808"/>
            <p:cNvSpPr/>
            <p:nvPr/>
          </p:nvSpPr>
          <p:spPr>
            <a:xfrm>
              <a:off x="8211191" y="656860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09" name="pl23809"/>
            <p:cNvSpPr/>
            <p:nvPr/>
          </p:nvSpPr>
          <p:spPr>
            <a:xfrm>
              <a:off x="8201077" y="659302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0" name="pl23810"/>
            <p:cNvSpPr/>
            <p:nvPr/>
          </p:nvSpPr>
          <p:spPr>
            <a:xfrm>
              <a:off x="8235607" y="655849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1" name="pt23811"/>
            <p:cNvSpPr/>
            <p:nvPr/>
          </p:nvSpPr>
          <p:spPr>
            <a:xfrm>
              <a:off x="8557917" y="49767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12" name="pt23812"/>
            <p:cNvSpPr/>
            <p:nvPr/>
          </p:nvSpPr>
          <p:spPr>
            <a:xfrm>
              <a:off x="8189756" y="59221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13" name="pl23813"/>
            <p:cNvSpPr/>
            <p:nvPr/>
          </p:nvSpPr>
          <p:spPr>
            <a:xfrm>
              <a:off x="8061841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4" name="pl23814"/>
            <p:cNvSpPr/>
            <p:nvPr/>
          </p:nvSpPr>
          <p:spPr>
            <a:xfrm>
              <a:off x="8061841" y="5639049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5" name="pt23815"/>
            <p:cNvSpPr/>
            <p:nvPr/>
          </p:nvSpPr>
          <p:spPr>
            <a:xfrm>
              <a:off x="8276636" y="600263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6" name="pl23816"/>
            <p:cNvSpPr/>
            <p:nvPr/>
          </p:nvSpPr>
          <p:spPr>
            <a:xfrm>
              <a:off x="8276636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7" name="pl23817"/>
            <p:cNvSpPr/>
            <p:nvPr/>
          </p:nvSpPr>
          <p:spPr>
            <a:xfrm>
              <a:off x="8276636" y="60026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18" name="pt23818"/>
            <p:cNvSpPr/>
            <p:nvPr/>
          </p:nvSpPr>
          <p:spPr>
            <a:xfrm>
              <a:off x="7942818" y="52339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19" name="pt23819"/>
            <p:cNvSpPr/>
            <p:nvPr/>
          </p:nvSpPr>
          <p:spPr>
            <a:xfrm>
              <a:off x="7768113" y="5155818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0" name="pt23820"/>
            <p:cNvSpPr/>
            <p:nvPr/>
          </p:nvSpPr>
          <p:spPr>
            <a:xfrm>
              <a:off x="8274503" y="6091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1" name="pt23821"/>
            <p:cNvSpPr/>
            <p:nvPr/>
          </p:nvSpPr>
          <p:spPr>
            <a:xfrm>
              <a:off x="7695434" y="504333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2" name="pt23822"/>
            <p:cNvSpPr/>
            <p:nvPr/>
          </p:nvSpPr>
          <p:spPr>
            <a:xfrm>
              <a:off x="8200318" y="5812917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3" name="pg23823"/>
            <p:cNvSpPr/>
            <p:nvPr/>
          </p:nvSpPr>
          <p:spPr>
            <a:xfrm>
              <a:off x="8199450" y="57249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4" name="pt23824"/>
            <p:cNvSpPr/>
            <p:nvPr/>
          </p:nvSpPr>
          <p:spPr>
            <a:xfrm>
              <a:off x="8283662" y="60927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5" name="pt23825"/>
            <p:cNvSpPr/>
            <p:nvPr/>
          </p:nvSpPr>
          <p:spPr>
            <a:xfrm>
              <a:off x="8077803" y="6111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6" name="pt23826"/>
            <p:cNvSpPr/>
            <p:nvPr/>
          </p:nvSpPr>
          <p:spPr>
            <a:xfrm>
              <a:off x="8690073" y="64313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7" name="pt23827"/>
            <p:cNvSpPr/>
            <p:nvPr/>
          </p:nvSpPr>
          <p:spPr>
            <a:xfrm>
              <a:off x="8471890" y="57086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8" name="pt23828"/>
            <p:cNvSpPr/>
            <p:nvPr/>
          </p:nvSpPr>
          <p:spPr>
            <a:xfrm>
              <a:off x="8289940" y="54980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29" name="pt23829"/>
            <p:cNvSpPr/>
            <p:nvPr/>
          </p:nvSpPr>
          <p:spPr>
            <a:xfrm>
              <a:off x="7497118" y="60726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0" name="pt23830"/>
            <p:cNvSpPr/>
            <p:nvPr/>
          </p:nvSpPr>
          <p:spPr>
            <a:xfrm>
              <a:off x="8382801" y="558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1" name="pt23831"/>
            <p:cNvSpPr/>
            <p:nvPr/>
          </p:nvSpPr>
          <p:spPr>
            <a:xfrm>
              <a:off x="8172440" y="5833183"/>
              <a:ext cx="48833" cy="48833"/>
            </a:xfrm>
            <a:prstGeom prst="ellipse">
              <a:avLst/>
            </a:prstGeom>
            <a:solidFill>
              <a:srgbClr val="7570B3">
                <a:alpha val="8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2" name="pt23832"/>
            <p:cNvSpPr/>
            <p:nvPr/>
          </p:nvSpPr>
          <p:spPr>
            <a:xfrm>
              <a:off x="8522878" y="57466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3" name="pl23833"/>
            <p:cNvSpPr/>
            <p:nvPr/>
          </p:nvSpPr>
          <p:spPr>
            <a:xfrm>
              <a:off x="8271876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4" name="pl23834"/>
            <p:cNvSpPr/>
            <p:nvPr/>
          </p:nvSpPr>
          <p:spPr>
            <a:xfrm>
              <a:off x="8271876" y="60008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35" name="pt23835"/>
            <p:cNvSpPr/>
            <p:nvPr/>
          </p:nvSpPr>
          <p:spPr>
            <a:xfrm>
              <a:off x="8157853" y="57407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6" name="pt23836"/>
            <p:cNvSpPr/>
            <p:nvPr/>
          </p:nvSpPr>
          <p:spPr>
            <a:xfrm>
              <a:off x="8430237" y="539751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7" name="pt23837"/>
            <p:cNvSpPr/>
            <p:nvPr/>
          </p:nvSpPr>
          <p:spPr>
            <a:xfrm>
              <a:off x="8147443" y="5744892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8" name="pt23838"/>
            <p:cNvSpPr/>
            <p:nvPr/>
          </p:nvSpPr>
          <p:spPr>
            <a:xfrm>
              <a:off x="8617544" y="54918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39" name="pt23839"/>
            <p:cNvSpPr/>
            <p:nvPr/>
          </p:nvSpPr>
          <p:spPr>
            <a:xfrm>
              <a:off x="8377394" y="5549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0" name="pt23840"/>
            <p:cNvSpPr/>
            <p:nvPr/>
          </p:nvSpPr>
          <p:spPr>
            <a:xfrm>
              <a:off x="7851341" y="64868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1" name="pt23841"/>
            <p:cNvSpPr/>
            <p:nvPr/>
          </p:nvSpPr>
          <p:spPr>
            <a:xfrm>
              <a:off x="8176023" y="66084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2" name="pt23842"/>
            <p:cNvSpPr/>
            <p:nvPr/>
          </p:nvSpPr>
          <p:spPr>
            <a:xfrm>
              <a:off x="8968849" y="613208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3" name="pt23843"/>
            <p:cNvSpPr/>
            <p:nvPr/>
          </p:nvSpPr>
          <p:spPr>
            <a:xfrm>
              <a:off x="8143234" y="584792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4" name="pt23844"/>
            <p:cNvSpPr/>
            <p:nvPr/>
          </p:nvSpPr>
          <p:spPr>
            <a:xfrm>
              <a:off x="8454824" y="55192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5" name="pt23845"/>
            <p:cNvSpPr/>
            <p:nvPr/>
          </p:nvSpPr>
          <p:spPr>
            <a:xfrm>
              <a:off x="8185099" y="5759225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6" name="pt23846"/>
            <p:cNvSpPr/>
            <p:nvPr/>
          </p:nvSpPr>
          <p:spPr>
            <a:xfrm>
              <a:off x="8191000" y="57660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7" name="pt23847"/>
            <p:cNvSpPr/>
            <p:nvPr/>
          </p:nvSpPr>
          <p:spPr>
            <a:xfrm>
              <a:off x="8207177" y="58437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8" name="pt23848"/>
            <p:cNvSpPr/>
            <p:nvPr/>
          </p:nvSpPr>
          <p:spPr>
            <a:xfrm>
              <a:off x="7999882" y="4927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49" name="pt23849"/>
            <p:cNvSpPr/>
            <p:nvPr/>
          </p:nvSpPr>
          <p:spPr>
            <a:xfrm>
              <a:off x="8121595" y="4911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0" name="pt23850"/>
            <p:cNvSpPr/>
            <p:nvPr/>
          </p:nvSpPr>
          <p:spPr>
            <a:xfrm>
              <a:off x="8180763" y="58436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1" name="pt23851"/>
            <p:cNvSpPr/>
            <p:nvPr/>
          </p:nvSpPr>
          <p:spPr>
            <a:xfrm>
              <a:off x="8785991" y="633470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2" name="pt23852"/>
            <p:cNvSpPr/>
            <p:nvPr/>
          </p:nvSpPr>
          <p:spPr>
            <a:xfrm>
              <a:off x="8235891" y="62745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3" name="pt23853"/>
            <p:cNvSpPr/>
            <p:nvPr/>
          </p:nvSpPr>
          <p:spPr>
            <a:xfrm>
              <a:off x="8289360" y="5836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4" name="pt23854"/>
            <p:cNvSpPr/>
            <p:nvPr/>
          </p:nvSpPr>
          <p:spPr>
            <a:xfrm>
              <a:off x="8325767" y="57280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5" name="pt23855"/>
            <p:cNvSpPr/>
            <p:nvPr/>
          </p:nvSpPr>
          <p:spPr>
            <a:xfrm>
              <a:off x="8152219" y="5749615"/>
              <a:ext cx="89944" cy="89944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6" name="pt23856"/>
            <p:cNvSpPr/>
            <p:nvPr/>
          </p:nvSpPr>
          <p:spPr>
            <a:xfrm>
              <a:off x="8166193" y="5773331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7" name="pt23857"/>
            <p:cNvSpPr/>
            <p:nvPr/>
          </p:nvSpPr>
          <p:spPr>
            <a:xfrm>
              <a:off x="8543846" y="55219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8" name="pt23858"/>
            <p:cNvSpPr/>
            <p:nvPr/>
          </p:nvSpPr>
          <p:spPr>
            <a:xfrm>
              <a:off x="7794435" y="5068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59" name="pt23859"/>
            <p:cNvSpPr/>
            <p:nvPr/>
          </p:nvSpPr>
          <p:spPr>
            <a:xfrm>
              <a:off x="8245857" y="6288840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0" name="pl23860"/>
            <p:cNvSpPr/>
            <p:nvPr/>
          </p:nvSpPr>
          <p:spPr>
            <a:xfrm>
              <a:off x="8245857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1" name="pl23861"/>
            <p:cNvSpPr/>
            <p:nvPr/>
          </p:nvSpPr>
          <p:spPr>
            <a:xfrm>
              <a:off x="8245857" y="62888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2" name="pt23862"/>
            <p:cNvSpPr/>
            <p:nvPr/>
          </p:nvSpPr>
          <p:spPr>
            <a:xfrm>
              <a:off x="7895628" y="4963935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63" name="pt23863"/>
            <p:cNvSpPr/>
            <p:nvPr/>
          </p:nvSpPr>
          <p:spPr>
            <a:xfrm>
              <a:off x="8170661" y="59385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64" name="pt23864"/>
            <p:cNvSpPr/>
            <p:nvPr/>
          </p:nvSpPr>
          <p:spPr>
            <a:xfrm>
              <a:off x="8206238" y="58405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65" name="pl23865"/>
            <p:cNvSpPr/>
            <p:nvPr/>
          </p:nvSpPr>
          <p:spPr>
            <a:xfrm>
              <a:off x="8111195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6" name="pl23866"/>
            <p:cNvSpPr/>
            <p:nvPr/>
          </p:nvSpPr>
          <p:spPr>
            <a:xfrm>
              <a:off x="8111195" y="5658625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67" name="pt23867"/>
            <p:cNvSpPr/>
            <p:nvPr/>
          </p:nvSpPr>
          <p:spPr>
            <a:xfrm>
              <a:off x="8250592" y="5749474"/>
              <a:ext cx="48833" cy="48833"/>
            </a:xfrm>
            <a:prstGeom prst="ellipse">
              <a:avLst/>
            </a:pr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68" name="pt23868"/>
            <p:cNvSpPr/>
            <p:nvPr/>
          </p:nvSpPr>
          <p:spPr>
            <a:xfrm>
              <a:off x="8498633" y="6518040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69" name="pt23869"/>
            <p:cNvSpPr/>
            <p:nvPr/>
          </p:nvSpPr>
          <p:spPr>
            <a:xfrm>
              <a:off x="8216324" y="58273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0" name="pt23870"/>
            <p:cNvSpPr/>
            <p:nvPr/>
          </p:nvSpPr>
          <p:spPr>
            <a:xfrm>
              <a:off x="8270070" y="54280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1" name="pt23871"/>
            <p:cNvSpPr/>
            <p:nvPr/>
          </p:nvSpPr>
          <p:spPr>
            <a:xfrm>
              <a:off x="8361713" y="55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2" name="pt23872"/>
            <p:cNvSpPr/>
            <p:nvPr/>
          </p:nvSpPr>
          <p:spPr>
            <a:xfrm>
              <a:off x="8104933" y="6462343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3" name="pt23873"/>
            <p:cNvSpPr/>
            <p:nvPr/>
          </p:nvSpPr>
          <p:spPr>
            <a:xfrm>
              <a:off x="8147152" y="5840690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4" name="pt23874"/>
            <p:cNvSpPr/>
            <p:nvPr/>
          </p:nvSpPr>
          <p:spPr>
            <a:xfrm>
              <a:off x="8174238" y="5795111"/>
              <a:ext cx="80678" cy="80678"/>
            </a:xfrm>
            <a:prstGeom prst="ellipse">
              <a:avLst/>
            </a:prstGeom>
            <a:solidFill>
              <a:srgbClr val="7570B3">
                <a:alpha val="7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5" name="pt23875"/>
            <p:cNvSpPr/>
            <p:nvPr/>
          </p:nvSpPr>
          <p:spPr>
            <a:xfrm>
              <a:off x="8241179" y="58137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6" name="pt23876"/>
            <p:cNvSpPr/>
            <p:nvPr/>
          </p:nvSpPr>
          <p:spPr>
            <a:xfrm>
              <a:off x="8237658" y="5813622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7" name="pt23877"/>
            <p:cNvSpPr/>
            <p:nvPr/>
          </p:nvSpPr>
          <p:spPr>
            <a:xfrm>
              <a:off x="8195205" y="585742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8" name="pt23878"/>
            <p:cNvSpPr/>
            <p:nvPr/>
          </p:nvSpPr>
          <p:spPr>
            <a:xfrm>
              <a:off x="8156863" y="56108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79" name="pt23879"/>
            <p:cNvSpPr/>
            <p:nvPr/>
          </p:nvSpPr>
          <p:spPr>
            <a:xfrm>
              <a:off x="8963025" y="61219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0" name="pt23880"/>
            <p:cNvSpPr/>
            <p:nvPr/>
          </p:nvSpPr>
          <p:spPr>
            <a:xfrm>
              <a:off x="8141699" y="5771215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1" name="pt23881"/>
            <p:cNvSpPr/>
            <p:nvPr/>
          </p:nvSpPr>
          <p:spPr>
            <a:xfrm>
              <a:off x="7903953" y="4964625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2" name="pt23882"/>
            <p:cNvSpPr/>
            <p:nvPr/>
          </p:nvSpPr>
          <p:spPr>
            <a:xfrm>
              <a:off x="8215527" y="60328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3" name="pt23883"/>
            <p:cNvSpPr/>
            <p:nvPr/>
          </p:nvSpPr>
          <p:spPr>
            <a:xfrm>
              <a:off x="8270456" y="5538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4" name="pt23884"/>
            <p:cNvSpPr/>
            <p:nvPr/>
          </p:nvSpPr>
          <p:spPr>
            <a:xfrm>
              <a:off x="8180662" y="6608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5" name="pg23885"/>
            <p:cNvSpPr/>
            <p:nvPr/>
          </p:nvSpPr>
          <p:spPr>
            <a:xfrm>
              <a:off x="8132572" y="58227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6" name="pt23886"/>
            <p:cNvSpPr/>
            <p:nvPr/>
          </p:nvSpPr>
          <p:spPr>
            <a:xfrm>
              <a:off x="8752517" y="54438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7" name="pt23887"/>
            <p:cNvSpPr/>
            <p:nvPr/>
          </p:nvSpPr>
          <p:spPr>
            <a:xfrm>
              <a:off x="8469129" y="56100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8" name="pt23888"/>
            <p:cNvSpPr/>
            <p:nvPr/>
          </p:nvSpPr>
          <p:spPr>
            <a:xfrm>
              <a:off x="8227697" y="5840587"/>
              <a:ext cx="48833" cy="48833"/>
            </a:xfrm>
            <a:prstGeom prst="ellipse">
              <a:avLst/>
            </a:prstGeom>
            <a:solidFill>
              <a:srgbClr val="7570B3">
                <a:alpha val="2627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89" name="pt23889"/>
            <p:cNvSpPr/>
            <p:nvPr/>
          </p:nvSpPr>
          <p:spPr>
            <a:xfrm>
              <a:off x="8767889" y="61685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0" name="pt23890"/>
            <p:cNvSpPr/>
            <p:nvPr/>
          </p:nvSpPr>
          <p:spPr>
            <a:xfrm>
              <a:off x="8238915" y="5356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1" name="pg23891"/>
            <p:cNvSpPr/>
            <p:nvPr/>
          </p:nvSpPr>
          <p:spPr>
            <a:xfrm>
              <a:off x="8473527" y="5637761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2" name="pt23892"/>
            <p:cNvSpPr/>
            <p:nvPr/>
          </p:nvSpPr>
          <p:spPr>
            <a:xfrm>
              <a:off x="8307573" y="57360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3" name="pl23893"/>
            <p:cNvSpPr/>
            <p:nvPr/>
          </p:nvSpPr>
          <p:spPr>
            <a:xfrm>
              <a:off x="8030091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4" name="pl23894"/>
            <p:cNvSpPr/>
            <p:nvPr/>
          </p:nvSpPr>
          <p:spPr>
            <a:xfrm>
              <a:off x="8030091" y="58829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5" name="pl23895"/>
            <p:cNvSpPr/>
            <p:nvPr/>
          </p:nvSpPr>
          <p:spPr>
            <a:xfrm>
              <a:off x="8019977" y="59073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6" name="pl23896"/>
            <p:cNvSpPr/>
            <p:nvPr/>
          </p:nvSpPr>
          <p:spPr>
            <a:xfrm>
              <a:off x="8054508" y="587285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897" name="pg23897"/>
            <p:cNvSpPr/>
            <p:nvPr/>
          </p:nvSpPr>
          <p:spPr>
            <a:xfrm>
              <a:off x="8098693" y="56369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8" name="pt23898"/>
            <p:cNvSpPr/>
            <p:nvPr/>
          </p:nvSpPr>
          <p:spPr>
            <a:xfrm>
              <a:off x="8686454" y="5606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899" name="pg23899"/>
            <p:cNvSpPr/>
            <p:nvPr/>
          </p:nvSpPr>
          <p:spPr>
            <a:xfrm>
              <a:off x="8112922" y="566445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0" name="pt23900"/>
            <p:cNvSpPr/>
            <p:nvPr/>
          </p:nvSpPr>
          <p:spPr>
            <a:xfrm>
              <a:off x="8134100" y="575439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1" name="pg23901"/>
            <p:cNvSpPr/>
            <p:nvPr/>
          </p:nvSpPr>
          <p:spPr>
            <a:xfrm>
              <a:off x="8271194" y="53578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2" name="pt23902"/>
            <p:cNvSpPr/>
            <p:nvPr/>
          </p:nvSpPr>
          <p:spPr>
            <a:xfrm>
              <a:off x="8813641" y="63423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3" name="pt23903"/>
            <p:cNvSpPr/>
            <p:nvPr/>
          </p:nvSpPr>
          <p:spPr>
            <a:xfrm>
              <a:off x="8183853" y="5788549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4" name="pt23904"/>
            <p:cNvSpPr/>
            <p:nvPr/>
          </p:nvSpPr>
          <p:spPr>
            <a:xfrm>
              <a:off x="8117168" y="568621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5" name="pt23905"/>
            <p:cNvSpPr/>
            <p:nvPr/>
          </p:nvSpPr>
          <p:spPr>
            <a:xfrm>
              <a:off x="8062344" y="5847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6" name="pt23906"/>
            <p:cNvSpPr/>
            <p:nvPr/>
          </p:nvSpPr>
          <p:spPr>
            <a:xfrm>
              <a:off x="8318814" y="4900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7" name="pt23907"/>
            <p:cNvSpPr/>
            <p:nvPr/>
          </p:nvSpPr>
          <p:spPr>
            <a:xfrm>
              <a:off x="8347376" y="4920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8" name="pt23908"/>
            <p:cNvSpPr/>
            <p:nvPr/>
          </p:nvSpPr>
          <p:spPr>
            <a:xfrm>
              <a:off x="7544371" y="60723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09" name="pt23909"/>
            <p:cNvSpPr/>
            <p:nvPr/>
          </p:nvSpPr>
          <p:spPr>
            <a:xfrm>
              <a:off x="8387085" y="5589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0" name="pl23910"/>
            <p:cNvSpPr/>
            <p:nvPr/>
          </p:nvSpPr>
          <p:spPr>
            <a:xfrm>
              <a:off x="8306735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1" name="pl23911"/>
            <p:cNvSpPr/>
            <p:nvPr/>
          </p:nvSpPr>
          <p:spPr>
            <a:xfrm>
              <a:off x="8306735" y="574403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2" name="pl23912"/>
            <p:cNvSpPr/>
            <p:nvPr/>
          </p:nvSpPr>
          <p:spPr>
            <a:xfrm>
              <a:off x="8296621" y="576845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3" name="pl23913"/>
            <p:cNvSpPr/>
            <p:nvPr/>
          </p:nvSpPr>
          <p:spPr>
            <a:xfrm>
              <a:off x="8331152" y="573392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14" name="pt23914"/>
            <p:cNvSpPr/>
            <p:nvPr/>
          </p:nvSpPr>
          <p:spPr>
            <a:xfrm>
              <a:off x="8175700" y="5786986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5" name="pt23915"/>
            <p:cNvSpPr/>
            <p:nvPr/>
          </p:nvSpPr>
          <p:spPr>
            <a:xfrm>
              <a:off x="8584654" y="5401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6" name="pt23916"/>
            <p:cNvSpPr/>
            <p:nvPr/>
          </p:nvSpPr>
          <p:spPr>
            <a:xfrm>
              <a:off x="8197744" y="5743449"/>
              <a:ext cx="80678" cy="80678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7" name="pt23917"/>
            <p:cNvSpPr/>
            <p:nvPr/>
          </p:nvSpPr>
          <p:spPr>
            <a:xfrm>
              <a:off x="8170405" y="5796438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8" name="pt23918"/>
            <p:cNvSpPr/>
            <p:nvPr/>
          </p:nvSpPr>
          <p:spPr>
            <a:xfrm>
              <a:off x="8177199" y="55976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19" name="pt23919"/>
            <p:cNvSpPr/>
            <p:nvPr/>
          </p:nvSpPr>
          <p:spPr>
            <a:xfrm>
              <a:off x="7684419" y="63684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0" name="pt23920"/>
            <p:cNvSpPr/>
            <p:nvPr/>
          </p:nvSpPr>
          <p:spPr>
            <a:xfrm>
              <a:off x="8177285" y="582665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1" name="pt23921"/>
            <p:cNvSpPr/>
            <p:nvPr/>
          </p:nvSpPr>
          <p:spPr>
            <a:xfrm>
              <a:off x="8132682" y="61737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2" name="pt23922"/>
            <p:cNvSpPr/>
            <p:nvPr/>
          </p:nvSpPr>
          <p:spPr>
            <a:xfrm>
              <a:off x="8344548" y="5575808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3" name="pt23923"/>
            <p:cNvSpPr/>
            <p:nvPr/>
          </p:nvSpPr>
          <p:spPr>
            <a:xfrm>
              <a:off x="8132296" y="5746572"/>
              <a:ext cx="89944" cy="8994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4" name="pt23924"/>
            <p:cNvSpPr/>
            <p:nvPr/>
          </p:nvSpPr>
          <p:spPr>
            <a:xfrm>
              <a:off x="8391091" y="5552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5" name="pt23925"/>
            <p:cNvSpPr/>
            <p:nvPr/>
          </p:nvSpPr>
          <p:spPr>
            <a:xfrm>
              <a:off x="7438152" y="545487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6" name="pt23926"/>
            <p:cNvSpPr/>
            <p:nvPr/>
          </p:nvSpPr>
          <p:spPr>
            <a:xfrm>
              <a:off x="8188559" y="583056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7" name="pt23927"/>
            <p:cNvSpPr/>
            <p:nvPr/>
          </p:nvSpPr>
          <p:spPr>
            <a:xfrm>
              <a:off x="8271790" y="5489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8" name="pt23928"/>
            <p:cNvSpPr/>
            <p:nvPr/>
          </p:nvSpPr>
          <p:spPr>
            <a:xfrm>
              <a:off x="8147801" y="583627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29" name="pt23929"/>
            <p:cNvSpPr/>
            <p:nvPr/>
          </p:nvSpPr>
          <p:spPr>
            <a:xfrm>
              <a:off x="8312591" y="538427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0" name="pt23930"/>
            <p:cNvSpPr/>
            <p:nvPr/>
          </p:nvSpPr>
          <p:spPr>
            <a:xfrm>
              <a:off x="8498642" y="6532470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1" name="pt23931"/>
            <p:cNvSpPr/>
            <p:nvPr/>
          </p:nvSpPr>
          <p:spPr>
            <a:xfrm>
              <a:off x="8141032" y="5784314"/>
              <a:ext cx="80678" cy="80678"/>
            </a:xfrm>
            <a:prstGeom prst="ellipse">
              <a:avLst/>
            </a:prstGeom>
            <a:solidFill>
              <a:srgbClr val="D95F02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2" name="pt23932"/>
            <p:cNvSpPr/>
            <p:nvPr/>
          </p:nvSpPr>
          <p:spPr>
            <a:xfrm>
              <a:off x="8318873" y="550278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3" name="pt23933"/>
            <p:cNvSpPr/>
            <p:nvPr/>
          </p:nvSpPr>
          <p:spPr>
            <a:xfrm>
              <a:off x="7433948" y="597397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4" name="pt23934"/>
            <p:cNvSpPr/>
            <p:nvPr/>
          </p:nvSpPr>
          <p:spPr>
            <a:xfrm>
              <a:off x="7813286" y="51644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5" name="pt23935"/>
            <p:cNvSpPr/>
            <p:nvPr/>
          </p:nvSpPr>
          <p:spPr>
            <a:xfrm>
              <a:off x="8029689" y="586621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6" name="pt23936"/>
            <p:cNvSpPr/>
            <p:nvPr/>
          </p:nvSpPr>
          <p:spPr>
            <a:xfrm>
              <a:off x="8429013" y="493451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7" name="pt23937"/>
            <p:cNvSpPr/>
            <p:nvPr/>
          </p:nvSpPr>
          <p:spPr>
            <a:xfrm>
              <a:off x="8183713" y="5792671"/>
              <a:ext cx="80678" cy="80678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8" name="pg23938"/>
            <p:cNvSpPr/>
            <p:nvPr/>
          </p:nvSpPr>
          <p:spPr>
            <a:xfrm>
              <a:off x="8724782" y="504389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39" name="pt23939"/>
            <p:cNvSpPr/>
            <p:nvPr/>
          </p:nvSpPr>
          <p:spPr>
            <a:xfrm>
              <a:off x="8124933" y="561996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0" name="pt23940"/>
            <p:cNvSpPr/>
            <p:nvPr/>
          </p:nvSpPr>
          <p:spPr>
            <a:xfrm>
              <a:off x="8197489" y="5766975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1" name="pt23941"/>
            <p:cNvSpPr/>
            <p:nvPr/>
          </p:nvSpPr>
          <p:spPr>
            <a:xfrm>
              <a:off x="8027225" y="52485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2" name="pt23942"/>
            <p:cNvSpPr/>
            <p:nvPr/>
          </p:nvSpPr>
          <p:spPr>
            <a:xfrm>
              <a:off x="8131730" y="570268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3" name="pt23943"/>
            <p:cNvSpPr/>
            <p:nvPr/>
          </p:nvSpPr>
          <p:spPr>
            <a:xfrm>
              <a:off x="8111752" y="557863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4" name="pt23944"/>
            <p:cNvSpPr/>
            <p:nvPr/>
          </p:nvSpPr>
          <p:spPr>
            <a:xfrm>
              <a:off x="8395996" y="5730232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5" name="pt23945"/>
            <p:cNvSpPr/>
            <p:nvPr/>
          </p:nvSpPr>
          <p:spPr>
            <a:xfrm>
              <a:off x="8188459" y="588466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6" name="pg23946"/>
            <p:cNvSpPr/>
            <p:nvPr/>
          </p:nvSpPr>
          <p:spPr>
            <a:xfrm>
              <a:off x="8138097" y="579068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7" name="pt23947"/>
            <p:cNvSpPr/>
            <p:nvPr/>
          </p:nvSpPr>
          <p:spPr>
            <a:xfrm>
              <a:off x="8129055" y="579439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8" name="pt23948"/>
            <p:cNvSpPr/>
            <p:nvPr/>
          </p:nvSpPr>
          <p:spPr>
            <a:xfrm>
              <a:off x="8521782" y="57517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49" name="pt23949"/>
            <p:cNvSpPr/>
            <p:nvPr/>
          </p:nvSpPr>
          <p:spPr>
            <a:xfrm>
              <a:off x="9044185" y="5597468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0" name="pt23950"/>
            <p:cNvSpPr/>
            <p:nvPr/>
          </p:nvSpPr>
          <p:spPr>
            <a:xfrm>
              <a:off x="8148058" y="6118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1" name="pt23951"/>
            <p:cNvSpPr/>
            <p:nvPr/>
          </p:nvSpPr>
          <p:spPr>
            <a:xfrm>
              <a:off x="8460502" y="54906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2" name="pt23952"/>
            <p:cNvSpPr/>
            <p:nvPr/>
          </p:nvSpPr>
          <p:spPr>
            <a:xfrm>
              <a:off x="7934407" y="569230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3" name="pt23953"/>
            <p:cNvSpPr/>
            <p:nvPr/>
          </p:nvSpPr>
          <p:spPr>
            <a:xfrm>
              <a:off x="7998611" y="578840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4" name="pt23954"/>
            <p:cNvSpPr/>
            <p:nvPr/>
          </p:nvSpPr>
          <p:spPr>
            <a:xfrm>
              <a:off x="8314544" y="5318611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5" name="pt23955"/>
            <p:cNvSpPr/>
            <p:nvPr/>
          </p:nvSpPr>
          <p:spPr>
            <a:xfrm>
              <a:off x="8096816" y="5842021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6" name="pt23956"/>
            <p:cNvSpPr/>
            <p:nvPr/>
          </p:nvSpPr>
          <p:spPr>
            <a:xfrm>
              <a:off x="8151617" y="557864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7" name="pt23957"/>
            <p:cNvSpPr/>
            <p:nvPr/>
          </p:nvSpPr>
          <p:spPr>
            <a:xfrm>
              <a:off x="8245422" y="5378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8" name="pt23958"/>
            <p:cNvSpPr/>
            <p:nvPr/>
          </p:nvSpPr>
          <p:spPr>
            <a:xfrm>
              <a:off x="9064776" y="57377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59" name="pt23959"/>
            <p:cNvSpPr/>
            <p:nvPr/>
          </p:nvSpPr>
          <p:spPr>
            <a:xfrm>
              <a:off x="8165881" y="55832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0" name="pt23960"/>
            <p:cNvSpPr/>
            <p:nvPr/>
          </p:nvSpPr>
          <p:spPr>
            <a:xfrm>
              <a:off x="8160173" y="5777360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1" name="pt23961"/>
            <p:cNvSpPr/>
            <p:nvPr/>
          </p:nvSpPr>
          <p:spPr>
            <a:xfrm>
              <a:off x="8173209" y="58388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2" name="pt23962"/>
            <p:cNvSpPr/>
            <p:nvPr/>
          </p:nvSpPr>
          <p:spPr>
            <a:xfrm>
              <a:off x="8839727" y="5155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3" name="pt23963"/>
            <p:cNvSpPr/>
            <p:nvPr/>
          </p:nvSpPr>
          <p:spPr>
            <a:xfrm>
              <a:off x="8545256" y="565917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4" name="pt23964"/>
            <p:cNvSpPr/>
            <p:nvPr/>
          </p:nvSpPr>
          <p:spPr>
            <a:xfrm>
              <a:off x="8005755" y="58918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5" name="pt23965"/>
            <p:cNvSpPr/>
            <p:nvPr/>
          </p:nvSpPr>
          <p:spPr>
            <a:xfrm>
              <a:off x="8198947" y="5810117"/>
              <a:ext cx="67219" cy="67219"/>
            </a:xfrm>
            <a:prstGeom prst="ellipse">
              <a:avLst/>
            </a:prstGeom>
            <a:solidFill>
              <a:srgbClr val="D95F02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66" name="pl23966"/>
            <p:cNvSpPr/>
            <p:nvPr/>
          </p:nvSpPr>
          <p:spPr>
            <a:xfrm>
              <a:off x="8098760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7" name="pl23967"/>
            <p:cNvSpPr/>
            <p:nvPr/>
          </p:nvSpPr>
          <p:spPr>
            <a:xfrm>
              <a:off x="8098760" y="56360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8" name="pl23968"/>
            <p:cNvSpPr/>
            <p:nvPr/>
          </p:nvSpPr>
          <p:spPr>
            <a:xfrm>
              <a:off x="8078101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69" name="pl23969"/>
            <p:cNvSpPr/>
            <p:nvPr/>
          </p:nvSpPr>
          <p:spPr>
            <a:xfrm>
              <a:off x="8078101" y="567474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0" name="pl23970"/>
            <p:cNvSpPr/>
            <p:nvPr/>
          </p:nvSpPr>
          <p:spPr>
            <a:xfrm>
              <a:off x="8074728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1" name="pl23971"/>
            <p:cNvSpPr/>
            <p:nvPr/>
          </p:nvSpPr>
          <p:spPr>
            <a:xfrm>
              <a:off x="8074728" y="5677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72" name="pg23972"/>
            <p:cNvSpPr/>
            <p:nvPr/>
          </p:nvSpPr>
          <p:spPr>
            <a:xfrm>
              <a:off x="8150028" y="5726025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3" name="pg23973"/>
            <p:cNvSpPr/>
            <p:nvPr/>
          </p:nvSpPr>
          <p:spPr>
            <a:xfrm>
              <a:off x="8244281" y="6027657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4" name="pg23974"/>
            <p:cNvSpPr/>
            <p:nvPr/>
          </p:nvSpPr>
          <p:spPr>
            <a:xfrm>
              <a:off x="8146359" y="55449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5" name="pt23975"/>
            <p:cNvSpPr/>
            <p:nvPr/>
          </p:nvSpPr>
          <p:spPr>
            <a:xfrm>
              <a:off x="8140553" y="5782655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6" name="pt23976"/>
            <p:cNvSpPr/>
            <p:nvPr/>
          </p:nvSpPr>
          <p:spPr>
            <a:xfrm>
              <a:off x="8163906" y="5780836"/>
              <a:ext cx="48833" cy="48833"/>
            </a:xfrm>
            <a:prstGeom prst="ellipse">
              <a:avLst/>
            </a:prstGeom>
            <a:solidFill>
              <a:srgbClr val="7570B3">
                <a:alpha val="2666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7" name="pt23977"/>
            <p:cNvSpPr/>
            <p:nvPr/>
          </p:nvSpPr>
          <p:spPr>
            <a:xfrm>
              <a:off x="8103510" y="582310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8" name="pt23978"/>
            <p:cNvSpPr/>
            <p:nvPr/>
          </p:nvSpPr>
          <p:spPr>
            <a:xfrm>
              <a:off x="8151313" y="5772402"/>
              <a:ext cx="48833" cy="48833"/>
            </a:xfrm>
            <a:prstGeom prst="ellipse">
              <a:avLst/>
            </a:prstGeom>
            <a:solidFill>
              <a:srgbClr val="D95F02">
                <a:alpha val="2196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79" name="pt23979"/>
            <p:cNvSpPr/>
            <p:nvPr/>
          </p:nvSpPr>
          <p:spPr>
            <a:xfrm>
              <a:off x="8140860" y="5687190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0" name="pt23980"/>
            <p:cNvSpPr/>
            <p:nvPr/>
          </p:nvSpPr>
          <p:spPr>
            <a:xfrm>
              <a:off x="8187868" y="58106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1" name="pt23981"/>
            <p:cNvSpPr/>
            <p:nvPr/>
          </p:nvSpPr>
          <p:spPr>
            <a:xfrm>
              <a:off x="8173064" y="5792968"/>
              <a:ext cx="80678" cy="80678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2" name="pl23982"/>
            <p:cNvSpPr/>
            <p:nvPr/>
          </p:nvSpPr>
          <p:spPr>
            <a:xfrm>
              <a:off x="8139653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3" name="pl23983"/>
            <p:cNvSpPr/>
            <p:nvPr/>
          </p:nvSpPr>
          <p:spPr>
            <a:xfrm>
              <a:off x="8139653" y="5681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4" name="pl23984"/>
            <p:cNvSpPr/>
            <p:nvPr/>
          </p:nvSpPr>
          <p:spPr>
            <a:xfrm>
              <a:off x="8129540" y="5706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5" name="pl23985"/>
            <p:cNvSpPr/>
            <p:nvPr/>
          </p:nvSpPr>
          <p:spPr>
            <a:xfrm>
              <a:off x="8164070" y="56715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94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86" name="pt23986"/>
            <p:cNvSpPr/>
            <p:nvPr/>
          </p:nvSpPr>
          <p:spPr>
            <a:xfrm>
              <a:off x="8120698" y="5783374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7" name="pt23987"/>
            <p:cNvSpPr/>
            <p:nvPr/>
          </p:nvSpPr>
          <p:spPr>
            <a:xfrm>
              <a:off x="7605718" y="5114870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8" name="pt23988"/>
            <p:cNvSpPr/>
            <p:nvPr/>
          </p:nvSpPr>
          <p:spPr>
            <a:xfrm>
              <a:off x="8137942" y="5810257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89" name="pt23989"/>
            <p:cNvSpPr/>
            <p:nvPr/>
          </p:nvSpPr>
          <p:spPr>
            <a:xfrm>
              <a:off x="8195255" y="576277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0" name="pt23990"/>
            <p:cNvSpPr/>
            <p:nvPr/>
          </p:nvSpPr>
          <p:spPr>
            <a:xfrm>
              <a:off x="8923333" y="61989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1" name="pt23991"/>
            <p:cNvSpPr/>
            <p:nvPr/>
          </p:nvSpPr>
          <p:spPr>
            <a:xfrm>
              <a:off x="7572514" y="6234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2" name="pt23992"/>
            <p:cNvSpPr/>
            <p:nvPr/>
          </p:nvSpPr>
          <p:spPr>
            <a:xfrm>
              <a:off x="8217966" y="5753740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3" name="pt23993"/>
            <p:cNvSpPr/>
            <p:nvPr/>
          </p:nvSpPr>
          <p:spPr>
            <a:xfrm>
              <a:off x="8819856" y="54372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4" name="pt23994"/>
            <p:cNvSpPr/>
            <p:nvPr/>
          </p:nvSpPr>
          <p:spPr>
            <a:xfrm>
              <a:off x="8508670" y="544269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5" name="pt23995"/>
            <p:cNvSpPr/>
            <p:nvPr/>
          </p:nvSpPr>
          <p:spPr>
            <a:xfrm>
              <a:off x="8890297" y="62510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3996" name="pl23996"/>
            <p:cNvSpPr/>
            <p:nvPr/>
          </p:nvSpPr>
          <p:spPr>
            <a:xfrm>
              <a:off x="8086913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7" name="pl23997"/>
            <p:cNvSpPr/>
            <p:nvPr/>
          </p:nvSpPr>
          <p:spPr>
            <a:xfrm>
              <a:off x="8086913" y="50424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8" name="pl23998"/>
            <p:cNvSpPr/>
            <p:nvPr/>
          </p:nvSpPr>
          <p:spPr>
            <a:xfrm>
              <a:off x="8076799" y="506690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999" name="pl23999"/>
            <p:cNvSpPr/>
            <p:nvPr/>
          </p:nvSpPr>
          <p:spPr>
            <a:xfrm>
              <a:off x="8111330" y="50323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00" name="pt24000"/>
            <p:cNvSpPr/>
            <p:nvPr/>
          </p:nvSpPr>
          <p:spPr>
            <a:xfrm>
              <a:off x="8221071" y="575242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1" name="pt24001"/>
            <p:cNvSpPr/>
            <p:nvPr/>
          </p:nvSpPr>
          <p:spPr>
            <a:xfrm>
              <a:off x="8194405" y="58979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2" name="pt24002"/>
            <p:cNvSpPr/>
            <p:nvPr/>
          </p:nvSpPr>
          <p:spPr>
            <a:xfrm>
              <a:off x="8037328" y="52680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3" name="pt24003"/>
            <p:cNvSpPr/>
            <p:nvPr/>
          </p:nvSpPr>
          <p:spPr>
            <a:xfrm>
              <a:off x="8168944" y="5764487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4" name="pt24004"/>
            <p:cNvSpPr/>
            <p:nvPr/>
          </p:nvSpPr>
          <p:spPr>
            <a:xfrm>
              <a:off x="8547389" y="55105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5" name="pt24005"/>
            <p:cNvSpPr/>
            <p:nvPr/>
          </p:nvSpPr>
          <p:spPr>
            <a:xfrm>
              <a:off x="8171035" y="577134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6" name="pt24006"/>
            <p:cNvSpPr/>
            <p:nvPr/>
          </p:nvSpPr>
          <p:spPr>
            <a:xfrm>
              <a:off x="8425939" y="540109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7" name="pt24007"/>
            <p:cNvSpPr/>
            <p:nvPr/>
          </p:nvSpPr>
          <p:spPr>
            <a:xfrm>
              <a:off x="8150764" y="5741667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8" name="pt24008"/>
            <p:cNvSpPr/>
            <p:nvPr/>
          </p:nvSpPr>
          <p:spPr>
            <a:xfrm>
              <a:off x="8210858" y="58382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09" name="pt24009"/>
            <p:cNvSpPr/>
            <p:nvPr/>
          </p:nvSpPr>
          <p:spPr>
            <a:xfrm>
              <a:off x="8201228" y="5772775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0" name="pt24010"/>
            <p:cNvSpPr/>
            <p:nvPr/>
          </p:nvSpPr>
          <p:spPr>
            <a:xfrm>
              <a:off x="8082289" y="5036475"/>
              <a:ext cx="67219" cy="67219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1" name="pt24011"/>
            <p:cNvSpPr/>
            <p:nvPr/>
          </p:nvSpPr>
          <p:spPr>
            <a:xfrm>
              <a:off x="8513355" y="57488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2" name="pt24012"/>
            <p:cNvSpPr/>
            <p:nvPr/>
          </p:nvSpPr>
          <p:spPr>
            <a:xfrm>
              <a:off x="8168708" y="5760882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3" name="pg24013"/>
            <p:cNvSpPr/>
            <p:nvPr/>
          </p:nvSpPr>
          <p:spPr>
            <a:xfrm>
              <a:off x="8066334" y="5659894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4" name="pt24014"/>
            <p:cNvSpPr/>
            <p:nvPr/>
          </p:nvSpPr>
          <p:spPr>
            <a:xfrm>
              <a:off x="8482287" y="57619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5" name="pt24015"/>
            <p:cNvSpPr/>
            <p:nvPr/>
          </p:nvSpPr>
          <p:spPr>
            <a:xfrm>
              <a:off x="8236488" y="53384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6" name="pt24016"/>
            <p:cNvSpPr/>
            <p:nvPr/>
          </p:nvSpPr>
          <p:spPr>
            <a:xfrm>
              <a:off x="8122195" y="60407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7" name="pt24017"/>
            <p:cNvSpPr/>
            <p:nvPr/>
          </p:nvSpPr>
          <p:spPr>
            <a:xfrm>
              <a:off x="8571369" y="54122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8" name="pt24018"/>
            <p:cNvSpPr/>
            <p:nvPr/>
          </p:nvSpPr>
          <p:spPr>
            <a:xfrm>
              <a:off x="8034305" y="648897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19" name="pt24019"/>
            <p:cNvSpPr/>
            <p:nvPr/>
          </p:nvSpPr>
          <p:spPr>
            <a:xfrm>
              <a:off x="8487201" y="49253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0" name="pg24020"/>
            <p:cNvSpPr/>
            <p:nvPr/>
          </p:nvSpPr>
          <p:spPr>
            <a:xfrm>
              <a:off x="8735225" y="613615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1" name="pt24021"/>
            <p:cNvSpPr/>
            <p:nvPr/>
          </p:nvSpPr>
          <p:spPr>
            <a:xfrm>
              <a:off x="8161101" y="5783988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2" name="pt24022"/>
            <p:cNvSpPr/>
            <p:nvPr/>
          </p:nvSpPr>
          <p:spPr>
            <a:xfrm>
              <a:off x="7676337" y="63599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3" name="pg24023"/>
            <p:cNvSpPr/>
            <p:nvPr/>
          </p:nvSpPr>
          <p:spPr>
            <a:xfrm>
              <a:off x="8221411" y="535823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4" name="pt24024"/>
            <p:cNvSpPr/>
            <p:nvPr/>
          </p:nvSpPr>
          <p:spPr>
            <a:xfrm>
              <a:off x="7439114" y="5447379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5" name="pt24025"/>
            <p:cNvSpPr/>
            <p:nvPr/>
          </p:nvSpPr>
          <p:spPr>
            <a:xfrm>
              <a:off x="8226589" y="588243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6" name="pt24026"/>
            <p:cNvSpPr/>
            <p:nvPr/>
          </p:nvSpPr>
          <p:spPr>
            <a:xfrm>
              <a:off x="7748986" y="51097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7" name="pt24027"/>
            <p:cNvSpPr/>
            <p:nvPr/>
          </p:nvSpPr>
          <p:spPr>
            <a:xfrm>
              <a:off x="8540846" y="56213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8" name="pt24028"/>
            <p:cNvSpPr/>
            <p:nvPr/>
          </p:nvSpPr>
          <p:spPr>
            <a:xfrm>
              <a:off x="8272068" y="5528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29" name="pt24029"/>
            <p:cNvSpPr/>
            <p:nvPr/>
          </p:nvSpPr>
          <p:spPr>
            <a:xfrm>
              <a:off x="8184882" y="5765187"/>
              <a:ext cx="48833" cy="48833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0" name="pg24030"/>
            <p:cNvSpPr/>
            <p:nvPr/>
          </p:nvSpPr>
          <p:spPr>
            <a:xfrm>
              <a:off x="8397320" y="5387363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1" name="pt24031"/>
            <p:cNvSpPr/>
            <p:nvPr/>
          </p:nvSpPr>
          <p:spPr>
            <a:xfrm>
              <a:off x="8407214" y="58126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2" name="pt24032"/>
            <p:cNvSpPr/>
            <p:nvPr/>
          </p:nvSpPr>
          <p:spPr>
            <a:xfrm>
              <a:off x="7603781" y="5107802"/>
              <a:ext cx="67219" cy="67219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3" name="pt24033"/>
            <p:cNvSpPr/>
            <p:nvPr/>
          </p:nvSpPr>
          <p:spPr>
            <a:xfrm>
              <a:off x="8230520" y="587744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4" name="pt24034"/>
            <p:cNvSpPr/>
            <p:nvPr/>
          </p:nvSpPr>
          <p:spPr>
            <a:xfrm>
              <a:off x="8513958" y="5661455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5" name="pt24035"/>
            <p:cNvSpPr/>
            <p:nvPr/>
          </p:nvSpPr>
          <p:spPr>
            <a:xfrm>
              <a:off x="8593615" y="56786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6" name="pt24036"/>
            <p:cNvSpPr/>
            <p:nvPr/>
          </p:nvSpPr>
          <p:spPr>
            <a:xfrm>
              <a:off x="8536546" y="55076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7" name="pt24037"/>
            <p:cNvSpPr/>
            <p:nvPr/>
          </p:nvSpPr>
          <p:spPr>
            <a:xfrm>
              <a:off x="8089229" y="55693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8" name="pt24038"/>
            <p:cNvSpPr/>
            <p:nvPr/>
          </p:nvSpPr>
          <p:spPr>
            <a:xfrm>
              <a:off x="8156558" y="578378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39" name="pt24039"/>
            <p:cNvSpPr/>
            <p:nvPr/>
          </p:nvSpPr>
          <p:spPr>
            <a:xfrm>
              <a:off x="8269620" y="5904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0" name="pt24040"/>
            <p:cNvSpPr/>
            <p:nvPr/>
          </p:nvSpPr>
          <p:spPr>
            <a:xfrm>
              <a:off x="8559922" y="4977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1" name="pt24041"/>
            <p:cNvSpPr/>
            <p:nvPr/>
          </p:nvSpPr>
          <p:spPr>
            <a:xfrm>
              <a:off x="7619058" y="5122426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2" name="pt24042"/>
            <p:cNvSpPr/>
            <p:nvPr/>
          </p:nvSpPr>
          <p:spPr>
            <a:xfrm>
              <a:off x="8188080" y="581487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3" name="pt24043"/>
            <p:cNvSpPr/>
            <p:nvPr/>
          </p:nvSpPr>
          <p:spPr>
            <a:xfrm>
              <a:off x="8151189" y="5770547"/>
              <a:ext cx="80678" cy="80678"/>
            </a:xfrm>
            <a:prstGeom prst="ellipse">
              <a:avLst/>
            </a:prstGeom>
            <a:solidFill>
              <a:srgbClr val="D95F02">
                <a:alpha val="4509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4" name="pt24044"/>
            <p:cNvSpPr/>
            <p:nvPr/>
          </p:nvSpPr>
          <p:spPr>
            <a:xfrm>
              <a:off x="8154304" y="5790145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5" name="pt24045"/>
            <p:cNvSpPr/>
            <p:nvPr/>
          </p:nvSpPr>
          <p:spPr>
            <a:xfrm>
              <a:off x="8102346" y="6090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6" name="pt24046"/>
            <p:cNvSpPr/>
            <p:nvPr/>
          </p:nvSpPr>
          <p:spPr>
            <a:xfrm>
              <a:off x="7443699" y="60151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7" name="pt24047"/>
            <p:cNvSpPr/>
            <p:nvPr/>
          </p:nvSpPr>
          <p:spPr>
            <a:xfrm>
              <a:off x="8031427" y="6480434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8" name="pt24048"/>
            <p:cNvSpPr/>
            <p:nvPr/>
          </p:nvSpPr>
          <p:spPr>
            <a:xfrm>
              <a:off x="8117498" y="490856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49" name="pt24049"/>
            <p:cNvSpPr/>
            <p:nvPr/>
          </p:nvSpPr>
          <p:spPr>
            <a:xfrm>
              <a:off x="8143664" y="5774535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0" name="pt24050"/>
            <p:cNvSpPr/>
            <p:nvPr/>
          </p:nvSpPr>
          <p:spPr>
            <a:xfrm>
              <a:off x="8245108" y="628412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1" name="pl24051"/>
            <p:cNvSpPr/>
            <p:nvPr/>
          </p:nvSpPr>
          <p:spPr>
            <a:xfrm>
              <a:off x="8245108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2" name="pl24052"/>
            <p:cNvSpPr/>
            <p:nvPr/>
          </p:nvSpPr>
          <p:spPr>
            <a:xfrm>
              <a:off x="8245108" y="62841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53" name="pt24053"/>
            <p:cNvSpPr/>
            <p:nvPr/>
          </p:nvSpPr>
          <p:spPr>
            <a:xfrm>
              <a:off x="8167152" y="5781584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4" name="pt24054"/>
            <p:cNvSpPr/>
            <p:nvPr/>
          </p:nvSpPr>
          <p:spPr>
            <a:xfrm>
              <a:off x="8050550" y="5647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5" name="pg24055"/>
            <p:cNvSpPr/>
            <p:nvPr/>
          </p:nvSpPr>
          <p:spPr>
            <a:xfrm>
              <a:off x="8264688" y="5694523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6" name="pg24056"/>
            <p:cNvSpPr/>
            <p:nvPr/>
          </p:nvSpPr>
          <p:spPr>
            <a:xfrm>
              <a:off x="8269112" y="552293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7" name="pt24057"/>
            <p:cNvSpPr/>
            <p:nvPr/>
          </p:nvSpPr>
          <p:spPr>
            <a:xfrm>
              <a:off x="8156637" y="60098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8" name="pg24058"/>
            <p:cNvSpPr/>
            <p:nvPr/>
          </p:nvSpPr>
          <p:spPr>
            <a:xfrm>
              <a:off x="8139831" y="581272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59" name="pt24059"/>
            <p:cNvSpPr/>
            <p:nvPr/>
          </p:nvSpPr>
          <p:spPr>
            <a:xfrm>
              <a:off x="8215968" y="5847798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0" name="pg24060"/>
            <p:cNvSpPr/>
            <p:nvPr/>
          </p:nvSpPr>
          <p:spPr>
            <a:xfrm>
              <a:off x="8075811" y="568410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1" name="pt24061"/>
            <p:cNvSpPr/>
            <p:nvPr/>
          </p:nvSpPr>
          <p:spPr>
            <a:xfrm>
              <a:off x="8325375" y="573465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2" name="pt24062"/>
            <p:cNvSpPr/>
            <p:nvPr/>
          </p:nvSpPr>
          <p:spPr>
            <a:xfrm>
              <a:off x="8146910" y="5801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3" name="pt24063"/>
            <p:cNvSpPr/>
            <p:nvPr/>
          </p:nvSpPr>
          <p:spPr>
            <a:xfrm>
              <a:off x="8186204" y="5797933"/>
              <a:ext cx="67219" cy="67219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4" name="pt24064"/>
            <p:cNvSpPr/>
            <p:nvPr/>
          </p:nvSpPr>
          <p:spPr>
            <a:xfrm>
              <a:off x="8134321" y="606494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5" name="pt24065"/>
            <p:cNvSpPr/>
            <p:nvPr/>
          </p:nvSpPr>
          <p:spPr>
            <a:xfrm>
              <a:off x="8260627" y="573609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6" name="pt24066"/>
            <p:cNvSpPr/>
            <p:nvPr/>
          </p:nvSpPr>
          <p:spPr>
            <a:xfrm>
              <a:off x="9033796" y="592764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7" name="pt24067"/>
            <p:cNvSpPr/>
            <p:nvPr/>
          </p:nvSpPr>
          <p:spPr>
            <a:xfrm>
              <a:off x="7546040" y="60818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8" name="pt24068"/>
            <p:cNvSpPr/>
            <p:nvPr/>
          </p:nvSpPr>
          <p:spPr>
            <a:xfrm>
              <a:off x="7690867" y="50757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69" name="pt24069"/>
            <p:cNvSpPr/>
            <p:nvPr/>
          </p:nvSpPr>
          <p:spPr>
            <a:xfrm>
              <a:off x="8124408" y="5759332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0" name="pt24070"/>
            <p:cNvSpPr/>
            <p:nvPr/>
          </p:nvSpPr>
          <p:spPr>
            <a:xfrm>
              <a:off x="8193158" y="58174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1" name="pt24071"/>
            <p:cNvSpPr/>
            <p:nvPr/>
          </p:nvSpPr>
          <p:spPr>
            <a:xfrm>
              <a:off x="8213670" y="5830241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2" name="pt24072"/>
            <p:cNvSpPr/>
            <p:nvPr/>
          </p:nvSpPr>
          <p:spPr>
            <a:xfrm>
              <a:off x="8058948" y="56575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3" name="pt24073"/>
            <p:cNvSpPr/>
            <p:nvPr/>
          </p:nvSpPr>
          <p:spPr>
            <a:xfrm>
              <a:off x="8147189" y="61291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4" name="pt24074"/>
            <p:cNvSpPr/>
            <p:nvPr/>
          </p:nvSpPr>
          <p:spPr>
            <a:xfrm>
              <a:off x="8300117" y="5489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5" name="pt24075"/>
            <p:cNvSpPr/>
            <p:nvPr/>
          </p:nvSpPr>
          <p:spPr>
            <a:xfrm>
              <a:off x="8429018" y="49468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6" name="pg24076"/>
            <p:cNvSpPr/>
            <p:nvPr/>
          </p:nvSpPr>
          <p:spPr>
            <a:xfrm>
              <a:off x="7445426" y="600366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7" name="pt24077"/>
            <p:cNvSpPr/>
            <p:nvPr/>
          </p:nvSpPr>
          <p:spPr>
            <a:xfrm>
              <a:off x="8593830" y="5667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8" name="pt24078"/>
            <p:cNvSpPr/>
            <p:nvPr/>
          </p:nvSpPr>
          <p:spPr>
            <a:xfrm>
              <a:off x="7465550" y="60436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79" name="pt24079"/>
            <p:cNvSpPr/>
            <p:nvPr/>
          </p:nvSpPr>
          <p:spPr>
            <a:xfrm>
              <a:off x="8193696" y="558257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0" name="pt24080"/>
            <p:cNvSpPr/>
            <p:nvPr/>
          </p:nvSpPr>
          <p:spPr>
            <a:xfrm>
              <a:off x="9057604" y="5709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1" name="pt24081"/>
            <p:cNvSpPr/>
            <p:nvPr/>
          </p:nvSpPr>
          <p:spPr>
            <a:xfrm>
              <a:off x="8500626" y="56580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2" name="pt24082"/>
            <p:cNvSpPr/>
            <p:nvPr/>
          </p:nvSpPr>
          <p:spPr>
            <a:xfrm>
              <a:off x="8246806" y="581652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3" name="pl24083"/>
            <p:cNvSpPr/>
            <p:nvPr/>
          </p:nvSpPr>
          <p:spPr>
            <a:xfrm>
              <a:off x="8144042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4" name="pl24084"/>
            <p:cNvSpPr/>
            <p:nvPr/>
          </p:nvSpPr>
          <p:spPr>
            <a:xfrm>
              <a:off x="8144042" y="5775024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5" name="pl24085"/>
            <p:cNvSpPr/>
            <p:nvPr/>
          </p:nvSpPr>
          <p:spPr>
            <a:xfrm>
              <a:off x="8111726" y="5853043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6" name="pl24086"/>
            <p:cNvSpPr/>
            <p:nvPr/>
          </p:nvSpPr>
          <p:spPr>
            <a:xfrm>
              <a:off x="8222062" y="5742707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87" name="pt24087"/>
            <p:cNvSpPr/>
            <p:nvPr/>
          </p:nvSpPr>
          <p:spPr>
            <a:xfrm>
              <a:off x="7609670" y="62807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8" name="pt24088"/>
            <p:cNvSpPr/>
            <p:nvPr/>
          </p:nvSpPr>
          <p:spPr>
            <a:xfrm>
              <a:off x="8422663" y="5395526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89" name="pt24089"/>
            <p:cNvSpPr/>
            <p:nvPr/>
          </p:nvSpPr>
          <p:spPr>
            <a:xfrm>
              <a:off x="8075864" y="58786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0" name="pt24090"/>
            <p:cNvSpPr/>
            <p:nvPr/>
          </p:nvSpPr>
          <p:spPr>
            <a:xfrm>
              <a:off x="8329352" y="581219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1" name="pt24091"/>
            <p:cNvSpPr/>
            <p:nvPr/>
          </p:nvSpPr>
          <p:spPr>
            <a:xfrm>
              <a:off x="8103796" y="58591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2" name="pl24092"/>
            <p:cNvSpPr/>
            <p:nvPr/>
          </p:nvSpPr>
          <p:spPr>
            <a:xfrm>
              <a:off x="8157042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3" name="pl24093"/>
            <p:cNvSpPr/>
            <p:nvPr/>
          </p:nvSpPr>
          <p:spPr>
            <a:xfrm>
              <a:off x="8157042" y="584019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4" name="pl24094"/>
            <p:cNvSpPr/>
            <p:nvPr/>
          </p:nvSpPr>
          <p:spPr>
            <a:xfrm>
              <a:off x="8139313" y="5882998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5" name="pl24095"/>
            <p:cNvSpPr/>
            <p:nvPr/>
          </p:nvSpPr>
          <p:spPr>
            <a:xfrm>
              <a:off x="8199844" y="5822467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096" name="pg24096"/>
            <p:cNvSpPr/>
            <p:nvPr/>
          </p:nvSpPr>
          <p:spPr>
            <a:xfrm>
              <a:off x="8159223" y="593437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7" name="pt24097"/>
            <p:cNvSpPr/>
            <p:nvPr/>
          </p:nvSpPr>
          <p:spPr>
            <a:xfrm>
              <a:off x="8398833" y="55846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8" name="pg24098"/>
            <p:cNvSpPr/>
            <p:nvPr/>
          </p:nvSpPr>
          <p:spPr>
            <a:xfrm>
              <a:off x="8335683" y="57726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099" name="pg24099"/>
            <p:cNvSpPr/>
            <p:nvPr/>
          </p:nvSpPr>
          <p:spPr>
            <a:xfrm>
              <a:off x="8343017" y="576951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0" name="pt24100"/>
            <p:cNvSpPr/>
            <p:nvPr/>
          </p:nvSpPr>
          <p:spPr>
            <a:xfrm>
              <a:off x="7515275" y="54324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1" name="pt24101"/>
            <p:cNvSpPr/>
            <p:nvPr/>
          </p:nvSpPr>
          <p:spPr>
            <a:xfrm>
              <a:off x="8192050" y="5808639"/>
              <a:ext cx="80678" cy="80678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2" name="pg24102"/>
            <p:cNvSpPr/>
            <p:nvPr/>
          </p:nvSpPr>
          <p:spPr>
            <a:xfrm>
              <a:off x="8460542" y="5477955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3" name="pt24103"/>
            <p:cNvSpPr/>
            <p:nvPr/>
          </p:nvSpPr>
          <p:spPr>
            <a:xfrm>
              <a:off x="8251055" y="5751621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4" name="pt24104"/>
            <p:cNvSpPr/>
            <p:nvPr/>
          </p:nvSpPr>
          <p:spPr>
            <a:xfrm>
              <a:off x="8168624" y="5788511"/>
              <a:ext cx="48833" cy="48833"/>
            </a:xfrm>
            <a:prstGeom prst="ellipse">
              <a:avLst/>
            </a:prstGeom>
            <a:solidFill>
              <a:srgbClr val="7570B3">
                <a:alpha val="1725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5" name="pt24105"/>
            <p:cNvSpPr/>
            <p:nvPr/>
          </p:nvSpPr>
          <p:spPr>
            <a:xfrm>
              <a:off x="8187641" y="5808690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6" name="pt24106"/>
            <p:cNvSpPr/>
            <p:nvPr/>
          </p:nvSpPr>
          <p:spPr>
            <a:xfrm>
              <a:off x="7809132" y="517590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7" name="pt24107"/>
            <p:cNvSpPr/>
            <p:nvPr/>
          </p:nvSpPr>
          <p:spPr>
            <a:xfrm>
              <a:off x="8348753" y="65650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8" name="pt24108"/>
            <p:cNvSpPr/>
            <p:nvPr/>
          </p:nvSpPr>
          <p:spPr>
            <a:xfrm>
              <a:off x="8896633" y="621816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09" name="pt24109"/>
            <p:cNvSpPr/>
            <p:nvPr/>
          </p:nvSpPr>
          <p:spPr>
            <a:xfrm>
              <a:off x="8503079" y="56587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0" name="pt24110"/>
            <p:cNvSpPr/>
            <p:nvPr/>
          </p:nvSpPr>
          <p:spPr>
            <a:xfrm>
              <a:off x="8463625" y="55499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1" name="pl24111"/>
            <p:cNvSpPr/>
            <p:nvPr/>
          </p:nvSpPr>
          <p:spPr>
            <a:xfrm>
              <a:off x="8161750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2" name="pl24112"/>
            <p:cNvSpPr/>
            <p:nvPr/>
          </p:nvSpPr>
          <p:spPr>
            <a:xfrm>
              <a:off x="8161750" y="579895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3" name="pl24113"/>
            <p:cNvSpPr/>
            <p:nvPr/>
          </p:nvSpPr>
          <p:spPr>
            <a:xfrm>
              <a:off x="8151637" y="582336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4" name="pl24114"/>
            <p:cNvSpPr/>
            <p:nvPr/>
          </p:nvSpPr>
          <p:spPr>
            <a:xfrm>
              <a:off x="8186167" y="578883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15" name="pt24115"/>
            <p:cNvSpPr/>
            <p:nvPr/>
          </p:nvSpPr>
          <p:spPr>
            <a:xfrm>
              <a:off x="7574346" y="625335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6" name="pt24116"/>
            <p:cNvSpPr/>
            <p:nvPr/>
          </p:nvSpPr>
          <p:spPr>
            <a:xfrm>
              <a:off x="8174662" y="58618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7" name="pt24117"/>
            <p:cNvSpPr/>
            <p:nvPr/>
          </p:nvSpPr>
          <p:spPr>
            <a:xfrm>
              <a:off x="8172229" y="5774835"/>
              <a:ext cx="48833" cy="48833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8" name="pt24118"/>
            <p:cNvSpPr/>
            <p:nvPr/>
          </p:nvSpPr>
          <p:spPr>
            <a:xfrm>
              <a:off x="8216950" y="49012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19" name="pg24119"/>
            <p:cNvSpPr/>
            <p:nvPr/>
          </p:nvSpPr>
          <p:spPr>
            <a:xfrm>
              <a:off x="8263330" y="549936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0" name="pt24120"/>
            <p:cNvSpPr/>
            <p:nvPr/>
          </p:nvSpPr>
          <p:spPr>
            <a:xfrm>
              <a:off x="8393296" y="65574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1" name="pl24121"/>
            <p:cNvSpPr/>
            <p:nvPr/>
          </p:nvSpPr>
          <p:spPr>
            <a:xfrm>
              <a:off x="8271346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2" name="pl24122"/>
            <p:cNvSpPr/>
            <p:nvPr/>
          </p:nvSpPr>
          <p:spPr>
            <a:xfrm>
              <a:off x="8271346" y="53732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3" name="pl24123"/>
            <p:cNvSpPr/>
            <p:nvPr/>
          </p:nvSpPr>
          <p:spPr>
            <a:xfrm>
              <a:off x="8261232" y="53977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4" name="pl24124"/>
            <p:cNvSpPr/>
            <p:nvPr/>
          </p:nvSpPr>
          <p:spPr>
            <a:xfrm>
              <a:off x="8295763" y="53631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25" name="pg24125"/>
            <p:cNvSpPr/>
            <p:nvPr/>
          </p:nvSpPr>
          <p:spPr>
            <a:xfrm>
              <a:off x="8163045" y="591983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6" name="pt24126"/>
            <p:cNvSpPr/>
            <p:nvPr/>
          </p:nvSpPr>
          <p:spPr>
            <a:xfrm>
              <a:off x="7771104" y="51727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7" name="pg24127"/>
            <p:cNvSpPr/>
            <p:nvPr/>
          </p:nvSpPr>
          <p:spPr>
            <a:xfrm>
              <a:off x="8210448" y="65683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8" name="pt24128"/>
            <p:cNvSpPr/>
            <p:nvPr/>
          </p:nvSpPr>
          <p:spPr>
            <a:xfrm>
              <a:off x="8145319" y="584562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29" name="pt24129"/>
            <p:cNvSpPr/>
            <p:nvPr/>
          </p:nvSpPr>
          <p:spPr>
            <a:xfrm>
              <a:off x="8551027" y="5530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0" name="pt24130"/>
            <p:cNvSpPr/>
            <p:nvPr/>
          </p:nvSpPr>
          <p:spPr>
            <a:xfrm>
              <a:off x="8440504" y="54736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1" name="pt24131"/>
            <p:cNvSpPr/>
            <p:nvPr/>
          </p:nvSpPr>
          <p:spPr>
            <a:xfrm>
              <a:off x="7413631" y="56646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2" name="pl24132"/>
            <p:cNvSpPr/>
            <p:nvPr/>
          </p:nvSpPr>
          <p:spPr>
            <a:xfrm>
              <a:off x="8116757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3" name="pl24133"/>
            <p:cNvSpPr/>
            <p:nvPr/>
          </p:nvSpPr>
          <p:spPr>
            <a:xfrm>
              <a:off x="8116757" y="57775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4" name="pl24134"/>
            <p:cNvSpPr/>
            <p:nvPr/>
          </p:nvSpPr>
          <p:spPr>
            <a:xfrm>
              <a:off x="8106644" y="580196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5" name="pl24135"/>
            <p:cNvSpPr/>
            <p:nvPr/>
          </p:nvSpPr>
          <p:spPr>
            <a:xfrm>
              <a:off x="8141174" y="57674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36" name="pt24136"/>
            <p:cNvSpPr/>
            <p:nvPr/>
          </p:nvSpPr>
          <p:spPr>
            <a:xfrm>
              <a:off x="8665749" y="54712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7" name="pt24137"/>
            <p:cNvSpPr/>
            <p:nvPr/>
          </p:nvSpPr>
          <p:spPr>
            <a:xfrm>
              <a:off x="8251631" y="60128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8" name="pt24138"/>
            <p:cNvSpPr/>
            <p:nvPr/>
          </p:nvSpPr>
          <p:spPr>
            <a:xfrm>
              <a:off x="8392794" y="557091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39" name="pt24139"/>
            <p:cNvSpPr/>
            <p:nvPr/>
          </p:nvSpPr>
          <p:spPr>
            <a:xfrm>
              <a:off x="8040860" y="6498785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0" name="pt24140"/>
            <p:cNvSpPr/>
            <p:nvPr/>
          </p:nvSpPr>
          <p:spPr>
            <a:xfrm>
              <a:off x="8136428" y="584797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1" name="pt24141"/>
            <p:cNvSpPr/>
            <p:nvPr/>
          </p:nvSpPr>
          <p:spPr>
            <a:xfrm>
              <a:off x="8253316" y="5747259"/>
              <a:ext cx="48833" cy="48833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2" name="pt24142"/>
            <p:cNvSpPr/>
            <p:nvPr/>
          </p:nvSpPr>
          <p:spPr>
            <a:xfrm>
              <a:off x="9029510" y="5896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3" name="pt24143"/>
            <p:cNvSpPr/>
            <p:nvPr/>
          </p:nvSpPr>
          <p:spPr>
            <a:xfrm>
              <a:off x="7397056" y="56499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4" name="pt24144"/>
            <p:cNvSpPr/>
            <p:nvPr/>
          </p:nvSpPr>
          <p:spPr>
            <a:xfrm>
              <a:off x="8201255" y="5844655"/>
              <a:ext cx="85604" cy="8560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5" name="pt24145"/>
            <p:cNvSpPr/>
            <p:nvPr/>
          </p:nvSpPr>
          <p:spPr>
            <a:xfrm>
              <a:off x="8119795" y="64681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6" name="pt24146"/>
            <p:cNvSpPr/>
            <p:nvPr/>
          </p:nvSpPr>
          <p:spPr>
            <a:xfrm>
              <a:off x="8172687" y="5762397"/>
              <a:ext cx="80678" cy="80678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7" name="pt24147"/>
            <p:cNvSpPr/>
            <p:nvPr/>
          </p:nvSpPr>
          <p:spPr>
            <a:xfrm>
              <a:off x="7937387" y="56922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8" name="pt24148"/>
            <p:cNvSpPr/>
            <p:nvPr/>
          </p:nvSpPr>
          <p:spPr>
            <a:xfrm>
              <a:off x="8431039" y="539050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49" name="pt24149"/>
            <p:cNvSpPr/>
            <p:nvPr/>
          </p:nvSpPr>
          <p:spPr>
            <a:xfrm>
              <a:off x="8292559" y="61087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50" name="pt24150"/>
            <p:cNvSpPr/>
            <p:nvPr/>
          </p:nvSpPr>
          <p:spPr>
            <a:xfrm>
              <a:off x="8244745" y="58752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51" name="pl24151"/>
            <p:cNvSpPr/>
            <p:nvPr/>
          </p:nvSpPr>
          <p:spPr>
            <a:xfrm>
              <a:off x="8229021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2" name="pl24152"/>
            <p:cNvSpPr/>
            <p:nvPr/>
          </p:nvSpPr>
          <p:spPr>
            <a:xfrm>
              <a:off x="8229021" y="582708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3" name="pl24153"/>
            <p:cNvSpPr/>
            <p:nvPr/>
          </p:nvSpPr>
          <p:spPr>
            <a:xfrm>
              <a:off x="8218907" y="58515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4" name="pl24154"/>
            <p:cNvSpPr/>
            <p:nvPr/>
          </p:nvSpPr>
          <p:spPr>
            <a:xfrm>
              <a:off x="8253438" y="581697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2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5" name="pt24155"/>
            <p:cNvSpPr/>
            <p:nvPr/>
          </p:nvSpPr>
          <p:spPr>
            <a:xfrm>
              <a:off x="8999168" y="53840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56" name="pt24156"/>
            <p:cNvSpPr/>
            <p:nvPr/>
          </p:nvSpPr>
          <p:spPr>
            <a:xfrm>
              <a:off x="8205772" y="5783075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57" name="pt24157"/>
            <p:cNvSpPr/>
            <p:nvPr/>
          </p:nvSpPr>
          <p:spPr>
            <a:xfrm>
              <a:off x="8719339" y="506548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8" name="pl24158"/>
            <p:cNvSpPr/>
            <p:nvPr/>
          </p:nvSpPr>
          <p:spPr>
            <a:xfrm>
              <a:off x="8719339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59" name="pl24159"/>
            <p:cNvSpPr/>
            <p:nvPr/>
          </p:nvSpPr>
          <p:spPr>
            <a:xfrm>
              <a:off x="8719339" y="50654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0" name="pt24160"/>
            <p:cNvSpPr/>
            <p:nvPr/>
          </p:nvSpPr>
          <p:spPr>
            <a:xfrm>
              <a:off x="8182394" y="5790418"/>
              <a:ext cx="74834" cy="74834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61" name="pl24161"/>
            <p:cNvSpPr/>
            <p:nvPr/>
          </p:nvSpPr>
          <p:spPr>
            <a:xfrm>
              <a:off x="8342897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2" name="pl24162"/>
            <p:cNvSpPr/>
            <p:nvPr/>
          </p:nvSpPr>
          <p:spPr>
            <a:xfrm>
              <a:off x="8342897" y="532025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3" name="pl24163"/>
            <p:cNvSpPr/>
            <p:nvPr/>
          </p:nvSpPr>
          <p:spPr>
            <a:xfrm>
              <a:off x="8332783" y="534467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4" name="pl24164"/>
            <p:cNvSpPr/>
            <p:nvPr/>
          </p:nvSpPr>
          <p:spPr>
            <a:xfrm>
              <a:off x="8367314" y="53101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5" name="pg24165"/>
            <p:cNvSpPr/>
            <p:nvPr/>
          </p:nvSpPr>
          <p:spPr>
            <a:xfrm>
              <a:off x="8255305" y="598405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66" name="pg24166"/>
            <p:cNvSpPr/>
            <p:nvPr/>
          </p:nvSpPr>
          <p:spPr>
            <a:xfrm>
              <a:off x="8327221" y="576062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67" name="pt24167"/>
            <p:cNvSpPr/>
            <p:nvPr/>
          </p:nvSpPr>
          <p:spPr>
            <a:xfrm>
              <a:off x="8150414" y="58694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168" name="pl24168"/>
            <p:cNvSpPr/>
            <p:nvPr/>
          </p:nvSpPr>
          <p:spPr>
            <a:xfrm>
              <a:off x="8703091" y="7893464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69" name="pl24169"/>
            <p:cNvSpPr/>
            <p:nvPr/>
          </p:nvSpPr>
          <p:spPr>
            <a:xfrm>
              <a:off x="8789726" y="7291786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0" name="pl24170"/>
            <p:cNvSpPr/>
            <p:nvPr/>
          </p:nvSpPr>
          <p:spPr>
            <a:xfrm>
              <a:off x="8809313" y="7295881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1" name="pl24171"/>
            <p:cNvSpPr/>
            <p:nvPr/>
          </p:nvSpPr>
          <p:spPr>
            <a:xfrm>
              <a:off x="8306076" y="8073109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2" name="pl24172"/>
            <p:cNvSpPr/>
            <p:nvPr/>
          </p:nvSpPr>
          <p:spPr>
            <a:xfrm>
              <a:off x="8309146" y="7999659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3" name="pl24173"/>
            <p:cNvSpPr/>
            <p:nvPr/>
          </p:nvSpPr>
          <p:spPr>
            <a:xfrm>
              <a:off x="8288529" y="7516625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4" name="pl24174"/>
            <p:cNvSpPr/>
            <p:nvPr/>
          </p:nvSpPr>
          <p:spPr>
            <a:xfrm>
              <a:off x="8680628" y="7857868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5" name="pl24175"/>
            <p:cNvSpPr/>
            <p:nvPr/>
          </p:nvSpPr>
          <p:spPr>
            <a:xfrm>
              <a:off x="8321911" y="8360990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6" name="pl24176"/>
            <p:cNvSpPr/>
            <p:nvPr/>
          </p:nvSpPr>
          <p:spPr>
            <a:xfrm>
              <a:off x="8089135" y="7609300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7" name="pl24177"/>
            <p:cNvSpPr/>
            <p:nvPr/>
          </p:nvSpPr>
          <p:spPr>
            <a:xfrm>
              <a:off x="8297545" y="8077339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8" name="pl24178"/>
            <p:cNvSpPr/>
            <p:nvPr/>
          </p:nvSpPr>
          <p:spPr>
            <a:xfrm>
              <a:off x="8280249" y="8093579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79" name="pl24179"/>
            <p:cNvSpPr/>
            <p:nvPr/>
          </p:nvSpPr>
          <p:spPr>
            <a:xfrm>
              <a:off x="8195233" y="7533025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0" name="pl24180"/>
            <p:cNvSpPr/>
            <p:nvPr/>
          </p:nvSpPr>
          <p:spPr>
            <a:xfrm>
              <a:off x="7944158" y="8443182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1" name="pl24181"/>
            <p:cNvSpPr/>
            <p:nvPr/>
          </p:nvSpPr>
          <p:spPr>
            <a:xfrm>
              <a:off x="8212128" y="7529951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2" name="pl24182"/>
            <p:cNvSpPr/>
            <p:nvPr/>
          </p:nvSpPr>
          <p:spPr>
            <a:xfrm>
              <a:off x="8239476" y="7518560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3" name="pl24183"/>
            <p:cNvSpPr/>
            <p:nvPr/>
          </p:nvSpPr>
          <p:spPr>
            <a:xfrm>
              <a:off x="8129034" y="7578265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4" name="pl24184"/>
            <p:cNvSpPr/>
            <p:nvPr/>
          </p:nvSpPr>
          <p:spPr>
            <a:xfrm>
              <a:off x="8128733" y="7557118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5" name="pl24185"/>
            <p:cNvSpPr/>
            <p:nvPr/>
          </p:nvSpPr>
          <p:spPr>
            <a:xfrm>
              <a:off x="8117863" y="7578265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6" name="pl24186"/>
            <p:cNvSpPr/>
            <p:nvPr/>
          </p:nvSpPr>
          <p:spPr>
            <a:xfrm>
              <a:off x="8129034" y="7577881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7" name="pl24187"/>
            <p:cNvSpPr/>
            <p:nvPr/>
          </p:nvSpPr>
          <p:spPr>
            <a:xfrm>
              <a:off x="8129034" y="7576916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8" name="pl24188"/>
            <p:cNvSpPr/>
            <p:nvPr/>
          </p:nvSpPr>
          <p:spPr>
            <a:xfrm>
              <a:off x="8369867" y="7745125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89" name="pl24189"/>
            <p:cNvSpPr/>
            <p:nvPr/>
          </p:nvSpPr>
          <p:spPr>
            <a:xfrm>
              <a:off x="8165063" y="7514545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0" name="pl24190"/>
            <p:cNvSpPr/>
            <p:nvPr/>
          </p:nvSpPr>
          <p:spPr>
            <a:xfrm>
              <a:off x="8119552" y="7545850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1" name="pl24191"/>
            <p:cNvSpPr/>
            <p:nvPr/>
          </p:nvSpPr>
          <p:spPr>
            <a:xfrm>
              <a:off x="8130772" y="7547531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2" name="pl24192"/>
            <p:cNvSpPr/>
            <p:nvPr/>
          </p:nvSpPr>
          <p:spPr>
            <a:xfrm>
              <a:off x="7856089" y="7076831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3" name="pl24193"/>
            <p:cNvSpPr/>
            <p:nvPr/>
          </p:nvSpPr>
          <p:spPr>
            <a:xfrm>
              <a:off x="8144308" y="7578680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4" name="pl24194"/>
            <p:cNvSpPr/>
            <p:nvPr/>
          </p:nvSpPr>
          <p:spPr>
            <a:xfrm>
              <a:off x="8143934" y="7578680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5" name="pl24195"/>
            <p:cNvSpPr/>
            <p:nvPr/>
          </p:nvSpPr>
          <p:spPr>
            <a:xfrm>
              <a:off x="8144308" y="7578680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6" name="pl24196"/>
            <p:cNvSpPr/>
            <p:nvPr/>
          </p:nvSpPr>
          <p:spPr>
            <a:xfrm>
              <a:off x="8144308" y="7578680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7" name="pl24197"/>
            <p:cNvSpPr/>
            <p:nvPr/>
          </p:nvSpPr>
          <p:spPr>
            <a:xfrm>
              <a:off x="8141731" y="7578680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8" name="pl24198"/>
            <p:cNvSpPr/>
            <p:nvPr/>
          </p:nvSpPr>
          <p:spPr>
            <a:xfrm>
              <a:off x="8144308" y="7578680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199" name="pl24199"/>
            <p:cNvSpPr/>
            <p:nvPr/>
          </p:nvSpPr>
          <p:spPr>
            <a:xfrm>
              <a:off x="8414982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0" name="pl24200"/>
            <p:cNvSpPr/>
            <p:nvPr/>
          </p:nvSpPr>
          <p:spPr>
            <a:xfrm>
              <a:off x="8414982" y="7778132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1" name="pl24201"/>
            <p:cNvSpPr/>
            <p:nvPr/>
          </p:nvSpPr>
          <p:spPr>
            <a:xfrm>
              <a:off x="7680200" y="7241892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2" name="pl24202"/>
            <p:cNvSpPr/>
            <p:nvPr/>
          </p:nvSpPr>
          <p:spPr>
            <a:xfrm>
              <a:off x="7680200" y="7221073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3" name="pl24203"/>
            <p:cNvSpPr/>
            <p:nvPr/>
          </p:nvSpPr>
          <p:spPr>
            <a:xfrm>
              <a:off x="8143007" y="7592070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4" name="pl24204"/>
            <p:cNvSpPr/>
            <p:nvPr/>
          </p:nvSpPr>
          <p:spPr>
            <a:xfrm>
              <a:off x="8560789" y="7086195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5" name="pl24205"/>
            <p:cNvSpPr/>
            <p:nvPr/>
          </p:nvSpPr>
          <p:spPr>
            <a:xfrm>
              <a:off x="8042163" y="7591840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6" name="pl24206"/>
            <p:cNvSpPr/>
            <p:nvPr/>
          </p:nvSpPr>
          <p:spPr>
            <a:xfrm>
              <a:off x="8079397" y="7549324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7" name="pl24207"/>
            <p:cNvSpPr/>
            <p:nvPr/>
          </p:nvSpPr>
          <p:spPr>
            <a:xfrm>
              <a:off x="8066404" y="7035734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8" name="pl24208"/>
            <p:cNvSpPr/>
            <p:nvPr/>
          </p:nvSpPr>
          <p:spPr>
            <a:xfrm>
              <a:off x="7553030" y="7490723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09" name="pl24209"/>
            <p:cNvSpPr/>
            <p:nvPr/>
          </p:nvSpPr>
          <p:spPr>
            <a:xfrm>
              <a:off x="7558723" y="7501657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0" name="pl24210"/>
            <p:cNvSpPr/>
            <p:nvPr/>
          </p:nvSpPr>
          <p:spPr>
            <a:xfrm>
              <a:off x="7815474" y="7855519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1" name="pl24211"/>
            <p:cNvSpPr/>
            <p:nvPr/>
          </p:nvSpPr>
          <p:spPr>
            <a:xfrm>
              <a:off x="8399317" y="8503410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2" name="pl24212"/>
            <p:cNvSpPr/>
            <p:nvPr/>
          </p:nvSpPr>
          <p:spPr>
            <a:xfrm>
              <a:off x="8074596" y="7578913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3" name="pl24213"/>
            <p:cNvSpPr/>
            <p:nvPr/>
          </p:nvSpPr>
          <p:spPr>
            <a:xfrm>
              <a:off x="8073993" y="7561044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4" name="pl24214"/>
            <p:cNvSpPr/>
            <p:nvPr/>
          </p:nvSpPr>
          <p:spPr>
            <a:xfrm>
              <a:off x="8291510" y="7947390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5" name="pl24215"/>
            <p:cNvSpPr/>
            <p:nvPr/>
          </p:nvSpPr>
          <p:spPr>
            <a:xfrm>
              <a:off x="8274463" y="7974496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6" name="pl24216"/>
            <p:cNvSpPr/>
            <p:nvPr/>
          </p:nvSpPr>
          <p:spPr>
            <a:xfrm>
              <a:off x="8106064" y="7533178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7" name="pl24217"/>
            <p:cNvSpPr/>
            <p:nvPr/>
          </p:nvSpPr>
          <p:spPr>
            <a:xfrm>
              <a:off x="8093780" y="7533178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8" name="pl24218"/>
            <p:cNvSpPr/>
            <p:nvPr/>
          </p:nvSpPr>
          <p:spPr>
            <a:xfrm>
              <a:off x="8109194" y="7533178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19" name="pl24219"/>
            <p:cNvSpPr/>
            <p:nvPr/>
          </p:nvSpPr>
          <p:spPr>
            <a:xfrm>
              <a:off x="8100701" y="7520137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0" name="pl24220"/>
            <p:cNvSpPr/>
            <p:nvPr/>
          </p:nvSpPr>
          <p:spPr>
            <a:xfrm>
              <a:off x="8109194" y="7526308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1" name="pl24221"/>
            <p:cNvSpPr/>
            <p:nvPr/>
          </p:nvSpPr>
          <p:spPr>
            <a:xfrm>
              <a:off x="8099521" y="7533178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2" name="pl24222"/>
            <p:cNvSpPr/>
            <p:nvPr/>
          </p:nvSpPr>
          <p:spPr>
            <a:xfrm>
              <a:off x="8119552" y="7510442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3" name="pl24223"/>
            <p:cNvSpPr/>
            <p:nvPr/>
          </p:nvSpPr>
          <p:spPr>
            <a:xfrm>
              <a:off x="8123708" y="7479004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4" name="pl24224"/>
            <p:cNvSpPr/>
            <p:nvPr/>
          </p:nvSpPr>
          <p:spPr>
            <a:xfrm>
              <a:off x="8413591" y="7905033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5" name="pl24225"/>
            <p:cNvSpPr/>
            <p:nvPr/>
          </p:nvSpPr>
          <p:spPr>
            <a:xfrm>
              <a:off x="8423811" y="7905033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6" name="pl24226"/>
            <p:cNvSpPr/>
            <p:nvPr/>
          </p:nvSpPr>
          <p:spPr>
            <a:xfrm>
              <a:off x="8423811" y="7905033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7" name="pl24227"/>
            <p:cNvSpPr/>
            <p:nvPr/>
          </p:nvSpPr>
          <p:spPr>
            <a:xfrm>
              <a:off x="8423811" y="7905033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8" name="pl24228"/>
            <p:cNvSpPr/>
            <p:nvPr/>
          </p:nvSpPr>
          <p:spPr>
            <a:xfrm>
              <a:off x="8423811" y="7905033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29" name="pl24229"/>
            <p:cNvSpPr/>
            <p:nvPr/>
          </p:nvSpPr>
          <p:spPr>
            <a:xfrm>
              <a:off x="8423811" y="7905033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0" name="pl24230"/>
            <p:cNvSpPr/>
            <p:nvPr/>
          </p:nvSpPr>
          <p:spPr>
            <a:xfrm>
              <a:off x="8344944" y="7905033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1" name="pl24231"/>
            <p:cNvSpPr/>
            <p:nvPr/>
          </p:nvSpPr>
          <p:spPr>
            <a:xfrm>
              <a:off x="8423811" y="7905033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2" name="pl24232"/>
            <p:cNvSpPr/>
            <p:nvPr/>
          </p:nvSpPr>
          <p:spPr>
            <a:xfrm>
              <a:off x="8423811" y="7892802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3" name="pl24233"/>
            <p:cNvSpPr/>
            <p:nvPr/>
          </p:nvSpPr>
          <p:spPr>
            <a:xfrm>
              <a:off x="8423811" y="7905033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4" name="pl24234"/>
            <p:cNvSpPr/>
            <p:nvPr/>
          </p:nvSpPr>
          <p:spPr>
            <a:xfrm>
              <a:off x="8423811" y="7905033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5" name="pl24235"/>
            <p:cNvSpPr/>
            <p:nvPr/>
          </p:nvSpPr>
          <p:spPr>
            <a:xfrm>
              <a:off x="8423811" y="7895842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6" name="pl24236"/>
            <p:cNvSpPr/>
            <p:nvPr/>
          </p:nvSpPr>
          <p:spPr>
            <a:xfrm>
              <a:off x="8419894" y="7905033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7" name="pl24237"/>
            <p:cNvSpPr/>
            <p:nvPr/>
          </p:nvSpPr>
          <p:spPr>
            <a:xfrm>
              <a:off x="8408478" y="7905033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8" name="pl24238"/>
            <p:cNvSpPr/>
            <p:nvPr/>
          </p:nvSpPr>
          <p:spPr>
            <a:xfrm>
              <a:off x="8423811" y="7905033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39" name="pl24239"/>
            <p:cNvSpPr/>
            <p:nvPr/>
          </p:nvSpPr>
          <p:spPr>
            <a:xfrm>
              <a:off x="8423811" y="7905033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0" name="pl24240"/>
            <p:cNvSpPr/>
            <p:nvPr/>
          </p:nvSpPr>
          <p:spPr>
            <a:xfrm>
              <a:off x="8423811" y="7905033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1" name="pl24241"/>
            <p:cNvSpPr/>
            <p:nvPr/>
          </p:nvSpPr>
          <p:spPr>
            <a:xfrm>
              <a:off x="8203587" y="7520217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2" name="pl24242"/>
            <p:cNvSpPr/>
            <p:nvPr/>
          </p:nvSpPr>
          <p:spPr>
            <a:xfrm>
              <a:off x="8152068" y="7475467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3" name="pl24243"/>
            <p:cNvSpPr/>
            <p:nvPr/>
          </p:nvSpPr>
          <p:spPr>
            <a:xfrm>
              <a:off x="8152068" y="7463320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4" name="pl24244"/>
            <p:cNvSpPr/>
            <p:nvPr/>
          </p:nvSpPr>
          <p:spPr>
            <a:xfrm>
              <a:off x="8142815" y="7510382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5" name="pl24245"/>
            <p:cNvSpPr/>
            <p:nvPr/>
          </p:nvSpPr>
          <p:spPr>
            <a:xfrm>
              <a:off x="8121209" y="7510382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6" name="pl24246"/>
            <p:cNvSpPr/>
            <p:nvPr/>
          </p:nvSpPr>
          <p:spPr>
            <a:xfrm>
              <a:off x="8152068" y="7494820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7" name="pl24247"/>
            <p:cNvSpPr/>
            <p:nvPr/>
          </p:nvSpPr>
          <p:spPr>
            <a:xfrm>
              <a:off x="8152068" y="7498427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8" name="pl24248"/>
            <p:cNvSpPr/>
            <p:nvPr/>
          </p:nvSpPr>
          <p:spPr>
            <a:xfrm>
              <a:off x="8152068" y="7471413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49" name="pl24249"/>
            <p:cNvSpPr/>
            <p:nvPr/>
          </p:nvSpPr>
          <p:spPr>
            <a:xfrm>
              <a:off x="8152068" y="7503921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0" name="pl24250"/>
            <p:cNvSpPr/>
            <p:nvPr/>
          </p:nvSpPr>
          <p:spPr>
            <a:xfrm>
              <a:off x="8128733" y="7510382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1" name="pl24251"/>
            <p:cNvSpPr/>
            <p:nvPr/>
          </p:nvSpPr>
          <p:spPr>
            <a:xfrm>
              <a:off x="8130483" y="7510382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2" name="pl24252"/>
            <p:cNvSpPr/>
            <p:nvPr/>
          </p:nvSpPr>
          <p:spPr>
            <a:xfrm>
              <a:off x="8152068" y="7510382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3" name="pl24253"/>
            <p:cNvSpPr/>
            <p:nvPr/>
          </p:nvSpPr>
          <p:spPr>
            <a:xfrm>
              <a:off x="8009613" y="7578660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4" name="pl24254"/>
            <p:cNvSpPr/>
            <p:nvPr/>
          </p:nvSpPr>
          <p:spPr>
            <a:xfrm>
              <a:off x="8067585" y="7590376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5" name="pl24255"/>
            <p:cNvSpPr/>
            <p:nvPr/>
          </p:nvSpPr>
          <p:spPr>
            <a:xfrm>
              <a:off x="8186668" y="7540586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6" name="pl24256"/>
            <p:cNvSpPr/>
            <p:nvPr/>
          </p:nvSpPr>
          <p:spPr>
            <a:xfrm>
              <a:off x="7883451" y="7438503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7" name="pl24257"/>
            <p:cNvSpPr/>
            <p:nvPr/>
          </p:nvSpPr>
          <p:spPr>
            <a:xfrm>
              <a:off x="8636689" y="7131556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8" name="pl24258"/>
            <p:cNvSpPr/>
            <p:nvPr/>
          </p:nvSpPr>
          <p:spPr>
            <a:xfrm>
              <a:off x="7680200" y="7241892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59" name="pl24259"/>
            <p:cNvSpPr/>
            <p:nvPr/>
          </p:nvSpPr>
          <p:spPr>
            <a:xfrm>
              <a:off x="8340754" y="7887879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0" name="pl24260"/>
            <p:cNvSpPr/>
            <p:nvPr/>
          </p:nvSpPr>
          <p:spPr>
            <a:xfrm>
              <a:off x="8361811" y="7745106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1" name="pl24261"/>
            <p:cNvSpPr/>
            <p:nvPr/>
          </p:nvSpPr>
          <p:spPr>
            <a:xfrm>
              <a:off x="8361811" y="7870362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2" name="pl24262"/>
            <p:cNvSpPr/>
            <p:nvPr/>
          </p:nvSpPr>
          <p:spPr>
            <a:xfrm>
              <a:off x="8303105" y="8343547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3" name="pl24263"/>
            <p:cNvSpPr/>
            <p:nvPr/>
          </p:nvSpPr>
          <p:spPr>
            <a:xfrm>
              <a:off x="8307647" y="8343547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4" name="pl24264"/>
            <p:cNvSpPr/>
            <p:nvPr/>
          </p:nvSpPr>
          <p:spPr>
            <a:xfrm>
              <a:off x="8307295" y="8304185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5" name="pl24265"/>
            <p:cNvSpPr/>
            <p:nvPr/>
          </p:nvSpPr>
          <p:spPr>
            <a:xfrm>
              <a:off x="8304951" y="8343547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6" name="pl24266"/>
            <p:cNvSpPr/>
            <p:nvPr/>
          </p:nvSpPr>
          <p:spPr>
            <a:xfrm>
              <a:off x="8284615" y="8343547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7" name="pl24267"/>
            <p:cNvSpPr/>
            <p:nvPr/>
          </p:nvSpPr>
          <p:spPr>
            <a:xfrm>
              <a:off x="8307647" y="8336766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8" name="pl24268"/>
            <p:cNvSpPr/>
            <p:nvPr/>
          </p:nvSpPr>
          <p:spPr>
            <a:xfrm>
              <a:off x="8165224" y="7451497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69" name="pl24269"/>
            <p:cNvSpPr/>
            <p:nvPr/>
          </p:nvSpPr>
          <p:spPr>
            <a:xfrm>
              <a:off x="7565476" y="8081157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0" name="pl24270"/>
            <p:cNvSpPr/>
            <p:nvPr/>
          </p:nvSpPr>
          <p:spPr>
            <a:xfrm>
              <a:off x="8437817" y="7693279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1" name="pl24271"/>
            <p:cNvSpPr/>
            <p:nvPr/>
          </p:nvSpPr>
          <p:spPr>
            <a:xfrm>
              <a:off x="8428104" y="7726341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2" name="pl24272"/>
            <p:cNvSpPr/>
            <p:nvPr/>
          </p:nvSpPr>
          <p:spPr>
            <a:xfrm>
              <a:off x="8423309" y="7700908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3" name="pl24273"/>
            <p:cNvSpPr/>
            <p:nvPr/>
          </p:nvSpPr>
          <p:spPr>
            <a:xfrm>
              <a:off x="8428073" y="7710686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4" name="pl24274"/>
            <p:cNvSpPr/>
            <p:nvPr/>
          </p:nvSpPr>
          <p:spPr>
            <a:xfrm>
              <a:off x="8437817" y="7726341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5" name="pl24275"/>
            <p:cNvSpPr/>
            <p:nvPr/>
          </p:nvSpPr>
          <p:spPr>
            <a:xfrm>
              <a:off x="8432719" y="7713607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6" name="pl24276"/>
            <p:cNvSpPr/>
            <p:nvPr/>
          </p:nvSpPr>
          <p:spPr>
            <a:xfrm>
              <a:off x="8437817" y="7726341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7" name="pl24277"/>
            <p:cNvSpPr/>
            <p:nvPr/>
          </p:nvSpPr>
          <p:spPr>
            <a:xfrm>
              <a:off x="8421095" y="7726341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8" name="pl24278"/>
            <p:cNvSpPr/>
            <p:nvPr/>
          </p:nvSpPr>
          <p:spPr>
            <a:xfrm>
              <a:off x="8437817" y="7726341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79" name="pl24279"/>
            <p:cNvSpPr/>
            <p:nvPr/>
          </p:nvSpPr>
          <p:spPr>
            <a:xfrm>
              <a:off x="8427097" y="7722368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0" name="pl24280"/>
            <p:cNvSpPr/>
            <p:nvPr/>
          </p:nvSpPr>
          <p:spPr>
            <a:xfrm>
              <a:off x="8422786" y="7726208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1" name="pl24281"/>
            <p:cNvSpPr/>
            <p:nvPr/>
          </p:nvSpPr>
          <p:spPr>
            <a:xfrm>
              <a:off x="8437817" y="7726341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2" name="pl24282"/>
            <p:cNvSpPr/>
            <p:nvPr/>
          </p:nvSpPr>
          <p:spPr>
            <a:xfrm>
              <a:off x="8437817" y="7726341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3" name="pl24283"/>
            <p:cNvSpPr/>
            <p:nvPr/>
          </p:nvSpPr>
          <p:spPr>
            <a:xfrm>
              <a:off x="8437817" y="7714603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4" name="pl24284"/>
            <p:cNvSpPr/>
            <p:nvPr/>
          </p:nvSpPr>
          <p:spPr>
            <a:xfrm>
              <a:off x="8437817" y="7726341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5" name="pl24285"/>
            <p:cNvSpPr/>
            <p:nvPr/>
          </p:nvSpPr>
          <p:spPr>
            <a:xfrm>
              <a:off x="8437817" y="7723297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6" name="pl24286"/>
            <p:cNvSpPr/>
            <p:nvPr/>
          </p:nvSpPr>
          <p:spPr>
            <a:xfrm>
              <a:off x="8437817" y="7717757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7" name="pl24287"/>
            <p:cNvSpPr/>
            <p:nvPr/>
          </p:nvSpPr>
          <p:spPr>
            <a:xfrm>
              <a:off x="8437817" y="7726341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8" name="pl24288"/>
            <p:cNvSpPr/>
            <p:nvPr/>
          </p:nvSpPr>
          <p:spPr>
            <a:xfrm>
              <a:off x="8437817" y="7716128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89" name="pl24289"/>
            <p:cNvSpPr/>
            <p:nvPr/>
          </p:nvSpPr>
          <p:spPr>
            <a:xfrm>
              <a:off x="8383495" y="7726341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0" name="pl24290"/>
            <p:cNvSpPr/>
            <p:nvPr/>
          </p:nvSpPr>
          <p:spPr>
            <a:xfrm>
              <a:off x="8426231" y="7726341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1" name="pl24291"/>
            <p:cNvSpPr/>
            <p:nvPr/>
          </p:nvSpPr>
          <p:spPr>
            <a:xfrm>
              <a:off x="8427890" y="7726341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2" name="pl24292"/>
            <p:cNvSpPr/>
            <p:nvPr/>
          </p:nvSpPr>
          <p:spPr>
            <a:xfrm>
              <a:off x="8437817" y="7676185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3" name="pl24293"/>
            <p:cNvSpPr/>
            <p:nvPr/>
          </p:nvSpPr>
          <p:spPr>
            <a:xfrm>
              <a:off x="8437817" y="7698454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4" name="pl24294"/>
            <p:cNvSpPr/>
            <p:nvPr/>
          </p:nvSpPr>
          <p:spPr>
            <a:xfrm>
              <a:off x="8437817" y="7707609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5" name="pl24295"/>
            <p:cNvSpPr/>
            <p:nvPr/>
          </p:nvSpPr>
          <p:spPr>
            <a:xfrm>
              <a:off x="8074722" y="7536781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6" name="pl24296"/>
            <p:cNvSpPr/>
            <p:nvPr/>
          </p:nvSpPr>
          <p:spPr>
            <a:xfrm>
              <a:off x="8409766" y="7711388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7" name="pl24297"/>
            <p:cNvSpPr/>
            <p:nvPr/>
          </p:nvSpPr>
          <p:spPr>
            <a:xfrm>
              <a:off x="8182903" y="7450812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8" name="pl24298"/>
            <p:cNvSpPr/>
            <p:nvPr/>
          </p:nvSpPr>
          <p:spPr>
            <a:xfrm>
              <a:off x="8177459" y="7450812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299" name="pl24299"/>
            <p:cNvSpPr/>
            <p:nvPr/>
          </p:nvSpPr>
          <p:spPr>
            <a:xfrm>
              <a:off x="8159947" y="7489916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0" name="pl24300"/>
            <p:cNvSpPr/>
            <p:nvPr/>
          </p:nvSpPr>
          <p:spPr>
            <a:xfrm>
              <a:off x="8159947" y="7493640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1" name="pl24301"/>
            <p:cNvSpPr/>
            <p:nvPr/>
          </p:nvSpPr>
          <p:spPr>
            <a:xfrm>
              <a:off x="8159947" y="7503224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2" name="pl24302"/>
            <p:cNvSpPr/>
            <p:nvPr/>
          </p:nvSpPr>
          <p:spPr>
            <a:xfrm>
              <a:off x="8158967" y="7494820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3" name="pl24303"/>
            <p:cNvSpPr/>
            <p:nvPr/>
          </p:nvSpPr>
          <p:spPr>
            <a:xfrm>
              <a:off x="8128113" y="7503224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4" name="pl24304"/>
            <p:cNvSpPr/>
            <p:nvPr/>
          </p:nvSpPr>
          <p:spPr>
            <a:xfrm>
              <a:off x="8156853" y="7498427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5" name="pl24305"/>
            <p:cNvSpPr/>
            <p:nvPr/>
          </p:nvSpPr>
          <p:spPr>
            <a:xfrm>
              <a:off x="8159947" y="7495428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6" name="pl24306"/>
            <p:cNvSpPr/>
            <p:nvPr/>
          </p:nvSpPr>
          <p:spPr>
            <a:xfrm>
              <a:off x="8159947" y="7468798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7" name="pl24307"/>
            <p:cNvSpPr/>
            <p:nvPr/>
          </p:nvSpPr>
          <p:spPr>
            <a:xfrm>
              <a:off x="8159947" y="7503224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8" name="pl24308"/>
            <p:cNvSpPr/>
            <p:nvPr/>
          </p:nvSpPr>
          <p:spPr>
            <a:xfrm>
              <a:off x="8159947" y="7503224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09" name="pl24309"/>
            <p:cNvSpPr/>
            <p:nvPr/>
          </p:nvSpPr>
          <p:spPr>
            <a:xfrm>
              <a:off x="8159947" y="7491006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0" name="pl24310"/>
            <p:cNvSpPr/>
            <p:nvPr/>
          </p:nvSpPr>
          <p:spPr>
            <a:xfrm>
              <a:off x="8074790" y="7591214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1" name="pl24311"/>
            <p:cNvSpPr/>
            <p:nvPr/>
          </p:nvSpPr>
          <p:spPr>
            <a:xfrm>
              <a:off x="8582044" y="7984467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2" name="pl24312"/>
            <p:cNvSpPr/>
            <p:nvPr/>
          </p:nvSpPr>
          <p:spPr>
            <a:xfrm>
              <a:off x="7930374" y="8337539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3" name="pl24313"/>
            <p:cNvSpPr/>
            <p:nvPr/>
          </p:nvSpPr>
          <p:spPr>
            <a:xfrm>
              <a:off x="7924433" y="8337537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4" name="pl24314"/>
            <p:cNvSpPr/>
            <p:nvPr/>
          </p:nvSpPr>
          <p:spPr>
            <a:xfrm>
              <a:off x="7680200" y="7208928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5" name="pl24315"/>
            <p:cNvSpPr/>
            <p:nvPr/>
          </p:nvSpPr>
          <p:spPr>
            <a:xfrm>
              <a:off x="8139751" y="7429469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6" name="pl24316"/>
            <p:cNvSpPr/>
            <p:nvPr/>
          </p:nvSpPr>
          <p:spPr>
            <a:xfrm>
              <a:off x="8106064" y="7555495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7" name="pl24317"/>
            <p:cNvSpPr/>
            <p:nvPr/>
          </p:nvSpPr>
          <p:spPr>
            <a:xfrm>
              <a:off x="8093780" y="7552260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8" name="pl24318"/>
            <p:cNvSpPr/>
            <p:nvPr/>
          </p:nvSpPr>
          <p:spPr>
            <a:xfrm>
              <a:off x="8095948" y="7573665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19" name="pl24319"/>
            <p:cNvSpPr/>
            <p:nvPr/>
          </p:nvSpPr>
          <p:spPr>
            <a:xfrm>
              <a:off x="8114487" y="7566028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0" name="pl24320"/>
            <p:cNvSpPr/>
            <p:nvPr/>
          </p:nvSpPr>
          <p:spPr>
            <a:xfrm>
              <a:off x="8102038" y="7573665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1" name="pl24321"/>
            <p:cNvSpPr/>
            <p:nvPr/>
          </p:nvSpPr>
          <p:spPr>
            <a:xfrm>
              <a:off x="8114487" y="7562444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2" name="pl24322"/>
            <p:cNvSpPr/>
            <p:nvPr/>
          </p:nvSpPr>
          <p:spPr>
            <a:xfrm>
              <a:off x="8114487" y="7573665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3" name="pl24323"/>
            <p:cNvSpPr/>
            <p:nvPr/>
          </p:nvSpPr>
          <p:spPr>
            <a:xfrm>
              <a:off x="8107851" y="7573665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4" name="pl24324"/>
            <p:cNvSpPr/>
            <p:nvPr/>
          </p:nvSpPr>
          <p:spPr>
            <a:xfrm>
              <a:off x="8110725" y="7573665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5" name="pl24325"/>
            <p:cNvSpPr/>
            <p:nvPr/>
          </p:nvSpPr>
          <p:spPr>
            <a:xfrm>
              <a:off x="8114487" y="7559173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6" name="pl24326"/>
            <p:cNvSpPr/>
            <p:nvPr/>
          </p:nvSpPr>
          <p:spPr>
            <a:xfrm>
              <a:off x="8108046" y="7573665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7" name="pl24327"/>
            <p:cNvSpPr/>
            <p:nvPr/>
          </p:nvSpPr>
          <p:spPr>
            <a:xfrm>
              <a:off x="8105895" y="7573665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8" name="pl24328"/>
            <p:cNvSpPr/>
            <p:nvPr/>
          </p:nvSpPr>
          <p:spPr>
            <a:xfrm>
              <a:off x="8097713" y="7573665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29" name="pl24329"/>
            <p:cNvSpPr/>
            <p:nvPr/>
          </p:nvSpPr>
          <p:spPr>
            <a:xfrm>
              <a:off x="8114487" y="7545850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0" name="pl24330"/>
            <p:cNvSpPr/>
            <p:nvPr/>
          </p:nvSpPr>
          <p:spPr>
            <a:xfrm>
              <a:off x="8114487" y="7551865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1" name="pl24331"/>
            <p:cNvSpPr/>
            <p:nvPr/>
          </p:nvSpPr>
          <p:spPr>
            <a:xfrm>
              <a:off x="8114487" y="7556971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2" name="pl24332"/>
            <p:cNvSpPr/>
            <p:nvPr/>
          </p:nvSpPr>
          <p:spPr>
            <a:xfrm>
              <a:off x="8114487" y="7561173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3" name="pl24333"/>
            <p:cNvSpPr/>
            <p:nvPr/>
          </p:nvSpPr>
          <p:spPr>
            <a:xfrm>
              <a:off x="8109444" y="7573665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4" name="pl24334"/>
            <p:cNvSpPr/>
            <p:nvPr/>
          </p:nvSpPr>
          <p:spPr>
            <a:xfrm>
              <a:off x="8114487" y="7566031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5" name="pl24335"/>
            <p:cNvSpPr/>
            <p:nvPr/>
          </p:nvSpPr>
          <p:spPr>
            <a:xfrm>
              <a:off x="8114487" y="7538518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6" name="pl24336"/>
            <p:cNvSpPr/>
            <p:nvPr/>
          </p:nvSpPr>
          <p:spPr>
            <a:xfrm>
              <a:off x="8114487" y="7560206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7" name="pl24337"/>
            <p:cNvSpPr/>
            <p:nvPr/>
          </p:nvSpPr>
          <p:spPr>
            <a:xfrm>
              <a:off x="8071779" y="7573665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8" name="pl24338"/>
            <p:cNvSpPr/>
            <p:nvPr/>
          </p:nvSpPr>
          <p:spPr>
            <a:xfrm>
              <a:off x="8078632" y="7573665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39" name="pl24339"/>
            <p:cNvSpPr/>
            <p:nvPr/>
          </p:nvSpPr>
          <p:spPr>
            <a:xfrm>
              <a:off x="8057361" y="7573665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0" name="pl24340"/>
            <p:cNvSpPr/>
            <p:nvPr/>
          </p:nvSpPr>
          <p:spPr>
            <a:xfrm>
              <a:off x="8098558" y="7573665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1" name="pl24341"/>
            <p:cNvSpPr/>
            <p:nvPr/>
          </p:nvSpPr>
          <p:spPr>
            <a:xfrm>
              <a:off x="8114487" y="7573665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2" name="pl24342"/>
            <p:cNvSpPr/>
            <p:nvPr/>
          </p:nvSpPr>
          <p:spPr>
            <a:xfrm>
              <a:off x="8092401" y="7562544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3" name="pl24343"/>
            <p:cNvSpPr/>
            <p:nvPr/>
          </p:nvSpPr>
          <p:spPr>
            <a:xfrm>
              <a:off x="8114487" y="7557118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4" name="pl24344"/>
            <p:cNvSpPr/>
            <p:nvPr/>
          </p:nvSpPr>
          <p:spPr>
            <a:xfrm>
              <a:off x="8114487" y="7573665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5" name="pl24345"/>
            <p:cNvSpPr/>
            <p:nvPr/>
          </p:nvSpPr>
          <p:spPr>
            <a:xfrm>
              <a:off x="8114487" y="7540072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6" name="pl24346"/>
            <p:cNvSpPr/>
            <p:nvPr/>
          </p:nvSpPr>
          <p:spPr>
            <a:xfrm>
              <a:off x="8114487" y="7571472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7" name="pl24347"/>
            <p:cNvSpPr/>
            <p:nvPr/>
          </p:nvSpPr>
          <p:spPr>
            <a:xfrm>
              <a:off x="8101172" y="7573665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8" name="pl24348"/>
            <p:cNvSpPr/>
            <p:nvPr/>
          </p:nvSpPr>
          <p:spPr>
            <a:xfrm>
              <a:off x="8114487" y="7573665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49" name="pl24349"/>
            <p:cNvSpPr/>
            <p:nvPr/>
          </p:nvSpPr>
          <p:spPr>
            <a:xfrm>
              <a:off x="8108010" y="7573665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0" name="pl24350"/>
            <p:cNvSpPr/>
            <p:nvPr/>
          </p:nvSpPr>
          <p:spPr>
            <a:xfrm>
              <a:off x="8111958" y="7573665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1" name="pl24351"/>
            <p:cNvSpPr/>
            <p:nvPr/>
          </p:nvSpPr>
          <p:spPr>
            <a:xfrm>
              <a:off x="8104204" y="7573665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2" name="pl24352"/>
            <p:cNvSpPr/>
            <p:nvPr/>
          </p:nvSpPr>
          <p:spPr>
            <a:xfrm>
              <a:off x="8093573" y="7573665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3" name="pl24353"/>
            <p:cNvSpPr/>
            <p:nvPr/>
          </p:nvSpPr>
          <p:spPr>
            <a:xfrm>
              <a:off x="8114487" y="7573665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4" name="pl24354"/>
            <p:cNvSpPr/>
            <p:nvPr/>
          </p:nvSpPr>
          <p:spPr>
            <a:xfrm>
              <a:off x="8106248" y="7573665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5" name="pl24355"/>
            <p:cNvSpPr/>
            <p:nvPr/>
          </p:nvSpPr>
          <p:spPr>
            <a:xfrm>
              <a:off x="8114487" y="7560361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6" name="pl24356"/>
            <p:cNvSpPr/>
            <p:nvPr/>
          </p:nvSpPr>
          <p:spPr>
            <a:xfrm>
              <a:off x="8114487" y="7573665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7" name="pl24357"/>
            <p:cNvSpPr/>
            <p:nvPr/>
          </p:nvSpPr>
          <p:spPr>
            <a:xfrm>
              <a:off x="8090385" y="7573665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8" name="pl24358"/>
            <p:cNvSpPr/>
            <p:nvPr/>
          </p:nvSpPr>
          <p:spPr>
            <a:xfrm>
              <a:off x="8087032" y="7573665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59" name="pl24359"/>
            <p:cNvSpPr/>
            <p:nvPr/>
          </p:nvSpPr>
          <p:spPr>
            <a:xfrm>
              <a:off x="8095903" y="7573665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0" name="pl24360"/>
            <p:cNvSpPr/>
            <p:nvPr/>
          </p:nvSpPr>
          <p:spPr>
            <a:xfrm>
              <a:off x="8099521" y="7548948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1" name="pl24361"/>
            <p:cNvSpPr/>
            <p:nvPr/>
          </p:nvSpPr>
          <p:spPr>
            <a:xfrm>
              <a:off x="8440391" y="7958313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2" name="pl24362"/>
            <p:cNvSpPr/>
            <p:nvPr/>
          </p:nvSpPr>
          <p:spPr>
            <a:xfrm>
              <a:off x="8464689" y="7951161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3" name="pl24363"/>
            <p:cNvSpPr/>
            <p:nvPr/>
          </p:nvSpPr>
          <p:spPr>
            <a:xfrm>
              <a:off x="8753901" y="8337067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4" name="pl24364"/>
            <p:cNvSpPr/>
            <p:nvPr/>
          </p:nvSpPr>
          <p:spPr>
            <a:xfrm>
              <a:off x="8112245" y="7535575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5" name="pl24365"/>
            <p:cNvSpPr/>
            <p:nvPr/>
          </p:nvSpPr>
          <p:spPr>
            <a:xfrm>
              <a:off x="7842046" y="8087962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6" name="pl24366"/>
            <p:cNvSpPr/>
            <p:nvPr/>
          </p:nvSpPr>
          <p:spPr>
            <a:xfrm>
              <a:off x="8067781" y="7565251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7" name="pl24367"/>
            <p:cNvSpPr/>
            <p:nvPr/>
          </p:nvSpPr>
          <p:spPr>
            <a:xfrm>
              <a:off x="8078189" y="7562544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8" name="pl24368"/>
            <p:cNvSpPr/>
            <p:nvPr/>
          </p:nvSpPr>
          <p:spPr>
            <a:xfrm>
              <a:off x="8281395" y="8366595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69" name="pl24369"/>
            <p:cNvSpPr/>
            <p:nvPr/>
          </p:nvSpPr>
          <p:spPr>
            <a:xfrm>
              <a:off x="8300542" y="8366595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0" name="pl24370"/>
            <p:cNvSpPr/>
            <p:nvPr/>
          </p:nvSpPr>
          <p:spPr>
            <a:xfrm>
              <a:off x="8646102" y="8289105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1" name="pl24371"/>
            <p:cNvSpPr/>
            <p:nvPr/>
          </p:nvSpPr>
          <p:spPr>
            <a:xfrm>
              <a:off x="8951491" y="7497831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2" name="pl24372"/>
            <p:cNvSpPr/>
            <p:nvPr/>
          </p:nvSpPr>
          <p:spPr>
            <a:xfrm>
              <a:off x="8292250" y="8079137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3" name="pl24373"/>
            <p:cNvSpPr/>
            <p:nvPr/>
          </p:nvSpPr>
          <p:spPr>
            <a:xfrm>
              <a:off x="8293365" y="8077339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4" name="pl24374"/>
            <p:cNvSpPr/>
            <p:nvPr/>
          </p:nvSpPr>
          <p:spPr>
            <a:xfrm>
              <a:off x="8291622" y="8079137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5" name="pl24375"/>
            <p:cNvSpPr/>
            <p:nvPr/>
          </p:nvSpPr>
          <p:spPr>
            <a:xfrm>
              <a:off x="7749104" y="8305368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6" name="pl24376"/>
            <p:cNvSpPr/>
            <p:nvPr/>
          </p:nvSpPr>
          <p:spPr>
            <a:xfrm>
              <a:off x="8237638" y="7984979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7" name="pl24377"/>
            <p:cNvSpPr/>
            <p:nvPr/>
          </p:nvSpPr>
          <p:spPr>
            <a:xfrm>
              <a:off x="8439074" y="7935282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8" name="pl24378"/>
            <p:cNvSpPr/>
            <p:nvPr/>
          </p:nvSpPr>
          <p:spPr>
            <a:xfrm>
              <a:off x="8439074" y="7935282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79" name="pl24379"/>
            <p:cNvSpPr/>
            <p:nvPr/>
          </p:nvSpPr>
          <p:spPr>
            <a:xfrm>
              <a:off x="8439074" y="7935282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0" name="pl24380"/>
            <p:cNvSpPr/>
            <p:nvPr/>
          </p:nvSpPr>
          <p:spPr>
            <a:xfrm>
              <a:off x="8301223" y="7013775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1" name="pl24381"/>
            <p:cNvSpPr/>
            <p:nvPr/>
          </p:nvSpPr>
          <p:spPr>
            <a:xfrm>
              <a:off x="8420044" y="7747782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2" name="pl24382"/>
            <p:cNvSpPr/>
            <p:nvPr/>
          </p:nvSpPr>
          <p:spPr>
            <a:xfrm>
              <a:off x="8109430" y="7501626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3" name="pl24383"/>
            <p:cNvSpPr/>
            <p:nvPr/>
          </p:nvSpPr>
          <p:spPr>
            <a:xfrm>
              <a:off x="8144308" y="7564672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4" name="pl24384"/>
            <p:cNvSpPr/>
            <p:nvPr/>
          </p:nvSpPr>
          <p:spPr>
            <a:xfrm>
              <a:off x="8109144" y="7557971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5" name="pl24385"/>
            <p:cNvSpPr/>
            <p:nvPr/>
          </p:nvSpPr>
          <p:spPr>
            <a:xfrm>
              <a:off x="7826647" y="8017132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6" name="pl24386"/>
            <p:cNvSpPr/>
            <p:nvPr/>
          </p:nvSpPr>
          <p:spPr>
            <a:xfrm>
              <a:off x="7833314" y="8016164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7" name="pl24387"/>
            <p:cNvSpPr/>
            <p:nvPr/>
          </p:nvSpPr>
          <p:spPr>
            <a:xfrm>
              <a:off x="8144308" y="7570299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8" name="pl24388"/>
            <p:cNvSpPr/>
            <p:nvPr/>
          </p:nvSpPr>
          <p:spPr>
            <a:xfrm>
              <a:off x="8483698" y="7047256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89" name="pl24389"/>
            <p:cNvSpPr/>
            <p:nvPr/>
          </p:nvSpPr>
          <p:spPr>
            <a:xfrm>
              <a:off x="8270273" y="7984979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0" name="pl24390"/>
            <p:cNvSpPr/>
            <p:nvPr/>
          </p:nvSpPr>
          <p:spPr>
            <a:xfrm>
              <a:off x="8265678" y="7985448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1" name="pl24391"/>
            <p:cNvSpPr/>
            <p:nvPr/>
          </p:nvSpPr>
          <p:spPr>
            <a:xfrm>
              <a:off x="8264049" y="7985448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2" name="pl24392"/>
            <p:cNvSpPr/>
            <p:nvPr/>
          </p:nvSpPr>
          <p:spPr>
            <a:xfrm>
              <a:off x="8185366" y="7527815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3" name="pl24393"/>
            <p:cNvSpPr/>
            <p:nvPr/>
          </p:nvSpPr>
          <p:spPr>
            <a:xfrm>
              <a:off x="8062219" y="7040798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4" name="pl24394"/>
            <p:cNvSpPr/>
            <p:nvPr/>
          </p:nvSpPr>
          <p:spPr>
            <a:xfrm>
              <a:off x="8025510" y="7610833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5" name="pl24395"/>
            <p:cNvSpPr/>
            <p:nvPr/>
          </p:nvSpPr>
          <p:spPr>
            <a:xfrm>
              <a:off x="8527655" y="7676722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6" name="pl24396"/>
            <p:cNvSpPr/>
            <p:nvPr/>
          </p:nvSpPr>
          <p:spPr>
            <a:xfrm>
              <a:off x="8338857" y="7868771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7" name="pl24397"/>
            <p:cNvSpPr/>
            <p:nvPr/>
          </p:nvSpPr>
          <p:spPr>
            <a:xfrm>
              <a:off x="8414982" y="7854752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8" name="pl24398"/>
            <p:cNvSpPr/>
            <p:nvPr/>
          </p:nvSpPr>
          <p:spPr>
            <a:xfrm>
              <a:off x="8422965" y="7895208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399" name="pl24399"/>
            <p:cNvSpPr/>
            <p:nvPr/>
          </p:nvSpPr>
          <p:spPr>
            <a:xfrm>
              <a:off x="8423811" y="7783748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0" name="pl24400"/>
            <p:cNvSpPr/>
            <p:nvPr/>
          </p:nvSpPr>
          <p:spPr>
            <a:xfrm>
              <a:off x="7646830" y="7254581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1" name="pl24401"/>
            <p:cNvSpPr/>
            <p:nvPr/>
          </p:nvSpPr>
          <p:spPr>
            <a:xfrm>
              <a:off x="8304551" y="8139111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2" name="pl24402"/>
            <p:cNvSpPr/>
            <p:nvPr/>
          </p:nvSpPr>
          <p:spPr>
            <a:xfrm>
              <a:off x="8300924" y="8139111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3" name="pl24403"/>
            <p:cNvSpPr/>
            <p:nvPr/>
          </p:nvSpPr>
          <p:spPr>
            <a:xfrm>
              <a:off x="7805557" y="7854622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4" name="pl24404"/>
            <p:cNvSpPr/>
            <p:nvPr/>
          </p:nvSpPr>
          <p:spPr>
            <a:xfrm>
              <a:off x="8181071" y="7559472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5" name="pl24405"/>
            <p:cNvSpPr/>
            <p:nvPr/>
          </p:nvSpPr>
          <p:spPr>
            <a:xfrm>
              <a:off x="8185366" y="7521301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6" name="pl24406"/>
            <p:cNvSpPr/>
            <p:nvPr/>
          </p:nvSpPr>
          <p:spPr>
            <a:xfrm>
              <a:off x="8113279" y="7490886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7" name="pl24407"/>
            <p:cNvSpPr/>
            <p:nvPr/>
          </p:nvSpPr>
          <p:spPr>
            <a:xfrm>
              <a:off x="8438575" y="7685612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8" name="pl24408"/>
            <p:cNvSpPr/>
            <p:nvPr/>
          </p:nvSpPr>
          <p:spPr>
            <a:xfrm>
              <a:off x="8436202" y="7719233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09" name="pl24409"/>
            <p:cNvSpPr/>
            <p:nvPr/>
          </p:nvSpPr>
          <p:spPr>
            <a:xfrm>
              <a:off x="8431677" y="7719233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0" name="pl24410"/>
            <p:cNvSpPr/>
            <p:nvPr/>
          </p:nvSpPr>
          <p:spPr>
            <a:xfrm>
              <a:off x="8437063" y="7719233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1" name="pl24411"/>
            <p:cNvSpPr/>
            <p:nvPr/>
          </p:nvSpPr>
          <p:spPr>
            <a:xfrm>
              <a:off x="8955165" y="7593425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2" name="pl24412"/>
            <p:cNvSpPr/>
            <p:nvPr/>
          </p:nvSpPr>
          <p:spPr>
            <a:xfrm>
              <a:off x="7509578" y="7768161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3" name="pl24413"/>
            <p:cNvSpPr/>
            <p:nvPr/>
          </p:nvSpPr>
          <p:spPr>
            <a:xfrm>
              <a:off x="7488923" y="7775876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4" name="pl24414"/>
            <p:cNvSpPr/>
            <p:nvPr/>
          </p:nvSpPr>
          <p:spPr>
            <a:xfrm>
              <a:off x="8680628" y="7902408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5" name="pl24415"/>
            <p:cNvSpPr/>
            <p:nvPr/>
          </p:nvSpPr>
          <p:spPr>
            <a:xfrm>
              <a:off x="8304551" y="8237825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6" name="pl24416"/>
            <p:cNvSpPr/>
            <p:nvPr/>
          </p:nvSpPr>
          <p:spPr>
            <a:xfrm>
              <a:off x="7559558" y="8013181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7" name="pl24417"/>
            <p:cNvSpPr/>
            <p:nvPr/>
          </p:nvSpPr>
          <p:spPr>
            <a:xfrm>
              <a:off x="7821636" y="8035999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8" name="pl24418"/>
            <p:cNvSpPr/>
            <p:nvPr/>
          </p:nvSpPr>
          <p:spPr>
            <a:xfrm>
              <a:off x="7833314" y="8021423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19" name="pl24419"/>
            <p:cNvSpPr/>
            <p:nvPr/>
          </p:nvSpPr>
          <p:spPr>
            <a:xfrm>
              <a:off x="7830564" y="8035999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0" name="pl24420"/>
            <p:cNvSpPr/>
            <p:nvPr/>
          </p:nvSpPr>
          <p:spPr>
            <a:xfrm>
              <a:off x="7839613" y="8035999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1" name="pl24421"/>
            <p:cNvSpPr/>
            <p:nvPr/>
          </p:nvSpPr>
          <p:spPr>
            <a:xfrm>
              <a:off x="8760351" y="7222171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2" name="pl24422"/>
            <p:cNvSpPr/>
            <p:nvPr/>
          </p:nvSpPr>
          <p:spPr>
            <a:xfrm>
              <a:off x="8144308" y="7578680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3" name="pl24423"/>
            <p:cNvSpPr/>
            <p:nvPr/>
          </p:nvSpPr>
          <p:spPr>
            <a:xfrm>
              <a:off x="8096280" y="7501885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4" name="pl24424"/>
            <p:cNvSpPr/>
            <p:nvPr/>
          </p:nvSpPr>
          <p:spPr>
            <a:xfrm>
              <a:off x="8083934" y="7489645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5" name="pl24425"/>
            <p:cNvSpPr/>
            <p:nvPr/>
          </p:nvSpPr>
          <p:spPr>
            <a:xfrm>
              <a:off x="8094224" y="7489505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6" name="pl24426"/>
            <p:cNvSpPr/>
            <p:nvPr/>
          </p:nvSpPr>
          <p:spPr>
            <a:xfrm>
              <a:off x="8090431" y="7487435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7" name="pl24427"/>
            <p:cNvSpPr/>
            <p:nvPr/>
          </p:nvSpPr>
          <p:spPr>
            <a:xfrm>
              <a:off x="8086696" y="7491496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8" name="pl24428"/>
            <p:cNvSpPr/>
            <p:nvPr/>
          </p:nvSpPr>
          <p:spPr>
            <a:xfrm>
              <a:off x="8649334" y="8289105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29" name="pl24429"/>
            <p:cNvSpPr/>
            <p:nvPr/>
          </p:nvSpPr>
          <p:spPr>
            <a:xfrm>
              <a:off x="8824115" y="7830090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0" name="pl24430"/>
            <p:cNvSpPr/>
            <p:nvPr/>
          </p:nvSpPr>
          <p:spPr>
            <a:xfrm>
              <a:off x="8414982" y="7777432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1" name="pl24431"/>
            <p:cNvSpPr/>
            <p:nvPr/>
          </p:nvSpPr>
          <p:spPr>
            <a:xfrm>
              <a:off x="8975273" y="7978934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2" name="pl24432"/>
            <p:cNvSpPr/>
            <p:nvPr/>
          </p:nvSpPr>
          <p:spPr>
            <a:xfrm>
              <a:off x="8024808" y="7533284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3" name="pl24433"/>
            <p:cNvSpPr/>
            <p:nvPr/>
          </p:nvSpPr>
          <p:spPr>
            <a:xfrm>
              <a:off x="8035561" y="7537863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4" name="pl24434"/>
            <p:cNvSpPr/>
            <p:nvPr/>
          </p:nvSpPr>
          <p:spPr>
            <a:xfrm>
              <a:off x="8270273" y="7945990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5" name="pl24435"/>
            <p:cNvSpPr/>
            <p:nvPr/>
          </p:nvSpPr>
          <p:spPr>
            <a:xfrm>
              <a:off x="8291799" y="7945990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6" name="pl24436"/>
            <p:cNvSpPr/>
            <p:nvPr/>
          </p:nvSpPr>
          <p:spPr>
            <a:xfrm>
              <a:off x="8309146" y="8073109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7" name="pl24437"/>
            <p:cNvSpPr/>
            <p:nvPr/>
          </p:nvSpPr>
          <p:spPr>
            <a:xfrm>
              <a:off x="8021216" y="8482896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8" name="pl24438"/>
            <p:cNvSpPr/>
            <p:nvPr/>
          </p:nvSpPr>
          <p:spPr>
            <a:xfrm>
              <a:off x="8464689" y="7984467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39" name="pl24439"/>
            <p:cNvSpPr/>
            <p:nvPr/>
          </p:nvSpPr>
          <p:spPr>
            <a:xfrm>
              <a:off x="8114538" y="7512019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0" name="pl24440"/>
            <p:cNvSpPr/>
            <p:nvPr/>
          </p:nvSpPr>
          <p:spPr>
            <a:xfrm>
              <a:off x="7860051" y="8406921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1" name="pl24441"/>
            <p:cNvSpPr/>
            <p:nvPr/>
          </p:nvSpPr>
          <p:spPr>
            <a:xfrm>
              <a:off x="8763520" y="8254197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2" name="pl24442"/>
            <p:cNvSpPr/>
            <p:nvPr/>
          </p:nvSpPr>
          <p:spPr>
            <a:xfrm>
              <a:off x="8481663" y="8351148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3" name="pl24443"/>
            <p:cNvSpPr/>
            <p:nvPr/>
          </p:nvSpPr>
          <p:spPr>
            <a:xfrm>
              <a:off x="8062164" y="7544811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4" name="pl24444"/>
            <p:cNvSpPr/>
            <p:nvPr/>
          </p:nvSpPr>
          <p:spPr>
            <a:xfrm>
              <a:off x="8423811" y="7905033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5" name="pl24445"/>
            <p:cNvSpPr/>
            <p:nvPr/>
          </p:nvSpPr>
          <p:spPr>
            <a:xfrm>
              <a:off x="7494765" y="7954841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6" name="pl24446"/>
            <p:cNvSpPr/>
            <p:nvPr/>
          </p:nvSpPr>
          <p:spPr>
            <a:xfrm>
              <a:off x="8680628" y="7852482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7" name="pl24447"/>
            <p:cNvSpPr/>
            <p:nvPr/>
          </p:nvSpPr>
          <p:spPr>
            <a:xfrm>
              <a:off x="8702187" y="7852482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8" name="pl24448"/>
            <p:cNvSpPr/>
            <p:nvPr/>
          </p:nvSpPr>
          <p:spPr>
            <a:xfrm>
              <a:off x="8705253" y="7847977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49" name="pl24449"/>
            <p:cNvSpPr/>
            <p:nvPr/>
          </p:nvSpPr>
          <p:spPr>
            <a:xfrm>
              <a:off x="8264049" y="7984615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0" name="pl24450"/>
            <p:cNvSpPr/>
            <p:nvPr/>
          </p:nvSpPr>
          <p:spPr>
            <a:xfrm>
              <a:off x="8270273" y="7984615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1" name="pl24451"/>
            <p:cNvSpPr/>
            <p:nvPr/>
          </p:nvSpPr>
          <p:spPr>
            <a:xfrm>
              <a:off x="8293795" y="7948234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2" name="pl24452"/>
            <p:cNvSpPr/>
            <p:nvPr/>
          </p:nvSpPr>
          <p:spPr>
            <a:xfrm>
              <a:off x="8088207" y="7542541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3" name="pl24453"/>
            <p:cNvSpPr/>
            <p:nvPr/>
          </p:nvSpPr>
          <p:spPr>
            <a:xfrm>
              <a:off x="7758984" y="8304923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4" name="pl24454"/>
            <p:cNvSpPr/>
            <p:nvPr/>
          </p:nvSpPr>
          <p:spPr>
            <a:xfrm>
              <a:off x="8421268" y="7728516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5" name="pl24455"/>
            <p:cNvSpPr/>
            <p:nvPr/>
          </p:nvSpPr>
          <p:spPr>
            <a:xfrm>
              <a:off x="8527853" y="8479223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6" name="pl24456"/>
            <p:cNvSpPr/>
            <p:nvPr/>
          </p:nvSpPr>
          <p:spPr>
            <a:xfrm>
              <a:off x="7601724" y="8158376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7" name="pl24457"/>
            <p:cNvSpPr/>
            <p:nvPr/>
          </p:nvSpPr>
          <p:spPr>
            <a:xfrm>
              <a:off x="8041945" y="7610833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8" name="pl24458"/>
            <p:cNvSpPr/>
            <p:nvPr/>
          </p:nvSpPr>
          <p:spPr>
            <a:xfrm>
              <a:off x="8103001" y="7533178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59" name="pl24459"/>
            <p:cNvSpPr/>
            <p:nvPr/>
          </p:nvSpPr>
          <p:spPr>
            <a:xfrm>
              <a:off x="8100262" y="7545253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0" name="pl24460"/>
            <p:cNvSpPr/>
            <p:nvPr/>
          </p:nvSpPr>
          <p:spPr>
            <a:xfrm>
              <a:off x="8128768" y="7539463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1" name="pl24461"/>
            <p:cNvSpPr/>
            <p:nvPr/>
          </p:nvSpPr>
          <p:spPr>
            <a:xfrm>
              <a:off x="8122884" y="7560206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2" name="pl24462"/>
            <p:cNvSpPr/>
            <p:nvPr/>
          </p:nvSpPr>
          <p:spPr>
            <a:xfrm>
              <a:off x="7825608" y="8047016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3" name="pl24463"/>
            <p:cNvSpPr/>
            <p:nvPr/>
          </p:nvSpPr>
          <p:spPr>
            <a:xfrm>
              <a:off x="8208376" y="8013507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4" name="pl24464"/>
            <p:cNvSpPr/>
            <p:nvPr/>
          </p:nvSpPr>
          <p:spPr>
            <a:xfrm>
              <a:off x="7836396" y="8087962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5" name="pl24465"/>
            <p:cNvSpPr/>
            <p:nvPr/>
          </p:nvSpPr>
          <p:spPr>
            <a:xfrm>
              <a:off x="8449131" y="8045969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6" name="pl24466"/>
            <p:cNvSpPr/>
            <p:nvPr/>
          </p:nvSpPr>
          <p:spPr>
            <a:xfrm>
              <a:off x="8449131" y="8045969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7" name="pl24467"/>
            <p:cNvSpPr/>
            <p:nvPr/>
          </p:nvSpPr>
          <p:spPr>
            <a:xfrm>
              <a:off x="8449131" y="8045969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8" name="pl24468"/>
            <p:cNvSpPr/>
            <p:nvPr/>
          </p:nvSpPr>
          <p:spPr>
            <a:xfrm>
              <a:off x="8449131" y="8045969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69" name="pl24469"/>
            <p:cNvSpPr/>
            <p:nvPr/>
          </p:nvSpPr>
          <p:spPr>
            <a:xfrm>
              <a:off x="8414982" y="7854752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0" name="pl24470"/>
            <p:cNvSpPr/>
            <p:nvPr/>
          </p:nvSpPr>
          <p:spPr>
            <a:xfrm>
              <a:off x="8449131" y="7995229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1" name="pl24471"/>
            <p:cNvSpPr/>
            <p:nvPr/>
          </p:nvSpPr>
          <p:spPr>
            <a:xfrm>
              <a:off x="8424775" y="7961980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2" name="pl24472"/>
            <p:cNvSpPr/>
            <p:nvPr/>
          </p:nvSpPr>
          <p:spPr>
            <a:xfrm>
              <a:off x="8446195" y="8045969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3" name="pl24473"/>
            <p:cNvSpPr/>
            <p:nvPr/>
          </p:nvSpPr>
          <p:spPr>
            <a:xfrm>
              <a:off x="8449131" y="8045969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4" name="pl24474"/>
            <p:cNvSpPr/>
            <p:nvPr/>
          </p:nvSpPr>
          <p:spPr>
            <a:xfrm>
              <a:off x="8435636" y="8045969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5" name="pl24475"/>
            <p:cNvSpPr/>
            <p:nvPr/>
          </p:nvSpPr>
          <p:spPr>
            <a:xfrm>
              <a:off x="8144308" y="7578680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6" name="pl24476"/>
            <p:cNvSpPr/>
            <p:nvPr/>
          </p:nvSpPr>
          <p:spPr>
            <a:xfrm>
              <a:off x="7653318" y="7241892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7" name="pl24477"/>
            <p:cNvSpPr/>
            <p:nvPr/>
          </p:nvSpPr>
          <p:spPr>
            <a:xfrm>
              <a:off x="8452196" y="7966112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8" name="pl24478"/>
            <p:cNvSpPr/>
            <p:nvPr/>
          </p:nvSpPr>
          <p:spPr>
            <a:xfrm>
              <a:off x="8998769" y="7797973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79" name="pl24479"/>
            <p:cNvSpPr/>
            <p:nvPr/>
          </p:nvSpPr>
          <p:spPr>
            <a:xfrm>
              <a:off x="8672964" y="7999803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0" name="pl24480"/>
            <p:cNvSpPr/>
            <p:nvPr/>
          </p:nvSpPr>
          <p:spPr>
            <a:xfrm>
              <a:off x="8655375" y="7982893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1" name="pl24481"/>
            <p:cNvSpPr/>
            <p:nvPr/>
          </p:nvSpPr>
          <p:spPr>
            <a:xfrm>
              <a:off x="7638026" y="7340929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2" name="pl24482"/>
            <p:cNvSpPr/>
            <p:nvPr/>
          </p:nvSpPr>
          <p:spPr>
            <a:xfrm>
              <a:off x="8481645" y="7748930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3" name="pl24483"/>
            <p:cNvSpPr/>
            <p:nvPr/>
          </p:nvSpPr>
          <p:spPr>
            <a:xfrm>
              <a:off x="8481645" y="7748930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4" name="pl24484"/>
            <p:cNvSpPr/>
            <p:nvPr/>
          </p:nvSpPr>
          <p:spPr>
            <a:xfrm>
              <a:off x="7851193" y="8087962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5" name="pl24485"/>
            <p:cNvSpPr/>
            <p:nvPr/>
          </p:nvSpPr>
          <p:spPr>
            <a:xfrm>
              <a:off x="8102662" y="7533178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6" name="pl24486"/>
            <p:cNvSpPr/>
            <p:nvPr/>
          </p:nvSpPr>
          <p:spPr>
            <a:xfrm>
              <a:off x="8102662" y="7535524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7" name="pl24487"/>
            <p:cNvSpPr/>
            <p:nvPr/>
          </p:nvSpPr>
          <p:spPr>
            <a:xfrm>
              <a:off x="8746052" y="8337067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8" name="pl24488"/>
            <p:cNvSpPr/>
            <p:nvPr/>
          </p:nvSpPr>
          <p:spPr>
            <a:xfrm>
              <a:off x="8448190" y="7930386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89" name="pl24489"/>
            <p:cNvSpPr/>
            <p:nvPr/>
          </p:nvSpPr>
          <p:spPr>
            <a:xfrm>
              <a:off x="8555341" y="7656341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0" name="pl24490"/>
            <p:cNvSpPr/>
            <p:nvPr/>
          </p:nvSpPr>
          <p:spPr>
            <a:xfrm>
              <a:off x="8555341" y="7672240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1" name="pl24491"/>
            <p:cNvSpPr/>
            <p:nvPr/>
          </p:nvSpPr>
          <p:spPr>
            <a:xfrm>
              <a:off x="8634154" y="7902408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2" name="pl24492"/>
            <p:cNvSpPr/>
            <p:nvPr/>
          </p:nvSpPr>
          <p:spPr>
            <a:xfrm>
              <a:off x="8634154" y="7963376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3" name="pl24493"/>
            <p:cNvSpPr/>
            <p:nvPr/>
          </p:nvSpPr>
          <p:spPr>
            <a:xfrm>
              <a:off x="8582044" y="7963376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4" name="pl24494"/>
            <p:cNvSpPr/>
            <p:nvPr/>
          </p:nvSpPr>
          <p:spPr>
            <a:xfrm>
              <a:off x="8634154" y="7963376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5" name="pl24495"/>
            <p:cNvSpPr/>
            <p:nvPr/>
          </p:nvSpPr>
          <p:spPr>
            <a:xfrm>
              <a:off x="7629069" y="7341327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6" name="pl24496"/>
            <p:cNvSpPr/>
            <p:nvPr/>
          </p:nvSpPr>
          <p:spPr>
            <a:xfrm>
              <a:off x="8135256" y="7578680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7" name="pl24497"/>
            <p:cNvSpPr/>
            <p:nvPr/>
          </p:nvSpPr>
          <p:spPr>
            <a:xfrm>
              <a:off x="8297545" y="8073109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8" name="pl24498"/>
            <p:cNvSpPr/>
            <p:nvPr/>
          </p:nvSpPr>
          <p:spPr>
            <a:xfrm>
              <a:off x="8293314" y="8077339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499" name="pl24499"/>
            <p:cNvSpPr/>
            <p:nvPr/>
          </p:nvSpPr>
          <p:spPr>
            <a:xfrm>
              <a:off x="8297545" y="8031933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0" name="pl24500"/>
            <p:cNvSpPr/>
            <p:nvPr/>
          </p:nvSpPr>
          <p:spPr>
            <a:xfrm>
              <a:off x="8092401" y="7555000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1" name="pl24501"/>
            <p:cNvSpPr/>
            <p:nvPr/>
          </p:nvSpPr>
          <p:spPr>
            <a:xfrm>
              <a:off x="8385907" y="7745125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2" name="pl24502"/>
            <p:cNvSpPr/>
            <p:nvPr/>
          </p:nvSpPr>
          <p:spPr>
            <a:xfrm>
              <a:off x="8403429" y="7726341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3" name="pl24503"/>
            <p:cNvSpPr/>
            <p:nvPr/>
          </p:nvSpPr>
          <p:spPr>
            <a:xfrm>
              <a:off x="8395074" y="7745125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4" name="pl24504"/>
            <p:cNvSpPr/>
            <p:nvPr/>
          </p:nvSpPr>
          <p:spPr>
            <a:xfrm>
              <a:off x="8091832" y="7548179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5" name="pl24505"/>
            <p:cNvSpPr/>
            <p:nvPr/>
          </p:nvSpPr>
          <p:spPr>
            <a:xfrm>
              <a:off x="8037707" y="8412851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6" name="pl24506"/>
            <p:cNvSpPr/>
            <p:nvPr/>
          </p:nvSpPr>
          <p:spPr>
            <a:xfrm>
              <a:off x="8437817" y="7714646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7" name="pl24507"/>
            <p:cNvSpPr/>
            <p:nvPr/>
          </p:nvSpPr>
          <p:spPr>
            <a:xfrm>
              <a:off x="8439112" y="7699511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8" name="pl24508"/>
            <p:cNvSpPr/>
            <p:nvPr/>
          </p:nvSpPr>
          <p:spPr>
            <a:xfrm>
              <a:off x="8438575" y="7714646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09" name="pl24509"/>
            <p:cNvSpPr/>
            <p:nvPr/>
          </p:nvSpPr>
          <p:spPr>
            <a:xfrm>
              <a:off x="8438768" y="7709385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0" name="pl24510"/>
            <p:cNvSpPr/>
            <p:nvPr/>
          </p:nvSpPr>
          <p:spPr>
            <a:xfrm>
              <a:off x="8439112" y="7714324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1" name="pl24511"/>
            <p:cNvSpPr/>
            <p:nvPr/>
          </p:nvSpPr>
          <p:spPr>
            <a:xfrm>
              <a:off x="8360784" y="6965277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2" name="pl24512"/>
            <p:cNvSpPr/>
            <p:nvPr/>
          </p:nvSpPr>
          <p:spPr>
            <a:xfrm>
              <a:off x="7860051" y="8415680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3" name="pl24513"/>
            <p:cNvSpPr/>
            <p:nvPr/>
          </p:nvSpPr>
          <p:spPr>
            <a:xfrm>
              <a:off x="8074314" y="7031769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4" name="pl24514"/>
            <p:cNvSpPr/>
            <p:nvPr/>
          </p:nvSpPr>
          <p:spPr>
            <a:xfrm>
              <a:off x="8498777" y="7728783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5" name="pl24515"/>
            <p:cNvSpPr/>
            <p:nvPr/>
          </p:nvSpPr>
          <p:spPr>
            <a:xfrm>
              <a:off x="7469706" y="7807128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6" name="pl24516"/>
            <p:cNvSpPr/>
            <p:nvPr/>
          </p:nvSpPr>
          <p:spPr>
            <a:xfrm>
              <a:off x="7458625" y="7807128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7" name="pl24517"/>
            <p:cNvSpPr/>
            <p:nvPr/>
          </p:nvSpPr>
          <p:spPr>
            <a:xfrm>
              <a:off x="7469706" y="7792164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8" name="pl24518"/>
            <p:cNvSpPr/>
            <p:nvPr/>
          </p:nvSpPr>
          <p:spPr>
            <a:xfrm>
              <a:off x="7628826" y="7254581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19" name="pl24519"/>
            <p:cNvSpPr/>
            <p:nvPr/>
          </p:nvSpPr>
          <p:spPr>
            <a:xfrm>
              <a:off x="7497191" y="7602280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0" name="pl24520"/>
            <p:cNvSpPr/>
            <p:nvPr/>
          </p:nvSpPr>
          <p:spPr>
            <a:xfrm>
              <a:off x="7689389" y="7906087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1" name="pl24521"/>
            <p:cNvSpPr/>
            <p:nvPr/>
          </p:nvSpPr>
          <p:spPr>
            <a:xfrm>
              <a:off x="7692479" y="7908889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2" name="pl24522"/>
            <p:cNvSpPr/>
            <p:nvPr/>
          </p:nvSpPr>
          <p:spPr>
            <a:xfrm>
              <a:off x="7488923" y="7792164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3" name="pl24523"/>
            <p:cNvSpPr/>
            <p:nvPr/>
          </p:nvSpPr>
          <p:spPr>
            <a:xfrm>
              <a:off x="7867642" y="8060036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4" name="pl24524"/>
            <p:cNvSpPr/>
            <p:nvPr/>
          </p:nvSpPr>
          <p:spPr>
            <a:xfrm>
              <a:off x="7867642" y="8055300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5" name="pl24525"/>
            <p:cNvSpPr/>
            <p:nvPr/>
          </p:nvSpPr>
          <p:spPr>
            <a:xfrm>
              <a:off x="7850009" y="8055130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6" name="pl24526"/>
            <p:cNvSpPr/>
            <p:nvPr/>
          </p:nvSpPr>
          <p:spPr>
            <a:xfrm>
              <a:off x="8450857" y="8089505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7" name="pl24527"/>
            <p:cNvSpPr/>
            <p:nvPr/>
          </p:nvSpPr>
          <p:spPr>
            <a:xfrm>
              <a:off x="8289330" y="8093579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8" name="pl24528"/>
            <p:cNvSpPr/>
            <p:nvPr/>
          </p:nvSpPr>
          <p:spPr>
            <a:xfrm>
              <a:off x="8925663" y="8015694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29" name="pl24529"/>
            <p:cNvSpPr/>
            <p:nvPr/>
          </p:nvSpPr>
          <p:spPr>
            <a:xfrm>
              <a:off x="8144308" y="7564337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0" name="pl24530"/>
            <p:cNvSpPr/>
            <p:nvPr/>
          </p:nvSpPr>
          <p:spPr>
            <a:xfrm>
              <a:off x="8148878" y="7574669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1" name="pl24531"/>
            <p:cNvSpPr/>
            <p:nvPr/>
          </p:nvSpPr>
          <p:spPr>
            <a:xfrm>
              <a:off x="7850009" y="8055130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2" name="pl24532"/>
            <p:cNvSpPr/>
            <p:nvPr/>
          </p:nvSpPr>
          <p:spPr>
            <a:xfrm>
              <a:off x="8390545" y="7854752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3" name="pl24533"/>
            <p:cNvSpPr/>
            <p:nvPr/>
          </p:nvSpPr>
          <p:spPr>
            <a:xfrm>
              <a:off x="8122098" y="8505207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4" name="pl24534"/>
            <p:cNvSpPr/>
            <p:nvPr/>
          </p:nvSpPr>
          <p:spPr>
            <a:xfrm>
              <a:off x="8475747" y="7951161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5" name="pl24535"/>
            <p:cNvSpPr/>
            <p:nvPr/>
          </p:nvSpPr>
          <p:spPr>
            <a:xfrm>
              <a:off x="8144308" y="7569813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6" name="pl24536"/>
            <p:cNvSpPr/>
            <p:nvPr/>
          </p:nvSpPr>
          <p:spPr>
            <a:xfrm>
              <a:off x="7664019" y="8195542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7" name="pl24537"/>
            <p:cNvSpPr/>
            <p:nvPr/>
          </p:nvSpPr>
          <p:spPr>
            <a:xfrm>
              <a:off x="8851775" y="7460324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8" name="pl24538"/>
            <p:cNvSpPr/>
            <p:nvPr/>
          </p:nvSpPr>
          <p:spPr>
            <a:xfrm>
              <a:off x="8843700" y="7452155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39" name="pl24539"/>
            <p:cNvSpPr/>
            <p:nvPr/>
          </p:nvSpPr>
          <p:spPr>
            <a:xfrm>
              <a:off x="8851775" y="7438930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0" name="pl24540"/>
            <p:cNvSpPr/>
            <p:nvPr/>
          </p:nvSpPr>
          <p:spPr>
            <a:xfrm>
              <a:off x="8481663" y="8359994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1" name="pl24541"/>
            <p:cNvSpPr/>
            <p:nvPr/>
          </p:nvSpPr>
          <p:spPr>
            <a:xfrm>
              <a:off x="8161283" y="7458688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2" name="pl24542"/>
            <p:cNvSpPr/>
            <p:nvPr/>
          </p:nvSpPr>
          <p:spPr>
            <a:xfrm>
              <a:off x="8824115" y="7837151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3" name="pl24543"/>
            <p:cNvSpPr/>
            <p:nvPr/>
          </p:nvSpPr>
          <p:spPr>
            <a:xfrm>
              <a:off x="8122836" y="7568434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4" name="pl24544"/>
            <p:cNvSpPr/>
            <p:nvPr/>
          </p:nvSpPr>
          <p:spPr>
            <a:xfrm>
              <a:off x="8100262" y="7555000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5" name="pl24545"/>
            <p:cNvSpPr/>
            <p:nvPr/>
          </p:nvSpPr>
          <p:spPr>
            <a:xfrm>
              <a:off x="8109144" y="7557971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6" name="pl24546"/>
            <p:cNvSpPr/>
            <p:nvPr/>
          </p:nvSpPr>
          <p:spPr>
            <a:xfrm>
              <a:off x="8194310" y="7555618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7" name="pl24547"/>
            <p:cNvSpPr/>
            <p:nvPr/>
          </p:nvSpPr>
          <p:spPr>
            <a:xfrm>
              <a:off x="7486124" y="7778889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8" name="pl24548"/>
            <p:cNvSpPr/>
            <p:nvPr/>
          </p:nvSpPr>
          <p:spPr>
            <a:xfrm>
              <a:off x="8700805" y="7186183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49" name="pl24549"/>
            <p:cNvSpPr/>
            <p:nvPr/>
          </p:nvSpPr>
          <p:spPr>
            <a:xfrm>
              <a:off x="8159487" y="7552063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0" name="pl24550"/>
            <p:cNvSpPr/>
            <p:nvPr/>
          </p:nvSpPr>
          <p:spPr>
            <a:xfrm>
              <a:off x="8132900" y="7552063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1" name="pl24551"/>
            <p:cNvSpPr/>
            <p:nvPr/>
          </p:nvSpPr>
          <p:spPr>
            <a:xfrm>
              <a:off x="8136671" y="7552063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2" name="pl24552"/>
            <p:cNvSpPr/>
            <p:nvPr/>
          </p:nvSpPr>
          <p:spPr>
            <a:xfrm>
              <a:off x="8159487" y="7537281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3" name="pl24553"/>
            <p:cNvSpPr/>
            <p:nvPr/>
          </p:nvSpPr>
          <p:spPr>
            <a:xfrm>
              <a:off x="8159487" y="7538627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4" name="pl24554"/>
            <p:cNvSpPr/>
            <p:nvPr/>
          </p:nvSpPr>
          <p:spPr>
            <a:xfrm>
              <a:off x="8128631" y="7552063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5" name="pl24555"/>
            <p:cNvSpPr/>
            <p:nvPr/>
          </p:nvSpPr>
          <p:spPr>
            <a:xfrm>
              <a:off x="8142815" y="7534912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6" name="pl24556"/>
            <p:cNvSpPr/>
            <p:nvPr/>
          </p:nvSpPr>
          <p:spPr>
            <a:xfrm>
              <a:off x="8147027" y="7552063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7" name="pl24557"/>
            <p:cNvSpPr/>
            <p:nvPr/>
          </p:nvSpPr>
          <p:spPr>
            <a:xfrm>
              <a:off x="8152182" y="7552063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8" name="pl24558"/>
            <p:cNvSpPr/>
            <p:nvPr/>
          </p:nvSpPr>
          <p:spPr>
            <a:xfrm>
              <a:off x="8134892" y="7552063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59" name="pl24559"/>
            <p:cNvSpPr/>
            <p:nvPr/>
          </p:nvSpPr>
          <p:spPr>
            <a:xfrm>
              <a:off x="8147501" y="7552063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0" name="pl24560"/>
            <p:cNvSpPr/>
            <p:nvPr/>
          </p:nvSpPr>
          <p:spPr>
            <a:xfrm>
              <a:off x="8159487" y="7517159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1" name="pl24561"/>
            <p:cNvSpPr/>
            <p:nvPr/>
          </p:nvSpPr>
          <p:spPr>
            <a:xfrm>
              <a:off x="8159487" y="7552063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2" name="pl24562"/>
            <p:cNvSpPr/>
            <p:nvPr/>
          </p:nvSpPr>
          <p:spPr>
            <a:xfrm>
              <a:off x="8138595" y="7552063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3" name="pl24563"/>
            <p:cNvSpPr/>
            <p:nvPr/>
          </p:nvSpPr>
          <p:spPr>
            <a:xfrm>
              <a:off x="8159487" y="7547444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4" name="pl24564"/>
            <p:cNvSpPr/>
            <p:nvPr/>
          </p:nvSpPr>
          <p:spPr>
            <a:xfrm>
              <a:off x="8141440" y="7552063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5" name="pl24565"/>
            <p:cNvSpPr/>
            <p:nvPr/>
          </p:nvSpPr>
          <p:spPr>
            <a:xfrm>
              <a:off x="8124034" y="7526308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6" name="pl24566"/>
            <p:cNvSpPr/>
            <p:nvPr/>
          </p:nvSpPr>
          <p:spPr>
            <a:xfrm>
              <a:off x="8159487" y="7552063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7" name="pl24567"/>
            <p:cNvSpPr/>
            <p:nvPr/>
          </p:nvSpPr>
          <p:spPr>
            <a:xfrm>
              <a:off x="8128768" y="7552063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8" name="pl24568"/>
            <p:cNvSpPr/>
            <p:nvPr/>
          </p:nvSpPr>
          <p:spPr>
            <a:xfrm>
              <a:off x="8159487" y="7545063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69" name="pl24569"/>
            <p:cNvSpPr/>
            <p:nvPr/>
          </p:nvSpPr>
          <p:spPr>
            <a:xfrm>
              <a:off x="8159487" y="7541992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0" name="pl24570"/>
            <p:cNvSpPr/>
            <p:nvPr/>
          </p:nvSpPr>
          <p:spPr>
            <a:xfrm>
              <a:off x="8159487" y="7516318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1" name="pl24571"/>
            <p:cNvSpPr/>
            <p:nvPr/>
          </p:nvSpPr>
          <p:spPr>
            <a:xfrm>
              <a:off x="8159487" y="7531304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2" name="pl24572"/>
            <p:cNvSpPr/>
            <p:nvPr/>
          </p:nvSpPr>
          <p:spPr>
            <a:xfrm>
              <a:off x="8159487" y="7548454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3" name="pl24573"/>
            <p:cNvSpPr/>
            <p:nvPr/>
          </p:nvSpPr>
          <p:spPr>
            <a:xfrm>
              <a:off x="8159487" y="7552063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4" name="pl24574"/>
            <p:cNvSpPr/>
            <p:nvPr/>
          </p:nvSpPr>
          <p:spPr>
            <a:xfrm>
              <a:off x="8159487" y="7549145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5" name="pl24575"/>
            <p:cNvSpPr/>
            <p:nvPr/>
          </p:nvSpPr>
          <p:spPr>
            <a:xfrm>
              <a:off x="8125839" y="7552063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6" name="pl24576"/>
            <p:cNvSpPr/>
            <p:nvPr/>
          </p:nvSpPr>
          <p:spPr>
            <a:xfrm>
              <a:off x="8159487" y="7552063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7" name="pl24577"/>
            <p:cNvSpPr/>
            <p:nvPr/>
          </p:nvSpPr>
          <p:spPr>
            <a:xfrm>
              <a:off x="8159487" y="7527588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8" name="pl24578"/>
            <p:cNvSpPr/>
            <p:nvPr/>
          </p:nvSpPr>
          <p:spPr>
            <a:xfrm>
              <a:off x="8158556" y="7552063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79" name="pl24579"/>
            <p:cNvSpPr/>
            <p:nvPr/>
          </p:nvSpPr>
          <p:spPr>
            <a:xfrm>
              <a:off x="8148878" y="7552063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0" name="pl24580"/>
            <p:cNvSpPr/>
            <p:nvPr/>
          </p:nvSpPr>
          <p:spPr>
            <a:xfrm>
              <a:off x="8159487" y="7514400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1" name="pl24581"/>
            <p:cNvSpPr/>
            <p:nvPr/>
          </p:nvSpPr>
          <p:spPr>
            <a:xfrm>
              <a:off x="8159487" y="7534625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2" name="pl24582"/>
            <p:cNvSpPr/>
            <p:nvPr/>
          </p:nvSpPr>
          <p:spPr>
            <a:xfrm>
              <a:off x="8149932" y="7552063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3" name="pl24583"/>
            <p:cNvSpPr/>
            <p:nvPr/>
          </p:nvSpPr>
          <p:spPr>
            <a:xfrm>
              <a:off x="8141825" y="7552063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4" name="pl24584"/>
            <p:cNvSpPr/>
            <p:nvPr/>
          </p:nvSpPr>
          <p:spPr>
            <a:xfrm>
              <a:off x="8159487" y="7544303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5" name="pl24585"/>
            <p:cNvSpPr/>
            <p:nvPr/>
          </p:nvSpPr>
          <p:spPr>
            <a:xfrm>
              <a:off x="8178593" y="7547973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6" name="pl24586"/>
            <p:cNvSpPr/>
            <p:nvPr/>
          </p:nvSpPr>
          <p:spPr>
            <a:xfrm>
              <a:off x="8481663" y="8359994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7" name="pl24587"/>
            <p:cNvSpPr/>
            <p:nvPr/>
          </p:nvSpPr>
          <p:spPr>
            <a:xfrm>
              <a:off x="8063551" y="7591840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8" name="pl24588"/>
            <p:cNvSpPr/>
            <p:nvPr/>
          </p:nvSpPr>
          <p:spPr>
            <a:xfrm>
              <a:off x="8521349" y="8487094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89" name="pl24589"/>
            <p:cNvSpPr/>
            <p:nvPr/>
          </p:nvSpPr>
          <p:spPr>
            <a:xfrm>
              <a:off x="8470519" y="7687203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0" name="pl24590"/>
            <p:cNvSpPr/>
            <p:nvPr/>
          </p:nvSpPr>
          <p:spPr>
            <a:xfrm>
              <a:off x="8435570" y="7695470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1" name="pl24591"/>
            <p:cNvSpPr/>
            <p:nvPr/>
          </p:nvSpPr>
          <p:spPr>
            <a:xfrm>
              <a:off x="8670492" y="7981360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2" name="pl24592"/>
            <p:cNvSpPr/>
            <p:nvPr/>
          </p:nvSpPr>
          <p:spPr>
            <a:xfrm>
              <a:off x="7738349" y="7150540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3" name="pl24593"/>
            <p:cNvSpPr/>
            <p:nvPr/>
          </p:nvSpPr>
          <p:spPr>
            <a:xfrm>
              <a:off x="8134157" y="7577881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4" name="pl24594"/>
            <p:cNvSpPr/>
            <p:nvPr/>
          </p:nvSpPr>
          <p:spPr>
            <a:xfrm>
              <a:off x="8880828" y="8152406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5" name="pl24595"/>
            <p:cNvSpPr/>
            <p:nvPr/>
          </p:nvSpPr>
          <p:spPr>
            <a:xfrm>
              <a:off x="8870889" y="8169142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6" name="pl24596"/>
            <p:cNvSpPr/>
            <p:nvPr/>
          </p:nvSpPr>
          <p:spPr>
            <a:xfrm>
              <a:off x="8392762" y="8516571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7" name="pl24597"/>
            <p:cNvSpPr/>
            <p:nvPr/>
          </p:nvSpPr>
          <p:spPr>
            <a:xfrm>
              <a:off x="8352961" y="7814031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8" name="pl24598"/>
            <p:cNvSpPr/>
            <p:nvPr/>
          </p:nvSpPr>
          <p:spPr>
            <a:xfrm>
              <a:off x="8899662" y="7370069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599" name="pl24599"/>
            <p:cNvSpPr/>
            <p:nvPr/>
          </p:nvSpPr>
          <p:spPr>
            <a:xfrm>
              <a:off x="8423811" y="7765142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0" name="pl24600"/>
            <p:cNvSpPr/>
            <p:nvPr/>
          </p:nvSpPr>
          <p:spPr>
            <a:xfrm>
              <a:off x="8487784" y="7934830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1" name="pl24601"/>
            <p:cNvSpPr/>
            <p:nvPr/>
          </p:nvSpPr>
          <p:spPr>
            <a:xfrm>
              <a:off x="8432307" y="7726341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2" name="pl24602"/>
            <p:cNvSpPr/>
            <p:nvPr/>
          </p:nvSpPr>
          <p:spPr>
            <a:xfrm>
              <a:off x="8466035" y="7692042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3" name="pl24603"/>
            <p:cNvSpPr/>
            <p:nvPr/>
          </p:nvSpPr>
          <p:spPr>
            <a:xfrm>
              <a:off x="8466035" y="7673691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4" name="pl24604"/>
            <p:cNvSpPr/>
            <p:nvPr/>
          </p:nvSpPr>
          <p:spPr>
            <a:xfrm>
              <a:off x="8986944" y="7689910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5" name="pl24605"/>
            <p:cNvSpPr/>
            <p:nvPr/>
          </p:nvSpPr>
          <p:spPr>
            <a:xfrm>
              <a:off x="7674062" y="8267303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6" name="pl24606"/>
            <p:cNvSpPr/>
            <p:nvPr/>
          </p:nvSpPr>
          <p:spPr>
            <a:xfrm>
              <a:off x="8144308" y="7578680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7" name="pl24607"/>
            <p:cNvSpPr/>
            <p:nvPr/>
          </p:nvSpPr>
          <p:spPr>
            <a:xfrm>
              <a:off x="8136118" y="7576916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8" name="pl24608"/>
            <p:cNvSpPr/>
            <p:nvPr/>
          </p:nvSpPr>
          <p:spPr>
            <a:xfrm>
              <a:off x="7851150" y="8087962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09" name="pl24609"/>
            <p:cNvSpPr/>
            <p:nvPr/>
          </p:nvSpPr>
          <p:spPr>
            <a:xfrm>
              <a:off x="8074371" y="7578946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0" name="pl24610"/>
            <p:cNvSpPr/>
            <p:nvPr/>
          </p:nvSpPr>
          <p:spPr>
            <a:xfrm>
              <a:off x="8148878" y="7574669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1" name="pl24611"/>
            <p:cNvSpPr/>
            <p:nvPr/>
          </p:nvSpPr>
          <p:spPr>
            <a:xfrm>
              <a:off x="8420555" y="7780353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2" name="pl24612"/>
            <p:cNvSpPr/>
            <p:nvPr/>
          </p:nvSpPr>
          <p:spPr>
            <a:xfrm>
              <a:off x="8416775" y="7797459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3" name="pl24613"/>
            <p:cNvSpPr/>
            <p:nvPr/>
          </p:nvSpPr>
          <p:spPr>
            <a:xfrm>
              <a:off x="8333055" y="7921568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4" name="pl24614"/>
            <p:cNvSpPr/>
            <p:nvPr/>
          </p:nvSpPr>
          <p:spPr>
            <a:xfrm>
              <a:off x="8333055" y="7868771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5" name="pl24615"/>
            <p:cNvSpPr/>
            <p:nvPr/>
          </p:nvSpPr>
          <p:spPr>
            <a:xfrm>
              <a:off x="8307770" y="7940080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6" name="pl24616"/>
            <p:cNvSpPr/>
            <p:nvPr/>
          </p:nvSpPr>
          <p:spPr>
            <a:xfrm>
              <a:off x="8321268" y="7940080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7" name="pl24617"/>
            <p:cNvSpPr/>
            <p:nvPr/>
          </p:nvSpPr>
          <p:spPr>
            <a:xfrm>
              <a:off x="8328709" y="7940080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8" name="pl24618"/>
            <p:cNvSpPr/>
            <p:nvPr/>
          </p:nvSpPr>
          <p:spPr>
            <a:xfrm>
              <a:off x="8139422" y="7480534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19" name="pl24619"/>
            <p:cNvSpPr/>
            <p:nvPr/>
          </p:nvSpPr>
          <p:spPr>
            <a:xfrm>
              <a:off x="8131197" y="7496722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0" name="pl24620"/>
            <p:cNvSpPr/>
            <p:nvPr/>
          </p:nvSpPr>
          <p:spPr>
            <a:xfrm>
              <a:off x="8142419" y="7496722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1" name="pl24621"/>
            <p:cNvSpPr/>
            <p:nvPr/>
          </p:nvSpPr>
          <p:spPr>
            <a:xfrm>
              <a:off x="8141715" y="7463078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22" name="pt24622"/>
            <p:cNvSpPr/>
            <p:nvPr/>
          </p:nvSpPr>
          <p:spPr>
            <a:xfrm>
              <a:off x="8286536" y="69893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3" name="pt24623"/>
            <p:cNvSpPr/>
            <p:nvPr/>
          </p:nvSpPr>
          <p:spPr>
            <a:xfrm>
              <a:off x="8072454" y="7521885"/>
              <a:ext cx="67219" cy="67219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4" name="pt24624"/>
            <p:cNvSpPr/>
            <p:nvPr/>
          </p:nvSpPr>
          <p:spPr>
            <a:xfrm>
              <a:off x="8678674" y="7873019"/>
              <a:ext cx="48833" cy="48833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5" name="pt24625"/>
            <p:cNvSpPr/>
            <p:nvPr/>
          </p:nvSpPr>
          <p:spPr>
            <a:xfrm>
              <a:off x="8152229" y="75294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6" name="pt24626"/>
            <p:cNvSpPr/>
            <p:nvPr/>
          </p:nvSpPr>
          <p:spPr>
            <a:xfrm>
              <a:off x="8775704" y="726227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7" name="pg24627"/>
            <p:cNvSpPr/>
            <p:nvPr/>
          </p:nvSpPr>
          <p:spPr>
            <a:xfrm>
              <a:off x="8268807" y="8032770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8" name="pt24628"/>
            <p:cNvSpPr/>
            <p:nvPr/>
          </p:nvSpPr>
          <p:spPr>
            <a:xfrm>
              <a:off x="8130062" y="7567020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29" name="pl24629"/>
            <p:cNvSpPr/>
            <p:nvPr/>
          </p:nvSpPr>
          <p:spPr>
            <a:xfrm>
              <a:off x="8274953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0" name="pl24630"/>
            <p:cNvSpPr/>
            <p:nvPr/>
          </p:nvSpPr>
          <p:spPr>
            <a:xfrm>
              <a:off x="8274953" y="74922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1" name="pl24631"/>
            <p:cNvSpPr/>
            <p:nvPr/>
          </p:nvSpPr>
          <p:spPr>
            <a:xfrm>
              <a:off x="8264840" y="751662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2" name="pl24632"/>
            <p:cNvSpPr/>
            <p:nvPr/>
          </p:nvSpPr>
          <p:spPr>
            <a:xfrm>
              <a:off x="8299370" y="748209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33" name="pt24633"/>
            <p:cNvSpPr/>
            <p:nvPr/>
          </p:nvSpPr>
          <p:spPr>
            <a:xfrm>
              <a:off x="8108463" y="751504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4" name="pg24634"/>
            <p:cNvSpPr/>
            <p:nvPr/>
          </p:nvSpPr>
          <p:spPr>
            <a:xfrm>
              <a:off x="7850567" y="74005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5" name="pt24635"/>
            <p:cNvSpPr/>
            <p:nvPr/>
          </p:nvSpPr>
          <p:spPr>
            <a:xfrm>
              <a:off x="8640288" y="786206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6" name="pt24636"/>
            <p:cNvSpPr/>
            <p:nvPr/>
          </p:nvSpPr>
          <p:spPr>
            <a:xfrm>
              <a:off x="8056363" y="7514843"/>
              <a:ext cx="74834" cy="74834"/>
            </a:xfrm>
            <a:prstGeom prst="ellipse">
              <a:avLst/>
            </a:prstGeom>
            <a:solidFill>
              <a:srgbClr val="7570B3">
                <a:alpha val="6980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7" name="pt24637"/>
            <p:cNvSpPr/>
            <p:nvPr/>
          </p:nvSpPr>
          <p:spPr>
            <a:xfrm>
              <a:off x="8668577" y="78242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8" name="pt24638"/>
            <p:cNvSpPr/>
            <p:nvPr/>
          </p:nvSpPr>
          <p:spPr>
            <a:xfrm>
              <a:off x="8309000" y="83588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39" name="pt24639"/>
            <p:cNvSpPr/>
            <p:nvPr/>
          </p:nvSpPr>
          <p:spPr>
            <a:xfrm>
              <a:off x="8389174" y="79067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0" name="pg24640"/>
            <p:cNvSpPr/>
            <p:nvPr/>
          </p:nvSpPr>
          <p:spPr>
            <a:xfrm>
              <a:off x="8307145" y="78879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1" name="pt24641"/>
            <p:cNvSpPr/>
            <p:nvPr/>
          </p:nvSpPr>
          <p:spPr>
            <a:xfrm>
              <a:off x="8494045" y="765966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2" name="pt24642"/>
            <p:cNvSpPr/>
            <p:nvPr/>
          </p:nvSpPr>
          <p:spPr>
            <a:xfrm>
              <a:off x="8765309" y="72673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3" name="pg24643"/>
            <p:cNvSpPr/>
            <p:nvPr/>
          </p:nvSpPr>
          <p:spPr>
            <a:xfrm>
              <a:off x="8382840" y="7692839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4" name="pt24644"/>
            <p:cNvSpPr/>
            <p:nvPr/>
          </p:nvSpPr>
          <p:spPr>
            <a:xfrm>
              <a:off x="8541347" y="70617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5" name="pt24645"/>
            <p:cNvSpPr/>
            <p:nvPr/>
          </p:nvSpPr>
          <p:spPr>
            <a:xfrm>
              <a:off x="8064718" y="7600194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6" name="pt24646"/>
            <p:cNvSpPr/>
            <p:nvPr/>
          </p:nvSpPr>
          <p:spPr>
            <a:xfrm>
              <a:off x="8071531" y="7552782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7" name="pg24647"/>
            <p:cNvSpPr/>
            <p:nvPr/>
          </p:nvSpPr>
          <p:spPr>
            <a:xfrm>
              <a:off x="8274417" y="805560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8" name="pt24648"/>
            <p:cNvSpPr/>
            <p:nvPr/>
          </p:nvSpPr>
          <p:spPr>
            <a:xfrm>
              <a:off x="8398892" y="76764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49" name="pt24649"/>
            <p:cNvSpPr/>
            <p:nvPr/>
          </p:nvSpPr>
          <p:spPr>
            <a:xfrm>
              <a:off x="7826442" y="838309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0" name="pt24650"/>
            <p:cNvSpPr/>
            <p:nvPr/>
          </p:nvSpPr>
          <p:spPr>
            <a:xfrm>
              <a:off x="8441538" y="80756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1" name="pt24651"/>
            <p:cNvSpPr/>
            <p:nvPr/>
          </p:nvSpPr>
          <p:spPr>
            <a:xfrm>
              <a:off x="8255833" y="8097625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2" name="pt24652"/>
            <p:cNvSpPr/>
            <p:nvPr/>
          </p:nvSpPr>
          <p:spPr>
            <a:xfrm>
              <a:off x="8184007" y="75086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3" name="pl24653"/>
            <p:cNvSpPr/>
            <p:nvPr/>
          </p:nvSpPr>
          <p:spPr>
            <a:xfrm>
              <a:off x="7923943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4" name="pl24654"/>
            <p:cNvSpPr/>
            <p:nvPr/>
          </p:nvSpPr>
          <p:spPr>
            <a:xfrm>
              <a:off x="7923943" y="841876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5" name="pl24655"/>
            <p:cNvSpPr/>
            <p:nvPr/>
          </p:nvSpPr>
          <p:spPr>
            <a:xfrm>
              <a:off x="7913829" y="844318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6" name="pl24656"/>
            <p:cNvSpPr/>
            <p:nvPr/>
          </p:nvSpPr>
          <p:spPr>
            <a:xfrm>
              <a:off x="7948360" y="840865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57" name="pg24657"/>
            <p:cNvSpPr/>
            <p:nvPr/>
          </p:nvSpPr>
          <p:spPr>
            <a:xfrm>
              <a:off x="8205866" y="74963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8" name="pt24658"/>
            <p:cNvSpPr/>
            <p:nvPr/>
          </p:nvSpPr>
          <p:spPr>
            <a:xfrm>
              <a:off x="8426856" y="80900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59" name="pt24659"/>
            <p:cNvSpPr/>
            <p:nvPr/>
          </p:nvSpPr>
          <p:spPr>
            <a:xfrm>
              <a:off x="8450662" y="80666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60" name="pl24660"/>
            <p:cNvSpPr/>
            <p:nvPr/>
          </p:nvSpPr>
          <p:spPr>
            <a:xfrm>
              <a:off x="8086232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1" name="pl24661"/>
            <p:cNvSpPr/>
            <p:nvPr/>
          </p:nvSpPr>
          <p:spPr>
            <a:xfrm>
              <a:off x="8086232" y="753546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2" name="pl24662"/>
            <p:cNvSpPr/>
            <p:nvPr/>
          </p:nvSpPr>
          <p:spPr>
            <a:xfrm>
              <a:off x="8068502" y="757826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3" name="pl24663"/>
            <p:cNvSpPr/>
            <p:nvPr/>
          </p:nvSpPr>
          <p:spPr>
            <a:xfrm>
              <a:off x="8129034" y="751773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4" name="pt24664"/>
            <p:cNvSpPr/>
            <p:nvPr/>
          </p:nvSpPr>
          <p:spPr>
            <a:xfrm>
              <a:off x="8345450" y="7729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65" name="pt24665"/>
            <p:cNvSpPr/>
            <p:nvPr/>
          </p:nvSpPr>
          <p:spPr>
            <a:xfrm>
              <a:off x="8361490" y="77318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66" name="pl24666"/>
            <p:cNvSpPr/>
            <p:nvPr/>
          </p:nvSpPr>
          <p:spPr>
            <a:xfrm>
              <a:off x="8426033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7" name="pl24667"/>
            <p:cNvSpPr/>
            <p:nvPr/>
          </p:nvSpPr>
          <p:spPr>
            <a:xfrm>
              <a:off x="8426033" y="80790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8" name="pl24668"/>
            <p:cNvSpPr/>
            <p:nvPr/>
          </p:nvSpPr>
          <p:spPr>
            <a:xfrm>
              <a:off x="8415919" y="81035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69" name="pl24669"/>
            <p:cNvSpPr/>
            <p:nvPr/>
          </p:nvSpPr>
          <p:spPr>
            <a:xfrm>
              <a:off x="8450450" y="80689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0" name="pl24670"/>
            <p:cNvSpPr/>
            <p:nvPr/>
          </p:nvSpPr>
          <p:spPr>
            <a:xfrm>
              <a:off x="8163032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1" name="pl24671"/>
            <p:cNvSpPr/>
            <p:nvPr/>
          </p:nvSpPr>
          <p:spPr>
            <a:xfrm>
              <a:off x="8163032" y="7490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2" name="pl24672"/>
            <p:cNvSpPr/>
            <p:nvPr/>
          </p:nvSpPr>
          <p:spPr>
            <a:xfrm>
              <a:off x="8152918" y="751454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3" name="pl24673"/>
            <p:cNvSpPr/>
            <p:nvPr/>
          </p:nvSpPr>
          <p:spPr>
            <a:xfrm>
              <a:off x="8187449" y="748001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4" name="pt24674"/>
            <p:cNvSpPr/>
            <p:nvPr/>
          </p:nvSpPr>
          <p:spPr>
            <a:xfrm>
              <a:off x="8269378" y="7923817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75" name="pt24675"/>
            <p:cNvSpPr/>
            <p:nvPr/>
          </p:nvSpPr>
          <p:spPr>
            <a:xfrm>
              <a:off x="8097163" y="75139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76" name="pl24676"/>
            <p:cNvSpPr/>
            <p:nvPr/>
          </p:nvSpPr>
          <p:spPr>
            <a:xfrm>
              <a:off x="7835545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7" name="pl24677"/>
            <p:cNvSpPr/>
            <p:nvPr/>
          </p:nvSpPr>
          <p:spPr>
            <a:xfrm>
              <a:off x="7835545" y="70524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8" name="pl24678"/>
            <p:cNvSpPr/>
            <p:nvPr/>
          </p:nvSpPr>
          <p:spPr>
            <a:xfrm>
              <a:off x="7825431" y="707683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79" name="pl24679"/>
            <p:cNvSpPr/>
            <p:nvPr/>
          </p:nvSpPr>
          <p:spPr>
            <a:xfrm>
              <a:off x="7859962" y="70423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0" name="pl24680"/>
            <p:cNvSpPr/>
            <p:nvPr/>
          </p:nvSpPr>
          <p:spPr>
            <a:xfrm>
              <a:off x="8083121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1" name="pl24681"/>
            <p:cNvSpPr/>
            <p:nvPr/>
          </p:nvSpPr>
          <p:spPr>
            <a:xfrm>
              <a:off x="8083121" y="7517492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2" name="pl24682"/>
            <p:cNvSpPr/>
            <p:nvPr/>
          </p:nvSpPr>
          <p:spPr>
            <a:xfrm>
              <a:off x="8057776" y="7578680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3" name="pl24683"/>
            <p:cNvSpPr/>
            <p:nvPr/>
          </p:nvSpPr>
          <p:spPr>
            <a:xfrm>
              <a:off x="8144308" y="7492147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1764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4" name="pl24684"/>
            <p:cNvSpPr/>
            <p:nvPr/>
          </p:nvSpPr>
          <p:spPr>
            <a:xfrm>
              <a:off x="8370010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5" name="pl24685"/>
            <p:cNvSpPr/>
            <p:nvPr/>
          </p:nvSpPr>
          <p:spPr>
            <a:xfrm>
              <a:off x="8370010" y="7809779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6" name="pl24686"/>
            <p:cNvSpPr/>
            <p:nvPr/>
          </p:nvSpPr>
          <p:spPr>
            <a:xfrm>
              <a:off x="8351381" y="785475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7" name="pl24687"/>
            <p:cNvSpPr/>
            <p:nvPr/>
          </p:nvSpPr>
          <p:spPr>
            <a:xfrm>
              <a:off x="8414982" y="779115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88" name="pt24688"/>
            <p:cNvSpPr/>
            <p:nvPr/>
          </p:nvSpPr>
          <p:spPr>
            <a:xfrm>
              <a:off x="7662394" y="72611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89" name="pl24689"/>
            <p:cNvSpPr/>
            <p:nvPr/>
          </p:nvSpPr>
          <p:spPr>
            <a:xfrm>
              <a:off x="7660063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0" name="pl24690"/>
            <p:cNvSpPr/>
            <p:nvPr/>
          </p:nvSpPr>
          <p:spPr>
            <a:xfrm>
              <a:off x="7660063" y="71966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1" name="pl24691"/>
            <p:cNvSpPr/>
            <p:nvPr/>
          </p:nvSpPr>
          <p:spPr>
            <a:xfrm>
              <a:off x="7649950" y="72210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2" name="pl24692"/>
            <p:cNvSpPr/>
            <p:nvPr/>
          </p:nvSpPr>
          <p:spPr>
            <a:xfrm>
              <a:off x="7684480" y="718654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3" name="pt24693"/>
            <p:cNvSpPr/>
            <p:nvPr/>
          </p:nvSpPr>
          <p:spPr>
            <a:xfrm>
              <a:off x="8110324" y="7558461"/>
              <a:ext cx="67219" cy="67219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694" name="pl24694"/>
            <p:cNvSpPr/>
            <p:nvPr/>
          </p:nvSpPr>
          <p:spPr>
            <a:xfrm>
              <a:off x="7802230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5" name="pl24695"/>
            <p:cNvSpPr/>
            <p:nvPr/>
          </p:nvSpPr>
          <p:spPr>
            <a:xfrm>
              <a:off x="7802230" y="79927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6" name="pl24696"/>
            <p:cNvSpPr/>
            <p:nvPr/>
          </p:nvSpPr>
          <p:spPr>
            <a:xfrm>
              <a:off x="7792117" y="80171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7" name="pl24697"/>
            <p:cNvSpPr/>
            <p:nvPr/>
          </p:nvSpPr>
          <p:spPr>
            <a:xfrm>
              <a:off x="7826647" y="798260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8" name="pl24698"/>
            <p:cNvSpPr/>
            <p:nvPr/>
          </p:nvSpPr>
          <p:spPr>
            <a:xfrm>
              <a:off x="8536372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699" name="pl24699"/>
            <p:cNvSpPr/>
            <p:nvPr/>
          </p:nvSpPr>
          <p:spPr>
            <a:xfrm>
              <a:off x="8536372" y="70706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0" name="pl24700"/>
            <p:cNvSpPr/>
            <p:nvPr/>
          </p:nvSpPr>
          <p:spPr>
            <a:xfrm>
              <a:off x="8526258" y="70950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1" name="pl24701"/>
            <p:cNvSpPr/>
            <p:nvPr/>
          </p:nvSpPr>
          <p:spPr>
            <a:xfrm>
              <a:off x="8560789" y="70605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02" name="pt24702"/>
            <p:cNvSpPr/>
            <p:nvPr/>
          </p:nvSpPr>
          <p:spPr>
            <a:xfrm>
              <a:off x="8017746" y="7577715"/>
              <a:ext cx="48833" cy="48833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3" name="pt24703"/>
            <p:cNvSpPr/>
            <p:nvPr/>
          </p:nvSpPr>
          <p:spPr>
            <a:xfrm>
              <a:off x="8054980" y="7524907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4" name="pt24704"/>
            <p:cNvSpPr/>
            <p:nvPr/>
          </p:nvSpPr>
          <p:spPr>
            <a:xfrm>
              <a:off x="8041987" y="70113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5" name="pt24705"/>
            <p:cNvSpPr/>
            <p:nvPr/>
          </p:nvSpPr>
          <p:spPr>
            <a:xfrm>
              <a:off x="8270941" y="82042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6" name="pt24706"/>
            <p:cNvSpPr/>
            <p:nvPr/>
          </p:nvSpPr>
          <p:spPr>
            <a:xfrm>
              <a:off x="8115005" y="74561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7" name="pt24707"/>
            <p:cNvSpPr/>
            <p:nvPr/>
          </p:nvSpPr>
          <p:spPr>
            <a:xfrm>
              <a:off x="7525113" y="7468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8" name="pt24708"/>
            <p:cNvSpPr/>
            <p:nvPr/>
          </p:nvSpPr>
          <p:spPr>
            <a:xfrm>
              <a:off x="7796879" y="7833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09" name="pl24709"/>
            <p:cNvSpPr/>
            <p:nvPr/>
          </p:nvSpPr>
          <p:spPr>
            <a:xfrm>
              <a:off x="8375646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0" name="pl24710"/>
            <p:cNvSpPr/>
            <p:nvPr/>
          </p:nvSpPr>
          <p:spPr>
            <a:xfrm>
              <a:off x="8375646" y="847899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1" name="pl24711"/>
            <p:cNvSpPr/>
            <p:nvPr/>
          </p:nvSpPr>
          <p:spPr>
            <a:xfrm>
              <a:off x="8365532" y="8503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2" name="pl24712"/>
            <p:cNvSpPr/>
            <p:nvPr/>
          </p:nvSpPr>
          <p:spPr>
            <a:xfrm>
              <a:off x="8400062" y="846887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3" name="pg24713"/>
            <p:cNvSpPr/>
            <p:nvPr/>
          </p:nvSpPr>
          <p:spPr>
            <a:xfrm>
              <a:off x="8041712" y="754094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14" name="pl24714"/>
            <p:cNvSpPr/>
            <p:nvPr/>
          </p:nvSpPr>
          <p:spPr>
            <a:xfrm>
              <a:off x="8049576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5" name="pl24715"/>
            <p:cNvSpPr/>
            <p:nvPr/>
          </p:nvSpPr>
          <p:spPr>
            <a:xfrm>
              <a:off x="8049576" y="753662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6" name="pl24716"/>
            <p:cNvSpPr/>
            <p:nvPr/>
          </p:nvSpPr>
          <p:spPr>
            <a:xfrm>
              <a:off x="8039462" y="756104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7" name="pl24717"/>
            <p:cNvSpPr/>
            <p:nvPr/>
          </p:nvSpPr>
          <p:spPr>
            <a:xfrm>
              <a:off x="8073993" y="752651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18" name="pg24718"/>
            <p:cNvSpPr/>
            <p:nvPr/>
          </p:nvSpPr>
          <p:spPr>
            <a:xfrm>
              <a:off x="8257900" y="794088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19" name="pt24719"/>
            <p:cNvSpPr/>
            <p:nvPr/>
          </p:nvSpPr>
          <p:spPr>
            <a:xfrm>
              <a:off x="7448579" y="77927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20" name="pl24720"/>
            <p:cNvSpPr/>
            <p:nvPr/>
          </p:nvSpPr>
          <p:spPr>
            <a:xfrm>
              <a:off x="8058776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1" name="pl24721"/>
            <p:cNvSpPr/>
            <p:nvPr/>
          </p:nvSpPr>
          <p:spPr>
            <a:xfrm>
              <a:off x="8058776" y="7482760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2" name="pl24722"/>
            <p:cNvSpPr/>
            <p:nvPr/>
          </p:nvSpPr>
          <p:spPr>
            <a:xfrm>
              <a:off x="8037892" y="7533178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3" name="pl24723"/>
            <p:cNvSpPr/>
            <p:nvPr/>
          </p:nvSpPr>
          <p:spPr>
            <a:xfrm>
              <a:off x="8109194" y="7461876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2156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4" name="pl24724"/>
            <p:cNvSpPr/>
            <p:nvPr/>
          </p:nvSpPr>
          <p:spPr>
            <a:xfrm>
              <a:off x="8093780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5" name="pl24725"/>
            <p:cNvSpPr/>
            <p:nvPr/>
          </p:nvSpPr>
          <p:spPr>
            <a:xfrm>
              <a:off x="8093780" y="747302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6" name="pl24726"/>
            <p:cNvSpPr/>
            <p:nvPr/>
          </p:nvSpPr>
          <p:spPr>
            <a:xfrm>
              <a:off x="8078281" y="751044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7" name="pl24727"/>
            <p:cNvSpPr/>
            <p:nvPr/>
          </p:nvSpPr>
          <p:spPr>
            <a:xfrm>
              <a:off x="8131197" y="745752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8" name="pl24728"/>
            <p:cNvSpPr/>
            <p:nvPr/>
          </p:nvSpPr>
          <p:spPr>
            <a:xfrm>
              <a:off x="8505729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29" name="pl24729"/>
            <p:cNvSpPr/>
            <p:nvPr/>
          </p:nvSpPr>
          <p:spPr>
            <a:xfrm>
              <a:off x="8505729" y="800149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0" name="pl24730"/>
            <p:cNvSpPr/>
            <p:nvPr/>
          </p:nvSpPr>
          <p:spPr>
            <a:xfrm>
              <a:off x="8495615" y="802591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1" name="pl24731"/>
            <p:cNvSpPr/>
            <p:nvPr/>
          </p:nvSpPr>
          <p:spPr>
            <a:xfrm>
              <a:off x="8530146" y="79913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2" name="pl24732"/>
            <p:cNvSpPr/>
            <p:nvPr/>
          </p:nvSpPr>
          <p:spPr>
            <a:xfrm>
              <a:off x="8359324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3" name="pl24733"/>
            <p:cNvSpPr/>
            <p:nvPr/>
          </p:nvSpPr>
          <p:spPr>
            <a:xfrm>
              <a:off x="8359324" y="7840546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4" name="pl24734"/>
            <p:cNvSpPr/>
            <p:nvPr/>
          </p:nvSpPr>
          <p:spPr>
            <a:xfrm>
              <a:off x="8332613" y="7905033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5" name="pl24735"/>
            <p:cNvSpPr/>
            <p:nvPr/>
          </p:nvSpPr>
          <p:spPr>
            <a:xfrm>
              <a:off x="8423811" y="7813834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6" name="pt24736"/>
            <p:cNvSpPr/>
            <p:nvPr/>
          </p:nvSpPr>
          <p:spPr>
            <a:xfrm>
              <a:off x="8191779" y="7495800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37" name="pl24737"/>
            <p:cNvSpPr/>
            <p:nvPr/>
          </p:nvSpPr>
          <p:spPr>
            <a:xfrm>
              <a:off x="8097162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8" name="pl24738"/>
            <p:cNvSpPr/>
            <p:nvPr/>
          </p:nvSpPr>
          <p:spPr>
            <a:xfrm>
              <a:off x="8097162" y="7455476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39" name="pl24739"/>
            <p:cNvSpPr/>
            <p:nvPr/>
          </p:nvSpPr>
          <p:spPr>
            <a:xfrm>
              <a:off x="8074420" y="7510382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0" name="pl24740"/>
            <p:cNvSpPr/>
            <p:nvPr/>
          </p:nvSpPr>
          <p:spPr>
            <a:xfrm>
              <a:off x="8152068" y="7432733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1" name="pl24741"/>
            <p:cNvSpPr/>
            <p:nvPr/>
          </p:nvSpPr>
          <p:spPr>
            <a:xfrm>
              <a:off x="7985196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2" name="pl24742"/>
            <p:cNvSpPr/>
            <p:nvPr/>
          </p:nvSpPr>
          <p:spPr>
            <a:xfrm>
              <a:off x="7985196" y="75542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3" name="pl24743"/>
            <p:cNvSpPr/>
            <p:nvPr/>
          </p:nvSpPr>
          <p:spPr>
            <a:xfrm>
              <a:off x="7975082" y="757866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4" name="pl24744"/>
            <p:cNvSpPr/>
            <p:nvPr/>
          </p:nvSpPr>
          <p:spPr>
            <a:xfrm>
              <a:off x="8009613" y="754412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43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5" name="pt24745"/>
            <p:cNvSpPr/>
            <p:nvPr/>
          </p:nvSpPr>
          <p:spPr>
            <a:xfrm>
              <a:off x="8043169" y="76083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46" name="pt24746"/>
            <p:cNvSpPr/>
            <p:nvPr/>
          </p:nvSpPr>
          <p:spPr>
            <a:xfrm>
              <a:off x="8198724" y="75161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47" name="pl24747"/>
            <p:cNvSpPr/>
            <p:nvPr/>
          </p:nvSpPr>
          <p:spPr>
            <a:xfrm>
              <a:off x="8055289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8" name="pl24748"/>
            <p:cNvSpPr/>
            <p:nvPr/>
          </p:nvSpPr>
          <p:spPr>
            <a:xfrm>
              <a:off x="8055289" y="751002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49" name="pl24749"/>
            <p:cNvSpPr/>
            <p:nvPr/>
          </p:nvSpPr>
          <p:spPr>
            <a:xfrm>
              <a:off x="8036661" y="7555000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0" name="pl24750"/>
            <p:cNvSpPr/>
            <p:nvPr/>
          </p:nvSpPr>
          <p:spPr>
            <a:xfrm>
              <a:off x="8100262" y="7491399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1" name="pt24751"/>
            <p:cNvSpPr/>
            <p:nvPr/>
          </p:nvSpPr>
          <p:spPr>
            <a:xfrm>
              <a:off x="8612272" y="7113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52" name="pt24752"/>
            <p:cNvSpPr/>
            <p:nvPr/>
          </p:nvSpPr>
          <p:spPr>
            <a:xfrm>
              <a:off x="7689848" y="72260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53" name="pt24753"/>
            <p:cNvSpPr/>
            <p:nvPr/>
          </p:nvSpPr>
          <p:spPr>
            <a:xfrm>
              <a:off x="7664972" y="788167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54" name="pl24754"/>
            <p:cNvSpPr/>
            <p:nvPr/>
          </p:nvSpPr>
          <p:spPr>
            <a:xfrm>
              <a:off x="8324393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5" name="pl24755"/>
            <p:cNvSpPr/>
            <p:nvPr/>
          </p:nvSpPr>
          <p:spPr>
            <a:xfrm>
              <a:off x="8324393" y="7850461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6" name="pl24756"/>
            <p:cNvSpPr/>
            <p:nvPr/>
          </p:nvSpPr>
          <p:spPr>
            <a:xfrm>
              <a:off x="8308894" y="7887879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7" name="pl24757"/>
            <p:cNvSpPr/>
            <p:nvPr/>
          </p:nvSpPr>
          <p:spPr>
            <a:xfrm>
              <a:off x="8361811" y="7834963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8" name="pl24758"/>
            <p:cNvSpPr/>
            <p:nvPr/>
          </p:nvSpPr>
          <p:spPr>
            <a:xfrm>
              <a:off x="8262674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59" name="pl24759"/>
            <p:cNvSpPr/>
            <p:nvPr/>
          </p:nvSpPr>
          <p:spPr>
            <a:xfrm>
              <a:off x="8262674" y="8298575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0" name="pl24760"/>
            <p:cNvSpPr/>
            <p:nvPr/>
          </p:nvSpPr>
          <p:spPr>
            <a:xfrm>
              <a:off x="8244046" y="83435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1" name="pl24761"/>
            <p:cNvSpPr/>
            <p:nvPr/>
          </p:nvSpPr>
          <p:spPr>
            <a:xfrm>
              <a:off x="8307647" y="8279947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2" name="pl24762"/>
            <p:cNvSpPr/>
            <p:nvPr/>
          </p:nvSpPr>
          <p:spPr>
            <a:xfrm>
              <a:off x="8142229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3" name="pl24763"/>
            <p:cNvSpPr/>
            <p:nvPr/>
          </p:nvSpPr>
          <p:spPr>
            <a:xfrm>
              <a:off x="8142229" y="74270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4" name="pl24764"/>
            <p:cNvSpPr/>
            <p:nvPr/>
          </p:nvSpPr>
          <p:spPr>
            <a:xfrm>
              <a:off x="8132115" y="74514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5" name="pl24765"/>
            <p:cNvSpPr/>
            <p:nvPr/>
          </p:nvSpPr>
          <p:spPr>
            <a:xfrm>
              <a:off x="8166645" y="74169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6" name="pl24766"/>
            <p:cNvSpPr/>
            <p:nvPr/>
          </p:nvSpPr>
          <p:spPr>
            <a:xfrm>
              <a:off x="7541059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7" name="pl24767"/>
            <p:cNvSpPr/>
            <p:nvPr/>
          </p:nvSpPr>
          <p:spPr>
            <a:xfrm>
              <a:off x="7541059" y="80567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8" name="pl24768"/>
            <p:cNvSpPr/>
            <p:nvPr/>
          </p:nvSpPr>
          <p:spPr>
            <a:xfrm>
              <a:off x="7530945" y="80811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69" name="pl24769"/>
            <p:cNvSpPr/>
            <p:nvPr/>
          </p:nvSpPr>
          <p:spPr>
            <a:xfrm>
              <a:off x="7565476" y="80466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0" name="pl24770"/>
            <p:cNvSpPr/>
            <p:nvPr/>
          </p:nvSpPr>
          <p:spPr>
            <a:xfrm>
              <a:off x="8364757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1" name="pl24771"/>
            <p:cNvSpPr/>
            <p:nvPr/>
          </p:nvSpPr>
          <p:spPr>
            <a:xfrm>
              <a:off x="8364757" y="7653281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2" name="pl24772"/>
            <p:cNvSpPr/>
            <p:nvPr/>
          </p:nvSpPr>
          <p:spPr>
            <a:xfrm>
              <a:off x="8334494" y="7726341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3" name="pl24773"/>
            <p:cNvSpPr/>
            <p:nvPr/>
          </p:nvSpPr>
          <p:spPr>
            <a:xfrm>
              <a:off x="8437817" y="7623018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4" name="pt24774"/>
            <p:cNvSpPr/>
            <p:nvPr/>
          </p:nvSpPr>
          <p:spPr>
            <a:xfrm>
              <a:off x="8099291" y="7532418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75" name="pt24775"/>
            <p:cNvSpPr/>
            <p:nvPr/>
          </p:nvSpPr>
          <p:spPr>
            <a:xfrm>
              <a:off x="8066341" y="7515169"/>
              <a:ext cx="85604" cy="85604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76" name="pt24776"/>
            <p:cNvSpPr/>
            <p:nvPr/>
          </p:nvSpPr>
          <p:spPr>
            <a:xfrm>
              <a:off x="7669540" y="788447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77" name="pt24777"/>
            <p:cNvSpPr/>
            <p:nvPr/>
          </p:nvSpPr>
          <p:spPr>
            <a:xfrm>
              <a:off x="7434208" y="77863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78" name="pl24778"/>
            <p:cNvSpPr/>
            <p:nvPr/>
          </p:nvSpPr>
          <p:spPr>
            <a:xfrm>
              <a:off x="8385349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79" name="pl24779"/>
            <p:cNvSpPr/>
            <p:nvPr/>
          </p:nvSpPr>
          <p:spPr>
            <a:xfrm>
              <a:off x="8385349" y="76869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0" name="pl24780"/>
            <p:cNvSpPr/>
            <p:nvPr/>
          </p:nvSpPr>
          <p:spPr>
            <a:xfrm>
              <a:off x="8375235" y="77113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1" name="pl24781"/>
            <p:cNvSpPr/>
            <p:nvPr/>
          </p:nvSpPr>
          <p:spPr>
            <a:xfrm>
              <a:off x="8409766" y="76768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2" name="pt24782"/>
            <p:cNvSpPr/>
            <p:nvPr/>
          </p:nvSpPr>
          <p:spPr>
            <a:xfrm>
              <a:off x="8157861" y="7417202"/>
              <a:ext cx="67219" cy="67219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83" name="pt24783"/>
            <p:cNvSpPr/>
            <p:nvPr/>
          </p:nvSpPr>
          <p:spPr>
            <a:xfrm>
              <a:off x="8106460" y="7449737"/>
              <a:ext cx="106973" cy="10697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84" name="pt24784"/>
            <p:cNvSpPr/>
            <p:nvPr/>
          </p:nvSpPr>
          <p:spPr>
            <a:xfrm>
              <a:off x="8050374" y="75840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85" name="pt24785"/>
            <p:cNvSpPr/>
            <p:nvPr/>
          </p:nvSpPr>
          <p:spPr>
            <a:xfrm>
              <a:off x="8570618" y="79786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86" name="pl24786"/>
            <p:cNvSpPr/>
            <p:nvPr/>
          </p:nvSpPr>
          <p:spPr>
            <a:xfrm>
              <a:off x="7913551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7" name="pl24787"/>
            <p:cNvSpPr/>
            <p:nvPr/>
          </p:nvSpPr>
          <p:spPr>
            <a:xfrm>
              <a:off x="7913551" y="831606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8" name="pl24788"/>
            <p:cNvSpPr/>
            <p:nvPr/>
          </p:nvSpPr>
          <p:spPr>
            <a:xfrm>
              <a:off x="7903437" y="834047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89" name="pl24789"/>
            <p:cNvSpPr/>
            <p:nvPr/>
          </p:nvSpPr>
          <p:spPr>
            <a:xfrm>
              <a:off x="7937968" y="830594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0" name="pl24790"/>
            <p:cNvSpPr/>
            <p:nvPr/>
          </p:nvSpPr>
          <p:spPr>
            <a:xfrm>
              <a:off x="7900017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1" name="pl24791"/>
            <p:cNvSpPr/>
            <p:nvPr/>
          </p:nvSpPr>
          <p:spPr>
            <a:xfrm>
              <a:off x="7900017" y="831312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2" name="pl24792"/>
            <p:cNvSpPr/>
            <p:nvPr/>
          </p:nvSpPr>
          <p:spPr>
            <a:xfrm>
              <a:off x="7889903" y="833753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3" name="pl24793"/>
            <p:cNvSpPr/>
            <p:nvPr/>
          </p:nvSpPr>
          <p:spPr>
            <a:xfrm>
              <a:off x="7924433" y="830300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4" name="pt24794"/>
            <p:cNvSpPr/>
            <p:nvPr/>
          </p:nvSpPr>
          <p:spPr>
            <a:xfrm>
              <a:off x="8471598" y="79838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95" name="pt24795"/>
            <p:cNvSpPr/>
            <p:nvPr/>
          </p:nvSpPr>
          <p:spPr>
            <a:xfrm>
              <a:off x="7706253" y="71845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796" name="pl24796"/>
            <p:cNvSpPr/>
            <p:nvPr/>
          </p:nvSpPr>
          <p:spPr>
            <a:xfrm>
              <a:off x="8108105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7" name="pl24797"/>
            <p:cNvSpPr/>
            <p:nvPr/>
          </p:nvSpPr>
          <p:spPr>
            <a:xfrm>
              <a:off x="8108105" y="742946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8" name="pl24798"/>
            <p:cNvSpPr/>
            <p:nvPr/>
          </p:nvSpPr>
          <p:spPr>
            <a:xfrm>
              <a:off x="8094184" y="7463078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799" name="pl24799"/>
            <p:cNvSpPr/>
            <p:nvPr/>
          </p:nvSpPr>
          <p:spPr>
            <a:xfrm>
              <a:off x="8141715" y="741554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00" name="pt24800"/>
            <p:cNvSpPr/>
            <p:nvPr/>
          </p:nvSpPr>
          <p:spPr>
            <a:xfrm>
              <a:off x="8029092" y="7488270"/>
              <a:ext cx="170789" cy="17078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1" name="pg24801"/>
            <p:cNvSpPr/>
            <p:nvPr/>
          </p:nvSpPr>
          <p:spPr>
            <a:xfrm>
              <a:off x="8419716" y="7950257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2" name="pt24802"/>
            <p:cNvSpPr/>
            <p:nvPr/>
          </p:nvSpPr>
          <p:spPr>
            <a:xfrm>
              <a:off x="8720291" y="830345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3" name="pg24803"/>
            <p:cNvSpPr/>
            <p:nvPr/>
          </p:nvSpPr>
          <p:spPr>
            <a:xfrm>
              <a:off x="8116019" y="742320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4" name="pg24804"/>
            <p:cNvSpPr/>
            <p:nvPr/>
          </p:nvSpPr>
          <p:spPr>
            <a:xfrm>
              <a:off x="8069154" y="7557001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5" name="pt24805"/>
            <p:cNvSpPr/>
            <p:nvPr/>
          </p:nvSpPr>
          <p:spPr>
            <a:xfrm>
              <a:off x="8124574" y="7568002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6" name="pt24806"/>
            <p:cNvSpPr/>
            <p:nvPr/>
          </p:nvSpPr>
          <p:spPr>
            <a:xfrm>
              <a:off x="8403656" y="76862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7" name="pt24807"/>
            <p:cNvSpPr/>
            <p:nvPr/>
          </p:nvSpPr>
          <p:spPr>
            <a:xfrm>
              <a:off x="8087828" y="75111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8" name="pt24808"/>
            <p:cNvSpPr/>
            <p:nvPr/>
          </p:nvSpPr>
          <p:spPr>
            <a:xfrm>
              <a:off x="7996799" y="845847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09" name="pt24809"/>
            <p:cNvSpPr/>
            <p:nvPr/>
          </p:nvSpPr>
          <p:spPr>
            <a:xfrm>
              <a:off x="7480116" y="75778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0" name="pt24810"/>
            <p:cNvSpPr/>
            <p:nvPr/>
          </p:nvSpPr>
          <p:spPr>
            <a:xfrm>
              <a:off x="8491432" y="77392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1" name="pt24811"/>
            <p:cNvSpPr/>
            <p:nvPr/>
          </p:nvSpPr>
          <p:spPr>
            <a:xfrm>
              <a:off x="7817630" y="80777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2" name="pt24812"/>
            <p:cNvSpPr/>
            <p:nvPr/>
          </p:nvSpPr>
          <p:spPr>
            <a:xfrm>
              <a:off x="7809659" y="79917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3" name="pl24813"/>
            <p:cNvSpPr/>
            <p:nvPr/>
          </p:nvSpPr>
          <p:spPr>
            <a:xfrm>
              <a:off x="8044579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4" name="pl24814"/>
            <p:cNvSpPr/>
            <p:nvPr/>
          </p:nvSpPr>
          <p:spPr>
            <a:xfrm>
              <a:off x="8044579" y="753164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5" name="pl24815"/>
            <p:cNvSpPr/>
            <p:nvPr/>
          </p:nvSpPr>
          <p:spPr>
            <a:xfrm>
              <a:off x="8030658" y="756525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6" name="pl24816"/>
            <p:cNvSpPr/>
            <p:nvPr/>
          </p:nvSpPr>
          <p:spPr>
            <a:xfrm>
              <a:off x="8078189" y="751772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17" name="pt24817"/>
            <p:cNvSpPr/>
            <p:nvPr/>
          </p:nvSpPr>
          <p:spPr>
            <a:xfrm>
              <a:off x="8142615" y="7465499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8" name="pt24818"/>
            <p:cNvSpPr/>
            <p:nvPr/>
          </p:nvSpPr>
          <p:spPr>
            <a:xfrm>
              <a:off x="8103062" y="7528834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19" name="pt24819"/>
            <p:cNvSpPr/>
            <p:nvPr/>
          </p:nvSpPr>
          <p:spPr>
            <a:xfrm>
              <a:off x="8587420" y="763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0" name="pt24820"/>
            <p:cNvSpPr/>
            <p:nvPr/>
          </p:nvSpPr>
          <p:spPr>
            <a:xfrm>
              <a:off x="8265688" y="832917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1" name="pt24821"/>
            <p:cNvSpPr/>
            <p:nvPr/>
          </p:nvSpPr>
          <p:spPr>
            <a:xfrm>
              <a:off x="8875245" y="734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2" name="pt24822"/>
            <p:cNvSpPr/>
            <p:nvPr/>
          </p:nvSpPr>
          <p:spPr>
            <a:xfrm>
              <a:off x="8037802" y="70244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3" name="pt24823"/>
            <p:cNvSpPr/>
            <p:nvPr/>
          </p:nvSpPr>
          <p:spPr>
            <a:xfrm>
              <a:off x="8267833" y="8058128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4" name="pl24824"/>
            <p:cNvSpPr/>
            <p:nvPr/>
          </p:nvSpPr>
          <p:spPr>
            <a:xfrm>
              <a:off x="8267833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5" name="pl24825"/>
            <p:cNvSpPr/>
            <p:nvPr/>
          </p:nvSpPr>
          <p:spPr>
            <a:xfrm>
              <a:off x="8267833" y="805812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26" name="pg24826"/>
            <p:cNvSpPr/>
            <p:nvPr/>
          </p:nvSpPr>
          <p:spPr>
            <a:xfrm>
              <a:off x="8621685" y="826984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7" name="pt24827"/>
            <p:cNvSpPr/>
            <p:nvPr/>
          </p:nvSpPr>
          <p:spPr>
            <a:xfrm>
              <a:off x="8404108" y="7891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8" name="pt24828"/>
            <p:cNvSpPr/>
            <p:nvPr/>
          </p:nvSpPr>
          <p:spPr>
            <a:xfrm>
              <a:off x="7847143" y="80460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29" name="pt24829"/>
            <p:cNvSpPr/>
            <p:nvPr/>
          </p:nvSpPr>
          <p:spPr>
            <a:xfrm>
              <a:off x="8927074" y="74734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0" name="pt24830"/>
            <p:cNvSpPr/>
            <p:nvPr/>
          </p:nvSpPr>
          <p:spPr>
            <a:xfrm>
              <a:off x="7643473" y="81711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1" name="pt24831"/>
            <p:cNvSpPr/>
            <p:nvPr/>
          </p:nvSpPr>
          <p:spPr>
            <a:xfrm>
              <a:off x="7831672" y="7058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2" name="pt24832"/>
            <p:cNvSpPr/>
            <p:nvPr/>
          </p:nvSpPr>
          <p:spPr>
            <a:xfrm>
              <a:off x="8149294" y="7429710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3" name="pt24833"/>
            <p:cNvSpPr/>
            <p:nvPr/>
          </p:nvSpPr>
          <p:spPr>
            <a:xfrm>
              <a:off x="8432636" y="766119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4" name="pg24834"/>
            <p:cNvSpPr/>
            <p:nvPr/>
          </p:nvSpPr>
          <p:spPr>
            <a:xfrm>
              <a:off x="8255948" y="804171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5" name="pt24835"/>
            <p:cNvSpPr/>
            <p:nvPr/>
          </p:nvSpPr>
          <p:spPr>
            <a:xfrm>
              <a:off x="8463291" y="76676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6" name="pt24836"/>
            <p:cNvSpPr/>
            <p:nvPr/>
          </p:nvSpPr>
          <p:spPr>
            <a:xfrm>
              <a:off x="8494244" y="84534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7" name="pg24837"/>
            <p:cNvSpPr/>
            <p:nvPr/>
          </p:nvSpPr>
          <p:spPr>
            <a:xfrm>
              <a:off x="8609506" y="709358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8" name="pt24838"/>
            <p:cNvSpPr/>
            <p:nvPr/>
          </p:nvSpPr>
          <p:spPr>
            <a:xfrm>
              <a:off x="8681444" y="716234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39" name="pt24839"/>
            <p:cNvSpPr/>
            <p:nvPr/>
          </p:nvSpPr>
          <p:spPr>
            <a:xfrm>
              <a:off x="7725374" y="82717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0" name="pt24840"/>
            <p:cNvSpPr/>
            <p:nvPr/>
          </p:nvSpPr>
          <p:spPr>
            <a:xfrm>
              <a:off x="8204029" y="79798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1" name="pl24841"/>
            <p:cNvSpPr/>
            <p:nvPr/>
          </p:nvSpPr>
          <p:spPr>
            <a:xfrm>
              <a:off x="8237136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2" name="pl24842"/>
            <p:cNvSpPr/>
            <p:nvPr/>
          </p:nvSpPr>
          <p:spPr>
            <a:xfrm>
              <a:off x="8237136" y="795137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54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43" name="pt24843"/>
            <p:cNvSpPr/>
            <p:nvPr/>
          </p:nvSpPr>
          <p:spPr>
            <a:xfrm>
              <a:off x="8241261" y="7970378"/>
              <a:ext cx="48833" cy="48833"/>
            </a:xfrm>
            <a:prstGeom prst="ellipse">
              <a:avLst/>
            </a:pr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4" name="pt24844"/>
            <p:cNvSpPr/>
            <p:nvPr/>
          </p:nvSpPr>
          <p:spPr>
            <a:xfrm>
              <a:off x="8438365" y="77066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5" name="pt24845"/>
            <p:cNvSpPr/>
            <p:nvPr/>
          </p:nvSpPr>
          <p:spPr>
            <a:xfrm>
              <a:off x="7801191" y="80268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6" name="pt24846"/>
            <p:cNvSpPr/>
            <p:nvPr/>
          </p:nvSpPr>
          <p:spPr>
            <a:xfrm>
              <a:off x="8337421" y="6945956"/>
              <a:ext cx="48833" cy="48833"/>
            </a:xfrm>
            <a:prstGeom prst="ellipse">
              <a:avLst/>
            </a:prstGeom>
            <a:solidFill>
              <a:srgbClr val="D95F02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7" name="pt24847"/>
            <p:cNvSpPr/>
            <p:nvPr/>
          </p:nvSpPr>
          <p:spPr>
            <a:xfrm>
              <a:off x="8178518" y="75036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8" name="pt24848"/>
            <p:cNvSpPr/>
            <p:nvPr/>
          </p:nvSpPr>
          <p:spPr>
            <a:xfrm>
              <a:off x="8398734" y="78949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49" name="pt24849"/>
            <p:cNvSpPr/>
            <p:nvPr/>
          </p:nvSpPr>
          <p:spPr>
            <a:xfrm>
              <a:off x="8391165" y="79283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0" name="pt24850"/>
            <p:cNvSpPr/>
            <p:nvPr/>
          </p:nvSpPr>
          <p:spPr>
            <a:xfrm>
              <a:off x="8276806" y="69975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1" name="pt24851"/>
            <p:cNvSpPr/>
            <p:nvPr/>
          </p:nvSpPr>
          <p:spPr>
            <a:xfrm>
              <a:off x="8161623" y="750501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2" name="pt24852"/>
            <p:cNvSpPr/>
            <p:nvPr/>
          </p:nvSpPr>
          <p:spPr>
            <a:xfrm>
              <a:off x="8095021" y="7540387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3" name="pt24853"/>
            <p:cNvSpPr/>
            <p:nvPr/>
          </p:nvSpPr>
          <p:spPr>
            <a:xfrm>
              <a:off x="8636882" y="794775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4" name="pl24854"/>
            <p:cNvSpPr/>
            <p:nvPr/>
          </p:nvSpPr>
          <p:spPr>
            <a:xfrm>
              <a:off x="8395627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5" name="pl24855"/>
            <p:cNvSpPr/>
            <p:nvPr/>
          </p:nvSpPr>
          <p:spPr>
            <a:xfrm>
              <a:off x="8395627" y="77331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6" name="pl24856"/>
            <p:cNvSpPr/>
            <p:nvPr/>
          </p:nvSpPr>
          <p:spPr>
            <a:xfrm>
              <a:off x="8385514" y="77575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7" name="pl24857"/>
            <p:cNvSpPr/>
            <p:nvPr/>
          </p:nvSpPr>
          <p:spPr>
            <a:xfrm>
              <a:off x="8420044" y="77230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58" name="pt24858"/>
            <p:cNvSpPr/>
            <p:nvPr/>
          </p:nvSpPr>
          <p:spPr>
            <a:xfrm>
              <a:off x="8043364" y="754115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59" name="pt24859"/>
            <p:cNvSpPr/>
            <p:nvPr/>
          </p:nvSpPr>
          <p:spPr>
            <a:xfrm>
              <a:off x="8105397" y="7497495"/>
              <a:ext cx="74834" cy="7483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0" name="pg24860"/>
            <p:cNvSpPr/>
            <p:nvPr/>
          </p:nvSpPr>
          <p:spPr>
            <a:xfrm>
              <a:off x="8423270" y="76750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1" name="pt24861"/>
            <p:cNvSpPr/>
            <p:nvPr/>
          </p:nvSpPr>
          <p:spPr>
            <a:xfrm>
              <a:off x="8013719" y="83884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2" name="pt24862"/>
            <p:cNvSpPr/>
            <p:nvPr/>
          </p:nvSpPr>
          <p:spPr>
            <a:xfrm>
              <a:off x="8083434" y="7556836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3" name="pt24863"/>
            <p:cNvSpPr/>
            <p:nvPr/>
          </p:nvSpPr>
          <p:spPr>
            <a:xfrm>
              <a:off x="8288301" y="832738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4" name="pg24864"/>
            <p:cNvSpPr/>
            <p:nvPr/>
          </p:nvSpPr>
          <p:spPr>
            <a:xfrm>
              <a:off x="7788752" y="800004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5" name="pt24865"/>
            <p:cNvSpPr/>
            <p:nvPr/>
          </p:nvSpPr>
          <p:spPr>
            <a:xfrm>
              <a:off x="8085013" y="747720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6" name="pt24866"/>
            <p:cNvSpPr/>
            <p:nvPr/>
          </p:nvSpPr>
          <p:spPr>
            <a:xfrm>
              <a:off x="8109610" y="7527254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7" name="pt24867"/>
            <p:cNvSpPr/>
            <p:nvPr/>
          </p:nvSpPr>
          <p:spPr>
            <a:xfrm>
              <a:off x="7848806" y="803088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8" name="pt24868"/>
            <p:cNvSpPr/>
            <p:nvPr/>
          </p:nvSpPr>
          <p:spPr>
            <a:xfrm>
              <a:off x="7795897" y="79840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69" name="pt24869"/>
            <p:cNvSpPr/>
            <p:nvPr/>
          </p:nvSpPr>
          <p:spPr>
            <a:xfrm>
              <a:off x="8118572" y="7536690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0" name="pt24870"/>
            <p:cNvSpPr/>
            <p:nvPr/>
          </p:nvSpPr>
          <p:spPr>
            <a:xfrm>
              <a:off x="7724687" y="82942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1" name="pt24871"/>
            <p:cNvSpPr/>
            <p:nvPr/>
          </p:nvSpPr>
          <p:spPr>
            <a:xfrm>
              <a:off x="8409017" y="79005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2" name="pt24872"/>
            <p:cNvSpPr/>
            <p:nvPr/>
          </p:nvSpPr>
          <p:spPr>
            <a:xfrm>
              <a:off x="8459281" y="7036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3" name="pt24873"/>
            <p:cNvSpPr/>
            <p:nvPr/>
          </p:nvSpPr>
          <p:spPr>
            <a:xfrm>
              <a:off x="7781864" y="782191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4" name="pt24874"/>
            <p:cNvSpPr/>
            <p:nvPr/>
          </p:nvSpPr>
          <p:spPr>
            <a:xfrm>
              <a:off x="8276507" y="81376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5" name="pt24875"/>
            <p:cNvSpPr/>
            <p:nvPr/>
          </p:nvSpPr>
          <p:spPr>
            <a:xfrm>
              <a:off x="8230439" y="7953979"/>
              <a:ext cx="67219" cy="67219"/>
            </a:xfrm>
            <a:prstGeom prst="ellipse">
              <a:avLst/>
            </a:pr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6" name="pt24876"/>
            <p:cNvSpPr/>
            <p:nvPr/>
          </p:nvSpPr>
          <p:spPr>
            <a:xfrm>
              <a:off x="8142302" y="7469223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77" name="pl24877"/>
            <p:cNvSpPr/>
            <p:nvPr/>
          </p:nvSpPr>
          <p:spPr>
            <a:xfrm>
              <a:off x="7713932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8" name="pl24878"/>
            <p:cNvSpPr/>
            <p:nvPr/>
          </p:nvSpPr>
          <p:spPr>
            <a:xfrm>
              <a:off x="7713932" y="71269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79" name="pl24879"/>
            <p:cNvSpPr/>
            <p:nvPr/>
          </p:nvSpPr>
          <p:spPr>
            <a:xfrm>
              <a:off x="7703818" y="71513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0" name="pl24880"/>
            <p:cNvSpPr/>
            <p:nvPr/>
          </p:nvSpPr>
          <p:spPr>
            <a:xfrm>
              <a:off x="7738349" y="711683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881" name="pt24881"/>
            <p:cNvSpPr/>
            <p:nvPr/>
          </p:nvSpPr>
          <p:spPr>
            <a:xfrm>
              <a:off x="8080928" y="7478410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2" name="pt24882"/>
            <p:cNvSpPr/>
            <p:nvPr/>
          </p:nvSpPr>
          <p:spPr>
            <a:xfrm>
              <a:off x="8444245" y="8322576"/>
              <a:ext cx="74834" cy="74834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3" name="pg24883"/>
            <p:cNvSpPr/>
            <p:nvPr/>
          </p:nvSpPr>
          <p:spPr>
            <a:xfrm>
              <a:off x="8227471" y="794264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4" name="pt24884"/>
            <p:cNvSpPr/>
            <p:nvPr/>
          </p:nvSpPr>
          <p:spPr>
            <a:xfrm>
              <a:off x="8167202" y="750339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5" name="pt24885"/>
            <p:cNvSpPr/>
            <p:nvPr/>
          </p:nvSpPr>
          <p:spPr>
            <a:xfrm>
              <a:off x="8086309" y="7558238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6" name="pt24886"/>
            <p:cNvSpPr/>
            <p:nvPr/>
          </p:nvSpPr>
          <p:spPr>
            <a:xfrm>
              <a:off x="8408302" y="76891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7" name="pt24887"/>
            <p:cNvSpPr/>
            <p:nvPr/>
          </p:nvSpPr>
          <p:spPr>
            <a:xfrm>
              <a:off x="8255897" y="8056162"/>
              <a:ext cx="74834" cy="74834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8" name="pg24888"/>
            <p:cNvSpPr/>
            <p:nvPr/>
          </p:nvSpPr>
          <p:spPr>
            <a:xfrm>
              <a:off x="8023921" y="698260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89" name="pt24889"/>
            <p:cNvSpPr/>
            <p:nvPr/>
          </p:nvSpPr>
          <p:spPr>
            <a:xfrm>
              <a:off x="8421778" y="80407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0" name="pt24890"/>
            <p:cNvSpPr/>
            <p:nvPr/>
          </p:nvSpPr>
          <p:spPr>
            <a:xfrm>
              <a:off x="8101282" y="7525563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1" name="pt24891"/>
            <p:cNvSpPr/>
            <p:nvPr/>
          </p:nvSpPr>
          <p:spPr>
            <a:xfrm>
              <a:off x="8001093" y="7604322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2" name="pt24892"/>
            <p:cNvSpPr/>
            <p:nvPr/>
          </p:nvSpPr>
          <p:spPr>
            <a:xfrm>
              <a:off x="7495841" y="77437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3" name="pt24893"/>
            <p:cNvSpPr/>
            <p:nvPr/>
          </p:nvSpPr>
          <p:spPr>
            <a:xfrm>
              <a:off x="8083629" y="7573592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4" name="pt24894"/>
            <p:cNvSpPr/>
            <p:nvPr/>
          </p:nvSpPr>
          <p:spPr>
            <a:xfrm>
              <a:off x="8543711" y="76523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5" name="pt24895"/>
            <p:cNvSpPr/>
            <p:nvPr/>
          </p:nvSpPr>
          <p:spPr>
            <a:xfrm>
              <a:off x="8315544" y="783135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6" name="pt24896"/>
            <p:cNvSpPr/>
            <p:nvPr/>
          </p:nvSpPr>
          <p:spPr>
            <a:xfrm>
              <a:off x="7461708" y="77544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7" name="pt24897"/>
            <p:cNvSpPr/>
            <p:nvPr/>
          </p:nvSpPr>
          <p:spPr>
            <a:xfrm>
              <a:off x="8385547" y="78577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8" name="pt24898"/>
            <p:cNvSpPr/>
            <p:nvPr/>
          </p:nvSpPr>
          <p:spPr>
            <a:xfrm>
              <a:off x="7528613" y="74663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899" name="pg24899"/>
            <p:cNvSpPr/>
            <p:nvPr/>
          </p:nvSpPr>
          <p:spPr>
            <a:xfrm>
              <a:off x="8390937" y="7731481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0" name="pt24900"/>
            <p:cNvSpPr/>
            <p:nvPr/>
          </p:nvSpPr>
          <p:spPr>
            <a:xfrm>
              <a:off x="8615725" y="825549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1" name="pg24901"/>
            <p:cNvSpPr/>
            <p:nvPr/>
          </p:nvSpPr>
          <p:spPr>
            <a:xfrm>
              <a:off x="8073012" y="75420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2" name="pt24902"/>
            <p:cNvSpPr/>
            <p:nvPr/>
          </p:nvSpPr>
          <p:spPr>
            <a:xfrm>
              <a:off x="8076284" y="7495720"/>
              <a:ext cx="48833" cy="48833"/>
            </a:xfrm>
            <a:prstGeom prst="ellipse">
              <a:avLst/>
            </a:prstGeom>
            <a:solidFill>
              <a:srgbClr val="7570B3">
                <a:alpha val="2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3" name="pt24903"/>
            <p:cNvSpPr/>
            <p:nvPr/>
          </p:nvSpPr>
          <p:spPr>
            <a:xfrm>
              <a:off x="7615901" y="721716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4" name="pt24904"/>
            <p:cNvSpPr/>
            <p:nvPr/>
          </p:nvSpPr>
          <p:spPr>
            <a:xfrm>
              <a:off x="8831030" y="74462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5" name="pt24905"/>
            <p:cNvSpPr/>
            <p:nvPr/>
          </p:nvSpPr>
          <p:spPr>
            <a:xfrm>
              <a:off x="8475679" y="77161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6" name="pt24906"/>
            <p:cNvSpPr/>
            <p:nvPr/>
          </p:nvSpPr>
          <p:spPr>
            <a:xfrm>
              <a:off x="8268659" y="810169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7" name="pt24907"/>
            <p:cNvSpPr/>
            <p:nvPr/>
          </p:nvSpPr>
          <p:spPr>
            <a:xfrm>
              <a:off x="7781141" y="78302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8" name="pt24908"/>
            <p:cNvSpPr/>
            <p:nvPr/>
          </p:nvSpPr>
          <p:spPr>
            <a:xfrm>
              <a:off x="8189483" y="75459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09" name="pl24909"/>
            <p:cNvSpPr/>
            <p:nvPr/>
          </p:nvSpPr>
          <p:spPr>
            <a:xfrm>
              <a:off x="8165734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0" name="pl24910"/>
            <p:cNvSpPr/>
            <p:nvPr/>
          </p:nvSpPr>
          <p:spPr>
            <a:xfrm>
              <a:off x="8165734" y="749688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1" name="pl24911"/>
            <p:cNvSpPr/>
            <p:nvPr/>
          </p:nvSpPr>
          <p:spPr>
            <a:xfrm>
              <a:off x="8155620" y="752130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2" name="pl24912"/>
            <p:cNvSpPr/>
            <p:nvPr/>
          </p:nvSpPr>
          <p:spPr>
            <a:xfrm>
              <a:off x="8190151" y="748677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3" name="pl24913"/>
            <p:cNvSpPr/>
            <p:nvPr/>
          </p:nvSpPr>
          <p:spPr>
            <a:xfrm>
              <a:off x="8088863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4" name="pl24914"/>
            <p:cNvSpPr/>
            <p:nvPr/>
          </p:nvSpPr>
          <p:spPr>
            <a:xfrm>
              <a:off x="8088863" y="746646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5" name="pl24915"/>
            <p:cNvSpPr/>
            <p:nvPr/>
          </p:nvSpPr>
          <p:spPr>
            <a:xfrm>
              <a:off x="8078749" y="749088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6" name="pl24916"/>
            <p:cNvSpPr/>
            <p:nvPr/>
          </p:nvSpPr>
          <p:spPr>
            <a:xfrm>
              <a:off x="8113279" y="745635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7" name="pl24917"/>
            <p:cNvSpPr/>
            <p:nvPr/>
          </p:nvSpPr>
          <p:spPr>
            <a:xfrm>
              <a:off x="8395773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8" name="pl24918"/>
            <p:cNvSpPr/>
            <p:nvPr/>
          </p:nvSpPr>
          <p:spPr>
            <a:xfrm>
              <a:off x="8395773" y="767643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19" name="pt24919"/>
            <p:cNvSpPr/>
            <p:nvPr/>
          </p:nvSpPr>
          <p:spPr>
            <a:xfrm>
              <a:off x="8414351" y="768496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0" name="pl24920"/>
            <p:cNvSpPr/>
            <p:nvPr/>
          </p:nvSpPr>
          <p:spPr>
            <a:xfrm>
              <a:off x="8414351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1" name="pl24921"/>
            <p:cNvSpPr/>
            <p:nvPr/>
          </p:nvSpPr>
          <p:spPr>
            <a:xfrm>
              <a:off x="8414351" y="76849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22" name="pt24922"/>
            <p:cNvSpPr/>
            <p:nvPr/>
          </p:nvSpPr>
          <p:spPr>
            <a:xfrm>
              <a:off x="8867985" y="8127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3" name="pt24923"/>
            <p:cNvSpPr/>
            <p:nvPr/>
          </p:nvSpPr>
          <p:spPr>
            <a:xfrm>
              <a:off x="8930748" y="756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4" name="pt24924"/>
            <p:cNvSpPr/>
            <p:nvPr/>
          </p:nvSpPr>
          <p:spPr>
            <a:xfrm>
              <a:off x="8073297" y="7566921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5" name="pt24925"/>
            <p:cNvSpPr/>
            <p:nvPr/>
          </p:nvSpPr>
          <p:spPr>
            <a:xfrm>
              <a:off x="8370657" y="77270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6" name="pt24926"/>
            <p:cNvSpPr/>
            <p:nvPr/>
          </p:nvSpPr>
          <p:spPr>
            <a:xfrm>
              <a:off x="8406782" y="792470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7" name="pg24927"/>
            <p:cNvSpPr/>
            <p:nvPr/>
          </p:nvSpPr>
          <p:spPr>
            <a:xfrm>
              <a:off x="8065225" y="748311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8" name="pt24928"/>
            <p:cNvSpPr/>
            <p:nvPr/>
          </p:nvSpPr>
          <p:spPr>
            <a:xfrm>
              <a:off x="7475969" y="77422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29" name="pt24929"/>
            <p:cNvSpPr/>
            <p:nvPr/>
          </p:nvSpPr>
          <p:spPr>
            <a:xfrm>
              <a:off x="8700376" y="78924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0" name="pt24930"/>
            <p:cNvSpPr/>
            <p:nvPr/>
          </p:nvSpPr>
          <p:spPr>
            <a:xfrm>
              <a:off x="8483198" y="77353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1" name="pt24931"/>
            <p:cNvSpPr/>
            <p:nvPr/>
          </p:nvSpPr>
          <p:spPr>
            <a:xfrm>
              <a:off x="8273686" y="82705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2" name="pt24932"/>
            <p:cNvSpPr/>
            <p:nvPr/>
          </p:nvSpPr>
          <p:spPr>
            <a:xfrm>
              <a:off x="8274160" y="799832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3" name="pt24933"/>
            <p:cNvSpPr/>
            <p:nvPr/>
          </p:nvSpPr>
          <p:spPr>
            <a:xfrm>
              <a:off x="8087599" y="7518255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4" name="pt24934"/>
            <p:cNvSpPr/>
            <p:nvPr/>
          </p:nvSpPr>
          <p:spPr>
            <a:xfrm>
              <a:off x="7535141" y="7988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5" name="pt24935"/>
            <p:cNvSpPr/>
            <p:nvPr/>
          </p:nvSpPr>
          <p:spPr>
            <a:xfrm>
              <a:off x="7799273" y="7995660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6" name="pt24936"/>
            <p:cNvSpPr/>
            <p:nvPr/>
          </p:nvSpPr>
          <p:spPr>
            <a:xfrm>
              <a:off x="8741530" y="7199617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7" name="pt24937"/>
            <p:cNvSpPr/>
            <p:nvPr/>
          </p:nvSpPr>
          <p:spPr>
            <a:xfrm>
              <a:off x="8113891" y="7523362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8" name="pt24938"/>
            <p:cNvSpPr/>
            <p:nvPr/>
          </p:nvSpPr>
          <p:spPr>
            <a:xfrm>
              <a:off x="8115334" y="74050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39" name="pt24939"/>
            <p:cNvSpPr/>
            <p:nvPr/>
          </p:nvSpPr>
          <p:spPr>
            <a:xfrm>
              <a:off x="8131895" y="7483549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0" name="pt24940"/>
            <p:cNvSpPr/>
            <p:nvPr/>
          </p:nvSpPr>
          <p:spPr>
            <a:xfrm>
              <a:off x="8122140" y="7558683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1" name="pt24941"/>
            <p:cNvSpPr/>
            <p:nvPr/>
          </p:nvSpPr>
          <p:spPr>
            <a:xfrm>
              <a:off x="8149413" y="753275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2" name="pt24942"/>
            <p:cNvSpPr/>
            <p:nvPr/>
          </p:nvSpPr>
          <p:spPr>
            <a:xfrm>
              <a:off x="8280534" y="83259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3" name="pt24943"/>
            <p:cNvSpPr/>
            <p:nvPr/>
          </p:nvSpPr>
          <p:spPr>
            <a:xfrm>
              <a:off x="8125357" y="7461210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4" name="pt24944"/>
            <p:cNvSpPr/>
            <p:nvPr/>
          </p:nvSpPr>
          <p:spPr>
            <a:xfrm>
              <a:off x="8260199" y="83314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5" name="pt24945"/>
            <p:cNvSpPr/>
            <p:nvPr/>
          </p:nvSpPr>
          <p:spPr>
            <a:xfrm>
              <a:off x="8104986" y="7527564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6" name="pt24946"/>
            <p:cNvSpPr/>
            <p:nvPr/>
          </p:nvSpPr>
          <p:spPr>
            <a:xfrm>
              <a:off x="8053477" y="7459083"/>
              <a:ext cx="85604" cy="85604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7" name="pt24947"/>
            <p:cNvSpPr/>
            <p:nvPr/>
          </p:nvSpPr>
          <p:spPr>
            <a:xfrm>
              <a:off x="8085027" y="7564049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8" name="pt24948"/>
            <p:cNvSpPr/>
            <p:nvPr/>
          </p:nvSpPr>
          <p:spPr>
            <a:xfrm>
              <a:off x="8634423" y="827052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49" name="pt24949"/>
            <p:cNvSpPr/>
            <p:nvPr/>
          </p:nvSpPr>
          <p:spPr>
            <a:xfrm>
              <a:off x="8800452" y="78056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0" name="pt24950"/>
            <p:cNvSpPr/>
            <p:nvPr/>
          </p:nvSpPr>
          <p:spPr>
            <a:xfrm>
              <a:off x="8398067" y="77438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1" name="pg24951"/>
            <p:cNvSpPr/>
            <p:nvPr/>
          </p:nvSpPr>
          <p:spPr>
            <a:xfrm>
              <a:off x="8090824" y="744103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2" name="pt24952"/>
            <p:cNvSpPr/>
            <p:nvPr/>
          </p:nvSpPr>
          <p:spPr>
            <a:xfrm>
              <a:off x="8950856" y="79545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3" name="pt24953"/>
            <p:cNvSpPr/>
            <p:nvPr/>
          </p:nvSpPr>
          <p:spPr>
            <a:xfrm>
              <a:off x="8387485" y="77467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4" name="pt24954"/>
            <p:cNvSpPr/>
            <p:nvPr/>
          </p:nvSpPr>
          <p:spPr>
            <a:xfrm>
              <a:off x="8287659" y="796604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5" name="pt24955"/>
            <p:cNvSpPr/>
            <p:nvPr/>
          </p:nvSpPr>
          <p:spPr>
            <a:xfrm>
              <a:off x="8000391" y="7508867"/>
              <a:ext cx="48833" cy="48833"/>
            </a:xfrm>
            <a:prstGeom prst="ellipse">
              <a:avLst/>
            </a:prstGeom>
            <a:solidFill>
              <a:srgbClr val="7570B3">
                <a:alpha val="2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6" name="pt24956"/>
            <p:cNvSpPr/>
            <p:nvPr/>
          </p:nvSpPr>
          <p:spPr>
            <a:xfrm>
              <a:off x="8011144" y="7513446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7" name="pt24957"/>
            <p:cNvSpPr/>
            <p:nvPr/>
          </p:nvSpPr>
          <p:spPr>
            <a:xfrm>
              <a:off x="8153058" y="751383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58" name="pl24958"/>
            <p:cNvSpPr/>
            <p:nvPr/>
          </p:nvSpPr>
          <p:spPr>
            <a:xfrm>
              <a:off x="8258190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59" name="pl24959"/>
            <p:cNvSpPr/>
            <p:nvPr/>
          </p:nvSpPr>
          <p:spPr>
            <a:xfrm>
              <a:off x="8258190" y="791238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0" name="pt24960"/>
            <p:cNvSpPr/>
            <p:nvPr/>
          </p:nvSpPr>
          <p:spPr>
            <a:xfrm>
              <a:off x="8790505" y="780354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1" name="pt24961"/>
            <p:cNvSpPr/>
            <p:nvPr/>
          </p:nvSpPr>
          <p:spPr>
            <a:xfrm>
              <a:off x="8290913" y="8072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2" name="pt24962"/>
            <p:cNvSpPr/>
            <p:nvPr/>
          </p:nvSpPr>
          <p:spPr>
            <a:xfrm>
              <a:off x="7999505" y="84684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3" name="pt24963"/>
            <p:cNvSpPr/>
            <p:nvPr/>
          </p:nvSpPr>
          <p:spPr>
            <a:xfrm>
              <a:off x="8107831" y="7532422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4" name="pt24964"/>
            <p:cNvSpPr/>
            <p:nvPr/>
          </p:nvSpPr>
          <p:spPr>
            <a:xfrm>
              <a:off x="8927309" y="7492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5" name="pt24965"/>
            <p:cNvSpPr/>
            <p:nvPr/>
          </p:nvSpPr>
          <p:spPr>
            <a:xfrm>
              <a:off x="8544627" y="79470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6" name="pt24966"/>
            <p:cNvSpPr/>
            <p:nvPr/>
          </p:nvSpPr>
          <p:spPr>
            <a:xfrm>
              <a:off x="8090695" y="7501100"/>
              <a:ext cx="74834" cy="74834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7" name="pt24967"/>
            <p:cNvSpPr/>
            <p:nvPr/>
          </p:nvSpPr>
          <p:spPr>
            <a:xfrm>
              <a:off x="7837467" y="83825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68" name="pl24968"/>
            <p:cNvSpPr/>
            <p:nvPr/>
          </p:nvSpPr>
          <p:spPr>
            <a:xfrm>
              <a:off x="8739103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69" name="pl24969"/>
            <p:cNvSpPr/>
            <p:nvPr/>
          </p:nvSpPr>
          <p:spPr>
            <a:xfrm>
              <a:off x="8739103" y="823628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70" name="pt24970"/>
            <p:cNvSpPr/>
            <p:nvPr/>
          </p:nvSpPr>
          <p:spPr>
            <a:xfrm>
              <a:off x="8086617" y="7488891"/>
              <a:ext cx="74834" cy="74834"/>
            </a:xfrm>
            <a:prstGeom prst="ellipse">
              <a:avLst/>
            </a:prstGeom>
            <a:solidFill>
              <a:srgbClr val="D95F02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1" name="pt24971"/>
            <p:cNvSpPr/>
            <p:nvPr/>
          </p:nvSpPr>
          <p:spPr>
            <a:xfrm>
              <a:off x="8903289" y="79912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2" name="pt24972"/>
            <p:cNvSpPr/>
            <p:nvPr/>
          </p:nvSpPr>
          <p:spPr>
            <a:xfrm>
              <a:off x="8059518" y="7465228"/>
              <a:ext cx="48833" cy="48833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3" name="pt24973"/>
            <p:cNvSpPr/>
            <p:nvPr/>
          </p:nvSpPr>
          <p:spPr>
            <a:xfrm>
              <a:off x="8735935" y="7197754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4" name="pt24974"/>
            <p:cNvSpPr/>
            <p:nvPr/>
          </p:nvSpPr>
          <p:spPr>
            <a:xfrm>
              <a:off x="8311334" y="7913781"/>
              <a:ext cx="67219" cy="67219"/>
            </a:xfrm>
            <a:prstGeom prst="ellipse">
              <a:avLst/>
            </a:prstGeom>
            <a:solidFill>
              <a:srgbClr val="1B9E77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5" name="pt24975"/>
            <p:cNvSpPr/>
            <p:nvPr/>
          </p:nvSpPr>
          <p:spPr>
            <a:xfrm>
              <a:off x="8461898" y="8326731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6" name="pt24976"/>
            <p:cNvSpPr/>
            <p:nvPr/>
          </p:nvSpPr>
          <p:spPr>
            <a:xfrm>
              <a:off x="8123243" y="7464817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7" name="pt24977"/>
            <p:cNvSpPr/>
            <p:nvPr/>
          </p:nvSpPr>
          <p:spPr>
            <a:xfrm>
              <a:off x="8024747" y="7507393"/>
              <a:ext cx="74834" cy="74834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8" name="pt24978"/>
            <p:cNvSpPr/>
            <p:nvPr/>
          </p:nvSpPr>
          <p:spPr>
            <a:xfrm>
              <a:off x="8304293" y="795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79" name="pt24979"/>
            <p:cNvSpPr/>
            <p:nvPr/>
          </p:nvSpPr>
          <p:spPr>
            <a:xfrm>
              <a:off x="8416557" y="7882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0" name="pt24980"/>
            <p:cNvSpPr/>
            <p:nvPr/>
          </p:nvSpPr>
          <p:spPr>
            <a:xfrm>
              <a:off x="7470348" y="79304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1" name="pg24981"/>
            <p:cNvSpPr/>
            <p:nvPr/>
          </p:nvSpPr>
          <p:spPr>
            <a:xfrm>
              <a:off x="8137859" y="74574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2" name="pt24982"/>
            <p:cNvSpPr/>
            <p:nvPr/>
          </p:nvSpPr>
          <p:spPr>
            <a:xfrm>
              <a:off x="8439398" y="77163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3" name="pt24983"/>
            <p:cNvSpPr/>
            <p:nvPr/>
          </p:nvSpPr>
          <p:spPr>
            <a:xfrm>
              <a:off x="8098468" y="753630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4" name="pt24984"/>
            <p:cNvSpPr/>
            <p:nvPr/>
          </p:nvSpPr>
          <p:spPr>
            <a:xfrm>
              <a:off x="8739444" y="83148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5" name="pg24985"/>
            <p:cNvSpPr/>
            <p:nvPr/>
          </p:nvSpPr>
          <p:spPr>
            <a:xfrm>
              <a:off x="8667836" y="781506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6" name="pt24986"/>
            <p:cNvSpPr/>
            <p:nvPr/>
          </p:nvSpPr>
          <p:spPr>
            <a:xfrm>
              <a:off x="8402681" y="76979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7" name="pg24987"/>
            <p:cNvSpPr/>
            <p:nvPr/>
          </p:nvSpPr>
          <p:spPr>
            <a:xfrm>
              <a:off x="8237046" y="794719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8" name="pg24988"/>
            <p:cNvSpPr/>
            <p:nvPr/>
          </p:nvSpPr>
          <p:spPr>
            <a:xfrm>
              <a:off x="8260494" y="791497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89" name="pt24989"/>
            <p:cNvSpPr/>
            <p:nvPr/>
          </p:nvSpPr>
          <p:spPr>
            <a:xfrm>
              <a:off x="8063790" y="7518124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90" name="pt24990"/>
            <p:cNvSpPr/>
            <p:nvPr/>
          </p:nvSpPr>
          <p:spPr>
            <a:xfrm>
              <a:off x="8160700" y="7522008"/>
              <a:ext cx="67219" cy="67219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91" name="pt24991"/>
            <p:cNvSpPr/>
            <p:nvPr/>
          </p:nvSpPr>
          <p:spPr>
            <a:xfrm>
              <a:off x="7745376" y="82805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92" name="pt24992"/>
            <p:cNvSpPr/>
            <p:nvPr/>
          </p:nvSpPr>
          <p:spPr>
            <a:xfrm>
              <a:off x="8396851" y="770923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93" name="pt24993"/>
            <p:cNvSpPr/>
            <p:nvPr/>
          </p:nvSpPr>
          <p:spPr>
            <a:xfrm>
              <a:off x="8509512" y="84548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4994" name="pl24994"/>
            <p:cNvSpPr/>
            <p:nvPr/>
          </p:nvSpPr>
          <p:spPr>
            <a:xfrm>
              <a:off x="7577307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5" name="pl24995"/>
            <p:cNvSpPr/>
            <p:nvPr/>
          </p:nvSpPr>
          <p:spPr>
            <a:xfrm>
              <a:off x="7577307" y="813749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6" name="pl24996"/>
            <p:cNvSpPr/>
            <p:nvPr/>
          </p:nvSpPr>
          <p:spPr>
            <a:xfrm>
              <a:off x="7567193" y="816191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7" name="pl24997"/>
            <p:cNvSpPr/>
            <p:nvPr/>
          </p:nvSpPr>
          <p:spPr>
            <a:xfrm>
              <a:off x="7601724" y="812738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8" name="pl24998"/>
            <p:cNvSpPr/>
            <p:nvPr/>
          </p:nvSpPr>
          <p:spPr>
            <a:xfrm>
              <a:off x="8017529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999" name="pl24999"/>
            <p:cNvSpPr/>
            <p:nvPr/>
          </p:nvSpPr>
          <p:spPr>
            <a:xfrm>
              <a:off x="8017529" y="7596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0" name="pl25000"/>
            <p:cNvSpPr/>
            <p:nvPr/>
          </p:nvSpPr>
          <p:spPr>
            <a:xfrm>
              <a:off x="8007415" y="7621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1" name="pl25001"/>
            <p:cNvSpPr/>
            <p:nvPr/>
          </p:nvSpPr>
          <p:spPr>
            <a:xfrm>
              <a:off x="8041945" y="7586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882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02" name="pt25002"/>
            <p:cNvSpPr/>
            <p:nvPr/>
          </p:nvSpPr>
          <p:spPr>
            <a:xfrm>
              <a:off x="8069392" y="7511644"/>
              <a:ext cx="67219" cy="67219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3" name="pt25003"/>
            <p:cNvSpPr/>
            <p:nvPr/>
          </p:nvSpPr>
          <p:spPr>
            <a:xfrm>
              <a:off x="8088429" y="7519867"/>
              <a:ext cx="80678" cy="80678"/>
            </a:xfrm>
            <a:prstGeom prst="ellipse">
              <a:avLst/>
            </a:prstGeom>
            <a:solidFill>
              <a:srgbClr val="D95F0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4" name="pt25004"/>
            <p:cNvSpPr/>
            <p:nvPr/>
          </p:nvSpPr>
          <p:spPr>
            <a:xfrm>
              <a:off x="7796955" y="801340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5" name="pt25005"/>
            <p:cNvSpPr/>
            <p:nvPr/>
          </p:nvSpPr>
          <p:spPr>
            <a:xfrm>
              <a:off x="8143850" y="7437803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6" name="pt25006"/>
            <p:cNvSpPr/>
            <p:nvPr/>
          </p:nvSpPr>
          <p:spPr>
            <a:xfrm>
              <a:off x="8183959" y="80122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7" name="pt25007"/>
            <p:cNvSpPr/>
            <p:nvPr/>
          </p:nvSpPr>
          <p:spPr>
            <a:xfrm>
              <a:off x="7811979" y="807182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8" name="pt25008"/>
            <p:cNvSpPr/>
            <p:nvPr/>
          </p:nvSpPr>
          <p:spPr>
            <a:xfrm>
              <a:off x="8846472" y="816102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09" name="pt25009"/>
            <p:cNvSpPr/>
            <p:nvPr/>
          </p:nvSpPr>
          <p:spPr>
            <a:xfrm>
              <a:off x="8397136" y="7993974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0" name="pt25010"/>
            <p:cNvSpPr/>
            <p:nvPr/>
          </p:nvSpPr>
          <p:spPr>
            <a:xfrm>
              <a:off x="8666784" y="7995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1" name="pt25011"/>
            <p:cNvSpPr/>
            <p:nvPr/>
          </p:nvSpPr>
          <p:spPr>
            <a:xfrm>
              <a:off x="8049955" y="7559908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2" name="pt25012"/>
            <p:cNvSpPr/>
            <p:nvPr/>
          </p:nvSpPr>
          <p:spPr>
            <a:xfrm>
              <a:off x="7622413" y="72460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3" name="pt25013"/>
            <p:cNvSpPr/>
            <p:nvPr/>
          </p:nvSpPr>
          <p:spPr>
            <a:xfrm>
              <a:off x="8131615" y="7435188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4" name="pt25014"/>
            <p:cNvSpPr/>
            <p:nvPr/>
          </p:nvSpPr>
          <p:spPr>
            <a:xfrm>
              <a:off x="7919741" y="84250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5" name="pt25015"/>
            <p:cNvSpPr/>
            <p:nvPr/>
          </p:nvSpPr>
          <p:spPr>
            <a:xfrm>
              <a:off x="8125570" y="7564563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6" name="pt25016"/>
            <p:cNvSpPr/>
            <p:nvPr/>
          </p:nvSpPr>
          <p:spPr>
            <a:xfrm>
              <a:off x="8142520" y="75206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7" name="pt25017"/>
            <p:cNvSpPr/>
            <p:nvPr/>
          </p:nvSpPr>
          <p:spPr>
            <a:xfrm>
              <a:off x="7553701" y="80710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8" name="pt25018"/>
            <p:cNvSpPr/>
            <p:nvPr/>
          </p:nvSpPr>
          <p:spPr>
            <a:xfrm>
              <a:off x="8145171" y="7517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19" name="pt25019"/>
            <p:cNvSpPr/>
            <p:nvPr/>
          </p:nvSpPr>
          <p:spPr>
            <a:xfrm>
              <a:off x="7637398" y="719908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0" name="pt25020"/>
            <p:cNvSpPr/>
            <p:nvPr/>
          </p:nvSpPr>
          <p:spPr>
            <a:xfrm>
              <a:off x="8398369" y="770179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1" name="pt25021"/>
            <p:cNvSpPr/>
            <p:nvPr/>
          </p:nvSpPr>
          <p:spPr>
            <a:xfrm>
              <a:off x="8047362" y="7564608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2" name="pt25022"/>
            <p:cNvSpPr/>
            <p:nvPr/>
          </p:nvSpPr>
          <p:spPr>
            <a:xfrm>
              <a:off x="8127361" y="7482708"/>
              <a:ext cx="67219" cy="67219"/>
            </a:xfrm>
            <a:prstGeom prst="ellipse">
              <a:avLst/>
            </a:prstGeom>
            <a:solidFill>
              <a:srgbClr val="D95F02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3" name="pt25023"/>
            <p:cNvSpPr/>
            <p:nvPr/>
          </p:nvSpPr>
          <p:spPr>
            <a:xfrm>
              <a:off x="8041214" y="7554423"/>
              <a:ext cx="74834" cy="74834"/>
            </a:xfrm>
            <a:prstGeom prst="ellipse">
              <a:avLst/>
            </a:prstGeom>
            <a:solidFill>
              <a:srgbClr val="7570B3">
                <a:alpha val="6431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4" name="pt25024"/>
            <p:cNvSpPr/>
            <p:nvPr/>
          </p:nvSpPr>
          <p:spPr>
            <a:xfrm>
              <a:off x="8444929" y="79713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5" name="pg25025"/>
            <p:cNvSpPr/>
            <p:nvPr/>
          </p:nvSpPr>
          <p:spPr>
            <a:xfrm>
              <a:off x="8968642" y="776000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6" name="pt25026"/>
            <p:cNvSpPr/>
            <p:nvPr/>
          </p:nvSpPr>
          <p:spPr>
            <a:xfrm>
              <a:off x="8639355" y="796619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7" name="pt25027"/>
            <p:cNvSpPr/>
            <p:nvPr/>
          </p:nvSpPr>
          <p:spPr>
            <a:xfrm>
              <a:off x="8465167" y="76951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8" name="pt25028"/>
            <p:cNvSpPr/>
            <p:nvPr/>
          </p:nvSpPr>
          <p:spPr>
            <a:xfrm>
              <a:off x="8132799" y="7561773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29" name="pt25029"/>
            <p:cNvSpPr/>
            <p:nvPr/>
          </p:nvSpPr>
          <p:spPr>
            <a:xfrm>
              <a:off x="7619748" y="7316513"/>
              <a:ext cx="48833" cy="48833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0" name="pt25030"/>
            <p:cNvSpPr/>
            <p:nvPr/>
          </p:nvSpPr>
          <p:spPr>
            <a:xfrm>
              <a:off x="8069807" y="7465088"/>
              <a:ext cx="48833" cy="48833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1" name="pt25031"/>
            <p:cNvSpPr/>
            <p:nvPr/>
          </p:nvSpPr>
          <p:spPr>
            <a:xfrm>
              <a:off x="8117314" y="7568148"/>
              <a:ext cx="48833" cy="48833"/>
            </a:xfrm>
            <a:prstGeom prst="ellipse">
              <a:avLst/>
            </a:prstGeom>
            <a:solidFill>
              <a:srgbClr val="D95F02">
                <a:alpha val="2549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2" name="pt25032"/>
            <p:cNvSpPr/>
            <p:nvPr/>
          </p:nvSpPr>
          <p:spPr>
            <a:xfrm>
              <a:off x="8444228" y="77115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3" name="pt25033"/>
            <p:cNvSpPr/>
            <p:nvPr/>
          </p:nvSpPr>
          <p:spPr>
            <a:xfrm>
              <a:off x="7835976" y="807395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4" name="pt25034"/>
            <p:cNvSpPr/>
            <p:nvPr/>
          </p:nvSpPr>
          <p:spPr>
            <a:xfrm>
              <a:off x="8147948" y="7493886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5" name="pg25035"/>
            <p:cNvSpPr/>
            <p:nvPr/>
          </p:nvSpPr>
          <p:spPr>
            <a:xfrm>
              <a:off x="8006968" y="7552645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6" name="pt25036"/>
            <p:cNvSpPr/>
            <p:nvPr/>
          </p:nvSpPr>
          <p:spPr>
            <a:xfrm>
              <a:off x="8430644" y="76901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7" name="pt25037"/>
            <p:cNvSpPr/>
            <p:nvPr/>
          </p:nvSpPr>
          <p:spPr>
            <a:xfrm>
              <a:off x="8426726" y="7707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8" name="pt25038"/>
            <p:cNvSpPr/>
            <p:nvPr/>
          </p:nvSpPr>
          <p:spPr>
            <a:xfrm>
              <a:off x="8129457" y="747950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39" name="pt25039"/>
            <p:cNvSpPr/>
            <p:nvPr/>
          </p:nvSpPr>
          <p:spPr>
            <a:xfrm>
              <a:off x="8104393" y="8480790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0" name="pt25040"/>
            <p:cNvSpPr/>
            <p:nvPr/>
          </p:nvSpPr>
          <p:spPr>
            <a:xfrm>
              <a:off x="8431344" y="7698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1" name="pt25041"/>
            <p:cNvSpPr/>
            <p:nvPr/>
          </p:nvSpPr>
          <p:spPr>
            <a:xfrm>
              <a:off x="8069053" y="7501914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2" name="pt25042"/>
            <p:cNvSpPr/>
            <p:nvPr/>
          </p:nvSpPr>
          <p:spPr>
            <a:xfrm>
              <a:off x="8721635" y="83188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3" name="pt25043"/>
            <p:cNvSpPr/>
            <p:nvPr/>
          </p:nvSpPr>
          <p:spPr>
            <a:xfrm>
              <a:off x="8594704" y="76478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4" name="pt25044"/>
            <p:cNvSpPr/>
            <p:nvPr/>
          </p:nvSpPr>
          <p:spPr>
            <a:xfrm>
              <a:off x="8414580" y="789677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5" name="pt25045"/>
            <p:cNvSpPr/>
            <p:nvPr/>
          </p:nvSpPr>
          <p:spPr>
            <a:xfrm>
              <a:off x="8146121" y="752403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6" name="pt25046"/>
            <p:cNvSpPr/>
            <p:nvPr/>
          </p:nvSpPr>
          <p:spPr>
            <a:xfrm>
              <a:off x="8517924" y="76497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7" name="pt25047"/>
            <p:cNvSpPr/>
            <p:nvPr/>
          </p:nvSpPr>
          <p:spPr>
            <a:xfrm>
              <a:off x="8147461" y="7525862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8" name="pt25048"/>
            <p:cNvSpPr/>
            <p:nvPr/>
          </p:nvSpPr>
          <p:spPr>
            <a:xfrm>
              <a:off x="8074142" y="7556869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49" name="pt25049"/>
            <p:cNvSpPr/>
            <p:nvPr/>
          </p:nvSpPr>
          <p:spPr>
            <a:xfrm>
              <a:off x="8679507" y="7869047"/>
              <a:ext cx="48833" cy="48833"/>
            </a:xfrm>
            <a:prstGeom prst="ellipse">
              <a:avLst/>
            </a:prstGeom>
            <a:solidFill>
              <a:srgbClr val="7570B3">
                <a:alpha val="1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0" name="pt25050"/>
            <p:cNvSpPr/>
            <p:nvPr/>
          </p:nvSpPr>
          <p:spPr>
            <a:xfrm>
              <a:off x="8490495" y="79556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1" name="pt25051"/>
            <p:cNvSpPr/>
            <p:nvPr/>
          </p:nvSpPr>
          <p:spPr>
            <a:xfrm>
              <a:off x="8478259" y="76933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2" name="pt25052"/>
            <p:cNvSpPr/>
            <p:nvPr/>
          </p:nvSpPr>
          <p:spPr>
            <a:xfrm>
              <a:off x="8593815" y="7923037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3" name="pt25053"/>
            <p:cNvSpPr/>
            <p:nvPr/>
          </p:nvSpPr>
          <p:spPr>
            <a:xfrm>
              <a:off x="7604653" y="7317249"/>
              <a:ext cx="48833" cy="48833"/>
            </a:xfrm>
            <a:prstGeom prst="ellipse">
              <a:avLst/>
            </a:prstGeom>
            <a:solidFill>
              <a:srgbClr val="7570B3">
                <a:alpha val="1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4" name="pt25054"/>
            <p:cNvSpPr/>
            <p:nvPr/>
          </p:nvSpPr>
          <p:spPr>
            <a:xfrm>
              <a:off x="8097839" y="7545402"/>
              <a:ext cx="74834" cy="74834"/>
            </a:xfrm>
            <a:prstGeom prst="ellipse">
              <a:avLst/>
            </a:prstGeom>
            <a:solidFill>
              <a:srgbClr val="D95F02">
                <a:alpha val="5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55" name="pl25055"/>
            <p:cNvSpPr/>
            <p:nvPr/>
          </p:nvSpPr>
          <p:spPr>
            <a:xfrm>
              <a:off x="8254743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6" name="pl25056"/>
            <p:cNvSpPr/>
            <p:nvPr/>
          </p:nvSpPr>
          <p:spPr>
            <a:xfrm>
              <a:off x="8254743" y="8034537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7" name="pl25057"/>
            <p:cNvSpPr/>
            <p:nvPr/>
          </p:nvSpPr>
          <p:spPr>
            <a:xfrm>
              <a:off x="8416889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8" name="pl25058"/>
            <p:cNvSpPr/>
            <p:nvPr/>
          </p:nvSpPr>
          <p:spPr>
            <a:xfrm>
              <a:off x="8416889" y="768990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59" name="pg25059"/>
            <p:cNvSpPr/>
            <p:nvPr/>
          </p:nvSpPr>
          <p:spPr>
            <a:xfrm>
              <a:off x="8038073" y="7499812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0" name="pg25060"/>
            <p:cNvSpPr/>
            <p:nvPr/>
          </p:nvSpPr>
          <p:spPr>
            <a:xfrm>
              <a:off x="8349101" y="768239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1" name="pt25061"/>
            <p:cNvSpPr/>
            <p:nvPr/>
          </p:nvSpPr>
          <p:spPr>
            <a:xfrm>
              <a:off x="7808391" y="804516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2" name="pt25062"/>
            <p:cNvSpPr/>
            <p:nvPr/>
          </p:nvSpPr>
          <p:spPr>
            <a:xfrm>
              <a:off x="8067415" y="752376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3" name="pt25063"/>
            <p:cNvSpPr/>
            <p:nvPr/>
          </p:nvSpPr>
          <p:spPr>
            <a:xfrm>
              <a:off x="8091315" y="7519701"/>
              <a:ext cx="74834" cy="74834"/>
            </a:xfrm>
            <a:prstGeom prst="ellipse">
              <a:avLst/>
            </a:prstGeom>
            <a:solidFill>
              <a:srgbClr val="D95F02">
                <a:alpha val="4588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4" name="pt25064"/>
            <p:cNvSpPr/>
            <p:nvPr/>
          </p:nvSpPr>
          <p:spPr>
            <a:xfrm>
              <a:off x="8084253" y="7552804"/>
              <a:ext cx="67219" cy="67219"/>
            </a:xfrm>
            <a:prstGeom prst="ellipse">
              <a:avLst/>
            </a:prstGeom>
            <a:solidFill>
              <a:srgbClr val="D95F02">
                <a:alpha val="4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5" name="pt25065"/>
            <p:cNvSpPr/>
            <p:nvPr/>
          </p:nvSpPr>
          <p:spPr>
            <a:xfrm>
              <a:off x="8621765" y="794928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6" name="pt25066"/>
            <p:cNvSpPr/>
            <p:nvPr/>
          </p:nvSpPr>
          <p:spPr>
            <a:xfrm>
              <a:off x="8013290" y="84015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7" name="pt25067"/>
            <p:cNvSpPr/>
            <p:nvPr/>
          </p:nvSpPr>
          <p:spPr>
            <a:xfrm>
              <a:off x="8096873" y="7506463"/>
              <a:ext cx="67219" cy="67219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8" name="pt25068"/>
            <p:cNvSpPr/>
            <p:nvPr/>
          </p:nvSpPr>
          <p:spPr>
            <a:xfrm>
              <a:off x="8144984" y="751553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69" name="pt25069"/>
            <p:cNvSpPr/>
            <p:nvPr/>
          </p:nvSpPr>
          <p:spPr>
            <a:xfrm>
              <a:off x="8066014" y="7463018"/>
              <a:ext cx="48833" cy="48833"/>
            </a:xfrm>
            <a:prstGeom prst="ellipse">
              <a:avLst/>
            </a:prstGeom>
            <a:solidFill>
              <a:srgbClr val="7570B3">
                <a:alpha val="2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0" name="pt25070"/>
            <p:cNvSpPr/>
            <p:nvPr/>
          </p:nvSpPr>
          <p:spPr>
            <a:xfrm>
              <a:off x="8972372" y="76675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1" name="pg25071"/>
            <p:cNvSpPr/>
            <p:nvPr/>
          </p:nvSpPr>
          <p:spPr>
            <a:xfrm>
              <a:off x="8396309" y="767184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2" name="pl25072"/>
            <p:cNvSpPr/>
            <p:nvPr/>
          </p:nvSpPr>
          <p:spPr>
            <a:xfrm>
              <a:off x="8336368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3" name="pl25073"/>
            <p:cNvSpPr/>
            <p:nvPr/>
          </p:nvSpPr>
          <p:spPr>
            <a:xfrm>
              <a:off x="8336368" y="69408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4" name="pl25074"/>
            <p:cNvSpPr/>
            <p:nvPr/>
          </p:nvSpPr>
          <p:spPr>
            <a:xfrm>
              <a:off x="8326254" y="69652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5" name="pl25075"/>
            <p:cNvSpPr/>
            <p:nvPr/>
          </p:nvSpPr>
          <p:spPr>
            <a:xfrm>
              <a:off x="8360784" y="69307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60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076" name="pt25076"/>
            <p:cNvSpPr/>
            <p:nvPr/>
          </p:nvSpPr>
          <p:spPr>
            <a:xfrm>
              <a:off x="7843263" y="839126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7" name="pt25077"/>
            <p:cNvSpPr/>
            <p:nvPr/>
          </p:nvSpPr>
          <p:spPr>
            <a:xfrm>
              <a:off x="8063889" y="700735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8" name="pt25078"/>
            <p:cNvSpPr/>
            <p:nvPr/>
          </p:nvSpPr>
          <p:spPr>
            <a:xfrm>
              <a:off x="8445020" y="79527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79" name="pt25079"/>
            <p:cNvSpPr/>
            <p:nvPr/>
          </p:nvSpPr>
          <p:spPr>
            <a:xfrm>
              <a:off x="8392358" y="77904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0" name="pt25080"/>
            <p:cNvSpPr/>
            <p:nvPr/>
          </p:nvSpPr>
          <p:spPr>
            <a:xfrm>
              <a:off x="8532893" y="770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1" name="pg25081"/>
            <p:cNvSpPr/>
            <p:nvPr/>
          </p:nvSpPr>
          <p:spPr>
            <a:xfrm>
              <a:off x="7419313" y="7748939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2" name="pt25082"/>
            <p:cNvSpPr/>
            <p:nvPr/>
          </p:nvSpPr>
          <p:spPr>
            <a:xfrm>
              <a:off x="8092230" y="7537863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3" name="pt25083"/>
            <p:cNvSpPr/>
            <p:nvPr/>
          </p:nvSpPr>
          <p:spPr>
            <a:xfrm>
              <a:off x="7480966" y="79339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4" name="pt25084"/>
            <p:cNvSpPr/>
            <p:nvPr/>
          </p:nvSpPr>
          <p:spPr>
            <a:xfrm>
              <a:off x="8819283" y="74277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5" name="pt25085"/>
            <p:cNvSpPr/>
            <p:nvPr/>
          </p:nvSpPr>
          <p:spPr>
            <a:xfrm>
              <a:off x="8286059" y="831234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6" name="pt25086"/>
            <p:cNvSpPr/>
            <p:nvPr/>
          </p:nvSpPr>
          <p:spPr>
            <a:xfrm>
              <a:off x="8414941" y="77127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7" name="pt25087"/>
            <p:cNvSpPr/>
            <p:nvPr/>
          </p:nvSpPr>
          <p:spPr>
            <a:xfrm>
              <a:off x="7604409" y="7231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8" name="pt25088"/>
            <p:cNvSpPr/>
            <p:nvPr/>
          </p:nvSpPr>
          <p:spPr>
            <a:xfrm>
              <a:off x="7472774" y="7583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89" name="pt25089"/>
            <p:cNvSpPr/>
            <p:nvPr/>
          </p:nvSpPr>
          <p:spPr>
            <a:xfrm>
              <a:off x="8256978" y="83731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0" name="pg25090"/>
            <p:cNvSpPr/>
            <p:nvPr/>
          </p:nvSpPr>
          <p:spPr>
            <a:xfrm>
              <a:off x="7658869" y="787886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1" name="pt25091"/>
            <p:cNvSpPr/>
            <p:nvPr/>
          </p:nvSpPr>
          <p:spPr>
            <a:xfrm>
              <a:off x="8802284" y="727551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2" name="pt25092"/>
            <p:cNvSpPr/>
            <p:nvPr/>
          </p:nvSpPr>
          <p:spPr>
            <a:xfrm>
              <a:off x="7471464" y="77749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3" name="pt25093"/>
            <p:cNvSpPr/>
            <p:nvPr/>
          </p:nvSpPr>
          <p:spPr>
            <a:xfrm>
              <a:off x="8142933" y="7541893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4" name="pt25094"/>
            <p:cNvSpPr/>
            <p:nvPr/>
          </p:nvSpPr>
          <p:spPr>
            <a:xfrm>
              <a:off x="7830224" y="802261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5" name="pt25095"/>
            <p:cNvSpPr/>
            <p:nvPr/>
          </p:nvSpPr>
          <p:spPr>
            <a:xfrm>
              <a:off x="8417247" y="805589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6" name="pt25096"/>
            <p:cNvSpPr/>
            <p:nvPr/>
          </p:nvSpPr>
          <p:spPr>
            <a:xfrm>
              <a:off x="8264913" y="8080571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7" name="pt25097"/>
            <p:cNvSpPr/>
            <p:nvPr/>
          </p:nvSpPr>
          <p:spPr>
            <a:xfrm>
              <a:off x="8901247" y="79949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8" name="pt25098"/>
            <p:cNvSpPr/>
            <p:nvPr/>
          </p:nvSpPr>
          <p:spPr>
            <a:xfrm>
              <a:off x="8067562" y="7556766"/>
              <a:ext cx="67219" cy="67219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099" name="pt25099"/>
            <p:cNvSpPr/>
            <p:nvPr/>
          </p:nvSpPr>
          <p:spPr>
            <a:xfrm>
              <a:off x="8169977" y="7493978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0" name="pt25100"/>
            <p:cNvSpPr/>
            <p:nvPr/>
          </p:nvSpPr>
          <p:spPr>
            <a:xfrm>
              <a:off x="8124947" y="753072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1" name="pt25101"/>
            <p:cNvSpPr/>
            <p:nvPr/>
          </p:nvSpPr>
          <p:spPr>
            <a:xfrm>
              <a:off x="8108539" y="7534330"/>
              <a:ext cx="80678" cy="80678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2" name="pt25102"/>
            <p:cNvSpPr/>
            <p:nvPr/>
          </p:nvSpPr>
          <p:spPr>
            <a:xfrm>
              <a:off x="8954376" y="79554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3" name="pt25103"/>
            <p:cNvSpPr/>
            <p:nvPr/>
          </p:nvSpPr>
          <p:spPr>
            <a:xfrm>
              <a:off x="7539994" y="74877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4" name="pt25104"/>
            <p:cNvSpPr/>
            <p:nvPr/>
          </p:nvSpPr>
          <p:spPr>
            <a:xfrm>
              <a:off x="7896764" y="8303929"/>
              <a:ext cx="67219" cy="67219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5" name="pt25105"/>
            <p:cNvSpPr/>
            <p:nvPr/>
          </p:nvSpPr>
          <p:spPr>
            <a:xfrm>
              <a:off x="7812591" y="801771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6" name="pt25106"/>
            <p:cNvSpPr/>
            <p:nvPr/>
          </p:nvSpPr>
          <p:spPr>
            <a:xfrm>
              <a:off x="8131242" y="7480790"/>
              <a:ext cx="67219" cy="67219"/>
            </a:xfrm>
            <a:prstGeom prst="ellipse">
              <a:avLst/>
            </a:prstGeom>
            <a:solidFill>
              <a:srgbClr val="D95F02">
                <a:alpha val="1607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7" name="pt25107"/>
            <p:cNvSpPr/>
            <p:nvPr/>
          </p:nvSpPr>
          <p:spPr>
            <a:xfrm>
              <a:off x="8083593" y="7554241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8" name="pt25108"/>
            <p:cNvSpPr/>
            <p:nvPr/>
          </p:nvSpPr>
          <p:spPr>
            <a:xfrm>
              <a:off x="8404297" y="78683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09" name="pg25109"/>
            <p:cNvSpPr/>
            <p:nvPr/>
          </p:nvSpPr>
          <p:spPr>
            <a:xfrm>
              <a:off x="7568856" y="8120405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0" name="pg25110"/>
            <p:cNvSpPr/>
            <p:nvPr/>
          </p:nvSpPr>
          <p:spPr>
            <a:xfrm>
              <a:off x="8305973" y="783531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1" name="pg25111"/>
            <p:cNvSpPr/>
            <p:nvPr/>
          </p:nvSpPr>
          <p:spPr>
            <a:xfrm>
              <a:off x="8114671" y="7476436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2" name="pt25112"/>
            <p:cNvSpPr/>
            <p:nvPr/>
          </p:nvSpPr>
          <p:spPr>
            <a:xfrm>
              <a:off x="8087541" y="7569534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3" name="pg25113"/>
            <p:cNvSpPr/>
            <p:nvPr/>
          </p:nvSpPr>
          <p:spPr>
            <a:xfrm>
              <a:off x="8345280" y="78180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4" name="pt25114"/>
            <p:cNvSpPr/>
            <p:nvPr/>
          </p:nvSpPr>
          <p:spPr>
            <a:xfrm>
              <a:off x="8097681" y="8482038"/>
              <a:ext cx="48833" cy="48833"/>
            </a:xfrm>
            <a:prstGeom prst="ellipse">
              <a:avLst/>
            </a:prstGeom>
            <a:solidFill>
              <a:srgbClr val="7570B3">
                <a:alpha val="1764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5" name="pt25115"/>
            <p:cNvSpPr/>
            <p:nvPr/>
          </p:nvSpPr>
          <p:spPr>
            <a:xfrm>
              <a:off x="8424275" y="78871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6" name="pt25116"/>
            <p:cNvSpPr/>
            <p:nvPr/>
          </p:nvSpPr>
          <p:spPr>
            <a:xfrm>
              <a:off x="8129198" y="7560629"/>
              <a:ext cx="48833" cy="48833"/>
            </a:xfrm>
            <a:prstGeom prst="ellipse">
              <a:avLst/>
            </a:prstGeom>
            <a:solidFill>
              <a:srgbClr val="7570B3">
                <a:alpha val="3058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7" name="pt25117"/>
            <p:cNvSpPr/>
            <p:nvPr/>
          </p:nvSpPr>
          <p:spPr>
            <a:xfrm>
              <a:off x="8438330" y="791374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8" name="pt25118"/>
            <p:cNvSpPr/>
            <p:nvPr/>
          </p:nvSpPr>
          <p:spPr>
            <a:xfrm>
              <a:off x="8112515" y="7532396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19" name="pt25119"/>
            <p:cNvSpPr/>
            <p:nvPr/>
          </p:nvSpPr>
          <p:spPr>
            <a:xfrm>
              <a:off x="7639602" y="81801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0" name="pg25120"/>
            <p:cNvSpPr/>
            <p:nvPr/>
          </p:nvSpPr>
          <p:spPr>
            <a:xfrm>
              <a:off x="8965885" y="777028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1" name="pt25121"/>
            <p:cNvSpPr/>
            <p:nvPr/>
          </p:nvSpPr>
          <p:spPr>
            <a:xfrm>
              <a:off x="8814357" y="742290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2" name="pt25122"/>
            <p:cNvSpPr/>
            <p:nvPr/>
          </p:nvSpPr>
          <p:spPr>
            <a:xfrm>
              <a:off x="8420516" y="78714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3" name="pt25123"/>
            <p:cNvSpPr/>
            <p:nvPr/>
          </p:nvSpPr>
          <p:spPr>
            <a:xfrm>
              <a:off x="8079788" y="7579800"/>
              <a:ext cx="48833" cy="48833"/>
            </a:xfrm>
            <a:prstGeom prst="ellipse">
              <a:avLst/>
            </a:prstGeom>
            <a:solidFill>
              <a:srgbClr val="D95F02">
                <a:alpha val="1686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4" name="pt25124"/>
            <p:cNvSpPr/>
            <p:nvPr/>
          </p:nvSpPr>
          <p:spPr>
            <a:xfrm>
              <a:off x="8459147" y="8346461"/>
              <a:ext cx="48833" cy="48833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25" name="pl25125"/>
            <p:cNvSpPr/>
            <p:nvPr/>
          </p:nvSpPr>
          <p:spPr>
            <a:xfrm>
              <a:off x="8142944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6" name="pl25126"/>
            <p:cNvSpPr/>
            <p:nvPr/>
          </p:nvSpPr>
          <p:spPr>
            <a:xfrm>
              <a:off x="8142944" y="74342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7" name="pl25127"/>
            <p:cNvSpPr/>
            <p:nvPr/>
          </p:nvSpPr>
          <p:spPr>
            <a:xfrm>
              <a:off x="8132830" y="74586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8" name="pl25128"/>
            <p:cNvSpPr/>
            <p:nvPr/>
          </p:nvSpPr>
          <p:spPr>
            <a:xfrm>
              <a:off x="8167361" y="742415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921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29" name="pt25129"/>
            <p:cNvSpPr/>
            <p:nvPr/>
          </p:nvSpPr>
          <p:spPr>
            <a:xfrm>
              <a:off x="8804335" y="78170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30" name="pt25130"/>
            <p:cNvSpPr/>
            <p:nvPr/>
          </p:nvSpPr>
          <p:spPr>
            <a:xfrm>
              <a:off x="8059963" y="7557605"/>
              <a:ext cx="67219" cy="67219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31" name="pt25131"/>
            <p:cNvSpPr/>
            <p:nvPr/>
          </p:nvSpPr>
          <p:spPr>
            <a:xfrm>
              <a:off x="8085419" y="7531016"/>
              <a:ext cx="74834" cy="74834"/>
            </a:xfrm>
            <a:prstGeom prst="ellipse">
              <a:avLst/>
            </a:prstGeom>
            <a:solidFill>
              <a:srgbClr val="7570B3">
                <a:alpha val="1803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32" name="pl25132"/>
            <p:cNvSpPr/>
            <p:nvPr/>
          </p:nvSpPr>
          <p:spPr>
            <a:xfrm>
              <a:off x="8185923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3" name="pl25133"/>
            <p:cNvSpPr/>
            <p:nvPr/>
          </p:nvSpPr>
          <p:spPr>
            <a:xfrm>
              <a:off x="8185923" y="7532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4" name="pl25134"/>
            <p:cNvSpPr/>
            <p:nvPr/>
          </p:nvSpPr>
          <p:spPr>
            <a:xfrm>
              <a:off x="8175810" y="755725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5" name="pl25135"/>
            <p:cNvSpPr/>
            <p:nvPr/>
          </p:nvSpPr>
          <p:spPr>
            <a:xfrm>
              <a:off x="8210340" y="7522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6" name="pl25136"/>
            <p:cNvSpPr/>
            <p:nvPr/>
          </p:nvSpPr>
          <p:spPr>
            <a:xfrm>
              <a:off x="8411219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7" name="pl25137"/>
            <p:cNvSpPr/>
            <p:nvPr/>
          </p:nvSpPr>
          <p:spPr>
            <a:xfrm>
              <a:off x="8411219" y="8075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8" name="pl25138"/>
            <p:cNvSpPr/>
            <p:nvPr/>
          </p:nvSpPr>
          <p:spPr>
            <a:xfrm>
              <a:off x="8401105" y="809951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39" name="pl25139"/>
            <p:cNvSpPr/>
            <p:nvPr/>
          </p:nvSpPr>
          <p:spPr>
            <a:xfrm>
              <a:off x="8435636" y="8064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0" name="pt25140"/>
            <p:cNvSpPr/>
            <p:nvPr/>
          </p:nvSpPr>
          <p:spPr>
            <a:xfrm>
              <a:off x="8395477" y="79006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1" name="pg25141"/>
            <p:cNvSpPr/>
            <p:nvPr/>
          </p:nvSpPr>
          <p:spPr>
            <a:xfrm>
              <a:off x="7434596" y="7729431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2" name="pt25142"/>
            <p:cNvSpPr/>
            <p:nvPr/>
          </p:nvSpPr>
          <p:spPr>
            <a:xfrm>
              <a:off x="8276125" y="8370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3" name="pt25143"/>
            <p:cNvSpPr/>
            <p:nvPr/>
          </p:nvSpPr>
          <p:spPr>
            <a:xfrm>
              <a:off x="8384061" y="789363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4" name="pt25144"/>
            <p:cNvSpPr/>
            <p:nvPr/>
          </p:nvSpPr>
          <p:spPr>
            <a:xfrm>
              <a:off x="8267205" y="80551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5" name="pl25145"/>
            <p:cNvSpPr/>
            <p:nvPr/>
          </p:nvSpPr>
          <p:spPr>
            <a:xfrm>
              <a:off x="8267205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6" name="pl25146"/>
            <p:cNvSpPr/>
            <p:nvPr/>
          </p:nvSpPr>
          <p:spPr>
            <a:xfrm>
              <a:off x="8267205" y="80551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47" name="pt25147"/>
            <p:cNvSpPr/>
            <p:nvPr/>
          </p:nvSpPr>
          <p:spPr>
            <a:xfrm>
              <a:off x="8138030" y="7466589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8" name="pt25148"/>
            <p:cNvSpPr/>
            <p:nvPr/>
          </p:nvSpPr>
          <p:spPr>
            <a:xfrm>
              <a:off x="8676388" y="71617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49" name="pt25149"/>
            <p:cNvSpPr/>
            <p:nvPr/>
          </p:nvSpPr>
          <p:spPr>
            <a:xfrm>
              <a:off x="8454174" y="790122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50" name="pl25150"/>
            <p:cNvSpPr/>
            <p:nvPr/>
          </p:nvSpPr>
          <p:spPr>
            <a:xfrm>
              <a:off x="8080685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1" name="pl25151"/>
            <p:cNvSpPr/>
            <p:nvPr/>
          </p:nvSpPr>
          <p:spPr>
            <a:xfrm>
              <a:off x="8080685" y="7473261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2" name="pl25152"/>
            <p:cNvSpPr/>
            <p:nvPr/>
          </p:nvSpPr>
          <p:spPr>
            <a:xfrm>
              <a:off x="8048044" y="7552063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3" name="pl25153"/>
            <p:cNvSpPr/>
            <p:nvPr/>
          </p:nvSpPr>
          <p:spPr>
            <a:xfrm>
              <a:off x="8159487" y="7440620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4" name="pl25154"/>
            <p:cNvSpPr/>
            <p:nvPr/>
          </p:nvSpPr>
          <p:spPr>
            <a:xfrm>
              <a:off x="8179335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5" name="pl25155"/>
            <p:cNvSpPr/>
            <p:nvPr/>
          </p:nvSpPr>
          <p:spPr>
            <a:xfrm>
              <a:off x="8179335" y="75235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6" name="pl25156"/>
            <p:cNvSpPr/>
            <p:nvPr/>
          </p:nvSpPr>
          <p:spPr>
            <a:xfrm>
              <a:off x="8169222" y="754797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7" name="pl25157"/>
            <p:cNvSpPr/>
            <p:nvPr/>
          </p:nvSpPr>
          <p:spPr>
            <a:xfrm>
              <a:off x="8203752" y="7513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58" name="pt25158"/>
            <p:cNvSpPr/>
            <p:nvPr/>
          </p:nvSpPr>
          <p:spPr>
            <a:xfrm>
              <a:off x="8462267" y="8338885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59" name="pt25159"/>
            <p:cNvSpPr/>
            <p:nvPr/>
          </p:nvSpPr>
          <p:spPr>
            <a:xfrm>
              <a:off x="8039134" y="7576971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0" name="pt25160"/>
            <p:cNvSpPr/>
            <p:nvPr/>
          </p:nvSpPr>
          <p:spPr>
            <a:xfrm>
              <a:off x="7649645" y="8242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1" name="pt25161"/>
            <p:cNvSpPr/>
            <p:nvPr/>
          </p:nvSpPr>
          <p:spPr>
            <a:xfrm>
              <a:off x="8496932" y="8466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2" name="pl25162"/>
            <p:cNvSpPr/>
            <p:nvPr/>
          </p:nvSpPr>
          <p:spPr>
            <a:xfrm>
              <a:off x="8951025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3" name="pl25163"/>
            <p:cNvSpPr/>
            <p:nvPr/>
          </p:nvSpPr>
          <p:spPr>
            <a:xfrm>
              <a:off x="8951025" y="757237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4" name="pl25164"/>
            <p:cNvSpPr/>
            <p:nvPr/>
          </p:nvSpPr>
          <p:spPr>
            <a:xfrm>
              <a:off x="8940911" y="759679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5" name="pl25165"/>
            <p:cNvSpPr/>
            <p:nvPr/>
          </p:nvSpPr>
          <p:spPr>
            <a:xfrm>
              <a:off x="8975442" y="756225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66" name="pt25166"/>
            <p:cNvSpPr/>
            <p:nvPr/>
          </p:nvSpPr>
          <p:spPr>
            <a:xfrm>
              <a:off x="8436910" y="76825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7" name="pg25167"/>
            <p:cNvSpPr/>
            <p:nvPr/>
          </p:nvSpPr>
          <p:spPr>
            <a:xfrm>
              <a:off x="8402686" y="765749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8" name="pt25168"/>
            <p:cNvSpPr/>
            <p:nvPr/>
          </p:nvSpPr>
          <p:spPr>
            <a:xfrm>
              <a:off x="8697197" y="79874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69" name="pt25169"/>
            <p:cNvSpPr/>
            <p:nvPr/>
          </p:nvSpPr>
          <p:spPr>
            <a:xfrm>
              <a:off x="8118590" y="7579126"/>
              <a:ext cx="48833" cy="48833"/>
            </a:xfrm>
            <a:prstGeom prst="ellipse">
              <a:avLst/>
            </a:prstGeom>
            <a:solidFill>
              <a:srgbClr val="7570B3">
                <a:alpha val="2784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0" name="pt25170"/>
            <p:cNvSpPr/>
            <p:nvPr/>
          </p:nvSpPr>
          <p:spPr>
            <a:xfrm>
              <a:off x="7715089" y="7126123"/>
              <a:ext cx="48833" cy="48833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1" name="pt25171"/>
            <p:cNvSpPr/>
            <p:nvPr/>
          </p:nvSpPr>
          <p:spPr>
            <a:xfrm>
              <a:off x="8096740" y="7540464"/>
              <a:ext cx="74834" cy="74834"/>
            </a:xfrm>
            <a:prstGeom prst="ellipse">
              <a:avLst/>
            </a:prstGeom>
            <a:solidFill>
              <a:srgbClr val="7570B3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2" name="pt25172"/>
            <p:cNvSpPr/>
            <p:nvPr/>
          </p:nvSpPr>
          <p:spPr>
            <a:xfrm>
              <a:off x="8847219" y="813553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3" name="pt25173"/>
            <p:cNvSpPr/>
            <p:nvPr/>
          </p:nvSpPr>
          <p:spPr>
            <a:xfrm>
              <a:off x="8449665" y="78926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4" name="pt25174"/>
            <p:cNvSpPr/>
            <p:nvPr/>
          </p:nvSpPr>
          <p:spPr>
            <a:xfrm>
              <a:off x="8418586" y="793250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5" name="pt25175"/>
            <p:cNvSpPr/>
            <p:nvPr/>
          </p:nvSpPr>
          <p:spPr>
            <a:xfrm>
              <a:off x="8681911" y="782356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6" name="pt25176"/>
            <p:cNvSpPr/>
            <p:nvPr/>
          </p:nvSpPr>
          <p:spPr>
            <a:xfrm>
              <a:off x="8493565" y="7649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7" name="pt25177"/>
            <p:cNvSpPr/>
            <p:nvPr/>
          </p:nvSpPr>
          <p:spPr>
            <a:xfrm>
              <a:off x="8368345" y="8502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8" name="pt25178"/>
            <p:cNvSpPr/>
            <p:nvPr/>
          </p:nvSpPr>
          <p:spPr>
            <a:xfrm>
              <a:off x="8349885" y="778042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79" name="pt25179"/>
            <p:cNvSpPr/>
            <p:nvPr/>
          </p:nvSpPr>
          <p:spPr>
            <a:xfrm>
              <a:off x="8885954" y="73581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0" name="pt25180"/>
            <p:cNvSpPr/>
            <p:nvPr/>
          </p:nvSpPr>
          <p:spPr>
            <a:xfrm>
              <a:off x="8050305" y="7512364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1" name="pt25181"/>
            <p:cNvSpPr/>
            <p:nvPr/>
          </p:nvSpPr>
          <p:spPr>
            <a:xfrm>
              <a:off x="8081831" y="7567049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2" name="pg25182"/>
            <p:cNvSpPr/>
            <p:nvPr/>
          </p:nvSpPr>
          <p:spPr>
            <a:xfrm>
              <a:off x="8391798" y="771287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3" name="pt25183"/>
            <p:cNvSpPr/>
            <p:nvPr/>
          </p:nvSpPr>
          <p:spPr>
            <a:xfrm>
              <a:off x="8523867" y="79394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4" name="pt25184"/>
            <p:cNvSpPr/>
            <p:nvPr/>
          </p:nvSpPr>
          <p:spPr>
            <a:xfrm>
              <a:off x="8466356" y="70228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5" name="pg25185"/>
            <p:cNvSpPr/>
            <p:nvPr/>
          </p:nvSpPr>
          <p:spPr>
            <a:xfrm>
              <a:off x="8394890" y="7691099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6" name="pg25186"/>
            <p:cNvSpPr/>
            <p:nvPr/>
          </p:nvSpPr>
          <p:spPr>
            <a:xfrm>
              <a:off x="8392622" y="771417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7" name="pt25187"/>
            <p:cNvSpPr/>
            <p:nvPr/>
          </p:nvSpPr>
          <p:spPr>
            <a:xfrm>
              <a:off x="8108215" y="7526751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8" name="pt25188"/>
            <p:cNvSpPr/>
            <p:nvPr/>
          </p:nvSpPr>
          <p:spPr>
            <a:xfrm>
              <a:off x="8394280" y="77445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89" name="pt25189"/>
            <p:cNvSpPr/>
            <p:nvPr/>
          </p:nvSpPr>
          <p:spPr>
            <a:xfrm>
              <a:off x="8456436" y="7651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0" name="pt25190"/>
            <p:cNvSpPr/>
            <p:nvPr/>
          </p:nvSpPr>
          <p:spPr>
            <a:xfrm>
              <a:off x="8474437" y="76740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1" name="pt25191"/>
            <p:cNvSpPr/>
            <p:nvPr/>
          </p:nvSpPr>
          <p:spPr>
            <a:xfrm>
              <a:off x="7546508" y="79890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2" name="pt25192"/>
            <p:cNvSpPr/>
            <p:nvPr/>
          </p:nvSpPr>
          <p:spPr>
            <a:xfrm>
              <a:off x="8365707" y="848296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3" name="pt25193"/>
            <p:cNvSpPr/>
            <p:nvPr/>
          </p:nvSpPr>
          <p:spPr>
            <a:xfrm>
              <a:off x="8428618" y="767019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4" name="pt25194"/>
            <p:cNvSpPr/>
            <p:nvPr/>
          </p:nvSpPr>
          <p:spPr>
            <a:xfrm>
              <a:off x="8962527" y="766549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5" name="pt25195"/>
            <p:cNvSpPr/>
            <p:nvPr/>
          </p:nvSpPr>
          <p:spPr>
            <a:xfrm>
              <a:off x="8150463" y="75198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6" name="pt25196"/>
            <p:cNvSpPr/>
            <p:nvPr/>
          </p:nvSpPr>
          <p:spPr>
            <a:xfrm>
              <a:off x="7604416" y="7307718"/>
              <a:ext cx="67219" cy="67219"/>
            </a:xfrm>
            <a:prstGeom prst="ellipse">
              <a:avLst/>
            </a:prstGeom>
            <a:solidFill>
              <a:srgbClr val="7570B3">
                <a:alpha val="1882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197" name="pl25197"/>
            <p:cNvSpPr/>
            <p:nvPr/>
          </p:nvSpPr>
          <p:spPr>
            <a:xfrm>
              <a:off x="8062279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8" name="pl25198"/>
            <p:cNvSpPr/>
            <p:nvPr/>
          </p:nvSpPr>
          <p:spPr>
            <a:xfrm>
              <a:off x="8062279" y="74670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199" name="pl25199"/>
            <p:cNvSpPr/>
            <p:nvPr/>
          </p:nvSpPr>
          <p:spPr>
            <a:xfrm>
              <a:off x="8052165" y="74914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0" name="pl25200"/>
            <p:cNvSpPr/>
            <p:nvPr/>
          </p:nvSpPr>
          <p:spPr>
            <a:xfrm>
              <a:off x="8086696" y="74569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764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01" name="pt25201"/>
            <p:cNvSpPr/>
            <p:nvPr/>
          </p:nvSpPr>
          <p:spPr>
            <a:xfrm>
              <a:off x="8838616" y="741451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2" name="pt25202"/>
            <p:cNvSpPr/>
            <p:nvPr/>
          </p:nvSpPr>
          <p:spPr>
            <a:xfrm>
              <a:off x="7668867" y="82572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3" name="pt25203"/>
            <p:cNvSpPr/>
            <p:nvPr/>
          </p:nvSpPr>
          <p:spPr>
            <a:xfrm>
              <a:off x="8254920" y="748495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4" name="pt25204"/>
            <p:cNvSpPr/>
            <p:nvPr/>
          </p:nvSpPr>
          <p:spPr>
            <a:xfrm>
              <a:off x="8132369" y="75822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5" name="pt25205"/>
            <p:cNvSpPr/>
            <p:nvPr/>
          </p:nvSpPr>
          <p:spPr>
            <a:xfrm>
              <a:off x="8098700" y="7539499"/>
              <a:ext cx="74834" cy="74834"/>
            </a:xfrm>
            <a:prstGeom prst="ellipse">
              <a:avLst/>
            </a:prstGeom>
            <a:solidFill>
              <a:srgbClr val="7570B3">
                <a:alpha val="6862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6" name="pt25206"/>
            <p:cNvSpPr/>
            <p:nvPr/>
          </p:nvSpPr>
          <p:spPr>
            <a:xfrm>
              <a:off x="7826733" y="808360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7" name="pt25207"/>
            <p:cNvSpPr/>
            <p:nvPr/>
          </p:nvSpPr>
          <p:spPr>
            <a:xfrm>
              <a:off x="8050046" y="7538607"/>
              <a:ext cx="80678" cy="80678"/>
            </a:xfrm>
            <a:prstGeom prst="ellipse">
              <a:avLst/>
            </a:prstGeom>
            <a:solidFill>
              <a:srgbClr val="D95F02">
                <a:alpha val="1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8" name="pt25208"/>
            <p:cNvSpPr/>
            <p:nvPr/>
          </p:nvSpPr>
          <p:spPr>
            <a:xfrm>
              <a:off x="8153343" y="75764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09" name="pt25209"/>
            <p:cNvSpPr/>
            <p:nvPr/>
          </p:nvSpPr>
          <p:spPr>
            <a:xfrm>
              <a:off x="8062615" y="7566116"/>
              <a:ext cx="48833" cy="48833"/>
            </a:xfrm>
            <a:prstGeom prst="ellipse">
              <a:avLst/>
            </a:prstGeom>
            <a:solidFill>
              <a:srgbClr val="D95F02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0" name="pt25210"/>
            <p:cNvSpPr/>
            <p:nvPr/>
          </p:nvSpPr>
          <p:spPr>
            <a:xfrm>
              <a:off x="8062293" y="7575690"/>
              <a:ext cx="67219" cy="67219"/>
            </a:xfrm>
            <a:prstGeom prst="ellipse">
              <a:avLst/>
            </a:prstGeom>
            <a:solidFill>
              <a:srgbClr val="7570B3">
                <a:alpha val="1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1" name="pl25211"/>
            <p:cNvSpPr/>
            <p:nvPr/>
          </p:nvSpPr>
          <p:spPr>
            <a:xfrm>
              <a:off x="8386945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2" name="pl25212"/>
            <p:cNvSpPr/>
            <p:nvPr/>
          </p:nvSpPr>
          <p:spPr>
            <a:xfrm>
              <a:off x="8386945" y="776385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3" name="pt25213"/>
            <p:cNvSpPr/>
            <p:nvPr/>
          </p:nvSpPr>
          <p:spPr>
            <a:xfrm>
              <a:off x="8065912" y="7515338"/>
              <a:ext cx="67219" cy="67219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4" name="pg25214"/>
            <p:cNvSpPr/>
            <p:nvPr/>
          </p:nvSpPr>
          <p:spPr>
            <a:xfrm>
              <a:off x="8731956" y="821622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5" name="pg25215"/>
            <p:cNvSpPr/>
            <p:nvPr/>
          </p:nvSpPr>
          <p:spPr>
            <a:xfrm>
              <a:off x="8290253" y="789727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6" name="pg25216"/>
            <p:cNvSpPr/>
            <p:nvPr/>
          </p:nvSpPr>
          <p:spPr>
            <a:xfrm>
              <a:off x="8102080" y="745638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217" name="pl25217"/>
            <p:cNvSpPr/>
            <p:nvPr/>
          </p:nvSpPr>
          <p:spPr>
            <a:xfrm>
              <a:off x="8121405" y="9562110"/>
              <a:ext cx="5469" cy="3585"/>
            </a:xfrm>
            <a:custGeom>
              <a:avLst/>
              <a:gdLst/>
              <a:ahLst/>
              <a:cxnLst/>
              <a:rect l="0" t="0" r="0" b="0"/>
              <a:pathLst>
                <a:path w="5469" h="3585">
                  <a:moveTo>
                    <a:pt x="5469" y="3585"/>
                  </a:moveTo>
                  <a:lnTo>
                    <a:pt x="0" y="0"/>
                  </a:lnTo>
                </a:path>
              </a:pathLst>
            </a:custGeom>
            <a:ln w="884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8" name="pl25218"/>
            <p:cNvSpPr/>
            <p:nvPr/>
          </p:nvSpPr>
          <p:spPr>
            <a:xfrm>
              <a:off x="8196664" y="9520829"/>
              <a:ext cx="169898" cy="62079"/>
            </a:xfrm>
            <a:custGeom>
              <a:avLst/>
              <a:gdLst/>
              <a:ahLst/>
              <a:cxnLst/>
              <a:rect l="0" t="0" r="0" b="0"/>
              <a:pathLst>
                <a:path w="169898" h="62079">
                  <a:moveTo>
                    <a:pt x="0" y="62079"/>
                  </a:moveTo>
                  <a:lnTo>
                    <a:pt x="16989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19" name="pl25219"/>
            <p:cNvSpPr/>
            <p:nvPr/>
          </p:nvSpPr>
          <p:spPr>
            <a:xfrm>
              <a:off x="8181648" y="9506361"/>
              <a:ext cx="15016" cy="76547"/>
            </a:xfrm>
            <a:custGeom>
              <a:avLst/>
              <a:gdLst/>
              <a:ahLst/>
              <a:cxnLst/>
              <a:rect l="0" t="0" r="0" b="0"/>
              <a:pathLst>
                <a:path w="15016" h="76547">
                  <a:moveTo>
                    <a:pt x="15016" y="765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0" name="pl25220"/>
            <p:cNvSpPr/>
            <p:nvPr/>
          </p:nvSpPr>
          <p:spPr>
            <a:xfrm>
              <a:off x="8196664" y="9511572"/>
              <a:ext cx="4951" cy="71336"/>
            </a:xfrm>
            <a:custGeom>
              <a:avLst/>
              <a:gdLst/>
              <a:ahLst/>
              <a:cxnLst/>
              <a:rect l="0" t="0" r="0" b="0"/>
              <a:pathLst>
                <a:path w="4951" h="71336">
                  <a:moveTo>
                    <a:pt x="0" y="71336"/>
                  </a:moveTo>
                  <a:lnTo>
                    <a:pt x="49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1" name="pl25221"/>
            <p:cNvSpPr/>
            <p:nvPr/>
          </p:nvSpPr>
          <p:spPr>
            <a:xfrm>
              <a:off x="8166473" y="9582909"/>
              <a:ext cx="30191" cy="138398"/>
            </a:xfrm>
            <a:custGeom>
              <a:avLst/>
              <a:gdLst/>
              <a:ahLst/>
              <a:cxnLst/>
              <a:rect l="0" t="0" r="0" b="0"/>
              <a:pathLst>
                <a:path w="30191" h="138398">
                  <a:moveTo>
                    <a:pt x="30191" y="0"/>
                  </a:moveTo>
                  <a:lnTo>
                    <a:pt x="0" y="13839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2" name="pl25222"/>
            <p:cNvSpPr/>
            <p:nvPr/>
          </p:nvSpPr>
          <p:spPr>
            <a:xfrm>
              <a:off x="8238931" y="9890290"/>
              <a:ext cx="21527" cy="27740"/>
            </a:xfrm>
            <a:custGeom>
              <a:avLst/>
              <a:gdLst/>
              <a:ahLst/>
              <a:cxnLst/>
              <a:rect l="0" t="0" r="0" b="0"/>
              <a:pathLst>
                <a:path w="21527" h="27740">
                  <a:moveTo>
                    <a:pt x="0" y="0"/>
                  </a:moveTo>
                  <a:lnTo>
                    <a:pt x="21527" y="2774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3" name="pl25223"/>
            <p:cNvSpPr/>
            <p:nvPr/>
          </p:nvSpPr>
          <p:spPr>
            <a:xfrm>
              <a:off x="8238931" y="9890290"/>
              <a:ext cx="38219" cy="27850"/>
            </a:xfrm>
            <a:custGeom>
              <a:avLst/>
              <a:gdLst/>
              <a:ahLst/>
              <a:cxnLst/>
              <a:rect l="0" t="0" r="0" b="0"/>
              <a:pathLst>
                <a:path w="38219" h="27850">
                  <a:moveTo>
                    <a:pt x="0" y="0"/>
                  </a:moveTo>
                  <a:lnTo>
                    <a:pt x="38219" y="2785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4" name="pl25224"/>
            <p:cNvSpPr/>
            <p:nvPr/>
          </p:nvSpPr>
          <p:spPr>
            <a:xfrm>
              <a:off x="8200746" y="9842830"/>
              <a:ext cx="38184" cy="47460"/>
            </a:xfrm>
            <a:custGeom>
              <a:avLst/>
              <a:gdLst/>
              <a:ahLst/>
              <a:cxnLst/>
              <a:rect l="0" t="0" r="0" b="0"/>
              <a:pathLst>
                <a:path w="38184" h="47460">
                  <a:moveTo>
                    <a:pt x="38184" y="4746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5" name="pl25225"/>
            <p:cNvSpPr/>
            <p:nvPr/>
          </p:nvSpPr>
          <p:spPr>
            <a:xfrm>
              <a:off x="8238931" y="9890290"/>
              <a:ext cx="4511" cy="48356"/>
            </a:xfrm>
            <a:custGeom>
              <a:avLst/>
              <a:gdLst/>
              <a:ahLst/>
              <a:cxnLst/>
              <a:rect l="0" t="0" r="0" b="0"/>
              <a:pathLst>
                <a:path w="4511" h="48356">
                  <a:moveTo>
                    <a:pt x="0" y="0"/>
                  </a:moveTo>
                  <a:lnTo>
                    <a:pt x="4511" y="4835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6" name="pl25226"/>
            <p:cNvSpPr/>
            <p:nvPr/>
          </p:nvSpPr>
          <p:spPr>
            <a:xfrm>
              <a:off x="8238931" y="9890290"/>
              <a:ext cx="1013" cy="56441"/>
            </a:xfrm>
            <a:custGeom>
              <a:avLst/>
              <a:gdLst/>
              <a:ahLst/>
              <a:cxnLst/>
              <a:rect l="0" t="0" r="0" b="0"/>
              <a:pathLst>
                <a:path w="1013" h="56441">
                  <a:moveTo>
                    <a:pt x="0" y="0"/>
                  </a:moveTo>
                  <a:lnTo>
                    <a:pt x="1013" y="56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7" name="pl25227"/>
            <p:cNvSpPr/>
            <p:nvPr/>
          </p:nvSpPr>
          <p:spPr>
            <a:xfrm>
              <a:off x="8192487" y="9658495"/>
              <a:ext cx="67898" cy="47310"/>
            </a:xfrm>
            <a:custGeom>
              <a:avLst/>
              <a:gdLst/>
              <a:ahLst/>
              <a:cxnLst/>
              <a:rect l="0" t="0" r="0" b="0"/>
              <a:pathLst>
                <a:path w="67898" h="47310">
                  <a:moveTo>
                    <a:pt x="67898" y="4731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8" name="pl25228"/>
            <p:cNvSpPr/>
            <p:nvPr/>
          </p:nvSpPr>
          <p:spPr>
            <a:xfrm>
              <a:off x="8524816" y="9539996"/>
              <a:ext cx="587" cy="27534"/>
            </a:xfrm>
            <a:custGeom>
              <a:avLst/>
              <a:gdLst/>
              <a:ahLst/>
              <a:cxnLst/>
              <a:rect l="0" t="0" r="0" b="0"/>
              <a:pathLst>
                <a:path w="587" h="27534">
                  <a:moveTo>
                    <a:pt x="587" y="2753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29" name="pl25229"/>
            <p:cNvSpPr/>
            <p:nvPr/>
          </p:nvSpPr>
          <p:spPr>
            <a:xfrm>
              <a:off x="8104041" y="9589728"/>
              <a:ext cx="2631" cy="1687"/>
            </a:xfrm>
            <a:custGeom>
              <a:avLst/>
              <a:gdLst/>
              <a:ahLst/>
              <a:cxnLst/>
              <a:rect l="0" t="0" r="0" b="0"/>
              <a:pathLst>
                <a:path w="2631" h="1687">
                  <a:moveTo>
                    <a:pt x="0" y="1687"/>
                  </a:moveTo>
                  <a:lnTo>
                    <a:pt x="2631" y="0"/>
                  </a:lnTo>
                </a:path>
              </a:pathLst>
            </a:custGeom>
            <a:ln w="47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0" name="pl25230"/>
            <p:cNvSpPr/>
            <p:nvPr/>
          </p:nvSpPr>
          <p:spPr>
            <a:xfrm>
              <a:off x="9068602" y="9511379"/>
              <a:ext cx="1083" cy="5548"/>
            </a:xfrm>
            <a:custGeom>
              <a:avLst/>
              <a:gdLst/>
              <a:ahLst/>
              <a:cxnLst/>
              <a:rect l="0" t="0" r="0" b="0"/>
              <a:pathLst>
                <a:path w="1083" h="5548">
                  <a:moveTo>
                    <a:pt x="1083" y="5548"/>
                  </a:moveTo>
                  <a:lnTo>
                    <a:pt x="0" y="0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1" name="pl25231"/>
            <p:cNvSpPr/>
            <p:nvPr/>
          </p:nvSpPr>
          <p:spPr>
            <a:xfrm>
              <a:off x="8811983" y="9611869"/>
              <a:ext cx="3" cy="4241"/>
            </a:xfrm>
            <a:custGeom>
              <a:avLst/>
              <a:gdLst/>
              <a:ahLst/>
              <a:cxnLst/>
              <a:rect l="0" t="0" r="0" b="0"/>
              <a:pathLst>
                <a:path w="3" h="4241">
                  <a:moveTo>
                    <a:pt x="0" y="0"/>
                  </a:moveTo>
                  <a:lnTo>
                    <a:pt x="3" y="4241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2" name="pl25232"/>
            <p:cNvSpPr/>
            <p:nvPr/>
          </p:nvSpPr>
          <p:spPr>
            <a:xfrm>
              <a:off x="8478124" y="9647172"/>
              <a:ext cx="44734" cy="11147"/>
            </a:xfrm>
            <a:custGeom>
              <a:avLst/>
              <a:gdLst/>
              <a:ahLst/>
              <a:cxnLst/>
              <a:rect l="0" t="0" r="0" b="0"/>
              <a:pathLst>
                <a:path w="44734" h="11147">
                  <a:moveTo>
                    <a:pt x="44734" y="11147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3" name="pl25233"/>
            <p:cNvSpPr/>
            <p:nvPr/>
          </p:nvSpPr>
          <p:spPr>
            <a:xfrm>
              <a:off x="8522859" y="9658320"/>
              <a:ext cx="24436" cy="2270"/>
            </a:xfrm>
            <a:custGeom>
              <a:avLst/>
              <a:gdLst/>
              <a:ahLst/>
              <a:cxnLst/>
              <a:rect l="0" t="0" r="0" b="0"/>
              <a:pathLst>
                <a:path w="24436" h="2270">
                  <a:moveTo>
                    <a:pt x="0" y="0"/>
                  </a:moveTo>
                  <a:lnTo>
                    <a:pt x="24436" y="227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4" name="pl25234"/>
            <p:cNvSpPr/>
            <p:nvPr/>
          </p:nvSpPr>
          <p:spPr>
            <a:xfrm>
              <a:off x="8522859" y="9658320"/>
              <a:ext cx="23340" cy="7294"/>
            </a:xfrm>
            <a:custGeom>
              <a:avLst/>
              <a:gdLst/>
              <a:ahLst/>
              <a:cxnLst/>
              <a:rect l="0" t="0" r="0" b="0"/>
              <a:pathLst>
                <a:path w="23340" h="7294">
                  <a:moveTo>
                    <a:pt x="0" y="0"/>
                  </a:moveTo>
                  <a:lnTo>
                    <a:pt x="23340" y="7294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5" name="pl25235"/>
            <p:cNvSpPr/>
            <p:nvPr/>
          </p:nvSpPr>
          <p:spPr>
            <a:xfrm>
              <a:off x="8198258" y="9842830"/>
              <a:ext cx="2487" cy="16763"/>
            </a:xfrm>
            <a:custGeom>
              <a:avLst/>
              <a:gdLst/>
              <a:ahLst/>
              <a:cxnLst/>
              <a:rect l="0" t="0" r="0" b="0"/>
              <a:pathLst>
                <a:path w="2487" h="16763">
                  <a:moveTo>
                    <a:pt x="0" y="16763"/>
                  </a:moveTo>
                  <a:lnTo>
                    <a:pt x="2487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6" name="pl25236"/>
            <p:cNvSpPr/>
            <p:nvPr/>
          </p:nvSpPr>
          <p:spPr>
            <a:xfrm>
              <a:off x="8524816" y="9531164"/>
              <a:ext cx="98437" cy="8832"/>
            </a:xfrm>
            <a:custGeom>
              <a:avLst/>
              <a:gdLst/>
              <a:ahLst/>
              <a:cxnLst/>
              <a:rect l="0" t="0" r="0" b="0"/>
              <a:pathLst>
                <a:path w="98437" h="8832">
                  <a:moveTo>
                    <a:pt x="98437" y="0"/>
                  </a:moveTo>
                  <a:lnTo>
                    <a:pt x="0" y="88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7" name="pl25237"/>
            <p:cNvSpPr/>
            <p:nvPr/>
          </p:nvSpPr>
          <p:spPr>
            <a:xfrm>
              <a:off x="8623253" y="9521819"/>
              <a:ext cx="59133" cy="9344"/>
            </a:xfrm>
            <a:custGeom>
              <a:avLst/>
              <a:gdLst/>
              <a:ahLst/>
              <a:cxnLst/>
              <a:rect l="0" t="0" r="0" b="0"/>
              <a:pathLst>
                <a:path w="59133" h="9344">
                  <a:moveTo>
                    <a:pt x="0" y="9344"/>
                  </a:moveTo>
                  <a:lnTo>
                    <a:pt x="5913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8" name="pl25238"/>
            <p:cNvSpPr/>
            <p:nvPr/>
          </p:nvSpPr>
          <p:spPr>
            <a:xfrm>
              <a:off x="8623253" y="9520792"/>
              <a:ext cx="87617" cy="10371"/>
            </a:xfrm>
            <a:custGeom>
              <a:avLst/>
              <a:gdLst/>
              <a:ahLst/>
              <a:cxnLst/>
              <a:rect l="0" t="0" r="0" b="0"/>
              <a:pathLst>
                <a:path w="87617" h="10371">
                  <a:moveTo>
                    <a:pt x="0" y="10371"/>
                  </a:moveTo>
                  <a:lnTo>
                    <a:pt x="8761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39" name="pl25239"/>
            <p:cNvSpPr/>
            <p:nvPr/>
          </p:nvSpPr>
          <p:spPr>
            <a:xfrm>
              <a:off x="8269252" y="9667156"/>
              <a:ext cx="3537" cy="2971"/>
            </a:xfrm>
            <a:custGeom>
              <a:avLst/>
              <a:gdLst/>
              <a:ahLst/>
              <a:cxnLst/>
              <a:rect l="0" t="0" r="0" b="0"/>
              <a:pathLst>
                <a:path w="3537" h="2971">
                  <a:moveTo>
                    <a:pt x="3537" y="0"/>
                  </a:moveTo>
                  <a:lnTo>
                    <a:pt x="0" y="2971"/>
                  </a:lnTo>
                </a:path>
              </a:pathLst>
            </a:custGeom>
            <a:ln w="428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0" name="pl25240"/>
            <p:cNvSpPr/>
            <p:nvPr/>
          </p:nvSpPr>
          <p:spPr>
            <a:xfrm>
              <a:off x="8022863" y="8841324"/>
              <a:ext cx="1435" cy="8928"/>
            </a:xfrm>
            <a:custGeom>
              <a:avLst/>
              <a:gdLst/>
              <a:ahLst/>
              <a:cxnLst/>
              <a:rect l="0" t="0" r="0" b="0"/>
              <a:pathLst>
                <a:path w="1435" h="8928">
                  <a:moveTo>
                    <a:pt x="0" y="8928"/>
                  </a:moveTo>
                  <a:lnTo>
                    <a:pt x="14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1" name="pl25241"/>
            <p:cNvSpPr/>
            <p:nvPr/>
          </p:nvSpPr>
          <p:spPr>
            <a:xfrm>
              <a:off x="8165312" y="9835416"/>
              <a:ext cx="15618" cy="25352"/>
            </a:xfrm>
            <a:custGeom>
              <a:avLst/>
              <a:gdLst/>
              <a:ahLst/>
              <a:cxnLst/>
              <a:rect l="0" t="0" r="0" b="0"/>
              <a:pathLst>
                <a:path w="15618" h="25352">
                  <a:moveTo>
                    <a:pt x="15618" y="0"/>
                  </a:moveTo>
                  <a:lnTo>
                    <a:pt x="0" y="253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2" name="pl25242"/>
            <p:cNvSpPr/>
            <p:nvPr/>
          </p:nvSpPr>
          <p:spPr>
            <a:xfrm>
              <a:off x="8180930" y="9784956"/>
              <a:ext cx="27341" cy="50460"/>
            </a:xfrm>
            <a:custGeom>
              <a:avLst/>
              <a:gdLst/>
              <a:ahLst/>
              <a:cxnLst/>
              <a:rect l="0" t="0" r="0" b="0"/>
              <a:pathLst>
                <a:path w="27341" h="50460">
                  <a:moveTo>
                    <a:pt x="0" y="50460"/>
                  </a:moveTo>
                  <a:lnTo>
                    <a:pt x="2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3" name="pl25243"/>
            <p:cNvSpPr/>
            <p:nvPr/>
          </p:nvSpPr>
          <p:spPr>
            <a:xfrm>
              <a:off x="8489896" y="9676640"/>
              <a:ext cx="91988" cy="27723"/>
            </a:xfrm>
            <a:custGeom>
              <a:avLst/>
              <a:gdLst/>
              <a:ahLst/>
              <a:cxnLst/>
              <a:rect l="0" t="0" r="0" b="0"/>
              <a:pathLst>
                <a:path w="91988" h="27723">
                  <a:moveTo>
                    <a:pt x="0" y="0"/>
                  </a:moveTo>
                  <a:lnTo>
                    <a:pt x="91988" y="2772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4" name="pl25244"/>
            <p:cNvSpPr/>
            <p:nvPr/>
          </p:nvSpPr>
          <p:spPr>
            <a:xfrm>
              <a:off x="8193707" y="9707512"/>
              <a:ext cx="8455" cy="8153"/>
            </a:xfrm>
            <a:custGeom>
              <a:avLst/>
              <a:gdLst/>
              <a:ahLst/>
              <a:cxnLst/>
              <a:rect l="0" t="0" r="0" b="0"/>
              <a:pathLst>
                <a:path w="8455" h="8153">
                  <a:moveTo>
                    <a:pt x="8455" y="815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5" name="pl25245"/>
            <p:cNvSpPr/>
            <p:nvPr/>
          </p:nvSpPr>
          <p:spPr>
            <a:xfrm>
              <a:off x="8202163" y="9715665"/>
              <a:ext cx="12414" cy="9279"/>
            </a:xfrm>
            <a:custGeom>
              <a:avLst/>
              <a:gdLst/>
              <a:ahLst/>
              <a:cxnLst/>
              <a:rect l="0" t="0" r="0" b="0"/>
              <a:pathLst>
                <a:path w="12414" h="9279">
                  <a:moveTo>
                    <a:pt x="0" y="0"/>
                  </a:moveTo>
                  <a:lnTo>
                    <a:pt x="12414" y="927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6" name="pl25246"/>
            <p:cNvSpPr/>
            <p:nvPr/>
          </p:nvSpPr>
          <p:spPr>
            <a:xfrm>
              <a:off x="8191529" y="9700381"/>
              <a:ext cx="10634" cy="15283"/>
            </a:xfrm>
            <a:custGeom>
              <a:avLst/>
              <a:gdLst/>
              <a:ahLst/>
              <a:cxnLst/>
              <a:rect l="0" t="0" r="0" b="0"/>
              <a:pathLst>
                <a:path w="10634" h="15283">
                  <a:moveTo>
                    <a:pt x="10634" y="1528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7" name="pl25247"/>
            <p:cNvSpPr/>
            <p:nvPr/>
          </p:nvSpPr>
          <p:spPr>
            <a:xfrm>
              <a:off x="8190011" y="9667875"/>
              <a:ext cx="23388" cy="49618"/>
            </a:xfrm>
            <a:custGeom>
              <a:avLst/>
              <a:gdLst/>
              <a:ahLst/>
              <a:cxnLst/>
              <a:rect l="0" t="0" r="0" b="0"/>
              <a:pathLst>
                <a:path w="23388" h="49618">
                  <a:moveTo>
                    <a:pt x="0" y="0"/>
                  </a:moveTo>
                  <a:lnTo>
                    <a:pt x="23388" y="4961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8" name="pl25248"/>
            <p:cNvSpPr/>
            <p:nvPr/>
          </p:nvSpPr>
          <p:spPr>
            <a:xfrm>
              <a:off x="8190011" y="9667875"/>
              <a:ext cx="17417" cy="34894"/>
            </a:xfrm>
            <a:custGeom>
              <a:avLst/>
              <a:gdLst/>
              <a:ahLst/>
              <a:cxnLst/>
              <a:rect l="0" t="0" r="0" b="0"/>
              <a:pathLst>
                <a:path w="17417" h="34894">
                  <a:moveTo>
                    <a:pt x="0" y="0"/>
                  </a:moveTo>
                  <a:lnTo>
                    <a:pt x="17417" y="3489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49" name="pl25249"/>
            <p:cNvSpPr/>
            <p:nvPr/>
          </p:nvSpPr>
          <p:spPr>
            <a:xfrm>
              <a:off x="8182270" y="9654645"/>
              <a:ext cx="7741" cy="13229"/>
            </a:xfrm>
            <a:custGeom>
              <a:avLst/>
              <a:gdLst/>
              <a:ahLst/>
              <a:cxnLst/>
              <a:rect l="0" t="0" r="0" b="0"/>
              <a:pathLst>
                <a:path w="7741" h="13229">
                  <a:moveTo>
                    <a:pt x="7741" y="13229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0" name="pl25250"/>
            <p:cNvSpPr/>
            <p:nvPr/>
          </p:nvSpPr>
          <p:spPr>
            <a:xfrm>
              <a:off x="8165339" y="9625791"/>
              <a:ext cx="24672" cy="42084"/>
            </a:xfrm>
            <a:custGeom>
              <a:avLst/>
              <a:gdLst/>
              <a:ahLst/>
              <a:cxnLst/>
              <a:rect l="0" t="0" r="0" b="0"/>
              <a:pathLst>
                <a:path w="24672" h="42084">
                  <a:moveTo>
                    <a:pt x="24672" y="42084"/>
                  </a:moveTo>
                  <a:lnTo>
                    <a:pt x="0" y="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1" name="pl25251"/>
            <p:cNvSpPr/>
            <p:nvPr/>
          </p:nvSpPr>
          <p:spPr>
            <a:xfrm>
              <a:off x="8190011" y="9667875"/>
              <a:ext cx="14344" cy="10377"/>
            </a:xfrm>
            <a:custGeom>
              <a:avLst/>
              <a:gdLst/>
              <a:ahLst/>
              <a:cxnLst/>
              <a:rect l="0" t="0" r="0" b="0"/>
              <a:pathLst>
                <a:path w="14344" h="10377">
                  <a:moveTo>
                    <a:pt x="0" y="0"/>
                  </a:moveTo>
                  <a:lnTo>
                    <a:pt x="14344" y="10377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2" name="pl25252"/>
            <p:cNvSpPr/>
            <p:nvPr/>
          </p:nvSpPr>
          <p:spPr>
            <a:xfrm>
              <a:off x="8126423" y="9555262"/>
              <a:ext cx="28162" cy="57864"/>
            </a:xfrm>
            <a:custGeom>
              <a:avLst/>
              <a:gdLst/>
              <a:ahLst/>
              <a:cxnLst/>
              <a:rect l="0" t="0" r="0" b="0"/>
              <a:pathLst>
                <a:path w="28162" h="57864">
                  <a:moveTo>
                    <a:pt x="0" y="0"/>
                  </a:moveTo>
                  <a:lnTo>
                    <a:pt x="28162" y="5786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3" name="pl25253"/>
            <p:cNvSpPr/>
            <p:nvPr/>
          </p:nvSpPr>
          <p:spPr>
            <a:xfrm>
              <a:off x="8126423" y="9555262"/>
              <a:ext cx="38915" cy="70528"/>
            </a:xfrm>
            <a:custGeom>
              <a:avLst/>
              <a:gdLst/>
              <a:ahLst/>
              <a:cxnLst/>
              <a:rect l="0" t="0" r="0" b="0"/>
              <a:pathLst>
                <a:path w="38915" h="70528">
                  <a:moveTo>
                    <a:pt x="0" y="0"/>
                  </a:moveTo>
                  <a:lnTo>
                    <a:pt x="38915" y="70528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4" name="pl25254"/>
            <p:cNvSpPr/>
            <p:nvPr/>
          </p:nvSpPr>
          <p:spPr>
            <a:xfrm>
              <a:off x="8244057" y="9776953"/>
              <a:ext cx="15345" cy="19304"/>
            </a:xfrm>
            <a:custGeom>
              <a:avLst/>
              <a:gdLst/>
              <a:ahLst/>
              <a:cxnLst/>
              <a:rect l="0" t="0" r="0" b="0"/>
              <a:pathLst>
                <a:path w="15345" h="19304">
                  <a:moveTo>
                    <a:pt x="15345" y="1930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5" name="pl25255"/>
            <p:cNvSpPr/>
            <p:nvPr/>
          </p:nvSpPr>
          <p:spPr>
            <a:xfrm>
              <a:off x="8221122" y="9724530"/>
              <a:ext cx="17236" cy="1546"/>
            </a:xfrm>
            <a:custGeom>
              <a:avLst/>
              <a:gdLst/>
              <a:ahLst/>
              <a:cxnLst/>
              <a:rect l="0" t="0" r="0" b="0"/>
              <a:pathLst>
                <a:path w="17236" h="1546">
                  <a:moveTo>
                    <a:pt x="0" y="1546"/>
                  </a:moveTo>
                  <a:lnTo>
                    <a:pt x="1723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6" name="pl25256"/>
            <p:cNvSpPr/>
            <p:nvPr/>
          </p:nvSpPr>
          <p:spPr>
            <a:xfrm>
              <a:off x="8221122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0" y="3571"/>
                  </a:moveTo>
                  <a:lnTo>
                    <a:pt x="293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7" name="pl25257"/>
            <p:cNvSpPr/>
            <p:nvPr/>
          </p:nvSpPr>
          <p:spPr>
            <a:xfrm>
              <a:off x="8221122" y="9726076"/>
              <a:ext cx="11434" cy="7145"/>
            </a:xfrm>
            <a:custGeom>
              <a:avLst/>
              <a:gdLst/>
              <a:ahLst/>
              <a:cxnLst/>
              <a:rect l="0" t="0" r="0" b="0"/>
              <a:pathLst>
                <a:path w="11434" h="7145">
                  <a:moveTo>
                    <a:pt x="0" y="0"/>
                  </a:moveTo>
                  <a:lnTo>
                    <a:pt x="11434" y="7145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8" name="pl25258"/>
            <p:cNvSpPr/>
            <p:nvPr/>
          </p:nvSpPr>
          <p:spPr>
            <a:xfrm>
              <a:off x="8450713" y="9531326"/>
              <a:ext cx="74102" cy="8670"/>
            </a:xfrm>
            <a:custGeom>
              <a:avLst/>
              <a:gdLst/>
              <a:ahLst/>
              <a:cxnLst/>
              <a:rect l="0" t="0" r="0" b="0"/>
              <a:pathLst>
                <a:path w="74102" h="8670">
                  <a:moveTo>
                    <a:pt x="74102" y="867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59" name="pl25259"/>
            <p:cNvSpPr/>
            <p:nvPr/>
          </p:nvSpPr>
          <p:spPr>
            <a:xfrm>
              <a:off x="8502739" y="9533108"/>
              <a:ext cx="22076" cy="6888"/>
            </a:xfrm>
            <a:custGeom>
              <a:avLst/>
              <a:gdLst/>
              <a:ahLst/>
              <a:cxnLst/>
              <a:rect l="0" t="0" r="0" b="0"/>
              <a:pathLst>
                <a:path w="22076" h="6888">
                  <a:moveTo>
                    <a:pt x="22076" y="68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0" name="pl25260"/>
            <p:cNvSpPr/>
            <p:nvPr/>
          </p:nvSpPr>
          <p:spPr>
            <a:xfrm>
              <a:off x="7958824" y="9604615"/>
              <a:ext cx="5322" cy="1603"/>
            </a:xfrm>
            <a:custGeom>
              <a:avLst/>
              <a:gdLst/>
              <a:ahLst/>
              <a:cxnLst/>
              <a:rect l="0" t="0" r="0" b="0"/>
              <a:pathLst>
                <a:path w="5322" h="1603">
                  <a:moveTo>
                    <a:pt x="5322" y="0"/>
                  </a:moveTo>
                  <a:lnTo>
                    <a:pt x="0" y="1603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1" name="pl25261"/>
            <p:cNvSpPr/>
            <p:nvPr/>
          </p:nvSpPr>
          <p:spPr>
            <a:xfrm>
              <a:off x="8260458" y="9918031"/>
              <a:ext cx="24782" cy="17931"/>
            </a:xfrm>
            <a:custGeom>
              <a:avLst/>
              <a:gdLst/>
              <a:ahLst/>
              <a:cxnLst/>
              <a:rect l="0" t="0" r="0" b="0"/>
              <a:pathLst>
                <a:path w="24782" h="17931">
                  <a:moveTo>
                    <a:pt x="0" y="0"/>
                  </a:moveTo>
                  <a:lnTo>
                    <a:pt x="24782" y="179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2" name="pl25262"/>
            <p:cNvSpPr/>
            <p:nvPr/>
          </p:nvSpPr>
          <p:spPr>
            <a:xfrm>
              <a:off x="8148787" y="9760691"/>
              <a:ext cx="7965" cy="5498"/>
            </a:xfrm>
            <a:custGeom>
              <a:avLst/>
              <a:gdLst/>
              <a:ahLst/>
              <a:cxnLst/>
              <a:rect l="0" t="0" r="0" b="0"/>
              <a:pathLst>
                <a:path w="7965" h="5498">
                  <a:moveTo>
                    <a:pt x="7965" y="0"/>
                  </a:moveTo>
                  <a:lnTo>
                    <a:pt x="0" y="5498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3" name="pl25263"/>
            <p:cNvSpPr/>
            <p:nvPr/>
          </p:nvSpPr>
          <p:spPr>
            <a:xfrm>
              <a:off x="8363279" y="9513265"/>
              <a:ext cx="114845" cy="133907"/>
            </a:xfrm>
            <a:custGeom>
              <a:avLst/>
              <a:gdLst/>
              <a:ahLst/>
              <a:cxnLst/>
              <a:rect l="0" t="0" r="0" b="0"/>
              <a:pathLst>
                <a:path w="114845" h="133907">
                  <a:moveTo>
                    <a:pt x="114845" y="13390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4" name="pl25264"/>
            <p:cNvSpPr/>
            <p:nvPr/>
          </p:nvSpPr>
          <p:spPr>
            <a:xfrm>
              <a:off x="8478124" y="9647172"/>
              <a:ext cx="68840" cy="24822"/>
            </a:xfrm>
            <a:custGeom>
              <a:avLst/>
              <a:gdLst/>
              <a:ahLst/>
              <a:cxnLst/>
              <a:rect l="0" t="0" r="0" b="0"/>
              <a:pathLst>
                <a:path w="68840" h="24822">
                  <a:moveTo>
                    <a:pt x="0" y="0"/>
                  </a:moveTo>
                  <a:lnTo>
                    <a:pt x="68840" y="2482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5" name="pl25265"/>
            <p:cNvSpPr/>
            <p:nvPr/>
          </p:nvSpPr>
          <p:spPr>
            <a:xfrm>
              <a:off x="8302012" y="9662530"/>
              <a:ext cx="136786" cy="25827"/>
            </a:xfrm>
            <a:custGeom>
              <a:avLst/>
              <a:gdLst/>
              <a:ahLst/>
              <a:cxnLst/>
              <a:rect l="0" t="0" r="0" b="0"/>
              <a:pathLst>
                <a:path w="136786" h="25827">
                  <a:moveTo>
                    <a:pt x="0" y="25827"/>
                  </a:moveTo>
                  <a:lnTo>
                    <a:pt x="1367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6" name="pl25266"/>
            <p:cNvSpPr/>
            <p:nvPr/>
          </p:nvSpPr>
          <p:spPr>
            <a:xfrm>
              <a:off x="8234838" y="9688357"/>
              <a:ext cx="67173" cy="7522"/>
            </a:xfrm>
            <a:custGeom>
              <a:avLst/>
              <a:gdLst/>
              <a:ahLst/>
              <a:cxnLst/>
              <a:rect l="0" t="0" r="0" b="0"/>
              <a:pathLst>
                <a:path w="67173" h="7522">
                  <a:moveTo>
                    <a:pt x="67173" y="0"/>
                  </a:moveTo>
                  <a:lnTo>
                    <a:pt x="0" y="752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7" name="pl25267"/>
            <p:cNvSpPr/>
            <p:nvPr/>
          </p:nvSpPr>
          <p:spPr>
            <a:xfrm>
              <a:off x="8207316" y="9695356"/>
              <a:ext cx="6083" cy="22137"/>
            </a:xfrm>
            <a:custGeom>
              <a:avLst/>
              <a:gdLst/>
              <a:ahLst/>
              <a:cxnLst/>
              <a:rect l="0" t="0" r="0" b="0"/>
              <a:pathLst>
                <a:path w="6083" h="22137">
                  <a:moveTo>
                    <a:pt x="0" y="0"/>
                  </a:moveTo>
                  <a:lnTo>
                    <a:pt x="6083" y="2213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8" name="pl25268"/>
            <p:cNvSpPr/>
            <p:nvPr/>
          </p:nvSpPr>
          <p:spPr>
            <a:xfrm>
              <a:off x="8205892" y="9689241"/>
              <a:ext cx="1424" cy="6114"/>
            </a:xfrm>
            <a:custGeom>
              <a:avLst/>
              <a:gdLst/>
              <a:ahLst/>
              <a:cxnLst/>
              <a:rect l="0" t="0" r="0" b="0"/>
              <a:pathLst>
                <a:path w="1424" h="6114">
                  <a:moveTo>
                    <a:pt x="1424" y="6114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69" name="pl25269"/>
            <p:cNvSpPr/>
            <p:nvPr/>
          </p:nvSpPr>
          <p:spPr>
            <a:xfrm>
              <a:off x="8193707" y="9695356"/>
              <a:ext cx="13609" cy="12156"/>
            </a:xfrm>
            <a:custGeom>
              <a:avLst/>
              <a:gdLst/>
              <a:ahLst/>
              <a:cxnLst/>
              <a:rect l="0" t="0" r="0" b="0"/>
              <a:pathLst>
                <a:path w="13609" h="12156">
                  <a:moveTo>
                    <a:pt x="13609" y="0"/>
                  </a:moveTo>
                  <a:lnTo>
                    <a:pt x="0" y="121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0" name="pl25270"/>
            <p:cNvSpPr/>
            <p:nvPr/>
          </p:nvSpPr>
          <p:spPr>
            <a:xfrm>
              <a:off x="8207316" y="9695356"/>
              <a:ext cx="112" cy="7413"/>
            </a:xfrm>
            <a:custGeom>
              <a:avLst/>
              <a:gdLst/>
              <a:ahLst/>
              <a:cxnLst/>
              <a:rect l="0" t="0" r="0" b="0"/>
              <a:pathLst>
                <a:path w="112" h="7413">
                  <a:moveTo>
                    <a:pt x="0" y="0"/>
                  </a:moveTo>
                  <a:lnTo>
                    <a:pt x="112" y="74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1" name="pl25271"/>
            <p:cNvSpPr/>
            <p:nvPr/>
          </p:nvSpPr>
          <p:spPr>
            <a:xfrm>
              <a:off x="8192487" y="9658495"/>
              <a:ext cx="14829" cy="36860"/>
            </a:xfrm>
            <a:custGeom>
              <a:avLst/>
              <a:gdLst/>
              <a:ahLst/>
              <a:cxnLst/>
              <a:rect l="0" t="0" r="0" b="0"/>
              <a:pathLst>
                <a:path w="14829" h="36860">
                  <a:moveTo>
                    <a:pt x="14829" y="36860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2" name="pl25272"/>
            <p:cNvSpPr/>
            <p:nvPr/>
          </p:nvSpPr>
          <p:spPr>
            <a:xfrm>
              <a:off x="8207316" y="9695356"/>
              <a:ext cx="1040" cy="8587"/>
            </a:xfrm>
            <a:custGeom>
              <a:avLst/>
              <a:gdLst/>
              <a:ahLst/>
              <a:cxnLst/>
              <a:rect l="0" t="0" r="0" b="0"/>
              <a:pathLst>
                <a:path w="1040" h="8587">
                  <a:moveTo>
                    <a:pt x="0" y="0"/>
                  </a:moveTo>
                  <a:lnTo>
                    <a:pt x="1040" y="8587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3" name="pl25273"/>
            <p:cNvSpPr/>
            <p:nvPr/>
          </p:nvSpPr>
          <p:spPr>
            <a:xfrm>
              <a:off x="8181371" y="9695356"/>
              <a:ext cx="25945" cy="18792"/>
            </a:xfrm>
            <a:custGeom>
              <a:avLst/>
              <a:gdLst/>
              <a:ahLst/>
              <a:cxnLst/>
              <a:rect l="0" t="0" r="0" b="0"/>
              <a:pathLst>
                <a:path w="25945" h="18792">
                  <a:moveTo>
                    <a:pt x="25945" y="0"/>
                  </a:moveTo>
                  <a:lnTo>
                    <a:pt x="0" y="1879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4" name="pl25274"/>
            <p:cNvSpPr/>
            <p:nvPr/>
          </p:nvSpPr>
          <p:spPr>
            <a:xfrm>
              <a:off x="8207316" y="9695356"/>
              <a:ext cx="16736" cy="27149"/>
            </a:xfrm>
            <a:custGeom>
              <a:avLst/>
              <a:gdLst/>
              <a:ahLst/>
              <a:cxnLst/>
              <a:rect l="0" t="0" r="0" b="0"/>
              <a:pathLst>
                <a:path w="16736" h="27149">
                  <a:moveTo>
                    <a:pt x="0" y="0"/>
                  </a:moveTo>
                  <a:lnTo>
                    <a:pt x="16736" y="271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5" name="pl25275"/>
            <p:cNvSpPr/>
            <p:nvPr/>
          </p:nvSpPr>
          <p:spPr>
            <a:xfrm>
              <a:off x="8204356" y="9678252"/>
              <a:ext cx="2960" cy="17103"/>
            </a:xfrm>
            <a:custGeom>
              <a:avLst/>
              <a:gdLst/>
              <a:ahLst/>
              <a:cxnLst/>
              <a:rect l="0" t="0" r="0" b="0"/>
              <a:pathLst>
                <a:path w="2960" h="17103">
                  <a:moveTo>
                    <a:pt x="2960" y="17103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6" name="pl25276"/>
            <p:cNvSpPr/>
            <p:nvPr/>
          </p:nvSpPr>
          <p:spPr>
            <a:xfrm>
              <a:off x="8207316" y="9679098"/>
              <a:ext cx="1982" cy="16257"/>
            </a:xfrm>
            <a:custGeom>
              <a:avLst/>
              <a:gdLst/>
              <a:ahLst/>
              <a:cxnLst/>
              <a:rect l="0" t="0" r="0" b="0"/>
              <a:pathLst>
                <a:path w="1982" h="16257">
                  <a:moveTo>
                    <a:pt x="0" y="16257"/>
                  </a:moveTo>
                  <a:lnTo>
                    <a:pt x="1982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7" name="pl25277"/>
            <p:cNvSpPr/>
            <p:nvPr/>
          </p:nvSpPr>
          <p:spPr>
            <a:xfrm>
              <a:off x="8207316" y="9695356"/>
              <a:ext cx="12497" cy="25681"/>
            </a:xfrm>
            <a:custGeom>
              <a:avLst/>
              <a:gdLst/>
              <a:ahLst/>
              <a:cxnLst/>
              <a:rect l="0" t="0" r="0" b="0"/>
              <a:pathLst>
                <a:path w="12497" h="25681">
                  <a:moveTo>
                    <a:pt x="0" y="0"/>
                  </a:moveTo>
                  <a:lnTo>
                    <a:pt x="12497" y="2568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8" name="pl25278"/>
            <p:cNvSpPr/>
            <p:nvPr/>
          </p:nvSpPr>
          <p:spPr>
            <a:xfrm>
              <a:off x="8207316" y="9692231"/>
              <a:ext cx="5709" cy="3124"/>
            </a:xfrm>
            <a:custGeom>
              <a:avLst/>
              <a:gdLst/>
              <a:ahLst/>
              <a:cxnLst/>
              <a:rect l="0" t="0" r="0" b="0"/>
              <a:pathLst>
                <a:path w="5709" h="3124">
                  <a:moveTo>
                    <a:pt x="0" y="3124"/>
                  </a:moveTo>
                  <a:lnTo>
                    <a:pt x="5709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79" name="pl25279"/>
            <p:cNvSpPr/>
            <p:nvPr/>
          </p:nvSpPr>
          <p:spPr>
            <a:xfrm>
              <a:off x="8207316" y="9695356"/>
              <a:ext cx="12495" cy="21974"/>
            </a:xfrm>
            <a:custGeom>
              <a:avLst/>
              <a:gdLst/>
              <a:ahLst/>
              <a:cxnLst/>
              <a:rect l="0" t="0" r="0" b="0"/>
              <a:pathLst>
                <a:path w="12495" h="21974">
                  <a:moveTo>
                    <a:pt x="0" y="0"/>
                  </a:moveTo>
                  <a:lnTo>
                    <a:pt x="12495" y="219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0" name="pl25280"/>
            <p:cNvSpPr/>
            <p:nvPr/>
          </p:nvSpPr>
          <p:spPr>
            <a:xfrm>
              <a:off x="8249843" y="9659581"/>
              <a:ext cx="9871" cy="13047"/>
            </a:xfrm>
            <a:custGeom>
              <a:avLst/>
              <a:gdLst/>
              <a:ahLst/>
              <a:cxnLst/>
              <a:rect l="0" t="0" r="0" b="0"/>
              <a:pathLst>
                <a:path w="9871" h="13047">
                  <a:moveTo>
                    <a:pt x="9871" y="0"/>
                  </a:moveTo>
                  <a:lnTo>
                    <a:pt x="0" y="13047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1" name="pl25281"/>
            <p:cNvSpPr/>
            <p:nvPr/>
          </p:nvSpPr>
          <p:spPr>
            <a:xfrm>
              <a:off x="9022295" y="9928314"/>
              <a:ext cx="11092" cy="32666"/>
            </a:xfrm>
            <a:custGeom>
              <a:avLst/>
              <a:gdLst/>
              <a:ahLst/>
              <a:cxnLst/>
              <a:rect l="0" t="0" r="0" b="0"/>
              <a:pathLst>
                <a:path w="11092" h="32666">
                  <a:moveTo>
                    <a:pt x="11092" y="0"/>
                  </a:moveTo>
                  <a:lnTo>
                    <a:pt x="0" y="326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2" name="pl25282"/>
            <p:cNvSpPr/>
            <p:nvPr/>
          </p:nvSpPr>
          <p:spPr>
            <a:xfrm>
              <a:off x="7720816" y="8963504"/>
              <a:ext cx="8228" cy="2935"/>
            </a:xfrm>
            <a:custGeom>
              <a:avLst/>
              <a:gdLst/>
              <a:ahLst/>
              <a:cxnLst/>
              <a:rect l="0" t="0" r="0" b="0"/>
              <a:pathLst>
                <a:path w="8228" h="2935">
                  <a:moveTo>
                    <a:pt x="0" y="0"/>
                  </a:moveTo>
                  <a:lnTo>
                    <a:pt x="8228" y="293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3" name="pl25283"/>
            <p:cNvSpPr/>
            <p:nvPr/>
          </p:nvSpPr>
          <p:spPr>
            <a:xfrm>
              <a:off x="8296695" y="9429700"/>
              <a:ext cx="59595" cy="30975"/>
            </a:xfrm>
            <a:custGeom>
              <a:avLst/>
              <a:gdLst/>
              <a:ahLst/>
              <a:cxnLst/>
              <a:rect l="0" t="0" r="0" b="0"/>
              <a:pathLst>
                <a:path w="59595" h="30975">
                  <a:moveTo>
                    <a:pt x="0" y="30975"/>
                  </a:moveTo>
                  <a:lnTo>
                    <a:pt x="595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4" name="pl25284"/>
            <p:cNvSpPr/>
            <p:nvPr/>
          </p:nvSpPr>
          <p:spPr>
            <a:xfrm>
              <a:off x="8191956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104739" y="0"/>
                  </a:moveTo>
                  <a:lnTo>
                    <a:pt x="0" y="4780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5" name="pl25285"/>
            <p:cNvSpPr/>
            <p:nvPr/>
          </p:nvSpPr>
          <p:spPr>
            <a:xfrm>
              <a:off x="8134216" y="10379686"/>
              <a:ext cx="1707" cy="7389"/>
            </a:xfrm>
            <a:custGeom>
              <a:avLst/>
              <a:gdLst/>
              <a:ahLst/>
              <a:cxnLst/>
              <a:rect l="0" t="0" r="0" b="0"/>
              <a:pathLst>
                <a:path w="1707" h="7389">
                  <a:moveTo>
                    <a:pt x="0" y="0"/>
                  </a:moveTo>
                  <a:lnTo>
                    <a:pt x="1707" y="7389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6" name="pl25286"/>
            <p:cNvSpPr/>
            <p:nvPr/>
          </p:nvSpPr>
          <p:spPr>
            <a:xfrm>
              <a:off x="8129350" y="10376255"/>
              <a:ext cx="4866" cy="3431"/>
            </a:xfrm>
            <a:custGeom>
              <a:avLst/>
              <a:gdLst/>
              <a:ahLst/>
              <a:cxnLst/>
              <a:rect l="0" t="0" r="0" b="0"/>
              <a:pathLst>
                <a:path w="4866" h="3431">
                  <a:moveTo>
                    <a:pt x="4866" y="343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7" name="pl25287"/>
            <p:cNvSpPr/>
            <p:nvPr/>
          </p:nvSpPr>
          <p:spPr>
            <a:xfrm>
              <a:off x="8134216" y="10379686"/>
              <a:ext cx="9995" cy="2349"/>
            </a:xfrm>
            <a:custGeom>
              <a:avLst/>
              <a:gdLst/>
              <a:ahLst/>
              <a:cxnLst/>
              <a:rect l="0" t="0" r="0" b="0"/>
              <a:pathLst>
                <a:path w="9995" h="2349">
                  <a:moveTo>
                    <a:pt x="0" y="0"/>
                  </a:moveTo>
                  <a:lnTo>
                    <a:pt x="9995" y="234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8" name="pl25288"/>
            <p:cNvSpPr/>
            <p:nvPr/>
          </p:nvSpPr>
          <p:spPr>
            <a:xfrm>
              <a:off x="8173198" y="9626431"/>
              <a:ext cx="6762" cy="23557"/>
            </a:xfrm>
            <a:custGeom>
              <a:avLst/>
              <a:gdLst/>
              <a:ahLst/>
              <a:cxnLst/>
              <a:rect l="0" t="0" r="0" b="0"/>
              <a:pathLst>
                <a:path w="6762" h="23557">
                  <a:moveTo>
                    <a:pt x="0" y="0"/>
                  </a:moveTo>
                  <a:lnTo>
                    <a:pt x="6762" y="2355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89" name="pl25289"/>
            <p:cNvSpPr/>
            <p:nvPr/>
          </p:nvSpPr>
          <p:spPr>
            <a:xfrm>
              <a:off x="8150631" y="9609251"/>
              <a:ext cx="22567" cy="17180"/>
            </a:xfrm>
            <a:custGeom>
              <a:avLst/>
              <a:gdLst/>
              <a:ahLst/>
              <a:cxnLst/>
              <a:rect l="0" t="0" r="0" b="0"/>
              <a:pathLst>
                <a:path w="22567" h="17180">
                  <a:moveTo>
                    <a:pt x="22567" y="1718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0" name="pl25290"/>
            <p:cNvSpPr/>
            <p:nvPr/>
          </p:nvSpPr>
          <p:spPr>
            <a:xfrm>
              <a:off x="8173198" y="9626431"/>
              <a:ext cx="19288" cy="32063"/>
            </a:xfrm>
            <a:custGeom>
              <a:avLst/>
              <a:gdLst/>
              <a:ahLst/>
              <a:cxnLst/>
              <a:rect l="0" t="0" r="0" b="0"/>
              <a:pathLst>
                <a:path w="19288" h="32063">
                  <a:moveTo>
                    <a:pt x="0" y="0"/>
                  </a:moveTo>
                  <a:lnTo>
                    <a:pt x="19288" y="32063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1" name="pl25291"/>
            <p:cNvSpPr/>
            <p:nvPr/>
          </p:nvSpPr>
          <p:spPr>
            <a:xfrm>
              <a:off x="8173198" y="9626431"/>
              <a:ext cx="35158" cy="77511"/>
            </a:xfrm>
            <a:custGeom>
              <a:avLst/>
              <a:gdLst/>
              <a:ahLst/>
              <a:cxnLst/>
              <a:rect l="0" t="0" r="0" b="0"/>
              <a:pathLst>
                <a:path w="35158" h="77511">
                  <a:moveTo>
                    <a:pt x="0" y="0"/>
                  </a:moveTo>
                  <a:lnTo>
                    <a:pt x="35158" y="775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2" name="pl25292"/>
            <p:cNvSpPr/>
            <p:nvPr/>
          </p:nvSpPr>
          <p:spPr>
            <a:xfrm>
              <a:off x="8173198" y="9626431"/>
              <a:ext cx="29013" cy="69725"/>
            </a:xfrm>
            <a:custGeom>
              <a:avLst/>
              <a:gdLst/>
              <a:ahLst/>
              <a:cxnLst/>
              <a:rect l="0" t="0" r="0" b="0"/>
              <a:pathLst>
                <a:path w="29013" h="69725">
                  <a:moveTo>
                    <a:pt x="0" y="0"/>
                  </a:moveTo>
                  <a:lnTo>
                    <a:pt x="29013" y="6972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3" name="pl25293"/>
            <p:cNvSpPr/>
            <p:nvPr/>
          </p:nvSpPr>
          <p:spPr>
            <a:xfrm>
              <a:off x="8173198" y="9626431"/>
              <a:ext cx="7854" cy="41564"/>
            </a:xfrm>
            <a:custGeom>
              <a:avLst/>
              <a:gdLst/>
              <a:ahLst/>
              <a:cxnLst/>
              <a:rect l="0" t="0" r="0" b="0"/>
              <a:pathLst>
                <a:path w="7854" h="41564">
                  <a:moveTo>
                    <a:pt x="0" y="0"/>
                  </a:moveTo>
                  <a:lnTo>
                    <a:pt x="7854" y="4156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4" name="pl25294"/>
            <p:cNvSpPr/>
            <p:nvPr/>
          </p:nvSpPr>
          <p:spPr>
            <a:xfrm>
              <a:off x="8173198" y="9626431"/>
              <a:ext cx="31157" cy="51820"/>
            </a:xfrm>
            <a:custGeom>
              <a:avLst/>
              <a:gdLst/>
              <a:ahLst/>
              <a:cxnLst/>
              <a:rect l="0" t="0" r="0" b="0"/>
              <a:pathLst>
                <a:path w="31157" h="51820">
                  <a:moveTo>
                    <a:pt x="0" y="0"/>
                  </a:moveTo>
                  <a:lnTo>
                    <a:pt x="31157" y="518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5" name="pl25295"/>
            <p:cNvSpPr/>
            <p:nvPr/>
          </p:nvSpPr>
          <p:spPr>
            <a:xfrm>
              <a:off x="8173198" y="9626431"/>
              <a:ext cx="31446" cy="68016"/>
            </a:xfrm>
            <a:custGeom>
              <a:avLst/>
              <a:gdLst/>
              <a:ahLst/>
              <a:cxnLst/>
              <a:rect l="0" t="0" r="0" b="0"/>
              <a:pathLst>
                <a:path w="31446" h="68016">
                  <a:moveTo>
                    <a:pt x="0" y="0"/>
                  </a:moveTo>
                  <a:lnTo>
                    <a:pt x="31446" y="6801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6" name="pl25296"/>
            <p:cNvSpPr/>
            <p:nvPr/>
          </p:nvSpPr>
          <p:spPr>
            <a:xfrm>
              <a:off x="8173198" y="9626431"/>
              <a:ext cx="11175" cy="38340"/>
            </a:xfrm>
            <a:custGeom>
              <a:avLst/>
              <a:gdLst/>
              <a:ahLst/>
              <a:cxnLst/>
              <a:rect l="0" t="0" r="0" b="0"/>
              <a:pathLst>
                <a:path w="11175" h="38340">
                  <a:moveTo>
                    <a:pt x="0" y="0"/>
                  </a:moveTo>
                  <a:lnTo>
                    <a:pt x="11175" y="3834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7" name="pl25297"/>
            <p:cNvSpPr/>
            <p:nvPr/>
          </p:nvSpPr>
          <p:spPr>
            <a:xfrm>
              <a:off x="9063120" y="9791829"/>
              <a:ext cx="9847" cy="27495"/>
            </a:xfrm>
            <a:custGeom>
              <a:avLst/>
              <a:gdLst/>
              <a:ahLst/>
              <a:cxnLst/>
              <a:rect l="0" t="0" r="0" b="0"/>
              <a:pathLst>
                <a:path w="9847" h="27495">
                  <a:moveTo>
                    <a:pt x="9847" y="0"/>
                  </a:moveTo>
                  <a:lnTo>
                    <a:pt x="0" y="274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8" name="pl25298"/>
            <p:cNvSpPr/>
            <p:nvPr/>
          </p:nvSpPr>
          <p:spPr>
            <a:xfrm>
              <a:off x="8380482" y="9222783"/>
              <a:ext cx="16609" cy="40160"/>
            </a:xfrm>
            <a:custGeom>
              <a:avLst/>
              <a:gdLst/>
              <a:ahLst/>
              <a:cxnLst/>
              <a:rect l="0" t="0" r="0" b="0"/>
              <a:pathLst>
                <a:path w="16609" h="40160">
                  <a:moveTo>
                    <a:pt x="16609" y="0"/>
                  </a:moveTo>
                  <a:lnTo>
                    <a:pt x="0" y="4016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299" name="pl25299"/>
            <p:cNvSpPr/>
            <p:nvPr/>
          </p:nvSpPr>
          <p:spPr>
            <a:xfrm>
              <a:off x="8397091" y="9185781"/>
              <a:ext cx="13039" cy="37001"/>
            </a:xfrm>
            <a:custGeom>
              <a:avLst/>
              <a:gdLst/>
              <a:ahLst/>
              <a:cxnLst/>
              <a:rect l="0" t="0" r="0" b="0"/>
              <a:pathLst>
                <a:path w="13039" h="37001">
                  <a:moveTo>
                    <a:pt x="0" y="37001"/>
                  </a:moveTo>
                  <a:lnTo>
                    <a:pt x="1303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0" name="pl25300"/>
            <p:cNvSpPr/>
            <p:nvPr/>
          </p:nvSpPr>
          <p:spPr>
            <a:xfrm>
              <a:off x="8713692" y="10331640"/>
              <a:ext cx="797" cy="13660"/>
            </a:xfrm>
            <a:custGeom>
              <a:avLst/>
              <a:gdLst/>
              <a:ahLst/>
              <a:cxnLst/>
              <a:rect l="0" t="0" r="0" b="0"/>
              <a:pathLst>
                <a:path w="797" h="13660">
                  <a:moveTo>
                    <a:pt x="0" y="0"/>
                  </a:moveTo>
                  <a:lnTo>
                    <a:pt x="797" y="1366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1" name="pl25301"/>
            <p:cNvSpPr/>
            <p:nvPr/>
          </p:nvSpPr>
          <p:spPr>
            <a:xfrm>
              <a:off x="8373170" y="10478501"/>
              <a:ext cx="22544" cy="504"/>
            </a:xfrm>
            <a:custGeom>
              <a:avLst/>
              <a:gdLst/>
              <a:ahLst/>
              <a:cxnLst/>
              <a:rect l="0" t="0" r="0" b="0"/>
              <a:pathLst>
                <a:path w="22544" h="504">
                  <a:moveTo>
                    <a:pt x="22544" y="0"/>
                  </a:moveTo>
                  <a:lnTo>
                    <a:pt x="0" y="50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2" name="pl25302"/>
            <p:cNvSpPr/>
            <p:nvPr/>
          </p:nvSpPr>
          <p:spPr>
            <a:xfrm>
              <a:off x="8167152" y="9618620"/>
              <a:ext cx="10116" cy="62418"/>
            </a:xfrm>
            <a:custGeom>
              <a:avLst/>
              <a:gdLst/>
              <a:ahLst/>
              <a:cxnLst/>
              <a:rect l="0" t="0" r="0" b="0"/>
              <a:pathLst>
                <a:path w="10116" h="62418">
                  <a:moveTo>
                    <a:pt x="0" y="0"/>
                  </a:moveTo>
                  <a:lnTo>
                    <a:pt x="10116" y="62418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3" name="pl25303"/>
            <p:cNvSpPr/>
            <p:nvPr/>
          </p:nvSpPr>
          <p:spPr>
            <a:xfrm>
              <a:off x="8219809" y="9713682"/>
              <a:ext cx="6029" cy="857"/>
            </a:xfrm>
            <a:custGeom>
              <a:avLst/>
              <a:gdLst/>
              <a:ahLst/>
              <a:cxnLst/>
              <a:rect l="0" t="0" r="0" b="0"/>
              <a:pathLst>
                <a:path w="6029" h="857">
                  <a:moveTo>
                    <a:pt x="0" y="857"/>
                  </a:moveTo>
                  <a:lnTo>
                    <a:pt x="6029" y="0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4" name="pl25304"/>
            <p:cNvSpPr/>
            <p:nvPr/>
          </p:nvSpPr>
          <p:spPr>
            <a:xfrm>
              <a:off x="7471365" y="9900887"/>
              <a:ext cx="2429" cy="20650"/>
            </a:xfrm>
            <a:custGeom>
              <a:avLst/>
              <a:gdLst/>
              <a:ahLst/>
              <a:cxnLst/>
              <a:rect l="0" t="0" r="0" b="0"/>
              <a:pathLst>
                <a:path w="2429" h="20650">
                  <a:moveTo>
                    <a:pt x="2429" y="206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5" name="pl25305"/>
            <p:cNvSpPr/>
            <p:nvPr/>
          </p:nvSpPr>
          <p:spPr>
            <a:xfrm>
              <a:off x="8151100" y="9842830"/>
              <a:ext cx="49646" cy="99151"/>
            </a:xfrm>
            <a:custGeom>
              <a:avLst/>
              <a:gdLst/>
              <a:ahLst/>
              <a:cxnLst/>
              <a:rect l="0" t="0" r="0" b="0"/>
              <a:pathLst>
                <a:path w="49646" h="99151">
                  <a:moveTo>
                    <a:pt x="49646" y="0"/>
                  </a:moveTo>
                  <a:lnTo>
                    <a:pt x="0" y="9915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6" name="pl25306"/>
            <p:cNvSpPr/>
            <p:nvPr/>
          </p:nvSpPr>
          <p:spPr>
            <a:xfrm>
              <a:off x="8141747" y="9702925"/>
              <a:ext cx="58998" cy="139904"/>
            </a:xfrm>
            <a:custGeom>
              <a:avLst/>
              <a:gdLst/>
              <a:ahLst/>
              <a:cxnLst/>
              <a:rect l="0" t="0" r="0" b="0"/>
              <a:pathLst>
                <a:path w="58998" h="139904">
                  <a:moveTo>
                    <a:pt x="58998" y="13990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7" name="pl25307"/>
            <p:cNvSpPr/>
            <p:nvPr/>
          </p:nvSpPr>
          <p:spPr>
            <a:xfrm>
              <a:off x="8200746" y="9842830"/>
              <a:ext cx="66628" cy="53379"/>
            </a:xfrm>
            <a:custGeom>
              <a:avLst/>
              <a:gdLst/>
              <a:ahLst/>
              <a:cxnLst/>
              <a:rect l="0" t="0" r="0" b="0"/>
              <a:pathLst>
                <a:path w="66628" h="53379">
                  <a:moveTo>
                    <a:pt x="0" y="0"/>
                  </a:moveTo>
                  <a:lnTo>
                    <a:pt x="66628" y="5337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8" name="pl25308"/>
            <p:cNvSpPr/>
            <p:nvPr/>
          </p:nvSpPr>
          <p:spPr>
            <a:xfrm>
              <a:off x="8166473" y="9721307"/>
              <a:ext cx="34273" cy="121522"/>
            </a:xfrm>
            <a:custGeom>
              <a:avLst/>
              <a:gdLst/>
              <a:ahLst/>
              <a:cxnLst/>
              <a:rect l="0" t="0" r="0" b="0"/>
              <a:pathLst>
                <a:path w="34273" h="121522">
                  <a:moveTo>
                    <a:pt x="34273" y="12152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09" name="pl25309"/>
            <p:cNvSpPr/>
            <p:nvPr/>
          </p:nvSpPr>
          <p:spPr>
            <a:xfrm>
              <a:off x="8177124" y="9842830"/>
              <a:ext cx="23622" cy="154411"/>
            </a:xfrm>
            <a:custGeom>
              <a:avLst/>
              <a:gdLst/>
              <a:ahLst/>
              <a:cxnLst/>
              <a:rect l="0" t="0" r="0" b="0"/>
              <a:pathLst>
                <a:path w="23622" h="154411">
                  <a:moveTo>
                    <a:pt x="23622" y="0"/>
                  </a:moveTo>
                  <a:lnTo>
                    <a:pt x="0" y="15441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0" name="pl25310"/>
            <p:cNvSpPr/>
            <p:nvPr/>
          </p:nvSpPr>
          <p:spPr>
            <a:xfrm>
              <a:off x="8264625" y="9670128"/>
              <a:ext cx="4627" cy="23082"/>
            </a:xfrm>
            <a:custGeom>
              <a:avLst/>
              <a:gdLst/>
              <a:ahLst/>
              <a:cxnLst/>
              <a:rect l="0" t="0" r="0" b="0"/>
              <a:pathLst>
                <a:path w="4627" h="23082">
                  <a:moveTo>
                    <a:pt x="4627" y="0"/>
                  </a:moveTo>
                  <a:lnTo>
                    <a:pt x="0" y="23082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1" name="pl25311"/>
            <p:cNvSpPr/>
            <p:nvPr/>
          </p:nvSpPr>
          <p:spPr>
            <a:xfrm>
              <a:off x="8269252" y="9650008"/>
              <a:ext cx="15792" cy="20119"/>
            </a:xfrm>
            <a:custGeom>
              <a:avLst/>
              <a:gdLst/>
              <a:ahLst/>
              <a:cxnLst/>
              <a:rect l="0" t="0" r="0" b="0"/>
              <a:pathLst>
                <a:path w="15792" h="20119">
                  <a:moveTo>
                    <a:pt x="0" y="20119"/>
                  </a:moveTo>
                  <a:lnTo>
                    <a:pt x="1579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2" name="pl25312"/>
            <p:cNvSpPr/>
            <p:nvPr/>
          </p:nvSpPr>
          <p:spPr>
            <a:xfrm>
              <a:off x="8367267" y="9740124"/>
              <a:ext cx="9595" cy="45"/>
            </a:xfrm>
            <a:custGeom>
              <a:avLst/>
              <a:gdLst/>
              <a:ahLst/>
              <a:cxnLst/>
              <a:rect l="0" t="0" r="0" b="0"/>
              <a:pathLst>
                <a:path w="9595" h="45">
                  <a:moveTo>
                    <a:pt x="9595" y="45"/>
                  </a:moveTo>
                  <a:lnTo>
                    <a:pt x="0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3" name="pl25313"/>
            <p:cNvSpPr/>
            <p:nvPr/>
          </p:nvSpPr>
          <p:spPr>
            <a:xfrm>
              <a:off x="8156752" y="9750532"/>
              <a:ext cx="21486" cy="10158"/>
            </a:xfrm>
            <a:custGeom>
              <a:avLst/>
              <a:gdLst/>
              <a:ahLst/>
              <a:cxnLst/>
              <a:rect l="0" t="0" r="0" b="0"/>
              <a:pathLst>
                <a:path w="21486" h="10158">
                  <a:moveTo>
                    <a:pt x="21486" y="0"/>
                  </a:moveTo>
                  <a:lnTo>
                    <a:pt x="0" y="101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4" name="pl25314"/>
            <p:cNvSpPr/>
            <p:nvPr/>
          </p:nvSpPr>
          <p:spPr>
            <a:xfrm>
              <a:off x="8178239" y="9750532"/>
              <a:ext cx="23057" cy="4307"/>
            </a:xfrm>
            <a:custGeom>
              <a:avLst/>
              <a:gdLst/>
              <a:ahLst/>
              <a:cxnLst/>
              <a:rect l="0" t="0" r="0" b="0"/>
              <a:pathLst>
                <a:path w="23057" h="4307">
                  <a:moveTo>
                    <a:pt x="0" y="0"/>
                  </a:moveTo>
                  <a:lnTo>
                    <a:pt x="23057" y="4307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5" name="pl25315"/>
            <p:cNvSpPr/>
            <p:nvPr/>
          </p:nvSpPr>
          <p:spPr>
            <a:xfrm>
              <a:off x="8167067" y="9750532"/>
              <a:ext cx="11171" cy="7566"/>
            </a:xfrm>
            <a:custGeom>
              <a:avLst/>
              <a:gdLst/>
              <a:ahLst/>
              <a:cxnLst/>
              <a:rect l="0" t="0" r="0" b="0"/>
              <a:pathLst>
                <a:path w="11171" h="7566">
                  <a:moveTo>
                    <a:pt x="11171" y="0"/>
                  </a:moveTo>
                  <a:lnTo>
                    <a:pt x="0" y="75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6" name="pl25316"/>
            <p:cNvSpPr/>
            <p:nvPr/>
          </p:nvSpPr>
          <p:spPr>
            <a:xfrm>
              <a:off x="8171569" y="9750532"/>
              <a:ext cx="6669" cy="4069"/>
            </a:xfrm>
            <a:custGeom>
              <a:avLst/>
              <a:gdLst/>
              <a:ahLst/>
              <a:cxnLst/>
              <a:rect l="0" t="0" r="0" b="0"/>
              <a:pathLst>
                <a:path w="6669" h="4069">
                  <a:moveTo>
                    <a:pt x="6669" y="0"/>
                  </a:moveTo>
                  <a:lnTo>
                    <a:pt x="0" y="4069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7" name="pl25317"/>
            <p:cNvSpPr/>
            <p:nvPr/>
          </p:nvSpPr>
          <p:spPr>
            <a:xfrm>
              <a:off x="8177836" y="9750532"/>
              <a:ext cx="402" cy="14004"/>
            </a:xfrm>
            <a:custGeom>
              <a:avLst/>
              <a:gdLst/>
              <a:ahLst/>
              <a:cxnLst/>
              <a:rect l="0" t="0" r="0" b="0"/>
              <a:pathLst>
                <a:path w="402" h="14004">
                  <a:moveTo>
                    <a:pt x="402" y="0"/>
                  </a:moveTo>
                  <a:lnTo>
                    <a:pt x="0" y="1400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8" name="pl25318"/>
            <p:cNvSpPr/>
            <p:nvPr/>
          </p:nvSpPr>
          <p:spPr>
            <a:xfrm>
              <a:off x="8178239" y="9749754"/>
              <a:ext cx="32656" cy="777"/>
            </a:xfrm>
            <a:custGeom>
              <a:avLst/>
              <a:gdLst/>
              <a:ahLst/>
              <a:cxnLst/>
              <a:rect l="0" t="0" r="0" b="0"/>
              <a:pathLst>
                <a:path w="32656" h="777">
                  <a:moveTo>
                    <a:pt x="0" y="777"/>
                  </a:moveTo>
                  <a:lnTo>
                    <a:pt x="326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19" name="pl25319"/>
            <p:cNvSpPr/>
            <p:nvPr/>
          </p:nvSpPr>
          <p:spPr>
            <a:xfrm>
              <a:off x="8177269" y="9681039"/>
              <a:ext cx="969" cy="69493"/>
            </a:xfrm>
            <a:custGeom>
              <a:avLst/>
              <a:gdLst/>
              <a:ahLst/>
              <a:cxnLst/>
              <a:rect l="0" t="0" r="0" b="0"/>
              <a:pathLst>
                <a:path w="969" h="69493">
                  <a:moveTo>
                    <a:pt x="969" y="6949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0" name="pl25320"/>
            <p:cNvSpPr/>
            <p:nvPr/>
          </p:nvSpPr>
          <p:spPr>
            <a:xfrm>
              <a:off x="8137155" y="9750532"/>
              <a:ext cx="41083" cy="21322"/>
            </a:xfrm>
            <a:custGeom>
              <a:avLst/>
              <a:gdLst/>
              <a:ahLst/>
              <a:cxnLst/>
              <a:rect l="0" t="0" r="0" b="0"/>
              <a:pathLst>
                <a:path w="41083" h="21322">
                  <a:moveTo>
                    <a:pt x="41083" y="0"/>
                  </a:moveTo>
                  <a:lnTo>
                    <a:pt x="0" y="2132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1" name="pl25321"/>
            <p:cNvSpPr/>
            <p:nvPr/>
          </p:nvSpPr>
          <p:spPr>
            <a:xfrm>
              <a:off x="8178239" y="9750532"/>
              <a:ext cx="6857" cy="3950"/>
            </a:xfrm>
            <a:custGeom>
              <a:avLst/>
              <a:gdLst/>
              <a:ahLst/>
              <a:cxnLst/>
              <a:rect l="0" t="0" r="0" b="0"/>
              <a:pathLst>
                <a:path w="6857" h="3950">
                  <a:moveTo>
                    <a:pt x="0" y="0"/>
                  </a:moveTo>
                  <a:lnTo>
                    <a:pt x="6857" y="3950"/>
                  </a:lnTo>
                </a:path>
              </a:pathLst>
            </a:custGeom>
            <a:ln w="41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2" name="pl25322"/>
            <p:cNvSpPr/>
            <p:nvPr/>
          </p:nvSpPr>
          <p:spPr>
            <a:xfrm>
              <a:off x="8169736" y="9750532"/>
              <a:ext cx="8502" cy="9005"/>
            </a:xfrm>
            <a:custGeom>
              <a:avLst/>
              <a:gdLst/>
              <a:ahLst/>
              <a:cxnLst/>
              <a:rect l="0" t="0" r="0" b="0"/>
              <a:pathLst>
                <a:path w="8502" h="9005">
                  <a:moveTo>
                    <a:pt x="8502" y="0"/>
                  </a:moveTo>
                  <a:lnTo>
                    <a:pt x="0" y="9005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3" name="pl25323"/>
            <p:cNvSpPr/>
            <p:nvPr/>
          </p:nvSpPr>
          <p:spPr>
            <a:xfrm>
              <a:off x="8160845" y="9750532"/>
              <a:ext cx="17393" cy="11352"/>
            </a:xfrm>
            <a:custGeom>
              <a:avLst/>
              <a:gdLst/>
              <a:ahLst/>
              <a:cxnLst/>
              <a:rect l="0" t="0" r="0" b="0"/>
              <a:pathLst>
                <a:path w="17393" h="11352">
                  <a:moveTo>
                    <a:pt x="17393" y="0"/>
                  </a:moveTo>
                  <a:lnTo>
                    <a:pt x="0" y="1135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4" name="pl25324"/>
            <p:cNvSpPr/>
            <p:nvPr/>
          </p:nvSpPr>
          <p:spPr>
            <a:xfrm>
              <a:off x="8089540" y="10494632"/>
              <a:ext cx="5798" cy="1276"/>
            </a:xfrm>
            <a:custGeom>
              <a:avLst/>
              <a:gdLst/>
              <a:ahLst/>
              <a:cxnLst/>
              <a:rect l="0" t="0" r="0" b="0"/>
              <a:pathLst>
                <a:path w="5798" h="1276">
                  <a:moveTo>
                    <a:pt x="0" y="1276"/>
                  </a:moveTo>
                  <a:lnTo>
                    <a:pt x="579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5" name="pl25325"/>
            <p:cNvSpPr/>
            <p:nvPr/>
          </p:nvSpPr>
          <p:spPr>
            <a:xfrm>
              <a:off x="8179961" y="9649989"/>
              <a:ext cx="14762" cy="48587"/>
            </a:xfrm>
            <a:custGeom>
              <a:avLst/>
              <a:gdLst/>
              <a:ahLst/>
              <a:cxnLst/>
              <a:rect l="0" t="0" r="0" b="0"/>
              <a:pathLst>
                <a:path w="14762" h="48587">
                  <a:moveTo>
                    <a:pt x="14762" y="4858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6" name="pl25326"/>
            <p:cNvSpPr/>
            <p:nvPr/>
          </p:nvSpPr>
          <p:spPr>
            <a:xfrm>
              <a:off x="8194723" y="9698577"/>
              <a:ext cx="25085" cy="15962"/>
            </a:xfrm>
            <a:custGeom>
              <a:avLst/>
              <a:gdLst/>
              <a:ahLst/>
              <a:cxnLst/>
              <a:rect l="0" t="0" r="0" b="0"/>
              <a:pathLst>
                <a:path w="25085" h="15962">
                  <a:moveTo>
                    <a:pt x="0" y="0"/>
                  </a:moveTo>
                  <a:lnTo>
                    <a:pt x="25085" y="1596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7" name="pl25327"/>
            <p:cNvSpPr/>
            <p:nvPr/>
          </p:nvSpPr>
          <p:spPr>
            <a:xfrm>
              <a:off x="8194723" y="9698577"/>
              <a:ext cx="12370" cy="19268"/>
            </a:xfrm>
            <a:custGeom>
              <a:avLst/>
              <a:gdLst/>
              <a:ahLst/>
              <a:cxnLst/>
              <a:rect l="0" t="0" r="0" b="0"/>
              <a:pathLst>
                <a:path w="12370" h="19268">
                  <a:moveTo>
                    <a:pt x="0" y="0"/>
                  </a:moveTo>
                  <a:lnTo>
                    <a:pt x="12370" y="1926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8" name="pl25328"/>
            <p:cNvSpPr/>
            <p:nvPr/>
          </p:nvSpPr>
          <p:spPr>
            <a:xfrm>
              <a:off x="8187055" y="9698577"/>
              <a:ext cx="7668" cy="20291"/>
            </a:xfrm>
            <a:custGeom>
              <a:avLst/>
              <a:gdLst/>
              <a:ahLst/>
              <a:cxnLst/>
              <a:rect l="0" t="0" r="0" b="0"/>
              <a:pathLst>
                <a:path w="7668" h="20291">
                  <a:moveTo>
                    <a:pt x="7668" y="0"/>
                  </a:moveTo>
                  <a:lnTo>
                    <a:pt x="0" y="2029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29" name="pl25329"/>
            <p:cNvSpPr/>
            <p:nvPr/>
          </p:nvSpPr>
          <p:spPr>
            <a:xfrm>
              <a:off x="8194723" y="9689241"/>
              <a:ext cx="11168" cy="9335"/>
            </a:xfrm>
            <a:custGeom>
              <a:avLst/>
              <a:gdLst/>
              <a:ahLst/>
              <a:cxnLst/>
              <a:rect l="0" t="0" r="0" b="0"/>
              <a:pathLst>
                <a:path w="11168" h="9335">
                  <a:moveTo>
                    <a:pt x="0" y="9335"/>
                  </a:moveTo>
                  <a:lnTo>
                    <a:pt x="11168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0" name="pl25330"/>
            <p:cNvSpPr/>
            <p:nvPr/>
          </p:nvSpPr>
          <p:spPr>
            <a:xfrm>
              <a:off x="8174072" y="9643338"/>
              <a:ext cx="20651" cy="55238"/>
            </a:xfrm>
            <a:custGeom>
              <a:avLst/>
              <a:gdLst/>
              <a:ahLst/>
              <a:cxnLst/>
              <a:rect l="0" t="0" r="0" b="0"/>
              <a:pathLst>
                <a:path w="20651" h="55238">
                  <a:moveTo>
                    <a:pt x="20651" y="55238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1" name="pl25331"/>
            <p:cNvSpPr/>
            <p:nvPr/>
          </p:nvSpPr>
          <p:spPr>
            <a:xfrm>
              <a:off x="8193707" y="9698577"/>
              <a:ext cx="1016" cy="8935"/>
            </a:xfrm>
            <a:custGeom>
              <a:avLst/>
              <a:gdLst/>
              <a:ahLst/>
              <a:cxnLst/>
              <a:rect l="0" t="0" r="0" b="0"/>
              <a:pathLst>
                <a:path w="1016" h="8935">
                  <a:moveTo>
                    <a:pt x="1016" y="0"/>
                  </a:moveTo>
                  <a:lnTo>
                    <a:pt x="0" y="8935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2" name="pl25332"/>
            <p:cNvSpPr/>
            <p:nvPr/>
          </p:nvSpPr>
          <p:spPr>
            <a:xfrm>
              <a:off x="8177408" y="9690326"/>
              <a:ext cx="17315" cy="8250"/>
            </a:xfrm>
            <a:custGeom>
              <a:avLst/>
              <a:gdLst/>
              <a:ahLst/>
              <a:cxnLst/>
              <a:rect l="0" t="0" r="0" b="0"/>
              <a:pathLst>
                <a:path w="17315" h="8250">
                  <a:moveTo>
                    <a:pt x="17315" y="825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3" name="pl25333"/>
            <p:cNvSpPr/>
            <p:nvPr/>
          </p:nvSpPr>
          <p:spPr>
            <a:xfrm>
              <a:off x="8188325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6398" y="0"/>
                  </a:moveTo>
                  <a:lnTo>
                    <a:pt x="0" y="825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4" name="pl25334"/>
            <p:cNvSpPr/>
            <p:nvPr/>
          </p:nvSpPr>
          <p:spPr>
            <a:xfrm>
              <a:off x="8194723" y="9698577"/>
              <a:ext cx="13632" cy="5366"/>
            </a:xfrm>
            <a:custGeom>
              <a:avLst/>
              <a:gdLst/>
              <a:ahLst/>
              <a:cxnLst/>
              <a:rect l="0" t="0" r="0" b="0"/>
              <a:pathLst>
                <a:path w="13632" h="5366">
                  <a:moveTo>
                    <a:pt x="0" y="0"/>
                  </a:moveTo>
                  <a:lnTo>
                    <a:pt x="13632" y="5366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5" name="pl25335"/>
            <p:cNvSpPr/>
            <p:nvPr/>
          </p:nvSpPr>
          <p:spPr>
            <a:xfrm>
              <a:off x="8194723" y="9698577"/>
              <a:ext cx="27449" cy="33846"/>
            </a:xfrm>
            <a:custGeom>
              <a:avLst/>
              <a:gdLst/>
              <a:ahLst/>
              <a:cxnLst/>
              <a:rect l="0" t="0" r="0" b="0"/>
              <a:pathLst>
                <a:path w="27449" h="33846">
                  <a:moveTo>
                    <a:pt x="0" y="0"/>
                  </a:moveTo>
                  <a:lnTo>
                    <a:pt x="27449" y="338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6" name="pl25336"/>
            <p:cNvSpPr/>
            <p:nvPr/>
          </p:nvSpPr>
          <p:spPr>
            <a:xfrm>
              <a:off x="8174578" y="9698577"/>
              <a:ext cx="20145" cy="1767"/>
            </a:xfrm>
            <a:custGeom>
              <a:avLst/>
              <a:gdLst/>
              <a:ahLst/>
              <a:cxnLst/>
              <a:rect l="0" t="0" r="0" b="0"/>
              <a:pathLst>
                <a:path w="20145" h="1767">
                  <a:moveTo>
                    <a:pt x="20145" y="0"/>
                  </a:moveTo>
                  <a:lnTo>
                    <a:pt x="0" y="176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7" name="pl25337"/>
            <p:cNvSpPr/>
            <p:nvPr/>
          </p:nvSpPr>
          <p:spPr>
            <a:xfrm>
              <a:off x="8181052" y="9667996"/>
              <a:ext cx="13671" cy="30580"/>
            </a:xfrm>
            <a:custGeom>
              <a:avLst/>
              <a:gdLst/>
              <a:ahLst/>
              <a:cxnLst/>
              <a:rect l="0" t="0" r="0" b="0"/>
              <a:pathLst>
                <a:path w="13671" h="30580">
                  <a:moveTo>
                    <a:pt x="13671" y="305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8" name="pl25338"/>
            <p:cNvSpPr/>
            <p:nvPr/>
          </p:nvSpPr>
          <p:spPr>
            <a:xfrm>
              <a:off x="8190610" y="9687243"/>
              <a:ext cx="4113" cy="11333"/>
            </a:xfrm>
            <a:custGeom>
              <a:avLst/>
              <a:gdLst/>
              <a:ahLst/>
              <a:cxnLst/>
              <a:rect l="0" t="0" r="0" b="0"/>
              <a:pathLst>
                <a:path w="4113" h="11333">
                  <a:moveTo>
                    <a:pt x="4113" y="113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39" name="pl25339"/>
            <p:cNvSpPr/>
            <p:nvPr/>
          </p:nvSpPr>
          <p:spPr>
            <a:xfrm>
              <a:off x="8194723" y="9698577"/>
              <a:ext cx="19853" cy="26368"/>
            </a:xfrm>
            <a:custGeom>
              <a:avLst/>
              <a:gdLst/>
              <a:ahLst/>
              <a:cxnLst/>
              <a:rect l="0" t="0" r="0" b="0"/>
              <a:pathLst>
                <a:path w="19853" h="26368">
                  <a:moveTo>
                    <a:pt x="0" y="0"/>
                  </a:moveTo>
                  <a:lnTo>
                    <a:pt x="19853" y="26368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0" name="pl25340"/>
            <p:cNvSpPr/>
            <p:nvPr/>
          </p:nvSpPr>
          <p:spPr>
            <a:xfrm>
              <a:off x="8175308" y="9694320"/>
              <a:ext cx="19415" cy="4256"/>
            </a:xfrm>
            <a:custGeom>
              <a:avLst/>
              <a:gdLst/>
              <a:ahLst/>
              <a:cxnLst/>
              <a:rect l="0" t="0" r="0" b="0"/>
              <a:pathLst>
                <a:path w="19415" h="4256">
                  <a:moveTo>
                    <a:pt x="19415" y="4256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1" name="pl25341"/>
            <p:cNvSpPr/>
            <p:nvPr/>
          </p:nvSpPr>
          <p:spPr>
            <a:xfrm>
              <a:off x="8194723" y="9698577"/>
              <a:ext cx="5392" cy="2321"/>
            </a:xfrm>
            <a:custGeom>
              <a:avLst/>
              <a:gdLst/>
              <a:ahLst/>
              <a:cxnLst/>
              <a:rect l="0" t="0" r="0" b="0"/>
              <a:pathLst>
                <a:path w="5392" h="2321">
                  <a:moveTo>
                    <a:pt x="0" y="0"/>
                  </a:moveTo>
                  <a:lnTo>
                    <a:pt x="5392" y="2321"/>
                  </a:lnTo>
                </a:path>
              </a:pathLst>
            </a:custGeom>
            <a:ln w="42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2" name="pl25342"/>
            <p:cNvSpPr/>
            <p:nvPr/>
          </p:nvSpPr>
          <p:spPr>
            <a:xfrm>
              <a:off x="8194723" y="9698577"/>
              <a:ext cx="16020" cy="27695"/>
            </a:xfrm>
            <a:custGeom>
              <a:avLst/>
              <a:gdLst/>
              <a:ahLst/>
              <a:cxnLst/>
              <a:rect l="0" t="0" r="0" b="0"/>
              <a:pathLst>
                <a:path w="16020" h="27695">
                  <a:moveTo>
                    <a:pt x="0" y="0"/>
                  </a:moveTo>
                  <a:lnTo>
                    <a:pt x="16020" y="2769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3" name="pl25343"/>
            <p:cNvSpPr/>
            <p:nvPr/>
          </p:nvSpPr>
          <p:spPr>
            <a:xfrm>
              <a:off x="8177269" y="9681039"/>
              <a:ext cx="17454" cy="17537"/>
            </a:xfrm>
            <a:custGeom>
              <a:avLst/>
              <a:gdLst/>
              <a:ahLst/>
              <a:cxnLst/>
              <a:rect l="0" t="0" r="0" b="0"/>
              <a:pathLst>
                <a:path w="17454" h="17537">
                  <a:moveTo>
                    <a:pt x="17454" y="1753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4" name="pl25344"/>
            <p:cNvSpPr/>
            <p:nvPr/>
          </p:nvSpPr>
          <p:spPr>
            <a:xfrm>
              <a:off x="8181371" y="9698577"/>
              <a:ext cx="13352" cy="15571"/>
            </a:xfrm>
            <a:custGeom>
              <a:avLst/>
              <a:gdLst/>
              <a:ahLst/>
              <a:cxnLst/>
              <a:rect l="0" t="0" r="0" b="0"/>
              <a:pathLst>
                <a:path w="13352" h="15571">
                  <a:moveTo>
                    <a:pt x="13352" y="0"/>
                  </a:moveTo>
                  <a:lnTo>
                    <a:pt x="0" y="1557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5" name="pl25345"/>
            <p:cNvSpPr/>
            <p:nvPr/>
          </p:nvSpPr>
          <p:spPr>
            <a:xfrm>
              <a:off x="8183362" y="9698577"/>
              <a:ext cx="11361" cy="33874"/>
            </a:xfrm>
            <a:custGeom>
              <a:avLst/>
              <a:gdLst/>
              <a:ahLst/>
              <a:cxnLst/>
              <a:rect l="0" t="0" r="0" b="0"/>
              <a:pathLst>
                <a:path w="11361" h="33874">
                  <a:moveTo>
                    <a:pt x="11361" y="0"/>
                  </a:moveTo>
                  <a:lnTo>
                    <a:pt x="0" y="3387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6" name="pl25346"/>
            <p:cNvSpPr/>
            <p:nvPr/>
          </p:nvSpPr>
          <p:spPr>
            <a:xfrm>
              <a:off x="8184590" y="9691272"/>
              <a:ext cx="10133" cy="7304"/>
            </a:xfrm>
            <a:custGeom>
              <a:avLst/>
              <a:gdLst/>
              <a:ahLst/>
              <a:cxnLst/>
              <a:rect l="0" t="0" r="0" b="0"/>
              <a:pathLst>
                <a:path w="10133" h="7304">
                  <a:moveTo>
                    <a:pt x="10133" y="730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7" name="pl25347"/>
            <p:cNvSpPr/>
            <p:nvPr/>
          </p:nvSpPr>
          <p:spPr>
            <a:xfrm>
              <a:off x="8164970" y="9696567"/>
              <a:ext cx="29753" cy="2009"/>
            </a:xfrm>
            <a:custGeom>
              <a:avLst/>
              <a:gdLst/>
              <a:ahLst/>
              <a:cxnLst/>
              <a:rect l="0" t="0" r="0" b="0"/>
              <a:pathLst>
                <a:path w="29753" h="2009">
                  <a:moveTo>
                    <a:pt x="29753" y="2009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8" name="pl25348"/>
            <p:cNvSpPr/>
            <p:nvPr/>
          </p:nvSpPr>
          <p:spPr>
            <a:xfrm>
              <a:off x="8194723" y="9698577"/>
              <a:ext cx="18679" cy="24225"/>
            </a:xfrm>
            <a:custGeom>
              <a:avLst/>
              <a:gdLst/>
              <a:ahLst/>
              <a:cxnLst/>
              <a:rect l="0" t="0" r="0" b="0"/>
              <a:pathLst>
                <a:path w="18679" h="24225">
                  <a:moveTo>
                    <a:pt x="0" y="0"/>
                  </a:moveTo>
                  <a:lnTo>
                    <a:pt x="18679" y="2422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49" name="pl25349"/>
            <p:cNvSpPr/>
            <p:nvPr/>
          </p:nvSpPr>
          <p:spPr>
            <a:xfrm>
              <a:off x="8184374" y="9664771"/>
              <a:ext cx="10349" cy="33805"/>
            </a:xfrm>
            <a:custGeom>
              <a:avLst/>
              <a:gdLst/>
              <a:ahLst/>
              <a:cxnLst/>
              <a:rect l="0" t="0" r="0" b="0"/>
              <a:pathLst>
                <a:path w="10349" h="33805">
                  <a:moveTo>
                    <a:pt x="10349" y="33805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0" name="pl25350"/>
            <p:cNvSpPr/>
            <p:nvPr/>
          </p:nvSpPr>
          <p:spPr>
            <a:xfrm>
              <a:off x="8194723" y="9695880"/>
              <a:ext cx="40114" cy="2696"/>
            </a:xfrm>
            <a:custGeom>
              <a:avLst/>
              <a:gdLst/>
              <a:ahLst/>
              <a:cxnLst/>
              <a:rect l="0" t="0" r="0" b="0"/>
              <a:pathLst>
                <a:path w="40114" h="2696">
                  <a:moveTo>
                    <a:pt x="0" y="2696"/>
                  </a:moveTo>
                  <a:lnTo>
                    <a:pt x="40114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1" name="pl25351"/>
            <p:cNvSpPr/>
            <p:nvPr/>
          </p:nvSpPr>
          <p:spPr>
            <a:xfrm>
              <a:off x="8185518" y="9697899"/>
              <a:ext cx="9205" cy="677"/>
            </a:xfrm>
            <a:custGeom>
              <a:avLst/>
              <a:gdLst/>
              <a:ahLst/>
              <a:cxnLst/>
              <a:rect l="0" t="0" r="0" b="0"/>
              <a:pathLst>
                <a:path w="9205" h="677">
                  <a:moveTo>
                    <a:pt x="9205" y="677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2" name="pl25352"/>
            <p:cNvSpPr/>
            <p:nvPr/>
          </p:nvSpPr>
          <p:spPr>
            <a:xfrm>
              <a:off x="8180975" y="9697695"/>
              <a:ext cx="13748" cy="881"/>
            </a:xfrm>
            <a:custGeom>
              <a:avLst/>
              <a:gdLst/>
              <a:ahLst/>
              <a:cxnLst/>
              <a:rect l="0" t="0" r="0" b="0"/>
              <a:pathLst>
                <a:path w="13748" h="881">
                  <a:moveTo>
                    <a:pt x="13748" y="881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3" name="pl25353"/>
            <p:cNvSpPr/>
            <p:nvPr/>
          </p:nvSpPr>
          <p:spPr>
            <a:xfrm>
              <a:off x="8191529" y="9698577"/>
              <a:ext cx="3194" cy="1804"/>
            </a:xfrm>
            <a:custGeom>
              <a:avLst/>
              <a:gdLst/>
              <a:ahLst/>
              <a:cxnLst/>
              <a:rect l="0" t="0" r="0" b="0"/>
              <a:pathLst>
                <a:path w="3194" h="1804">
                  <a:moveTo>
                    <a:pt x="3194" y="0"/>
                  </a:moveTo>
                  <a:lnTo>
                    <a:pt x="0" y="1804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4" name="pl25354"/>
            <p:cNvSpPr/>
            <p:nvPr/>
          </p:nvSpPr>
          <p:spPr>
            <a:xfrm>
              <a:off x="8178721" y="9698577"/>
              <a:ext cx="16002" cy="5479"/>
            </a:xfrm>
            <a:custGeom>
              <a:avLst/>
              <a:gdLst/>
              <a:ahLst/>
              <a:cxnLst/>
              <a:rect l="0" t="0" r="0" b="0"/>
              <a:pathLst>
                <a:path w="16002" h="5479">
                  <a:moveTo>
                    <a:pt x="16002" y="0"/>
                  </a:moveTo>
                  <a:lnTo>
                    <a:pt x="0" y="5479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5" name="pl25355"/>
            <p:cNvSpPr/>
            <p:nvPr/>
          </p:nvSpPr>
          <p:spPr>
            <a:xfrm>
              <a:off x="8177274" y="9697640"/>
              <a:ext cx="17449" cy="936"/>
            </a:xfrm>
            <a:custGeom>
              <a:avLst/>
              <a:gdLst/>
              <a:ahLst/>
              <a:cxnLst/>
              <a:rect l="0" t="0" r="0" b="0"/>
              <a:pathLst>
                <a:path w="17449" h="936">
                  <a:moveTo>
                    <a:pt x="17449" y="936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6" name="pl25356"/>
            <p:cNvSpPr/>
            <p:nvPr/>
          </p:nvSpPr>
          <p:spPr>
            <a:xfrm>
              <a:off x="8191569" y="9695496"/>
              <a:ext cx="3154" cy="3080"/>
            </a:xfrm>
            <a:custGeom>
              <a:avLst/>
              <a:gdLst/>
              <a:ahLst/>
              <a:cxnLst/>
              <a:rect l="0" t="0" r="0" b="0"/>
              <a:pathLst>
                <a:path w="3154" h="3080">
                  <a:moveTo>
                    <a:pt x="3154" y="3080"/>
                  </a:moveTo>
                  <a:lnTo>
                    <a:pt x="0" y="0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7" name="pl25357"/>
            <p:cNvSpPr/>
            <p:nvPr/>
          </p:nvSpPr>
          <p:spPr>
            <a:xfrm>
              <a:off x="8194723" y="9688746"/>
              <a:ext cx="1922" cy="9830"/>
            </a:xfrm>
            <a:custGeom>
              <a:avLst/>
              <a:gdLst/>
              <a:ahLst/>
              <a:cxnLst/>
              <a:rect l="0" t="0" r="0" b="0"/>
              <a:pathLst>
                <a:path w="1922" h="9830">
                  <a:moveTo>
                    <a:pt x="0" y="9830"/>
                  </a:moveTo>
                  <a:lnTo>
                    <a:pt x="1922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8" name="pl25358"/>
            <p:cNvSpPr/>
            <p:nvPr/>
          </p:nvSpPr>
          <p:spPr>
            <a:xfrm>
              <a:off x="8194723" y="9692231"/>
              <a:ext cx="18302" cy="6345"/>
            </a:xfrm>
            <a:custGeom>
              <a:avLst/>
              <a:gdLst/>
              <a:ahLst/>
              <a:cxnLst/>
              <a:rect l="0" t="0" r="0" b="0"/>
              <a:pathLst>
                <a:path w="18302" h="6345">
                  <a:moveTo>
                    <a:pt x="0" y="6345"/>
                  </a:moveTo>
                  <a:lnTo>
                    <a:pt x="1830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59" name="pl25359"/>
            <p:cNvSpPr/>
            <p:nvPr/>
          </p:nvSpPr>
          <p:spPr>
            <a:xfrm>
              <a:off x="8366563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0" y="70200"/>
                  </a:moveTo>
                  <a:lnTo>
                    <a:pt x="16601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0" name="pl25360"/>
            <p:cNvSpPr/>
            <p:nvPr/>
          </p:nvSpPr>
          <p:spPr>
            <a:xfrm>
              <a:off x="8213400" y="9717493"/>
              <a:ext cx="7722" cy="8583"/>
            </a:xfrm>
            <a:custGeom>
              <a:avLst/>
              <a:gdLst/>
              <a:ahLst/>
              <a:cxnLst/>
              <a:rect l="0" t="0" r="0" b="0"/>
              <a:pathLst>
                <a:path w="7722" h="8583">
                  <a:moveTo>
                    <a:pt x="0" y="0"/>
                  </a:moveTo>
                  <a:lnTo>
                    <a:pt x="7722" y="8583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1" name="pl25361"/>
            <p:cNvSpPr/>
            <p:nvPr/>
          </p:nvSpPr>
          <p:spPr>
            <a:xfrm>
              <a:off x="8197978" y="9717493"/>
              <a:ext cx="15422" cy="41749"/>
            </a:xfrm>
            <a:custGeom>
              <a:avLst/>
              <a:gdLst/>
              <a:ahLst/>
              <a:cxnLst/>
              <a:rect l="0" t="0" r="0" b="0"/>
              <a:pathLst>
                <a:path w="15422" h="41749">
                  <a:moveTo>
                    <a:pt x="15422" y="0"/>
                  </a:moveTo>
                  <a:lnTo>
                    <a:pt x="0" y="4174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2" name="pl25362"/>
            <p:cNvSpPr/>
            <p:nvPr/>
          </p:nvSpPr>
          <p:spPr>
            <a:xfrm>
              <a:off x="8207094" y="9717845"/>
              <a:ext cx="14028" cy="8230"/>
            </a:xfrm>
            <a:custGeom>
              <a:avLst/>
              <a:gdLst/>
              <a:ahLst/>
              <a:cxnLst/>
              <a:rect l="0" t="0" r="0" b="0"/>
              <a:pathLst>
                <a:path w="14028" h="8230">
                  <a:moveTo>
                    <a:pt x="0" y="0"/>
                  </a:moveTo>
                  <a:lnTo>
                    <a:pt x="14028" y="823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3" name="pl25363"/>
            <p:cNvSpPr/>
            <p:nvPr/>
          </p:nvSpPr>
          <p:spPr>
            <a:xfrm>
              <a:off x="8358589" y="9262943"/>
              <a:ext cx="21892" cy="46381"/>
            </a:xfrm>
            <a:custGeom>
              <a:avLst/>
              <a:gdLst/>
              <a:ahLst/>
              <a:cxnLst/>
              <a:rect l="0" t="0" r="0" b="0"/>
              <a:pathLst>
                <a:path w="21892" h="46381">
                  <a:moveTo>
                    <a:pt x="21892" y="0"/>
                  </a:moveTo>
                  <a:lnTo>
                    <a:pt x="0" y="4638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4" name="pl25364"/>
            <p:cNvSpPr/>
            <p:nvPr/>
          </p:nvSpPr>
          <p:spPr>
            <a:xfrm>
              <a:off x="8174543" y="9460676"/>
              <a:ext cx="122151" cy="47737"/>
            </a:xfrm>
            <a:custGeom>
              <a:avLst/>
              <a:gdLst/>
              <a:ahLst/>
              <a:cxnLst/>
              <a:rect l="0" t="0" r="0" b="0"/>
              <a:pathLst>
                <a:path w="122151" h="47737">
                  <a:moveTo>
                    <a:pt x="0" y="47737"/>
                  </a:moveTo>
                  <a:lnTo>
                    <a:pt x="12215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5" name="pl25365"/>
            <p:cNvSpPr/>
            <p:nvPr/>
          </p:nvSpPr>
          <p:spPr>
            <a:xfrm>
              <a:off x="8353493" y="9740124"/>
              <a:ext cx="13774" cy="2717"/>
            </a:xfrm>
            <a:custGeom>
              <a:avLst/>
              <a:gdLst/>
              <a:ahLst/>
              <a:cxnLst/>
              <a:rect l="0" t="0" r="0" b="0"/>
              <a:pathLst>
                <a:path w="13774" h="2717">
                  <a:moveTo>
                    <a:pt x="13774" y="0"/>
                  </a:moveTo>
                  <a:lnTo>
                    <a:pt x="0" y="2717"/>
                  </a:lnTo>
                </a:path>
              </a:pathLst>
            </a:custGeom>
            <a:ln w="42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6" name="pl25366"/>
            <p:cNvSpPr/>
            <p:nvPr/>
          </p:nvSpPr>
          <p:spPr>
            <a:xfrm>
              <a:off x="8367267" y="9740124"/>
              <a:ext cx="6618" cy="959"/>
            </a:xfrm>
            <a:custGeom>
              <a:avLst/>
              <a:gdLst/>
              <a:ahLst/>
              <a:cxnLst/>
              <a:rect l="0" t="0" r="0" b="0"/>
              <a:pathLst>
                <a:path w="6618" h="959">
                  <a:moveTo>
                    <a:pt x="0" y="0"/>
                  </a:moveTo>
                  <a:lnTo>
                    <a:pt x="6618" y="95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7" name="pl25367"/>
            <p:cNvSpPr/>
            <p:nvPr/>
          </p:nvSpPr>
          <p:spPr>
            <a:xfrm>
              <a:off x="7977252" y="9696623"/>
              <a:ext cx="189499" cy="17098"/>
            </a:xfrm>
            <a:custGeom>
              <a:avLst/>
              <a:gdLst/>
              <a:ahLst/>
              <a:cxnLst/>
              <a:rect l="0" t="0" r="0" b="0"/>
              <a:pathLst>
                <a:path w="189499" h="17098">
                  <a:moveTo>
                    <a:pt x="0" y="17098"/>
                  </a:moveTo>
                  <a:lnTo>
                    <a:pt x="18949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8" name="pl25368"/>
            <p:cNvSpPr/>
            <p:nvPr/>
          </p:nvSpPr>
          <p:spPr>
            <a:xfrm>
              <a:off x="8232390" y="9738473"/>
              <a:ext cx="28213" cy="28564"/>
            </a:xfrm>
            <a:custGeom>
              <a:avLst/>
              <a:gdLst/>
              <a:ahLst/>
              <a:cxnLst/>
              <a:rect l="0" t="0" r="0" b="0"/>
              <a:pathLst>
                <a:path w="28213" h="28564">
                  <a:moveTo>
                    <a:pt x="28213" y="28564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69" name="pl25369"/>
            <p:cNvSpPr/>
            <p:nvPr/>
          </p:nvSpPr>
          <p:spPr>
            <a:xfrm>
              <a:off x="8526035" y="10438429"/>
              <a:ext cx="7816" cy="979"/>
            </a:xfrm>
            <a:custGeom>
              <a:avLst/>
              <a:gdLst/>
              <a:ahLst/>
              <a:cxnLst/>
              <a:rect l="0" t="0" r="0" b="0"/>
              <a:pathLst>
                <a:path w="7816" h="979">
                  <a:moveTo>
                    <a:pt x="7816" y="979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0" name="pl25370"/>
            <p:cNvSpPr/>
            <p:nvPr/>
          </p:nvSpPr>
          <p:spPr>
            <a:xfrm>
              <a:off x="8126225" y="9718868"/>
              <a:ext cx="60830" cy="7575"/>
            </a:xfrm>
            <a:custGeom>
              <a:avLst/>
              <a:gdLst/>
              <a:ahLst/>
              <a:cxnLst/>
              <a:rect l="0" t="0" r="0" b="0"/>
              <a:pathLst>
                <a:path w="60830" h="7575">
                  <a:moveTo>
                    <a:pt x="60830" y="0"/>
                  </a:moveTo>
                  <a:lnTo>
                    <a:pt x="0" y="757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1" name="pl25371"/>
            <p:cNvSpPr/>
            <p:nvPr/>
          </p:nvSpPr>
          <p:spPr>
            <a:xfrm>
              <a:off x="8127927" y="9718868"/>
              <a:ext cx="59127" cy="18152"/>
            </a:xfrm>
            <a:custGeom>
              <a:avLst/>
              <a:gdLst/>
              <a:ahLst/>
              <a:cxnLst/>
              <a:rect l="0" t="0" r="0" b="0"/>
              <a:pathLst>
                <a:path w="59127" h="18152">
                  <a:moveTo>
                    <a:pt x="59127" y="0"/>
                  </a:moveTo>
                  <a:lnTo>
                    <a:pt x="0" y="181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2" name="pl25372"/>
            <p:cNvSpPr/>
            <p:nvPr/>
          </p:nvSpPr>
          <p:spPr>
            <a:xfrm>
              <a:off x="8078892" y="9208838"/>
              <a:ext cx="163907" cy="132000"/>
            </a:xfrm>
            <a:custGeom>
              <a:avLst/>
              <a:gdLst/>
              <a:ahLst/>
              <a:cxnLst/>
              <a:rect l="0" t="0" r="0" b="0"/>
              <a:pathLst>
                <a:path w="163907" h="132000">
                  <a:moveTo>
                    <a:pt x="163907" y="1320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3" name="pl25373"/>
            <p:cNvSpPr/>
            <p:nvPr/>
          </p:nvSpPr>
          <p:spPr>
            <a:xfrm>
              <a:off x="8296388" y="9388928"/>
              <a:ext cx="70174" cy="131900"/>
            </a:xfrm>
            <a:custGeom>
              <a:avLst/>
              <a:gdLst/>
              <a:ahLst/>
              <a:cxnLst/>
              <a:rect l="0" t="0" r="0" b="0"/>
              <a:pathLst>
                <a:path w="70174" h="131900">
                  <a:moveTo>
                    <a:pt x="0" y="0"/>
                  </a:moveTo>
                  <a:lnTo>
                    <a:pt x="70174" y="13190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4" name="pl25374"/>
            <p:cNvSpPr/>
            <p:nvPr/>
          </p:nvSpPr>
          <p:spPr>
            <a:xfrm>
              <a:off x="8242799" y="9340839"/>
              <a:ext cx="53588" cy="48089"/>
            </a:xfrm>
            <a:custGeom>
              <a:avLst/>
              <a:gdLst/>
              <a:ahLst/>
              <a:cxnLst/>
              <a:rect l="0" t="0" r="0" b="0"/>
              <a:pathLst>
                <a:path w="53588" h="48089">
                  <a:moveTo>
                    <a:pt x="53588" y="480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5" name="pl25375"/>
            <p:cNvSpPr/>
            <p:nvPr/>
          </p:nvSpPr>
          <p:spPr>
            <a:xfrm>
              <a:off x="8287578" y="9351272"/>
              <a:ext cx="8809" cy="37656"/>
            </a:xfrm>
            <a:custGeom>
              <a:avLst/>
              <a:gdLst/>
              <a:ahLst/>
              <a:cxnLst/>
              <a:rect l="0" t="0" r="0" b="0"/>
              <a:pathLst>
                <a:path w="8809" h="37656">
                  <a:moveTo>
                    <a:pt x="8809" y="3765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6" name="pl25376"/>
            <p:cNvSpPr/>
            <p:nvPr/>
          </p:nvSpPr>
          <p:spPr>
            <a:xfrm>
              <a:off x="8294486" y="9341924"/>
              <a:ext cx="1901" cy="47004"/>
            </a:xfrm>
            <a:custGeom>
              <a:avLst/>
              <a:gdLst/>
              <a:ahLst/>
              <a:cxnLst/>
              <a:rect l="0" t="0" r="0" b="0"/>
              <a:pathLst>
                <a:path w="1901" h="47004">
                  <a:moveTo>
                    <a:pt x="1901" y="4700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7" name="pl25377"/>
            <p:cNvSpPr/>
            <p:nvPr/>
          </p:nvSpPr>
          <p:spPr>
            <a:xfrm>
              <a:off x="8275739" y="9310459"/>
              <a:ext cx="20649" cy="78468"/>
            </a:xfrm>
            <a:custGeom>
              <a:avLst/>
              <a:gdLst/>
              <a:ahLst/>
              <a:cxnLst/>
              <a:rect l="0" t="0" r="0" b="0"/>
              <a:pathLst>
                <a:path w="20649" h="78468">
                  <a:moveTo>
                    <a:pt x="20649" y="7846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8" name="pl25378"/>
            <p:cNvSpPr/>
            <p:nvPr/>
          </p:nvSpPr>
          <p:spPr>
            <a:xfrm>
              <a:off x="8197008" y="9754840"/>
              <a:ext cx="4288" cy="11008"/>
            </a:xfrm>
            <a:custGeom>
              <a:avLst/>
              <a:gdLst/>
              <a:ahLst/>
              <a:cxnLst/>
              <a:rect l="0" t="0" r="0" b="0"/>
              <a:pathLst>
                <a:path w="4288" h="11008">
                  <a:moveTo>
                    <a:pt x="4288" y="0"/>
                  </a:moveTo>
                  <a:lnTo>
                    <a:pt x="0" y="11008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79" name="pl25379"/>
            <p:cNvSpPr/>
            <p:nvPr/>
          </p:nvSpPr>
          <p:spPr>
            <a:xfrm>
              <a:off x="7796825" y="8996325"/>
              <a:ext cx="15877" cy="41512"/>
            </a:xfrm>
            <a:custGeom>
              <a:avLst/>
              <a:gdLst/>
              <a:ahLst/>
              <a:cxnLst/>
              <a:rect l="0" t="0" r="0" b="0"/>
              <a:pathLst>
                <a:path w="15877" h="41512">
                  <a:moveTo>
                    <a:pt x="0" y="41512"/>
                  </a:moveTo>
                  <a:lnTo>
                    <a:pt x="1587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0" name="pl25380"/>
            <p:cNvSpPr/>
            <p:nvPr/>
          </p:nvSpPr>
          <p:spPr>
            <a:xfrm>
              <a:off x="7773403" y="9023639"/>
              <a:ext cx="23421" cy="14197"/>
            </a:xfrm>
            <a:custGeom>
              <a:avLst/>
              <a:gdLst/>
              <a:ahLst/>
              <a:cxnLst/>
              <a:rect l="0" t="0" r="0" b="0"/>
              <a:pathLst>
                <a:path w="23421" h="14197">
                  <a:moveTo>
                    <a:pt x="23421" y="14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1" name="pl25381"/>
            <p:cNvSpPr/>
            <p:nvPr/>
          </p:nvSpPr>
          <p:spPr>
            <a:xfrm>
              <a:off x="8279112" y="9396303"/>
              <a:ext cx="17582" cy="64373"/>
            </a:xfrm>
            <a:custGeom>
              <a:avLst/>
              <a:gdLst/>
              <a:ahLst/>
              <a:cxnLst/>
              <a:rect l="0" t="0" r="0" b="0"/>
              <a:pathLst>
                <a:path w="17582" h="64373">
                  <a:moveTo>
                    <a:pt x="0" y="0"/>
                  </a:moveTo>
                  <a:lnTo>
                    <a:pt x="17582" y="643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2" name="pl25382"/>
            <p:cNvSpPr/>
            <p:nvPr/>
          </p:nvSpPr>
          <p:spPr>
            <a:xfrm>
              <a:off x="8117622" y="9562110"/>
              <a:ext cx="3783" cy="9509"/>
            </a:xfrm>
            <a:custGeom>
              <a:avLst/>
              <a:gdLst/>
              <a:ahLst/>
              <a:cxnLst/>
              <a:rect l="0" t="0" r="0" b="0"/>
              <a:pathLst>
                <a:path w="3783" h="9509">
                  <a:moveTo>
                    <a:pt x="0" y="9509"/>
                  </a:moveTo>
                  <a:lnTo>
                    <a:pt x="3783" y="0"/>
                  </a:lnTo>
                </a:path>
              </a:pathLst>
            </a:custGeom>
            <a:ln w="56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3" name="pl25383"/>
            <p:cNvSpPr/>
            <p:nvPr/>
          </p:nvSpPr>
          <p:spPr>
            <a:xfrm>
              <a:off x="8115328" y="9571620"/>
              <a:ext cx="2294" cy="10410"/>
            </a:xfrm>
            <a:custGeom>
              <a:avLst/>
              <a:gdLst/>
              <a:ahLst/>
              <a:cxnLst/>
              <a:rect l="0" t="0" r="0" b="0"/>
              <a:pathLst>
                <a:path w="2294" h="10410">
                  <a:moveTo>
                    <a:pt x="2294" y="0"/>
                  </a:moveTo>
                  <a:lnTo>
                    <a:pt x="0" y="10410"/>
                  </a:lnTo>
                </a:path>
              </a:pathLst>
            </a:custGeom>
            <a:ln w="531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4" name="pl25384"/>
            <p:cNvSpPr/>
            <p:nvPr/>
          </p:nvSpPr>
          <p:spPr>
            <a:xfrm>
              <a:off x="7468827" y="9918078"/>
              <a:ext cx="4968" cy="3459"/>
            </a:xfrm>
            <a:custGeom>
              <a:avLst/>
              <a:gdLst/>
              <a:ahLst/>
              <a:cxnLst/>
              <a:rect l="0" t="0" r="0" b="0"/>
              <a:pathLst>
                <a:path w="4968" h="3459">
                  <a:moveTo>
                    <a:pt x="0" y="0"/>
                  </a:moveTo>
                  <a:lnTo>
                    <a:pt x="4968" y="3459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5" name="pl25385"/>
            <p:cNvSpPr/>
            <p:nvPr/>
          </p:nvSpPr>
          <p:spPr>
            <a:xfrm>
              <a:off x="8295966" y="9375726"/>
              <a:ext cx="729" cy="84949"/>
            </a:xfrm>
            <a:custGeom>
              <a:avLst/>
              <a:gdLst/>
              <a:ahLst/>
              <a:cxnLst/>
              <a:rect l="0" t="0" r="0" b="0"/>
              <a:pathLst>
                <a:path w="729" h="84949">
                  <a:moveTo>
                    <a:pt x="0" y="0"/>
                  </a:moveTo>
                  <a:lnTo>
                    <a:pt x="729" y="849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6" name="pl25386"/>
            <p:cNvSpPr/>
            <p:nvPr/>
          </p:nvSpPr>
          <p:spPr>
            <a:xfrm>
              <a:off x="8295611" y="9271758"/>
              <a:ext cx="354" cy="103968"/>
            </a:xfrm>
            <a:custGeom>
              <a:avLst/>
              <a:gdLst/>
              <a:ahLst/>
              <a:cxnLst/>
              <a:rect l="0" t="0" r="0" b="0"/>
              <a:pathLst>
                <a:path w="354" h="103968">
                  <a:moveTo>
                    <a:pt x="354" y="10396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7" name="pl25387"/>
            <p:cNvSpPr/>
            <p:nvPr/>
          </p:nvSpPr>
          <p:spPr>
            <a:xfrm>
              <a:off x="8295763" y="9287198"/>
              <a:ext cx="202" cy="88528"/>
            </a:xfrm>
            <a:custGeom>
              <a:avLst/>
              <a:gdLst/>
              <a:ahLst/>
              <a:cxnLst/>
              <a:rect l="0" t="0" r="0" b="0"/>
              <a:pathLst>
                <a:path w="202" h="88528">
                  <a:moveTo>
                    <a:pt x="202" y="8852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8" name="pl25388"/>
            <p:cNvSpPr/>
            <p:nvPr/>
          </p:nvSpPr>
          <p:spPr>
            <a:xfrm>
              <a:off x="8343231" y="8814325"/>
              <a:ext cx="10692" cy="9867"/>
            </a:xfrm>
            <a:custGeom>
              <a:avLst/>
              <a:gdLst/>
              <a:ahLst/>
              <a:cxnLst/>
              <a:rect l="0" t="0" r="0" b="0"/>
              <a:pathLst>
                <a:path w="10692" h="9867">
                  <a:moveTo>
                    <a:pt x="10692" y="986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89" name="pl25389"/>
            <p:cNvSpPr/>
            <p:nvPr/>
          </p:nvSpPr>
          <p:spPr>
            <a:xfrm>
              <a:off x="7552968" y="9318000"/>
              <a:ext cx="7944" cy="14041"/>
            </a:xfrm>
            <a:custGeom>
              <a:avLst/>
              <a:gdLst/>
              <a:ahLst/>
              <a:cxnLst/>
              <a:rect l="0" t="0" r="0" b="0"/>
              <a:pathLst>
                <a:path w="7944" h="14041">
                  <a:moveTo>
                    <a:pt x="0" y="14041"/>
                  </a:moveTo>
                  <a:lnTo>
                    <a:pt x="794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0" name="pl25390"/>
            <p:cNvSpPr/>
            <p:nvPr/>
          </p:nvSpPr>
          <p:spPr>
            <a:xfrm>
              <a:off x="7539199" y="9320854"/>
              <a:ext cx="13768" cy="11187"/>
            </a:xfrm>
            <a:custGeom>
              <a:avLst/>
              <a:gdLst/>
              <a:ahLst/>
              <a:cxnLst/>
              <a:rect l="0" t="0" r="0" b="0"/>
              <a:pathLst>
                <a:path w="13768" h="11187">
                  <a:moveTo>
                    <a:pt x="13768" y="111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1" name="pl25391"/>
            <p:cNvSpPr/>
            <p:nvPr/>
          </p:nvSpPr>
          <p:spPr>
            <a:xfrm>
              <a:off x="7539692" y="9332042"/>
              <a:ext cx="13275" cy="14349"/>
            </a:xfrm>
            <a:custGeom>
              <a:avLst/>
              <a:gdLst/>
              <a:ahLst/>
              <a:cxnLst/>
              <a:rect l="0" t="0" r="0" b="0"/>
              <a:pathLst>
                <a:path w="13275" h="14349">
                  <a:moveTo>
                    <a:pt x="13275" y="0"/>
                  </a:moveTo>
                  <a:lnTo>
                    <a:pt x="0" y="1434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2" name="pl25392"/>
            <p:cNvSpPr/>
            <p:nvPr/>
          </p:nvSpPr>
          <p:spPr>
            <a:xfrm>
              <a:off x="8296695" y="9460676"/>
              <a:ext cx="66584" cy="52588"/>
            </a:xfrm>
            <a:custGeom>
              <a:avLst/>
              <a:gdLst/>
              <a:ahLst/>
              <a:cxnLst/>
              <a:rect l="0" t="0" r="0" b="0"/>
              <a:pathLst>
                <a:path w="66584" h="52588">
                  <a:moveTo>
                    <a:pt x="66584" y="5258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3" name="pl25393"/>
            <p:cNvSpPr/>
            <p:nvPr/>
          </p:nvSpPr>
          <p:spPr>
            <a:xfrm>
              <a:off x="8363279" y="9513265"/>
              <a:ext cx="3283" cy="7563"/>
            </a:xfrm>
            <a:custGeom>
              <a:avLst/>
              <a:gdLst/>
              <a:ahLst/>
              <a:cxnLst/>
              <a:rect l="0" t="0" r="0" b="0"/>
              <a:pathLst>
                <a:path w="3283" h="7563">
                  <a:moveTo>
                    <a:pt x="0" y="0"/>
                  </a:moveTo>
                  <a:lnTo>
                    <a:pt x="3283" y="7563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4" name="pl25394"/>
            <p:cNvSpPr/>
            <p:nvPr/>
          </p:nvSpPr>
          <p:spPr>
            <a:xfrm>
              <a:off x="8363279" y="9478886"/>
              <a:ext cx="15683" cy="34379"/>
            </a:xfrm>
            <a:custGeom>
              <a:avLst/>
              <a:gdLst/>
              <a:ahLst/>
              <a:cxnLst/>
              <a:rect l="0" t="0" r="0" b="0"/>
              <a:pathLst>
                <a:path w="15683" h="34379">
                  <a:moveTo>
                    <a:pt x="0" y="34379"/>
                  </a:moveTo>
                  <a:lnTo>
                    <a:pt x="1568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5" name="pl25395"/>
            <p:cNvSpPr/>
            <p:nvPr/>
          </p:nvSpPr>
          <p:spPr>
            <a:xfrm>
              <a:off x="8363279" y="9493828"/>
              <a:ext cx="7725" cy="19437"/>
            </a:xfrm>
            <a:custGeom>
              <a:avLst/>
              <a:gdLst/>
              <a:ahLst/>
              <a:cxnLst/>
              <a:rect l="0" t="0" r="0" b="0"/>
              <a:pathLst>
                <a:path w="7725" h="19437">
                  <a:moveTo>
                    <a:pt x="0" y="19437"/>
                  </a:moveTo>
                  <a:lnTo>
                    <a:pt x="772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6" name="pl25396"/>
            <p:cNvSpPr/>
            <p:nvPr/>
          </p:nvSpPr>
          <p:spPr>
            <a:xfrm>
              <a:off x="8410130" y="9119680"/>
              <a:ext cx="24885" cy="66100"/>
            </a:xfrm>
            <a:custGeom>
              <a:avLst/>
              <a:gdLst/>
              <a:ahLst/>
              <a:cxnLst/>
              <a:rect l="0" t="0" r="0" b="0"/>
              <a:pathLst>
                <a:path w="24885" h="66100">
                  <a:moveTo>
                    <a:pt x="0" y="66100"/>
                  </a:moveTo>
                  <a:lnTo>
                    <a:pt x="2488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7" name="pl25397"/>
            <p:cNvSpPr/>
            <p:nvPr/>
          </p:nvSpPr>
          <p:spPr>
            <a:xfrm>
              <a:off x="8166487" y="9997242"/>
              <a:ext cx="10636" cy="55153"/>
            </a:xfrm>
            <a:custGeom>
              <a:avLst/>
              <a:gdLst/>
              <a:ahLst/>
              <a:cxnLst/>
              <a:rect l="0" t="0" r="0" b="0"/>
              <a:pathLst>
                <a:path w="10636" h="55153">
                  <a:moveTo>
                    <a:pt x="0" y="55153"/>
                  </a:moveTo>
                  <a:lnTo>
                    <a:pt x="106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8" name="pl25398"/>
            <p:cNvSpPr/>
            <p:nvPr/>
          </p:nvSpPr>
          <p:spPr>
            <a:xfrm>
              <a:off x="8283981" y="9746052"/>
              <a:ext cx="13343" cy="4147"/>
            </a:xfrm>
            <a:custGeom>
              <a:avLst/>
              <a:gdLst/>
              <a:ahLst/>
              <a:cxnLst/>
              <a:rect l="0" t="0" r="0" b="0"/>
              <a:pathLst>
                <a:path w="13343" h="4147">
                  <a:moveTo>
                    <a:pt x="13343" y="4147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399" name="pl25399"/>
            <p:cNvSpPr/>
            <p:nvPr/>
          </p:nvSpPr>
          <p:spPr>
            <a:xfrm>
              <a:off x="8282630" y="9748089"/>
              <a:ext cx="14694" cy="2109"/>
            </a:xfrm>
            <a:custGeom>
              <a:avLst/>
              <a:gdLst/>
              <a:ahLst/>
              <a:cxnLst/>
              <a:rect l="0" t="0" r="0" b="0"/>
              <a:pathLst>
                <a:path w="14694" h="2109">
                  <a:moveTo>
                    <a:pt x="14694" y="210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0" name="pl25400"/>
            <p:cNvSpPr/>
            <p:nvPr/>
          </p:nvSpPr>
          <p:spPr>
            <a:xfrm>
              <a:off x="8110759" y="9941981"/>
              <a:ext cx="40340" cy="57122"/>
            </a:xfrm>
            <a:custGeom>
              <a:avLst/>
              <a:gdLst/>
              <a:ahLst/>
              <a:cxnLst/>
              <a:rect l="0" t="0" r="0" b="0"/>
              <a:pathLst>
                <a:path w="40340" h="57122">
                  <a:moveTo>
                    <a:pt x="40340" y="0"/>
                  </a:moveTo>
                  <a:lnTo>
                    <a:pt x="0" y="571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1" name="pl25401"/>
            <p:cNvSpPr/>
            <p:nvPr/>
          </p:nvSpPr>
          <p:spPr>
            <a:xfrm>
              <a:off x="8134074" y="9941981"/>
              <a:ext cx="17025" cy="34238"/>
            </a:xfrm>
            <a:custGeom>
              <a:avLst/>
              <a:gdLst/>
              <a:ahLst/>
              <a:cxnLst/>
              <a:rect l="0" t="0" r="0" b="0"/>
              <a:pathLst>
                <a:path w="17025" h="34238">
                  <a:moveTo>
                    <a:pt x="17025" y="0"/>
                  </a:moveTo>
                  <a:lnTo>
                    <a:pt x="0" y="342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2" name="pl25402"/>
            <p:cNvSpPr/>
            <p:nvPr/>
          </p:nvSpPr>
          <p:spPr>
            <a:xfrm>
              <a:off x="8102220" y="9941981"/>
              <a:ext cx="48879" cy="83169"/>
            </a:xfrm>
            <a:custGeom>
              <a:avLst/>
              <a:gdLst/>
              <a:ahLst/>
              <a:cxnLst/>
              <a:rect l="0" t="0" r="0" b="0"/>
              <a:pathLst>
                <a:path w="48879" h="83169">
                  <a:moveTo>
                    <a:pt x="48879" y="0"/>
                  </a:moveTo>
                  <a:lnTo>
                    <a:pt x="0" y="8316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3" name="pl25403"/>
            <p:cNvSpPr/>
            <p:nvPr/>
          </p:nvSpPr>
          <p:spPr>
            <a:xfrm>
              <a:off x="8146611" y="9941981"/>
              <a:ext cx="4488" cy="12679"/>
            </a:xfrm>
            <a:custGeom>
              <a:avLst/>
              <a:gdLst/>
              <a:ahLst/>
              <a:cxnLst/>
              <a:rect l="0" t="0" r="0" b="0"/>
              <a:pathLst>
                <a:path w="4488" h="12679">
                  <a:moveTo>
                    <a:pt x="4488" y="0"/>
                  </a:moveTo>
                  <a:lnTo>
                    <a:pt x="0" y="12679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4" name="pl25404"/>
            <p:cNvSpPr/>
            <p:nvPr/>
          </p:nvSpPr>
          <p:spPr>
            <a:xfrm>
              <a:off x="8126762" y="9941981"/>
              <a:ext cx="24337" cy="62860"/>
            </a:xfrm>
            <a:custGeom>
              <a:avLst/>
              <a:gdLst/>
              <a:ahLst/>
              <a:cxnLst/>
              <a:rect l="0" t="0" r="0" b="0"/>
              <a:pathLst>
                <a:path w="24337" h="62860">
                  <a:moveTo>
                    <a:pt x="24337" y="0"/>
                  </a:moveTo>
                  <a:lnTo>
                    <a:pt x="0" y="6286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5" name="pl25405"/>
            <p:cNvSpPr/>
            <p:nvPr/>
          </p:nvSpPr>
          <p:spPr>
            <a:xfrm>
              <a:off x="8221122" y="9726076"/>
              <a:ext cx="21322" cy="9394"/>
            </a:xfrm>
            <a:custGeom>
              <a:avLst/>
              <a:gdLst/>
              <a:ahLst/>
              <a:cxnLst/>
              <a:rect l="0" t="0" r="0" b="0"/>
              <a:pathLst>
                <a:path w="21322" h="9394">
                  <a:moveTo>
                    <a:pt x="21322" y="9394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6" name="pl25406"/>
            <p:cNvSpPr/>
            <p:nvPr/>
          </p:nvSpPr>
          <p:spPr>
            <a:xfrm>
              <a:off x="8242445" y="9735471"/>
              <a:ext cx="19619" cy="11029"/>
            </a:xfrm>
            <a:custGeom>
              <a:avLst/>
              <a:gdLst/>
              <a:ahLst/>
              <a:cxnLst/>
              <a:rect l="0" t="0" r="0" b="0"/>
              <a:pathLst>
                <a:path w="19619" h="11029">
                  <a:moveTo>
                    <a:pt x="0" y="0"/>
                  </a:moveTo>
                  <a:lnTo>
                    <a:pt x="19619" y="11029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7" name="pl25407"/>
            <p:cNvSpPr/>
            <p:nvPr/>
          </p:nvSpPr>
          <p:spPr>
            <a:xfrm>
              <a:off x="8228798" y="9814498"/>
              <a:ext cx="3947" cy="15045"/>
            </a:xfrm>
            <a:custGeom>
              <a:avLst/>
              <a:gdLst/>
              <a:ahLst/>
              <a:cxnLst/>
              <a:rect l="0" t="0" r="0" b="0"/>
              <a:pathLst>
                <a:path w="3947" h="15045">
                  <a:moveTo>
                    <a:pt x="3947" y="15045"/>
                  </a:moveTo>
                  <a:lnTo>
                    <a:pt x="0" y="0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8" name="pl25408"/>
            <p:cNvSpPr/>
            <p:nvPr/>
          </p:nvSpPr>
          <p:spPr>
            <a:xfrm>
              <a:off x="8051642" y="9162456"/>
              <a:ext cx="27249" cy="46382"/>
            </a:xfrm>
            <a:custGeom>
              <a:avLst/>
              <a:gdLst/>
              <a:ahLst/>
              <a:cxnLst/>
              <a:rect l="0" t="0" r="0" b="0"/>
              <a:pathLst>
                <a:path w="27249" h="46382">
                  <a:moveTo>
                    <a:pt x="27249" y="4638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09" name="pl25409"/>
            <p:cNvSpPr/>
            <p:nvPr/>
          </p:nvSpPr>
          <p:spPr>
            <a:xfrm>
              <a:off x="8061745" y="9181985"/>
              <a:ext cx="17147" cy="26852"/>
            </a:xfrm>
            <a:custGeom>
              <a:avLst/>
              <a:gdLst/>
              <a:ahLst/>
              <a:cxnLst/>
              <a:rect l="0" t="0" r="0" b="0"/>
              <a:pathLst>
                <a:path w="17147" h="26852">
                  <a:moveTo>
                    <a:pt x="17147" y="26852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0" name="pl25410"/>
            <p:cNvSpPr/>
            <p:nvPr/>
          </p:nvSpPr>
          <p:spPr>
            <a:xfrm>
              <a:off x="8581884" y="9704363"/>
              <a:ext cx="67148" cy="27983"/>
            </a:xfrm>
            <a:custGeom>
              <a:avLst/>
              <a:gdLst/>
              <a:ahLst/>
              <a:cxnLst/>
              <a:rect l="0" t="0" r="0" b="0"/>
              <a:pathLst>
                <a:path w="67148" h="27983">
                  <a:moveTo>
                    <a:pt x="0" y="0"/>
                  </a:moveTo>
                  <a:lnTo>
                    <a:pt x="67148" y="2798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1" name="pl25411"/>
            <p:cNvSpPr/>
            <p:nvPr/>
          </p:nvSpPr>
          <p:spPr>
            <a:xfrm>
              <a:off x="8581884" y="9704363"/>
              <a:ext cx="43932" cy="14042"/>
            </a:xfrm>
            <a:custGeom>
              <a:avLst/>
              <a:gdLst/>
              <a:ahLst/>
              <a:cxnLst/>
              <a:rect l="0" t="0" r="0" b="0"/>
              <a:pathLst>
                <a:path w="43932" h="14042">
                  <a:moveTo>
                    <a:pt x="0" y="0"/>
                  </a:moveTo>
                  <a:lnTo>
                    <a:pt x="43932" y="1404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2" name="pl25412"/>
            <p:cNvSpPr/>
            <p:nvPr/>
          </p:nvSpPr>
          <p:spPr>
            <a:xfrm>
              <a:off x="8581884" y="9704363"/>
              <a:ext cx="70775" cy="13539"/>
            </a:xfrm>
            <a:custGeom>
              <a:avLst/>
              <a:gdLst/>
              <a:ahLst/>
              <a:cxnLst/>
              <a:rect l="0" t="0" r="0" b="0"/>
              <a:pathLst>
                <a:path w="70775" h="13539">
                  <a:moveTo>
                    <a:pt x="0" y="0"/>
                  </a:moveTo>
                  <a:lnTo>
                    <a:pt x="70775" y="1353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3" name="pl25413"/>
            <p:cNvSpPr/>
            <p:nvPr/>
          </p:nvSpPr>
          <p:spPr>
            <a:xfrm>
              <a:off x="8272232" y="9520829"/>
              <a:ext cx="94330" cy="20045"/>
            </a:xfrm>
            <a:custGeom>
              <a:avLst/>
              <a:gdLst/>
              <a:ahLst/>
              <a:cxnLst/>
              <a:rect l="0" t="0" r="0" b="0"/>
              <a:pathLst>
                <a:path w="94330" h="20045">
                  <a:moveTo>
                    <a:pt x="0" y="20045"/>
                  </a:moveTo>
                  <a:lnTo>
                    <a:pt x="9433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4" name="pl25414"/>
            <p:cNvSpPr/>
            <p:nvPr/>
          </p:nvSpPr>
          <p:spPr>
            <a:xfrm>
              <a:off x="8264625" y="9682283"/>
              <a:ext cx="34240" cy="10927"/>
            </a:xfrm>
            <a:custGeom>
              <a:avLst/>
              <a:gdLst/>
              <a:ahLst/>
              <a:cxnLst/>
              <a:rect l="0" t="0" r="0" b="0"/>
              <a:pathLst>
                <a:path w="34240" h="10927">
                  <a:moveTo>
                    <a:pt x="0" y="10927"/>
                  </a:moveTo>
                  <a:lnTo>
                    <a:pt x="3424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5" name="pl25415"/>
            <p:cNvSpPr/>
            <p:nvPr/>
          </p:nvSpPr>
          <p:spPr>
            <a:xfrm>
              <a:off x="8215192" y="9822177"/>
              <a:ext cx="119" cy="42595"/>
            </a:xfrm>
            <a:custGeom>
              <a:avLst/>
              <a:gdLst/>
              <a:ahLst/>
              <a:cxnLst/>
              <a:rect l="0" t="0" r="0" b="0"/>
              <a:pathLst>
                <a:path w="119" h="42595">
                  <a:moveTo>
                    <a:pt x="0" y="0"/>
                  </a:moveTo>
                  <a:lnTo>
                    <a:pt x="119" y="4259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6" name="pl25416"/>
            <p:cNvSpPr/>
            <p:nvPr/>
          </p:nvSpPr>
          <p:spPr>
            <a:xfrm>
              <a:off x="8214173" y="9822177"/>
              <a:ext cx="1018" cy="13872"/>
            </a:xfrm>
            <a:custGeom>
              <a:avLst/>
              <a:gdLst/>
              <a:ahLst/>
              <a:cxnLst/>
              <a:rect l="0" t="0" r="0" b="0"/>
              <a:pathLst>
                <a:path w="1018" h="13872">
                  <a:moveTo>
                    <a:pt x="1018" y="0"/>
                  </a:moveTo>
                  <a:lnTo>
                    <a:pt x="0" y="13872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7" name="pl25417"/>
            <p:cNvSpPr/>
            <p:nvPr/>
          </p:nvSpPr>
          <p:spPr>
            <a:xfrm>
              <a:off x="8269252" y="9666378"/>
              <a:ext cx="7842" cy="3749"/>
            </a:xfrm>
            <a:custGeom>
              <a:avLst/>
              <a:gdLst/>
              <a:ahLst/>
              <a:cxnLst/>
              <a:rect l="0" t="0" r="0" b="0"/>
              <a:pathLst>
                <a:path w="7842" h="3749">
                  <a:moveTo>
                    <a:pt x="7842" y="0"/>
                  </a:moveTo>
                  <a:lnTo>
                    <a:pt x="0" y="3749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8" name="pl25418"/>
            <p:cNvSpPr/>
            <p:nvPr/>
          </p:nvSpPr>
          <p:spPr>
            <a:xfrm>
              <a:off x="8221122" y="9711040"/>
              <a:ext cx="14747" cy="15036"/>
            </a:xfrm>
            <a:custGeom>
              <a:avLst/>
              <a:gdLst/>
              <a:ahLst/>
              <a:cxnLst/>
              <a:rect l="0" t="0" r="0" b="0"/>
              <a:pathLst>
                <a:path w="14747" h="15036">
                  <a:moveTo>
                    <a:pt x="14747" y="0"/>
                  </a:moveTo>
                  <a:lnTo>
                    <a:pt x="0" y="15036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19" name="pl25419"/>
            <p:cNvSpPr/>
            <p:nvPr/>
          </p:nvSpPr>
          <p:spPr>
            <a:xfrm>
              <a:off x="8235870" y="9670128"/>
              <a:ext cx="33381" cy="40912"/>
            </a:xfrm>
            <a:custGeom>
              <a:avLst/>
              <a:gdLst/>
              <a:ahLst/>
              <a:cxnLst/>
              <a:rect l="0" t="0" r="0" b="0"/>
              <a:pathLst>
                <a:path w="33381" h="40912">
                  <a:moveTo>
                    <a:pt x="0" y="40912"/>
                  </a:moveTo>
                  <a:lnTo>
                    <a:pt x="3338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0" name="pl25420"/>
            <p:cNvSpPr/>
            <p:nvPr/>
          </p:nvSpPr>
          <p:spPr>
            <a:xfrm>
              <a:off x="8511617" y="8839180"/>
              <a:ext cx="8225" cy="78"/>
            </a:xfrm>
            <a:custGeom>
              <a:avLst/>
              <a:gdLst/>
              <a:ahLst/>
              <a:cxnLst/>
              <a:rect l="0" t="0" r="0" b="0"/>
              <a:pathLst>
                <a:path w="8225" h="78">
                  <a:moveTo>
                    <a:pt x="8225" y="0"/>
                  </a:moveTo>
                  <a:lnTo>
                    <a:pt x="0" y="7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1" name="pl25421"/>
            <p:cNvSpPr/>
            <p:nvPr/>
          </p:nvSpPr>
          <p:spPr>
            <a:xfrm>
              <a:off x="8161056" y="9520829"/>
              <a:ext cx="205507" cy="17437"/>
            </a:xfrm>
            <a:custGeom>
              <a:avLst/>
              <a:gdLst/>
              <a:ahLst/>
              <a:cxnLst/>
              <a:rect l="0" t="0" r="0" b="0"/>
              <a:pathLst>
                <a:path w="205507" h="17437">
                  <a:moveTo>
                    <a:pt x="0" y="17437"/>
                  </a:moveTo>
                  <a:lnTo>
                    <a:pt x="20550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2" name="pl25422"/>
            <p:cNvSpPr/>
            <p:nvPr/>
          </p:nvSpPr>
          <p:spPr>
            <a:xfrm>
              <a:off x="8136169" y="9492548"/>
              <a:ext cx="24886" cy="45718"/>
            </a:xfrm>
            <a:custGeom>
              <a:avLst/>
              <a:gdLst/>
              <a:ahLst/>
              <a:cxnLst/>
              <a:rect l="0" t="0" r="0" b="0"/>
              <a:pathLst>
                <a:path w="24886" h="45718">
                  <a:moveTo>
                    <a:pt x="24886" y="45718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3" name="pl25423"/>
            <p:cNvSpPr/>
            <p:nvPr/>
          </p:nvSpPr>
          <p:spPr>
            <a:xfrm>
              <a:off x="8207429" y="9702769"/>
              <a:ext cx="13693" cy="23307"/>
            </a:xfrm>
            <a:custGeom>
              <a:avLst/>
              <a:gdLst/>
              <a:ahLst/>
              <a:cxnLst/>
              <a:rect l="0" t="0" r="0" b="0"/>
              <a:pathLst>
                <a:path w="13693" h="23307">
                  <a:moveTo>
                    <a:pt x="0" y="0"/>
                  </a:moveTo>
                  <a:lnTo>
                    <a:pt x="13693" y="2330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4" name="pl25424"/>
            <p:cNvSpPr/>
            <p:nvPr/>
          </p:nvSpPr>
          <p:spPr>
            <a:xfrm>
              <a:off x="7423414" y="9724507"/>
              <a:ext cx="28" cy="11150"/>
            </a:xfrm>
            <a:custGeom>
              <a:avLst/>
              <a:gdLst/>
              <a:ahLst/>
              <a:cxnLst/>
              <a:rect l="0" t="0" r="0" b="0"/>
              <a:pathLst>
                <a:path w="28" h="11150">
                  <a:moveTo>
                    <a:pt x="28" y="111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5" name="pl25425"/>
            <p:cNvSpPr/>
            <p:nvPr/>
          </p:nvSpPr>
          <p:spPr>
            <a:xfrm>
              <a:off x="7423442" y="9735657"/>
              <a:ext cx="5838" cy="5230"/>
            </a:xfrm>
            <a:custGeom>
              <a:avLst/>
              <a:gdLst/>
              <a:ahLst/>
              <a:cxnLst/>
              <a:rect l="0" t="0" r="0" b="0"/>
              <a:pathLst>
                <a:path w="5838" h="5230">
                  <a:moveTo>
                    <a:pt x="0" y="0"/>
                  </a:moveTo>
                  <a:lnTo>
                    <a:pt x="5838" y="523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6" name="pl25426"/>
            <p:cNvSpPr/>
            <p:nvPr/>
          </p:nvSpPr>
          <p:spPr>
            <a:xfrm>
              <a:off x="8221122" y="9726076"/>
              <a:ext cx="7412" cy="8512"/>
            </a:xfrm>
            <a:custGeom>
              <a:avLst/>
              <a:gdLst/>
              <a:ahLst/>
              <a:cxnLst/>
              <a:rect l="0" t="0" r="0" b="0"/>
              <a:pathLst>
                <a:path w="7412" h="8512">
                  <a:moveTo>
                    <a:pt x="7412" y="851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7" name="pl25427"/>
            <p:cNvSpPr/>
            <p:nvPr/>
          </p:nvSpPr>
          <p:spPr>
            <a:xfrm>
              <a:off x="8228535" y="9734589"/>
              <a:ext cx="9843" cy="2898"/>
            </a:xfrm>
            <a:custGeom>
              <a:avLst/>
              <a:gdLst/>
              <a:ahLst/>
              <a:cxnLst/>
              <a:rect l="0" t="0" r="0" b="0"/>
              <a:pathLst>
                <a:path w="9843" h="2898">
                  <a:moveTo>
                    <a:pt x="0" y="0"/>
                  </a:moveTo>
                  <a:lnTo>
                    <a:pt x="9843" y="289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8" name="pl25428"/>
            <p:cNvSpPr/>
            <p:nvPr/>
          </p:nvSpPr>
          <p:spPr>
            <a:xfrm>
              <a:off x="8296695" y="9396341"/>
              <a:ext cx="12714" cy="64335"/>
            </a:xfrm>
            <a:custGeom>
              <a:avLst/>
              <a:gdLst/>
              <a:ahLst/>
              <a:cxnLst/>
              <a:rect l="0" t="0" r="0" b="0"/>
              <a:pathLst>
                <a:path w="12714" h="64335">
                  <a:moveTo>
                    <a:pt x="12714" y="0"/>
                  </a:moveTo>
                  <a:lnTo>
                    <a:pt x="0" y="643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29" name="pl25429"/>
            <p:cNvSpPr/>
            <p:nvPr/>
          </p:nvSpPr>
          <p:spPr>
            <a:xfrm>
              <a:off x="8166752" y="9696623"/>
              <a:ext cx="27971" cy="1953"/>
            </a:xfrm>
            <a:custGeom>
              <a:avLst/>
              <a:gdLst/>
              <a:ahLst/>
              <a:cxnLst/>
              <a:rect l="0" t="0" r="0" b="0"/>
              <a:pathLst>
                <a:path w="27971" h="1953">
                  <a:moveTo>
                    <a:pt x="0" y="0"/>
                  </a:moveTo>
                  <a:lnTo>
                    <a:pt x="27971" y="195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0" name="pl25430"/>
            <p:cNvSpPr/>
            <p:nvPr/>
          </p:nvSpPr>
          <p:spPr>
            <a:xfrm>
              <a:off x="8270283" y="9403459"/>
              <a:ext cx="26412" cy="57217"/>
            </a:xfrm>
            <a:custGeom>
              <a:avLst/>
              <a:gdLst/>
              <a:ahLst/>
              <a:cxnLst/>
              <a:rect l="0" t="0" r="0" b="0"/>
              <a:pathLst>
                <a:path w="26412" h="57217">
                  <a:moveTo>
                    <a:pt x="0" y="0"/>
                  </a:moveTo>
                  <a:lnTo>
                    <a:pt x="26412" y="5721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1" name="pl25431"/>
            <p:cNvSpPr/>
            <p:nvPr/>
          </p:nvSpPr>
          <p:spPr>
            <a:xfrm>
              <a:off x="8457992" y="9647172"/>
              <a:ext cx="20132" cy="84255"/>
            </a:xfrm>
            <a:custGeom>
              <a:avLst/>
              <a:gdLst/>
              <a:ahLst/>
              <a:cxnLst/>
              <a:rect l="0" t="0" r="0" b="0"/>
              <a:pathLst>
                <a:path w="20132" h="84255">
                  <a:moveTo>
                    <a:pt x="0" y="84255"/>
                  </a:moveTo>
                  <a:lnTo>
                    <a:pt x="2013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2" name="pl25432"/>
            <p:cNvSpPr/>
            <p:nvPr/>
          </p:nvSpPr>
          <p:spPr>
            <a:xfrm>
              <a:off x="8421973" y="9731428"/>
              <a:ext cx="36018" cy="79693"/>
            </a:xfrm>
            <a:custGeom>
              <a:avLst/>
              <a:gdLst/>
              <a:ahLst/>
              <a:cxnLst/>
              <a:rect l="0" t="0" r="0" b="0"/>
              <a:pathLst>
                <a:path w="36018" h="79693">
                  <a:moveTo>
                    <a:pt x="36018" y="0"/>
                  </a:moveTo>
                  <a:lnTo>
                    <a:pt x="0" y="796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3" name="pl25433"/>
            <p:cNvSpPr/>
            <p:nvPr/>
          </p:nvSpPr>
          <p:spPr>
            <a:xfrm>
              <a:off x="8277150" y="9872844"/>
              <a:ext cx="92858" cy="45297"/>
            </a:xfrm>
            <a:custGeom>
              <a:avLst/>
              <a:gdLst/>
              <a:ahLst/>
              <a:cxnLst/>
              <a:rect l="0" t="0" r="0" b="0"/>
              <a:pathLst>
                <a:path w="92858" h="45297">
                  <a:moveTo>
                    <a:pt x="92858" y="0"/>
                  </a:moveTo>
                  <a:lnTo>
                    <a:pt x="0" y="4529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4" name="pl25434"/>
            <p:cNvSpPr/>
            <p:nvPr/>
          </p:nvSpPr>
          <p:spPr>
            <a:xfrm>
              <a:off x="8370008" y="9811121"/>
              <a:ext cx="51965" cy="61722"/>
            </a:xfrm>
            <a:custGeom>
              <a:avLst/>
              <a:gdLst/>
              <a:ahLst/>
              <a:cxnLst/>
              <a:rect l="0" t="0" r="0" b="0"/>
              <a:pathLst>
                <a:path w="51965" h="61722">
                  <a:moveTo>
                    <a:pt x="0" y="61722"/>
                  </a:moveTo>
                  <a:lnTo>
                    <a:pt x="5196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5" name="pl25435"/>
            <p:cNvSpPr/>
            <p:nvPr/>
          </p:nvSpPr>
          <p:spPr>
            <a:xfrm>
              <a:off x="8217260" y="9726076"/>
              <a:ext cx="3861" cy="9434"/>
            </a:xfrm>
            <a:custGeom>
              <a:avLst/>
              <a:gdLst/>
              <a:ahLst/>
              <a:cxnLst/>
              <a:rect l="0" t="0" r="0" b="0"/>
              <a:pathLst>
                <a:path w="3861" h="9434">
                  <a:moveTo>
                    <a:pt x="0" y="9434"/>
                  </a:moveTo>
                  <a:lnTo>
                    <a:pt x="386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6" name="pl25436"/>
            <p:cNvSpPr/>
            <p:nvPr/>
          </p:nvSpPr>
          <p:spPr>
            <a:xfrm>
              <a:off x="7552968" y="9332042"/>
              <a:ext cx="9554" cy="8687"/>
            </a:xfrm>
            <a:custGeom>
              <a:avLst/>
              <a:gdLst/>
              <a:ahLst/>
              <a:cxnLst/>
              <a:rect l="0" t="0" r="0" b="0"/>
              <a:pathLst>
                <a:path w="9554" h="8687">
                  <a:moveTo>
                    <a:pt x="9554" y="868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7" name="pl25437"/>
            <p:cNvSpPr/>
            <p:nvPr/>
          </p:nvSpPr>
          <p:spPr>
            <a:xfrm>
              <a:off x="8121405" y="9553704"/>
              <a:ext cx="1708" cy="8405"/>
            </a:xfrm>
            <a:custGeom>
              <a:avLst/>
              <a:gdLst/>
              <a:ahLst/>
              <a:cxnLst/>
              <a:rect l="0" t="0" r="0" b="0"/>
              <a:pathLst>
                <a:path w="1708" h="8405">
                  <a:moveTo>
                    <a:pt x="1708" y="0"/>
                  </a:moveTo>
                  <a:lnTo>
                    <a:pt x="0" y="8405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8" name="pl25438"/>
            <p:cNvSpPr/>
            <p:nvPr/>
          </p:nvSpPr>
          <p:spPr>
            <a:xfrm>
              <a:off x="8123114" y="9553704"/>
              <a:ext cx="3309" cy="1557"/>
            </a:xfrm>
            <a:custGeom>
              <a:avLst/>
              <a:gdLst/>
              <a:ahLst/>
              <a:cxnLst/>
              <a:rect l="0" t="0" r="0" b="0"/>
              <a:pathLst>
                <a:path w="3309" h="1557">
                  <a:moveTo>
                    <a:pt x="0" y="0"/>
                  </a:moveTo>
                  <a:lnTo>
                    <a:pt x="3309" y="1557"/>
                  </a:lnTo>
                </a:path>
              </a:pathLst>
            </a:custGeom>
            <a:ln w="1326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39" name="pl25439"/>
            <p:cNvSpPr/>
            <p:nvPr/>
          </p:nvSpPr>
          <p:spPr>
            <a:xfrm>
              <a:off x="8123114" y="9508414"/>
              <a:ext cx="51429" cy="45290"/>
            </a:xfrm>
            <a:custGeom>
              <a:avLst/>
              <a:gdLst/>
              <a:ahLst/>
              <a:cxnLst/>
              <a:rect l="0" t="0" r="0" b="0"/>
              <a:pathLst>
                <a:path w="51429" h="45290">
                  <a:moveTo>
                    <a:pt x="0" y="45290"/>
                  </a:moveTo>
                  <a:lnTo>
                    <a:pt x="5142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0" name="pl25440"/>
            <p:cNvSpPr/>
            <p:nvPr/>
          </p:nvSpPr>
          <p:spPr>
            <a:xfrm>
              <a:off x="8123114" y="9551192"/>
              <a:ext cx="308" cy="2512"/>
            </a:xfrm>
            <a:custGeom>
              <a:avLst/>
              <a:gdLst/>
              <a:ahLst/>
              <a:cxnLst/>
              <a:rect l="0" t="0" r="0" b="0"/>
              <a:pathLst>
                <a:path w="308" h="2512">
                  <a:moveTo>
                    <a:pt x="0" y="2512"/>
                  </a:moveTo>
                  <a:lnTo>
                    <a:pt x="308" y="0"/>
                  </a:lnTo>
                </a:path>
              </a:pathLst>
            </a:custGeom>
            <a:ln w="59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1" name="pl25441"/>
            <p:cNvSpPr/>
            <p:nvPr/>
          </p:nvSpPr>
          <p:spPr>
            <a:xfrm>
              <a:off x="8123114" y="9537800"/>
              <a:ext cx="71166" cy="15903"/>
            </a:xfrm>
            <a:custGeom>
              <a:avLst/>
              <a:gdLst/>
              <a:ahLst/>
              <a:cxnLst/>
              <a:rect l="0" t="0" r="0" b="0"/>
              <a:pathLst>
                <a:path w="71166" h="15903">
                  <a:moveTo>
                    <a:pt x="0" y="15903"/>
                  </a:moveTo>
                  <a:lnTo>
                    <a:pt x="71166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2" name="pl25442"/>
            <p:cNvSpPr/>
            <p:nvPr/>
          </p:nvSpPr>
          <p:spPr>
            <a:xfrm>
              <a:off x="8123114" y="9549950"/>
              <a:ext cx="62" cy="3754"/>
            </a:xfrm>
            <a:custGeom>
              <a:avLst/>
              <a:gdLst/>
              <a:ahLst/>
              <a:cxnLst/>
              <a:rect l="0" t="0" r="0" b="0"/>
              <a:pathLst>
                <a:path w="62" h="3754">
                  <a:moveTo>
                    <a:pt x="0" y="3754"/>
                  </a:moveTo>
                  <a:lnTo>
                    <a:pt x="62" y="0"/>
                  </a:lnTo>
                </a:path>
              </a:pathLst>
            </a:custGeom>
            <a:ln w="792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3" name="pl25443"/>
            <p:cNvSpPr/>
            <p:nvPr/>
          </p:nvSpPr>
          <p:spPr>
            <a:xfrm>
              <a:off x="8173308" y="9706833"/>
              <a:ext cx="15016" cy="3377"/>
            </a:xfrm>
            <a:custGeom>
              <a:avLst/>
              <a:gdLst/>
              <a:ahLst/>
              <a:cxnLst/>
              <a:rect l="0" t="0" r="0" b="0"/>
              <a:pathLst>
                <a:path w="15016" h="3377">
                  <a:moveTo>
                    <a:pt x="15016" y="0"/>
                  </a:moveTo>
                  <a:lnTo>
                    <a:pt x="0" y="337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4" name="pl25444"/>
            <p:cNvSpPr/>
            <p:nvPr/>
          </p:nvSpPr>
          <p:spPr>
            <a:xfrm>
              <a:off x="8188325" y="9698577"/>
              <a:ext cx="6398" cy="8256"/>
            </a:xfrm>
            <a:custGeom>
              <a:avLst/>
              <a:gdLst/>
              <a:ahLst/>
              <a:cxnLst/>
              <a:rect l="0" t="0" r="0" b="0"/>
              <a:pathLst>
                <a:path w="6398" h="8256">
                  <a:moveTo>
                    <a:pt x="0" y="8256"/>
                  </a:moveTo>
                  <a:lnTo>
                    <a:pt x="6398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5" name="pl25445"/>
            <p:cNvSpPr/>
            <p:nvPr/>
          </p:nvSpPr>
          <p:spPr>
            <a:xfrm>
              <a:off x="8166641" y="9706833"/>
              <a:ext cx="21683" cy="2853"/>
            </a:xfrm>
            <a:custGeom>
              <a:avLst/>
              <a:gdLst/>
              <a:ahLst/>
              <a:cxnLst/>
              <a:rect l="0" t="0" r="0" b="0"/>
              <a:pathLst>
                <a:path w="21683" h="2853">
                  <a:moveTo>
                    <a:pt x="21683" y="0"/>
                  </a:moveTo>
                  <a:lnTo>
                    <a:pt x="0" y="285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6" name="pl25446"/>
            <p:cNvSpPr/>
            <p:nvPr/>
          </p:nvSpPr>
          <p:spPr>
            <a:xfrm>
              <a:off x="8186167" y="9706833"/>
              <a:ext cx="2157" cy="6028"/>
            </a:xfrm>
            <a:custGeom>
              <a:avLst/>
              <a:gdLst/>
              <a:ahLst/>
              <a:cxnLst/>
              <a:rect l="0" t="0" r="0" b="0"/>
              <a:pathLst>
                <a:path w="2157" h="6028">
                  <a:moveTo>
                    <a:pt x="2157" y="0"/>
                  </a:moveTo>
                  <a:lnTo>
                    <a:pt x="0" y="6028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7" name="pl25447"/>
            <p:cNvSpPr/>
            <p:nvPr/>
          </p:nvSpPr>
          <p:spPr>
            <a:xfrm>
              <a:off x="8208356" y="9703943"/>
              <a:ext cx="12765" cy="22133"/>
            </a:xfrm>
            <a:custGeom>
              <a:avLst/>
              <a:gdLst/>
              <a:ahLst/>
              <a:cxnLst/>
              <a:rect l="0" t="0" r="0" b="0"/>
              <a:pathLst>
                <a:path w="12765" h="22133">
                  <a:moveTo>
                    <a:pt x="0" y="0"/>
                  </a:moveTo>
                  <a:lnTo>
                    <a:pt x="12765" y="22133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8" name="pl25448"/>
            <p:cNvSpPr/>
            <p:nvPr/>
          </p:nvSpPr>
          <p:spPr>
            <a:xfrm>
              <a:off x="8267375" y="9896209"/>
              <a:ext cx="28269" cy="17683"/>
            </a:xfrm>
            <a:custGeom>
              <a:avLst/>
              <a:gdLst/>
              <a:ahLst/>
              <a:cxnLst/>
              <a:rect l="0" t="0" r="0" b="0"/>
              <a:pathLst>
                <a:path w="28269" h="17683">
                  <a:moveTo>
                    <a:pt x="0" y="0"/>
                  </a:moveTo>
                  <a:lnTo>
                    <a:pt x="28269" y="1768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49" name="pl25449"/>
            <p:cNvSpPr/>
            <p:nvPr/>
          </p:nvSpPr>
          <p:spPr>
            <a:xfrm>
              <a:off x="8366563" y="9520829"/>
              <a:ext cx="84150" cy="10497"/>
            </a:xfrm>
            <a:custGeom>
              <a:avLst/>
              <a:gdLst/>
              <a:ahLst/>
              <a:cxnLst/>
              <a:rect l="0" t="0" r="0" b="0"/>
              <a:pathLst>
                <a:path w="84150" h="10497">
                  <a:moveTo>
                    <a:pt x="84150" y="1049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0" name="pl25450"/>
            <p:cNvSpPr/>
            <p:nvPr/>
          </p:nvSpPr>
          <p:spPr>
            <a:xfrm>
              <a:off x="7442839" y="9475234"/>
              <a:ext cx="11852" cy="2047"/>
            </a:xfrm>
            <a:custGeom>
              <a:avLst/>
              <a:gdLst/>
              <a:ahLst/>
              <a:cxnLst/>
              <a:rect l="0" t="0" r="0" b="0"/>
              <a:pathLst>
                <a:path w="11852" h="2047">
                  <a:moveTo>
                    <a:pt x="11852" y="2047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1" name="pl25451"/>
            <p:cNvSpPr/>
            <p:nvPr/>
          </p:nvSpPr>
          <p:spPr>
            <a:xfrm>
              <a:off x="8331364" y="9309325"/>
              <a:ext cx="27224" cy="52173"/>
            </a:xfrm>
            <a:custGeom>
              <a:avLst/>
              <a:gdLst/>
              <a:ahLst/>
              <a:cxnLst/>
              <a:rect l="0" t="0" r="0" b="0"/>
              <a:pathLst>
                <a:path w="27224" h="52173">
                  <a:moveTo>
                    <a:pt x="0" y="52173"/>
                  </a:moveTo>
                  <a:lnTo>
                    <a:pt x="272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2" name="pl25452"/>
            <p:cNvSpPr/>
            <p:nvPr/>
          </p:nvSpPr>
          <p:spPr>
            <a:xfrm>
              <a:off x="8296695" y="9361498"/>
              <a:ext cx="34669" cy="99178"/>
            </a:xfrm>
            <a:custGeom>
              <a:avLst/>
              <a:gdLst/>
              <a:ahLst/>
              <a:cxnLst/>
              <a:rect l="0" t="0" r="0" b="0"/>
              <a:pathLst>
                <a:path w="34669" h="99178">
                  <a:moveTo>
                    <a:pt x="34669" y="0"/>
                  </a:moveTo>
                  <a:lnTo>
                    <a:pt x="0" y="9917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3" name="pl25453"/>
            <p:cNvSpPr/>
            <p:nvPr/>
          </p:nvSpPr>
          <p:spPr>
            <a:xfrm>
              <a:off x="8331364" y="9310767"/>
              <a:ext cx="6268" cy="50731"/>
            </a:xfrm>
            <a:custGeom>
              <a:avLst/>
              <a:gdLst/>
              <a:ahLst/>
              <a:cxnLst/>
              <a:rect l="0" t="0" r="0" b="0"/>
              <a:pathLst>
                <a:path w="6268" h="50731">
                  <a:moveTo>
                    <a:pt x="0" y="50731"/>
                  </a:moveTo>
                  <a:lnTo>
                    <a:pt x="626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4" name="pl25454"/>
            <p:cNvSpPr/>
            <p:nvPr/>
          </p:nvSpPr>
          <p:spPr>
            <a:xfrm>
              <a:off x="8331364" y="9307375"/>
              <a:ext cx="14836" cy="54123"/>
            </a:xfrm>
            <a:custGeom>
              <a:avLst/>
              <a:gdLst/>
              <a:ahLst/>
              <a:cxnLst/>
              <a:rect l="0" t="0" r="0" b="0"/>
              <a:pathLst>
                <a:path w="14836" h="54123">
                  <a:moveTo>
                    <a:pt x="0" y="54123"/>
                  </a:moveTo>
                  <a:lnTo>
                    <a:pt x="1483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5" name="pl25455"/>
            <p:cNvSpPr/>
            <p:nvPr/>
          </p:nvSpPr>
          <p:spPr>
            <a:xfrm>
              <a:off x="8216043" y="9678330"/>
              <a:ext cx="8427" cy="4375"/>
            </a:xfrm>
            <a:custGeom>
              <a:avLst/>
              <a:gdLst/>
              <a:ahLst/>
              <a:cxnLst/>
              <a:rect l="0" t="0" r="0" b="0"/>
              <a:pathLst>
                <a:path w="8427" h="4375">
                  <a:moveTo>
                    <a:pt x="8427" y="0"/>
                  </a:moveTo>
                  <a:lnTo>
                    <a:pt x="0" y="4375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6" name="pl25456"/>
            <p:cNvSpPr/>
            <p:nvPr/>
          </p:nvSpPr>
          <p:spPr>
            <a:xfrm>
              <a:off x="8221408" y="9751700"/>
              <a:ext cx="493" cy="15913"/>
            </a:xfrm>
            <a:custGeom>
              <a:avLst/>
              <a:gdLst/>
              <a:ahLst/>
              <a:cxnLst/>
              <a:rect l="0" t="0" r="0" b="0"/>
              <a:pathLst>
                <a:path w="493" h="15913">
                  <a:moveTo>
                    <a:pt x="0" y="0"/>
                  </a:moveTo>
                  <a:lnTo>
                    <a:pt x="493" y="15913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7" name="pl25457"/>
            <p:cNvSpPr/>
            <p:nvPr/>
          </p:nvSpPr>
          <p:spPr>
            <a:xfrm>
              <a:off x="8221122" y="9726076"/>
              <a:ext cx="285" cy="25623"/>
            </a:xfrm>
            <a:custGeom>
              <a:avLst/>
              <a:gdLst/>
              <a:ahLst/>
              <a:cxnLst/>
              <a:rect l="0" t="0" r="0" b="0"/>
              <a:pathLst>
                <a:path w="285" h="25623">
                  <a:moveTo>
                    <a:pt x="285" y="2562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8" name="pl25458"/>
            <p:cNvSpPr/>
            <p:nvPr/>
          </p:nvSpPr>
          <p:spPr>
            <a:xfrm>
              <a:off x="8219622" y="9751700"/>
              <a:ext cx="1786" cy="19641"/>
            </a:xfrm>
            <a:custGeom>
              <a:avLst/>
              <a:gdLst/>
              <a:ahLst/>
              <a:cxnLst/>
              <a:rect l="0" t="0" r="0" b="0"/>
              <a:pathLst>
                <a:path w="1786" h="19641">
                  <a:moveTo>
                    <a:pt x="1786" y="0"/>
                  </a:moveTo>
                  <a:lnTo>
                    <a:pt x="0" y="1964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59" name="pl25459"/>
            <p:cNvSpPr/>
            <p:nvPr/>
          </p:nvSpPr>
          <p:spPr>
            <a:xfrm>
              <a:off x="8854707" y="9055080"/>
              <a:ext cx="9437" cy="14477"/>
            </a:xfrm>
            <a:custGeom>
              <a:avLst/>
              <a:gdLst/>
              <a:ahLst/>
              <a:cxnLst/>
              <a:rect l="0" t="0" r="0" b="0"/>
              <a:pathLst>
                <a:path w="9437" h="14477">
                  <a:moveTo>
                    <a:pt x="0" y="0"/>
                  </a:moveTo>
                  <a:lnTo>
                    <a:pt x="9437" y="1447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0" name="pl25460"/>
            <p:cNvSpPr/>
            <p:nvPr/>
          </p:nvSpPr>
          <p:spPr>
            <a:xfrm>
              <a:off x="8367267" y="9737472"/>
              <a:ext cx="10717" cy="2651"/>
            </a:xfrm>
            <a:custGeom>
              <a:avLst/>
              <a:gdLst/>
              <a:ahLst/>
              <a:cxnLst/>
              <a:rect l="0" t="0" r="0" b="0"/>
              <a:pathLst>
                <a:path w="10717" h="2651">
                  <a:moveTo>
                    <a:pt x="10717" y="0"/>
                  </a:moveTo>
                  <a:lnTo>
                    <a:pt x="0" y="2651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1" name="pl25461"/>
            <p:cNvSpPr/>
            <p:nvPr/>
          </p:nvSpPr>
          <p:spPr>
            <a:xfrm>
              <a:off x="8946459" y="9161360"/>
              <a:ext cx="4685" cy="3193"/>
            </a:xfrm>
            <a:custGeom>
              <a:avLst/>
              <a:gdLst/>
              <a:ahLst/>
              <a:cxnLst/>
              <a:rect l="0" t="0" r="0" b="0"/>
              <a:pathLst>
                <a:path w="4685" h="3193">
                  <a:moveTo>
                    <a:pt x="4685" y="3193"/>
                  </a:moveTo>
                  <a:lnTo>
                    <a:pt x="0" y="0"/>
                  </a:lnTo>
                </a:path>
              </a:pathLst>
            </a:custGeom>
            <a:ln w="411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2" name="pl25462"/>
            <p:cNvSpPr/>
            <p:nvPr/>
          </p:nvSpPr>
          <p:spPr>
            <a:xfrm>
              <a:off x="8295989" y="9750199"/>
              <a:ext cx="1335" cy="2728"/>
            </a:xfrm>
            <a:custGeom>
              <a:avLst/>
              <a:gdLst/>
              <a:ahLst/>
              <a:cxnLst/>
              <a:rect l="0" t="0" r="0" b="0"/>
              <a:pathLst>
                <a:path w="1335" h="2728">
                  <a:moveTo>
                    <a:pt x="0" y="2728"/>
                  </a:moveTo>
                  <a:lnTo>
                    <a:pt x="1335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3" name="pl25463"/>
            <p:cNvSpPr/>
            <p:nvPr/>
          </p:nvSpPr>
          <p:spPr>
            <a:xfrm>
              <a:off x="8283981" y="9746052"/>
              <a:ext cx="12007" cy="6875"/>
            </a:xfrm>
            <a:custGeom>
              <a:avLst/>
              <a:gdLst/>
              <a:ahLst/>
              <a:cxnLst/>
              <a:rect l="0" t="0" r="0" b="0"/>
              <a:pathLst>
                <a:path w="12007" h="6875">
                  <a:moveTo>
                    <a:pt x="12007" y="687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4" name="pl25464"/>
            <p:cNvSpPr/>
            <p:nvPr/>
          </p:nvSpPr>
          <p:spPr>
            <a:xfrm>
              <a:off x="8282630" y="9748089"/>
              <a:ext cx="13358" cy="4838"/>
            </a:xfrm>
            <a:custGeom>
              <a:avLst/>
              <a:gdLst/>
              <a:ahLst/>
              <a:cxnLst/>
              <a:rect l="0" t="0" r="0" b="0"/>
              <a:pathLst>
                <a:path w="13358" h="4838">
                  <a:moveTo>
                    <a:pt x="13358" y="48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5" name="pl25465"/>
            <p:cNvSpPr/>
            <p:nvPr/>
          </p:nvSpPr>
          <p:spPr>
            <a:xfrm>
              <a:off x="8582333" y="8890620"/>
              <a:ext cx="2005" cy="497"/>
            </a:xfrm>
            <a:custGeom>
              <a:avLst/>
              <a:gdLst/>
              <a:ahLst/>
              <a:cxnLst/>
              <a:rect l="0" t="0" r="0" b="0"/>
              <a:pathLst>
                <a:path w="2005" h="497">
                  <a:moveTo>
                    <a:pt x="0" y="0"/>
                  </a:moveTo>
                  <a:lnTo>
                    <a:pt x="2005" y="497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6" name="pl25466"/>
            <p:cNvSpPr/>
            <p:nvPr/>
          </p:nvSpPr>
          <p:spPr>
            <a:xfrm>
              <a:off x="8115328" y="9582031"/>
              <a:ext cx="81336" cy="877"/>
            </a:xfrm>
            <a:custGeom>
              <a:avLst/>
              <a:gdLst/>
              <a:ahLst/>
              <a:cxnLst/>
              <a:rect l="0" t="0" r="0" b="0"/>
              <a:pathLst>
                <a:path w="81336" h="877">
                  <a:moveTo>
                    <a:pt x="0" y="0"/>
                  </a:moveTo>
                  <a:lnTo>
                    <a:pt x="81336" y="87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7" name="pl25467"/>
            <p:cNvSpPr/>
            <p:nvPr/>
          </p:nvSpPr>
          <p:spPr>
            <a:xfrm>
              <a:off x="8115328" y="9540875"/>
              <a:ext cx="156904" cy="41155"/>
            </a:xfrm>
            <a:custGeom>
              <a:avLst/>
              <a:gdLst/>
              <a:ahLst/>
              <a:cxnLst/>
              <a:rect l="0" t="0" r="0" b="0"/>
              <a:pathLst>
                <a:path w="156904" h="41155">
                  <a:moveTo>
                    <a:pt x="0" y="41155"/>
                  </a:moveTo>
                  <a:lnTo>
                    <a:pt x="15690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8" name="pl25468"/>
            <p:cNvSpPr/>
            <p:nvPr/>
          </p:nvSpPr>
          <p:spPr>
            <a:xfrm>
              <a:off x="8115328" y="9538266"/>
              <a:ext cx="45727" cy="43764"/>
            </a:xfrm>
            <a:custGeom>
              <a:avLst/>
              <a:gdLst/>
              <a:ahLst/>
              <a:cxnLst/>
              <a:rect l="0" t="0" r="0" b="0"/>
              <a:pathLst>
                <a:path w="45727" h="43764">
                  <a:moveTo>
                    <a:pt x="0" y="43764"/>
                  </a:moveTo>
                  <a:lnTo>
                    <a:pt x="4572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69" name="pl25469"/>
            <p:cNvSpPr/>
            <p:nvPr/>
          </p:nvSpPr>
          <p:spPr>
            <a:xfrm>
              <a:off x="8115328" y="9546874"/>
              <a:ext cx="47022" cy="35156"/>
            </a:xfrm>
            <a:custGeom>
              <a:avLst/>
              <a:gdLst/>
              <a:ahLst/>
              <a:cxnLst/>
              <a:rect l="0" t="0" r="0" b="0"/>
              <a:pathLst>
                <a:path w="47022" h="35156">
                  <a:moveTo>
                    <a:pt x="0" y="35156"/>
                  </a:moveTo>
                  <a:lnTo>
                    <a:pt x="4702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0" name="pl25470"/>
            <p:cNvSpPr/>
            <p:nvPr/>
          </p:nvSpPr>
          <p:spPr>
            <a:xfrm>
              <a:off x="8115328" y="9508482"/>
              <a:ext cx="76627" cy="73548"/>
            </a:xfrm>
            <a:custGeom>
              <a:avLst/>
              <a:gdLst/>
              <a:ahLst/>
              <a:cxnLst/>
              <a:rect l="0" t="0" r="0" b="0"/>
              <a:pathLst>
                <a:path w="76627" h="73548">
                  <a:moveTo>
                    <a:pt x="0" y="73548"/>
                  </a:moveTo>
                  <a:lnTo>
                    <a:pt x="7662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1" name="pl25471"/>
            <p:cNvSpPr/>
            <p:nvPr/>
          </p:nvSpPr>
          <p:spPr>
            <a:xfrm>
              <a:off x="8074966" y="9561638"/>
              <a:ext cx="40361" cy="20393"/>
            </a:xfrm>
            <a:custGeom>
              <a:avLst/>
              <a:gdLst/>
              <a:ahLst/>
              <a:cxnLst/>
              <a:rect l="0" t="0" r="0" b="0"/>
              <a:pathLst>
                <a:path w="40361" h="20393">
                  <a:moveTo>
                    <a:pt x="40361" y="2039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2" name="pl25472"/>
            <p:cNvSpPr/>
            <p:nvPr/>
          </p:nvSpPr>
          <p:spPr>
            <a:xfrm>
              <a:off x="8083364" y="9571464"/>
              <a:ext cx="31963" cy="10566"/>
            </a:xfrm>
            <a:custGeom>
              <a:avLst/>
              <a:gdLst/>
              <a:ahLst/>
              <a:cxnLst/>
              <a:rect l="0" t="0" r="0" b="0"/>
              <a:pathLst>
                <a:path w="31963" h="10566">
                  <a:moveTo>
                    <a:pt x="31963" y="1056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3" name="pl25473"/>
            <p:cNvSpPr/>
            <p:nvPr/>
          </p:nvSpPr>
          <p:spPr>
            <a:xfrm>
              <a:off x="8115328" y="9509491"/>
              <a:ext cx="115784" cy="72539"/>
            </a:xfrm>
            <a:custGeom>
              <a:avLst/>
              <a:gdLst/>
              <a:ahLst/>
              <a:cxnLst/>
              <a:rect l="0" t="0" r="0" b="0"/>
              <a:pathLst>
                <a:path w="115784" h="72539">
                  <a:moveTo>
                    <a:pt x="0" y="72539"/>
                  </a:moveTo>
                  <a:lnTo>
                    <a:pt x="11578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4" name="pl25474"/>
            <p:cNvSpPr/>
            <p:nvPr/>
          </p:nvSpPr>
          <p:spPr>
            <a:xfrm>
              <a:off x="7976427" y="9157053"/>
              <a:ext cx="102464" cy="51784"/>
            </a:xfrm>
            <a:custGeom>
              <a:avLst/>
              <a:gdLst/>
              <a:ahLst/>
              <a:cxnLst/>
              <a:rect l="0" t="0" r="0" b="0"/>
              <a:pathLst>
                <a:path w="102464" h="51784">
                  <a:moveTo>
                    <a:pt x="0" y="0"/>
                  </a:moveTo>
                  <a:lnTo>
                    <a:pt x="102464" y="5178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5" name="pl25475"/>
            <p:cNvSpPr/>
            <p:nvPr/>
          </p:nvSpPr>
          <p:spPr>
            <a:xfrm>
              <a:off x="7765739" y="9081668"/>
              <a:ext cx="45176" cy="6447"/>
            </a:xfrm>
            <a:custGeom>
              <a:avLst/>
              <a:gdLst/>
              <a:ahLst/>
              <a:cxnLst/>
              <a:rect l="0" t="0" r="0" b="0"/>
              <a:pathLst>
                <a:path w="45176" h="6447">
                  <a:moveTo>
                    <a:pt x="45176" y="644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6" name="pl25476"/>
            <p:cNvSpPr/>
            <p:nvPr/>
          </p:nvSpPr>
          <p:spPr>
            <a:xfrm>
              <a:off x="7776914" y="9088116"/>
              <a:ext cx="34001" cy="9559"/>
            </a:xfrm>
            <a:custGeom>
              <a:avLst/>
              <a:gdLst/>
              <a:ahLst/>
              <a:cxnLst/>
              <a:rect l="0" t="0" r="0" b="0"/>
              <a:pathLst>
                <a:path w="34001" h="9559">
                  <a:moveTo>
                    <a:pt x="34001" y="0"/>
                  </a:moveTo>
                  <a:lnTo>
                    <a:pt x="0" y="955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7" name="pl25477"/>
            <p:cNvSpPr/>
            <p:nvPr/>
          </p:nvSpPr>
          <p:spPr>
            <a:xfrm>
              <a:off x="7796825" y="9037837"/>
              <a:ext cx="14090" cy="50278"/>
            </a:xfrm>
            <a:custGeom>
              <a:avLst/>
              <a:gdLst/>
              <a:ahLst/>
              <a:cxnLst/>
              <a:rect l="0" t="0" r="0" b="0"/>
              <a:pathLst>
                <a:path w="14090" h="50278">
                  <a:moveTo>
                    <a:pt x="14090" y="50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8" name="pl25478"/>
            <p:cNvSpPr/>
            <p:nvPr/>
          </p:nvSpPr>
          <p:spPr>
            <a:xfrm>
              <a:off x="7810915" y="9088116"/>
              <a:ext cx="35634" cy="14701"/>
            </a:xfrm>
            <a:custGeom>
              <a:avLst/>
              <a:gdLst/>
              <a:ahLst/>
              <a:cxnLst/>
              <a:rect l="0" t="0" r="0" b="0"/>
              <a:pathLst>
                <a:path w="35634" h="14701">
                  <a:moveTo>
                    <a:pt x="0" y="0"/>
                  </a:moveTo>
                  <a:lnTo>
                    <a:pt x="35634" y="1470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79" name="pl25479"/>
            <p:cNvSpPr/>
            <p:nvPr/>
          </p:nvSpPr>
          <p:spPr>
            <a:xfrm>
              <a:off x="7795521" y="9086662"/>
              <a:ext cx="15394" cy="1453"/>
            </a:xfrm>
            <a:custGeom>
              <a:avLst/>
              <a:gdLst/>
              <a:ahLst/>
              <a:cxnLst/>
              <a:rect l="0" t="0" r="0" b="0"/>
              <a:pathLst>
                <a:path w="15394" h="1453">
                  <a:moveTo>
                    <a:pt x="15394" y="145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0" name="pl25480"/>
            <p:cNvSpPr/>
            <p:nvPr/>
          </p:nvSpPr>
          <p:spPr>
            <a:xfrm>
              <a:off x="8221122" y="9726076"/>
              <a:ext cx="3613" cy="752"/>
            </a:xfrm>
            <a:custGeom>
              <a:avLst/>
              <a:gdLst/>
              <a:ahLst/>
              <a:cxnLst/>
              <a:rect l="0" t="0" r="0" b="0"/>
              <a:pathLst>
                <a:path w="3613" h="752">
                  <a:moveTo>
                    <a:pt x="3613" y="752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1" name="pl25481"/>
            <p:cNvSpPr/>
            <p:nvPr/>
          </p:nvSpPr>
          <p:spPr>
            <a:xfrm>
              <a:off x="8207316" y="9672628"/>
              <a:ext cx="42526" cy="22727"/>
            </a:xfrm>
            <a:custGeom>
              <a:avLst/>
              <a:gdLst/>
              <a:ahLst/>
              <a:cxnLst/>
              <a:rect l="0" t="0" r="0" b="0"/>
              <a:pathLst>
                <a:path w="42526" h="22727">
                  <a:moveTo>
                    <a:pt x="42526" y="0"/>
                  </a:moveTo>
                  <a:lnTo>
                    <a:pt x="0" y="2272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2" name="pl25482"/>
            <p:cNvSpPr/>
            <p:nvPr/>
          </p:nvSpPr>
          <p:spPr>
            <a:xfrm>
              <a:off x="8249843" y="9670128"/>
              <a:ext cx="19409" cy="2500"/>
            </a:xfrm>
            <a:custGeom>
              <a:avLst/>
              <a:gdLst/>
              <a:ahLst/>
              <a:cxnLst/>
              <a:rect l="0" t="0" r="0" b="0"/>
              <a:pathLst>
                <a:path w="19409" h="2500">
                  <a:moveTo>
                    <a:pt x="0" y="2500"/>
                  </a:moveTo>
                  <a:lnTo>
                    <a:pt x="19409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3" name="pl25483"/>
            <p:cNvSpPr/>
            <p:nvPr/>
          </p:nvSpPr>
          <p:spPr>
            <a:xfrm>
              <a:off x="8296695" y="9411993"/>
              <a:ext cx="17662" cy="48682"/>
            </a:xfrm>
            <a:custGeom>
              <a:avLst/>
              <a:gdLst/>
              <a:ahLst/>
              <a:cxnLst/>
              <a:rect l="0" t="0" r="0" b="0"/>
              <a:pathLst>
                <a:path w="17662" h="48682">
                  <a:moveTo>
                    <a:pt x="17662" y="0"/>
                  </a:moveTo>
                  <a:lnTo>
                    <a:pt x="0" y="4868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4" name="pl25484"/>
            <p:cNvSpPr/>
            <p:nvPr/>
          </p:nvSpPr>
          <p:spPr>
            <a:xfrm>
              <a:off x="7519055" y="9981704"/>
              <a:ext cx="2479" cy="4834"/>
            </a:xfrm>
            <a:custGeom>
              <a:avLst/>
              <a:gdLst/>
              <a:ahLst/>
              <a:cxnLst/>
              <a:rect l="0" t="0" r="0" b="0"/>
              <a:pathLst>
                <a:path w="2479" h="4834">
                  <a:moveTo>
                    <a:pt x="2479" y="4834"/>
                  </a:moveTo>
                  <a:lnTo>
                    <a:pt x="0" y="0"/>
                  </a:lnTo>
                </a:path>
              </a:pathLst>
            </a:custGeom>
            <a:ln w="410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5" name="pl25485"/>
            <p:cNvSpPr/>
            <p:nvPr/>
          </p:nvSpPr>
          <p:spPr>
            <a:xfrm>
              <a:off x="8366563" y="9463533"/>
              <a:ext cx="35247" cy="57295"/>
            </a:xfrm>
            <a:custGeom>
              <a:avLst/>
              <a:gdLst/>
              <a:ahLst/>
              <a:cxnLst/>
              <a:rect l="0" t="0" r="0" b="0"/>
              <a:pathLst>
                <a:path w="35247" h="57295">
                  <a:moveTo>
                    <a:pt x="35247" y="0"/>
                  </a:moveTo>
                  <a:lnTo>
                    <a:pt x="0" y="5729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6" name="pl25486"/>
            <p:cNvSpPr/>
            <p:nvPr/>
          </p:nvSpPr>
          <p:spPr>
            <a:xfrm>
              <a:off x="7874684" y="10400787"/>
              <a:ext cx="1073" cy="6330"/>
            </a:xfrm>
            <a:custGeom>
              <a:avLst/>
              <a:gdLst/>
              <a:ahLst/>
              <a:cxnLst/>
              <a:rect l="0" t="0" r="0" b="0"/>
              <a:pathLst>
                <a:path w="1073" h="6330">
                  <a:moveTo>
                    <a:pt x="1073" y="0"/>
                  </a:moveTo>
                  <a:lnTo>
                    <a:pt x="0" y="633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7" name="pl25487"/>
            <p:cNvSpPr/>
            <p:nvPr/>
          </p:nvSpPr>
          <p:spPr>
            <a:xfrm>
              <a:off x="8200440" y="10522385"/>
              <a:ext cx="4639" cy="507"/>
            </a:xfrm>
            <a:custGeom>
              <a:avLst/>
              <a:gdLst/>
              <a:ahLst/>
              <a:cxnLst/>
              <a:rect l="0" t="0" r="0" b="0"/>
              <a:pathLst>
                <a:path w="4639" h="507">
                  <a:moveTo>
                    <a:pt x="0" y="0"/>
                  </a:moveTo>
                  <a:lnTo>
                    <a:pt x="4639" y="50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8" name="pl25488"/>
            <p:cNvSpPr/>
            <p:nvPr/>
          </p:nvSpPr>
          <p:spPr>
            <a:xfrm>
              <a:off x="8987442" y="10035873"/>
              <a:ext cx="5823" cy="10125"/>
            </a:xfrm>
            <a:custGeom>
              <a:avLst/>
              <a:gdLst/>
              <a:ahLst/>
              <a:cxnLst/>
              <a:rect l="0" t="0" r="0" b="0"/>
              <a:pathLst>
                <a:path w="5823" h="10125">
                  <a:moveTo>
                    <a:pt x="5823" y="10125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89" name="pl25489"/>
            <p:cNvSpPr/>
            <p:nvPr/>
          </p:nvSpPr>
          <p:spPr>
            <a:xfrm>
              <a:off x="8137406" y="9771031"/>
              <a:ext cx="39437" cy="11189"/>
            </a:xfrm>
            <a:custGeom>
              <a:avLst/>
              <a:gdLst/>
              <a:ahLst/>
              <a:cxnLst/>
              <a:rect l="0" t="0" r="0" b="0"/>
              <a:pathLst>
                <a:path w="39437" h="11189">
                  <a:moveTo>
                    <a:pt x="39437" y="0"/>
                  </a:moveTo>
                  <a:lnTo>
                    <a:pt x="0" y="1118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0" name="pl25490"/>
            <p:cNvSpPr/>
            <p:nvPr/>
          </p:nvSpPr>
          <p:spPr>
            <a:xfrm>
              <a:off x="8216043" y="9682330"/>
              <a:ext cx="2665" cy="376"/>
            </a:xfrm>
            <a:custGeom>
              <a:avLst/>
              <a:gdLst/>
              <a:ahLst/>
              <a:cxnLst/>
              <a:rect l="0" t="0" r="0" b="0"/>
              <a:pathLst>
                <a:path w="2665" h="376">
                  <a:moveTo>
                    <a:pt x="2665" y="0"/>
                  </a:moveTo>
                  <a:lnTo>
                    <a:pt x="0" y="376"/>
                  </a:lnTo>
                </a:path>
              </a:pathLst>
            </a:custGeom>
            <a:ln w="42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1" name="pl25491"/>
            <p:cNvSpPr/>
            <p:nvPr/>
          </p:nvSpPr>
          <p:spPr>
            <a:xfrm>
              <a:off x="8218709" y="9676686"/>
              <a:ext cx="963" cy="5643"/>
            </a:xfrm>
            <a:custGeom>
              <a:avLst/>
              <a:gdLst/>
              <a:ahLst/>
              <a:cxnLst/>
              <a:rect l="0" t="0" r="0" b="0"/>
              <a:pathLst>
                <a:path w="963" h="5643">
                  <a:moveTo>
                    <a:pt x="0" y="5643"/>
                  </a:moveTo>
                  <a:lnTo>
                    <a:pt x="963" y="0"/>
                  </a:lnTo>
                </a:path>
              </a:pathLst>
            </a:custGeom>
            <a:ln w="41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2" name="pl25492"/>
            <p:cNvSpPr/>
            <p:nvPr/>
          </p:nvSpPr>
          <p:spPr>
            <a:xfrm>
              <a:off x="8215417" y="9679990"/>
              <a:ext cx="625" cy="2716"/>
            </a:xfrm>
            <a:custGeom>
              <a:avLst/>
              <a:gdLst/>
              <a:ahLst/>
              <a:cxnLst/>
              <a:rect l="0" t="0" r="0" b="0"/>
              <a:pathLst>
                <a:path w="625" h="2716">
                  <a:moveTo>
                    <a:pt x="0" y="0"/>
                  </a:moveTo>
                  <a:lnTo>
                    <a:pt x="625" y="2716"/>
                  </a:lnTo>
                </a:path>
              </a:pathLst>
            </a:custGeom>
            <a:ln w="42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3" name="pl25493"/>
            <p:cNvSpPr/>
            <p:nvPr/>
          </p:nvSpPr>
          <p:spPr>
            <a:xfrm>
              <a:off x="8218180" y="9770518"/>
              <a:ext cx="641" cy="41305"/>
            </a:xfrm>
            <a:custGeom>
              <a:avLst/>
              <a:gdLst/>
              <a:ahLst/>
              <a:cxnLst/>
              <a:rect l="0" t="0" r="0" b="0"/>
              <a:pathLst>
                <a:path w="641" h="41305">
                  <a:moveTo>
                    <a:pt x="0" y="0"/>
                  </a:moveTo>
                  <a:lnTo>
                    <a:pt x="641" y="413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4" name="pl25494"/>
            <p:cNvSpPr/>
            <p:nvPr/>
          </p:nvSpPr>
          <p:spPr>
            <a:xfrm>
              <a:off x="8803873" y="10257814"/>
              <a:ext cx="15727" cy="10209"/>
            </a:xfrm>
            <a:custGeom>
              <a:avLst/>
              <a:gdLst/>
              <a:ahLst/>
              <a:cxnLst/>
              <a:rect l="0" t="0" r="0" b="0"/>
              <a:pathLst>
                <a:path w="15727" h="10209">
                  <a:moveTo>
                    <a:pt x="15727" y="0"/>
                  </a:moveTo>
                  <a:lnTo>
                    <a:pt x="0" y="102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5" name="pl25495"/>
            <p:cNvSpPr/>
            <p:nvPr/>
          </p:nvSpPr>
          <p:spPr>
            <a:xfrm>
              <a:off x="8819601" y="10256279"/>
              <a:ext cx="18457" cy="1535"/>
            </a:xfrm>
            <a:custGeom>
              <a:avLst/>
              <a:gdLst/>
              <a:ahLst/>
              <a:cxnLst/>
              <a:rect l="0" t="0" r="0" b="0"/>
              <a:pathLst>
                <a:path w="18457" h="1535">
                  <a:moveTo>
                    <a:pt x="0" y="1535"/>
                  </a:moveTo>
                  <a:lnTo>
                    <a:pt x="1845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6" name="pl25496"/>
            <p:cNvSpPr/>
            <p:nvPr/>
          </p:nvSpPr>
          <p:spPr>
            <a:xfrm>
              <a:off x="8269501" y="10197632"/>
              <a:ext cx="773" cy="5119"/>
            </a:xfrm>
            <a:custGeom>
              <a:avLst/>
              <a:gdLst/>
              <a:ahLst/>
              <a:cxnLst/>
              <a:rect l="0" t="0" r="0" b="0"/>
              <a:pathLst>
                <a:path w="773" h="5119">
                  <a:moveTo>
                    <a:pt x="0" y="0"/>
                  </a:moveTo>
                  <a:lnTo>
                    <a:pt x="773" y="5119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7" name="pl25497"/>
            <p:cNvSpPr/>
            <p:nvPr/>
          </p:nvSpPr>
          <p:spPr>
            <a:xfrm>
              <a:off x="8269501" y="10197632"/>
              <a:ext cx="23" cy="403"/>
            </a:xfrm>
            <a:custGeom>
              <a:avLst/>
              <a:gdLst/>
              <a:ahLst/>
              <a:cxnLst/>
              <a:rect l="0" t="0" r="0" b="0"/>
              <a:pathLst>
                <a:path w="23" h="403">
                  <a:moveTo>
                    <a:pt x="0" y="0"/>
                  </a:moveTo>
                  <a:lnTo>
                    <a:pt x="23" y="403"/>
                  </a:lnTo>
                </a:path>
              </a:pathLst>
            </a:custGeom>
            <a:ln w="454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8" name="pl25498"/>
            <p:cNvSpPr/>
            <p:nvPr/>
          </p:nvSpPr>
          <p:spPr>
            <a:xfrm>
              <a:off x="8284224" y="9743434"/>
              <a:ext cx="29553" cy="7071"/>
            </a:xfrm>
            <a:custGeom>
              <a:avLst/>
              <a:gdLst/>
              <a:ahLst/>
              <a:cxnLst/>
              <a:rect l="0" t="0" r="0" b="0"/>
              <a:pathLst>
                <a:path w="29553" h="7071">
                  <a:moveTo>
                    <a:pt x="29553" y="7071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499" name="pl25499"/>
            <p:cNvSpPr/>
            <p:nvPr/>
          </p:nvSpPr>
          <p:spPr>
            <a:xfrm>
              <a:off x="8181305" y="9672401"/>
              <a:ext cx="15886" cy="11681"/>
            </a:xfrm>
            <a:custGeom>
              <a:avLst/>
              <a:gdLst/>
              <a:ahLst/>
              <a:cxnLst/>
              <a:rect l="0" t="0" r="0" b="0"/>
              <a:pathLst>
                <a:path w="15886" h="11681">
                  <a:moveTo>
                    <a:pt x="15886" y="1168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0" name="pl25500"/>
            <p:cNvSpPr/>
            <p:nvPr/>
          </p:nvSpPr>
          <p:spPr>
            <a:xfrm>
              <a:off x="8197192" y="9684083"/>
              <a:ext cx="10124" cy="11272"/>
            </a:xfrm>
            <a:custGeom>
              <a:avLst/>
              <a:gdLst/>
              <a:ahLst/>
              <a:cxnLst/>
              <a:rect l="0" t="0" r="0" b="0"/>
              <a:pathLst>
                <a:path w="10124" h="11272">
                  <a:moveTo>
                    <a:pt x="0" y="0"/>
                  </a:moveTo>
                  <a:lnTo>
                    <a:pt x="10124" y="11272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1" name="pl25501"/>
            <p:cNvSpPr/>
            <p:nvPr/>
          </p:nvSpPr>
          <p:spPr>
            <a:xfrm>
              <a:off x="8197192" y="9682706"/>
              <a:ext cx="18850" cy="1376"/>
            </a:xfrm>
            <a:custGeom>
              <a:avLst/>
              <a:gdLst/>
              <a:ahLst/>
              <a:cxnLst/>
              <a:rect l="0" t="0" r="0" b="0"/>
              <a:pathLst>
                <a:path w="18850" h="1376">
                  <a:moveTo>
                    <a:pt x="0" y="1376"/>
                  </a:moveTo>
                  <a:lnTo>
                    <a:pt x="1885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2" name="pl25502"/>
            <p:cNvSpPr/>
            <p:nvPr/>
          </p:nvSpPr>
          <p:spPr>
            <a:xfrm>
              <a:off x="8194723" y="9684083"/>
              <a:ext cx="2468" cy="14493"/>
            </a:xfrm>
            <a:custGeom>
              <a:avLst/>
              <a:gdLst/>
              <a:ahLst/>
              <a:cxnLst/>
              <a:rect l="0" t="0" r="0" b="0"/>
              <a:pathLst>
                <a:path w="2468" h="14493">
                  <a:moveTo>
                    <a:pt x="2468" y="0"/>
                  </a:moveTo>
                  <a:lnTo>
                    <a:pt x="0" y="14493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3" name="pl25503"/>
            <p:cNvSpPr/>
            <p:nvPr/>
          </p:nvSpPr>
          <p:spPr>
            <a:xfrm>
              <a:off x="8193361" y="9678398"/>
              <a:ext cx="3831" cy="5684"/>
            </a:xfrm>
            <a:custGeom>
              <a:avLst/>
              <a:gdLst/>
              <a:ahLst/>
              <a:cxnLst/>
              <a:rect l="0" t="0" r="0" b="0"/>
              <a:pathLst>
                <a:path w="3831" h="5684">
                  <a:moveTo>
                    <a:pt x="3831" y="5684"/>
                  </a:moveTo>
                  <a:lnTo>
                    <a:pt x="0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4" name="pl25504"/>
            <p:cNvSpPr/>
            <p:nvPr/>
          </p:nvSpPr>
          <p:spPr>
            <a:xfrm>
              <a:off x="8193125" y="9674794"/>
              <a:ext cx="4066" cy="9288"/>
            </a:xfrm>
            <a:custGeom>
              <a:avLst/>
              <a:gdLst/>
              <a:ahLst/>
              <a:cxnLst/>
              <a:rect l="0" t="0" r="0" b="0"/>
              <a:pathLst>
                <a:path w="4066" h="9288">
                  <a:moveTo>
                    <a:pt x="4066" y="9288"/>
                  </a:moveTo>
                  <a:lnTo>
                    <a:pt x="0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5" name="pl25505"/>
            <p:cNvSpPr/>
            <p:nvPr/>
          </p:nvSpPr>
          <p:spPr>
            <a:xfrm>
              <a:off x="7812703" y="8982657"/>
              <a:ext cx="6149" cy="13667"/>
            </a:xfrm>
            <a:custGeom>
              <a:avLst/>
              <a:gdLst/>
              <a:ahLst/>
              <a:cxnLst/>
              <a:rect l="0" t="0" r="0" b="0"/>
              <a:pathLst>
                <a:path w="6149" h="13667">
                  <a:moveTo>
                    <a:pt x="6149" y="0"/>
                  </a:moveTo>
                  <a:lnTo>
                    <a:pt x="0" y="1366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6" name="pl25506"/>
            <p:cNvSpPr/>
            <p:nvPr/>
          </p:nvSpPr>
          <p:spPr>
            <a:xfrm>
              <a:off x="7920045" y="8877846"/>
              <a:ext cx="8324" cy="690"/>
            </a:xfrm>
            <a:custGeom>
              <a:avLst/>
              <a:gdLst/>
              <a:ahLst/>
              <a:cxnLst/>
              <a:rect l="0" t="0" r="0" b="0"/>
              <a:pathLst>
                <a:path w="8324" h="690">
                  <a:moveTo>
                    <a:pt x="0" y="0"/>
                  </a:moveTo>
                  <a:lnTo>
                    <a:pt x="8324" y="69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7" name="pl25507"/>
            <p:cNvSpPr/>
            <p:nvPr/>
          </p:nvSpPr>
          <p:spPr>
            <a:xfrm>
              <a:off x="8195078" y="9842830"/>
              <a:ext cx="5668" cy="9605"/>
            </a:xfrm>
            <a:custGeom>
              <a:avLst/>
              <a:gdLst/>
              <a:ahLst/>
              <a:cxnLst/>
              <a:rect l="0" t="0" r="0" b="0"/>
              <a:pathLst>
                <a:path w="5668" h="9605">
                  <a:moveTo>
                    <a:pt x="0" y="9605"/>
                  </a:moveTo>
                  <a:lnTo>
                    <a:pt x="5668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8" name="pl25508"/>
            <p:cNvSpPr/>
            <p:nvPr/>
          </p:nvSpPr>
          <p:spPr>
            <a:xfrm>
              <a:off x="8126875" y="9565696"/>
              <a:ext cx="27122" cy="25226"/>
            </a:xfrm>
            <a:custGeom>
              <a:avLst/>
              <a:gdLst/>
              <a:ahLst/>
              <a:cxnLst/>
              <a:rect l="0" t="0" r="0" b="0"/>
              <a:pathLst>
                <a:path w="27122" h="25226">
                  <a:moveTo>
                    <a:pt x="27122" y="25226"/>
                  </a:moveTo>
                  <a:lnTo>
                    <a:pt x="0" y="0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09" name="pl25509"/>
            <p:cNvSpPr/>
            <p:nvPr/>
          </p:nvSpPr>
          <p:spPr>
            <a:xfrm>
              <a:off x="8153998" y="9590923"/>
              <a:ext cx="20074" cy="52415"/>
            </a:xfrm>
            <a:custGeom>
              <a:avLst/>
              <a:gdLst/>
              <a:ahLst/>
              <a:cxnLst/>
              <a:rect l="0" t="0" r="0" b="0"/>
              <a:pathLst>
                <a:path w="20074" h="52415">
                  <a:moveTo>
                    <a:pt x="0" y="0"/>
                  </a:moveTo>
                  <a:lnTo>
                    <a:pt x="20074" y="52415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0" name="pl25510"/>
            <p:cNvSpPr/>
            <p:nvPr/>
          </p:nvSpPr>
          <p:spPr>
            <a:xfrm>
              <a:off x="8123114" y="9553704"/>
              <a:ext cx="30883" cy="37218"/>
            </a:xfrm>
            <a:custGeom>
              <a:avLst/>
              <a:gdLst/>
              <a:ahLst/>
              <a:cxnLst/>
              <a:rect l="0" t="0" r="0" b="0"/>
              <a:pathLst>
                <a:path w="30883" h="37218">
                  <a:moveTo>
                    <a:pt x="30883" y="37218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1" name="pl25511"/>
            <p:cNvSpPr/>
            <p:nvPr/>
          </p:nvSpPr>
          <p:spPr>
            <a:xfrm>
              <a:off x="8153998" y="9590923"/>
              <a:ext cx="9341" cy="13440"/>
            </a:xfrm>
            <a:custGeom>
              <a:avLst/>
              <a:gdLst/>
              <a:ahLst/>
              <a:cxnLst/>
              <a:rect l="0" t="0" r="0" b="0"/>
              <a:pathLst>
                <a:path w="9341" h="13440">
                  <a:moveTo>
                    <a:pt x="0" y="0"/>
                  </a:moveTo>
                  <a:lnTo>
                    <a:pt x="9341" y="13440"/>
                  </a:lnTo>
                </a:path>
              </a:pathLst>
            </a:custGeom>
            <a:ln w="48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2" name="pl25512"/>
            <p:cNvSpPr/>
            <p:nvPr/>
          </p:nvSpPr>
          <p:spPr>
            <a:xfrm>
              <a:off x="8153998" y="9321831"/>
              <a:ext cx="288294" cy="269092"/>
            </a:xfrm>
            <a:custGeom>
              <a:avLst/>
              <a:gdLst/>
              <a:ahLst/>
              <a:cxnLst/>
              <a:rect l="0" t="0" r="0" b="0"/>
              <a:pathLst>
                <a:path w="288294" h="269092">
                  <a:moveTo>
                    <a:pt x="0" y="269092"/>
                  </a:moveTo>
                  <a:lnTo>
                    <a:pt x="28829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3" name="pl25513"/>
            <p:cNvSpPr/>
            <p:nvPr/>
          </p:nvSpPr>
          <p:spPr>
            <a:xfrm>
              <a:off x="8269252" y="9663385"/>
              <a:ext cx="5757" cy="6742"/>
            </a:xfrm>
            <a:custGeom>
              <a:avLst/>
              <a:gdLst/>
              <a:ahLst/>
              <a:cxnLst/>
              <a:rect l="0" t="0" r="0" b="0"/>
              <a:pathLst>
                <a:path w="5757" h="6742">
                  <a:moveTo>
                    <a:pt x="5757" y="0"/>
                  </a:moveTo>
                  <a:lnTo>
                    <a:pt x="0" y="6742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4" name="pl25514"/>
            <p:cNvSpPr/>
            <p:nvPr/>
          </p:nvSpPr>
          <p:spPr>
            <a:xfrm>
              <a:off x="8523050" y="10431952"/>
              <a:ext cx="2985" cy="6476"/>
            </a:xfrm>
            <a:custGeom>
              <a:avLst/>
              <a:gdLst/>
              <a:ahLst/>
              <a:cxnLst/>
              <a:rect l="0" t="0" r="0" b="0"/>
              <a:pathLst>
                <a:path w="2985" h="6476">
                  <a:moveTo>
                    <a:pt x="0" y="0"/>
                  </a:moveTo>
                  <a:lnTo>
                    <a:pt x="2985" y="6476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5" name="pl25515"/>
            <p:cNvSpPr/>
            <p:nvPr/>
          </p:nvSpPr>
          <p:spPr>
            <a:xfrm>
              <a:off x="8366563" y="9498423"/>
              <a:ext cx="19567" cy="22405"/>
            </a:xfrm>
            <a:custGeom>
              <a:avLst/>
              <a:gdLst/>
              <a:ahLst/>
              <a:cxnLst/>
              <a:rect l="0" t="0" r="0" b="0"/>
              <a:pathLst>
                <a:path w="19567" h="22405">
                  <a:moveTo>
                    <a:pt x="19567" y="0"/>
                  </a:moveTo>
                  <a:lnTo>
                    <a:pt x="0" y="224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6" name="pl25516"/>
            <p:cNvSpPr/>
            <p:nvPr/>
          </p:nvSpPr>
          <p:spPr>
            <a:xfrm>
              <a:off x="8214577" y="9724945"/>
              <a:ext cx="6545" cy="1131"/>
            </a:xfrm>
            <a:custGeom>
              <a:avLst/>
              <a:gdLst/>
              <a:ahLst/>
              <a:cxnLst/>
              <a:rect l="0" t="0" r="0" b="0"/>
              <a:pathLst>
                <a:path w="6545" h="1131">
                  <a:moveTo>
                    <a:pt x="0" y="0"/>
                  </a:moveTo>
                  <a:lnTo>
                    <a:pt x="6545" y="1131"/>
                  </a:lnTo>
                </a:path>
              </a:pathLst>
            </a:custGeom>
            <a:ln w="44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7" name="pl25517"/>
            <p:cNvSpPr/>
            <p:nvPr/>
          </p:nvSpPr>
          <p:spPr>
            <a:xfrm>
              <a:off x="8196857" y="9724945"/>
              <a:ext cx="17719" cy="22150"/>
            </a:xfrm>
            <a:custGeom>
              <a:avLst/>
              <a:gdLst/>
              <a:ahLst/>
              <a:cxnLst/>
              <a:rect l="0" t="0" r="0" b="0"/>
              <a:pathLst>
                <a:path w="17719" h="22150">
                  <a:moveTo>
                    <a:pt x="17719" y="0"/>
                  </a:moveTo>
                  <a:lnTo>
                    <a:pt x="0" y="2215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8" name="pl25518"/>
            <p:cNvSpPr/>
            <p:nvPr/>
          </p:nvSpPr>
          <p:spPr>
            <a:xfrm>
              <a:off x="8283981" y="9742841"/>
              <a:ext cx="69512" cy="3211"/>
            </a:xfrm>
            <a:custGeom>
              <a:avLst/>
              <a:gdLst/>
              <a:ahLst/>
              <a:cxnLst/>
              <a:rect l="0" t="0" r="0" b="0"/>
              <a:pathLst>
                <a:path w="69512" h="3211">
                  <a:moveTo>
                    <a:pt x="0" y="3211"/>
                  </a:moveTo>
                  <a:lnTo>
                    <a:pt x="69512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19" name="pl25519"/>
            <p:cNvSpPr/>
            <p:nvPr/>
          </p:nvSpPr>
          <p:spPr>
            <a:xfrm>
              <a:off x="8260385" y="9705806"/>
              <a:ext cx="22244" cy="42283"/>
            </a:xfrm>
            <a:custGeom>
              <a:avLst/>
              <a:gdLst/>
              <a:ahLst/>
              <a:cxnLst/>
              <a:rect l="0" t="0" r="0" b="0"/>
              <a:pathLst>
                <a:path w="22244" h="42283">
                  <a:moveTo>
                    <a:pt x="22244" y="4228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0" name="pl25520"/>
            <p:cNvSpPr/>
            <p:nvPr/>
          </p:nvSpPr>
          <p:spPr>
            <a:xfrm>
              <a:off x="8282630" y="9748089"/>
              <a:ext cx="22240" cy="8573"/>
            </a:xfrm>
            <a:custGeom>
              <a:avLst/>
              <a:gdLst/>
              <a:ahLst/>
              <a:cxnLst/>
              <a:rect l="0" t="0" r="0" b="0"/>
              <a:pathLst>
                <a:path w="22240" h="8573">
                  <a:moveTo>
                    <a:pt x="0" y="0"/>
                  </a:moveTo>
                  <a:lnTo>
                    <a:pt x="22240" y="857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1" name="pl25521"/>
            <p:cNvSpPr/>
            <p:nvPr/>
          </p:nvSpPr>
          <p:spPr>
            <a:xfrm>
              <a:off x="8249934" y="9748089"/>
              <a:ext cx="32695" cy="2320"/>
            </a:xfrm>
            <a:custGeom>
              <a:avLst/>
              <a:gdLst/>
              <a:ahLst/>
              <a:cxnLst/>
              <a:rect l="0" t="0" r="0" b="0"/>
              <a:pathLst>
                <a:path w="32695" h="2320">
                  <a:moveTo>
                    <a:pt x="32695" y="0"/>
                  </a:moveTo>
                  <a:lnTo>
                    <a:pt x="0" y="232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2" name="pl25522"/>
            <p:cNvSpPr/>
            <p:nvPr/>
          </p:nvSpPr>
          <p:spPr>
            <a:xfrm>
              <a:off x="8282630" y="9746052"/>
              <a:ext cx="1351" cy="2037"/>
            </a:xfrm>
            <a:custGeom>
              <a:avLst/>
              <a:gdLst/>
              <a:ahLst/>
              <a:cxnLst/>
              <a:rect l="0" t="0" r="0" b="0"/>
              <a:pathLst>
                <a:path w="1351" h="2037">
                  <a:moveTo>
                    <a:pt x="0" y="2037"/>
                  </a:moveTo>
                  <a:lnTo>
                    <a:pt x="1351" y="0"/>
                  </a:lnTo>
                </a:path>
              </a:pathLst>
            </a:custGeom>
            <a:ln w="409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3" name="pl25523"/>
            <p:cNvSpPr/>
            <p:nvPr/>
          </p:nvSpPr>
          <p:spPr>
            <a:xfrm>
              <a:off x="8194281" y="9520829"/>
              <a:ext cx="172281" cy="16971"/>
            </a:xfrm>
            <a:custGeom>
              <a:avLst/>
              <a:gdLst/>
              <a:ahLst/>
              <a:cxnLst/>
              <a:rect l="0" t="0" r="0" b="0"/>
              <a:pathLst>
                <a:path w="172281" h="16971">
                  <a:moveTo>
                    <a:pt x="0" y="16971"/>
                  </a:moveTo>
                  <a:lnTo>
                    <a:pt x="1722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4" name="pl25524"/>
            <p:cNvSpPr/>
            <p:nvPr/>
          </p:nvSpPr>
          <p:spPr>
            <a:xfrm>
              <a:off x="8190298" y="9497120"/>
              <a:ext cx="3982" cy="40680"/>
            </a:xfrm>
            <a:custGeom>
              <a:avLst/>
              <a:gdLst/>
              <a:ahLst/>
              <a:cxnLst/>
              <a:rect l="0" t="0" r="0" b="0"/>
              <a:pathLst>
                <a:path w="3982" h="40680">
                  <a:moveTo>
                    <a:pt x="3982" y="4068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5" name="pl25525"/>
            <p:cNvSpPr/>
            <p:nvPr/>
          </p:nvSpPr>
          <p:spPr>
            <a:xfrm>
              <a:off x="8294873" y="9452582"/>
              <a:ext cx="1822" cy="8094"/>
            </a:xfrm>
            <a:custGeom>
              <a:avLst/>
              <a:gdLst/>
              <a:ahLst/>
              <a:cxnLst/>
              <a:rect l="0" t="0" r="0" b="0"/>
              <a:pathLst>
                <a:path w="1822" h="8094">
                  <a:moveTo>
                    <a:pt x="0" y="0"/>
                  </a:moveTo>
                  <a:lnTo>
                    <a:pt x="1822" y="809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6" name="pl25526"/>
            <p:cNvSpPr/>
            <p:nvPr/>
          </p:nvSpPr>
          <p:spPr>
            <a:xfrm>
              <a:off x="8786127" y="9351193"/>
              <a:ext cx="58146" cy="15795"/>
            </a:xfrm>
            <a:custGeom>
              <a:avLst/>
              <a:gdLst/>
              <a:ahLst/>
              <a:cxnLst/>
              <a:rect l="0" t="0" r="0" b="0"/>
              <a:pathLst>
                <a:path w="58146" h="15795">
                  <a:moveTo>
                    <a:pt x="0" y="15795"/>
                  </a:moveTo>
                  <a:lnTo>
                    <a:pt x="581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7" name="pl25527"/>
            <p:cNvSpPr/>
            <p:nvPr/>
          </p:nvSpPr>
          <p:spPr>
            <a:xfrm>
              <a:off x="8699359" y="9366989"/>
              <a:ext cx="86768" cy="27410"/>
            </a:xfrm>
            <a:custGeom>
              <a:avLst/>
              <a:gdLst/>
              <a:ahLst/>
              <a:cxnLst/>
              <a:rect l="0" t="0" r="0" b="0"/>
              <a:pathLst>
                <a:path w="86768" h="27410">
                  <a:moveTo>
                    <a:pt x="86768" y="0"/>
                  </a:moveTo>
                  <a:lnTo>
                    <a:pt x="0" y="2741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8" name="pl25528"/>
            <p:cNvSpPr/>
            <p:nvPr/>
          </p:nvSpPr>
          <p:spPr>
            <a:xfrm>
              <a:off x="8366563" y="9520829"/>
              <a:ext cx="136176" cy="12278"/>
            </a:xfrm>
            <a:custGeom>
              <a:avLst/>
              <a:gdLst/>
              <a:ahLst/>
              <a:cxnLst/>
              <a:rect l="0" t="0" r="0" b="0"/>
              <a:pathLst>
                <a:path w="136176" h="12278">
                  <a:moveTo>
                    <a:pt x="136176" y="1227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29" name="pl25529"/>
            <p:cNvSpPr/>
            <p:nvPr/>
          </p:nvSpPr>
          <p:spPr>
            <a:xfrm>
              <a:off x="8513866" y="9567531"/>
              <a:ext cx="11537" cy="64"/>
            </a:xfrm>
            <a:custGeom>
              <a:avLst/>
              <a:gdLst/>
              <a:ahLst/>
              <a:cxnLst/>
              <a:rect l="0" t="0" r="0" b="0"/>
              <a:pathLst>
                <a:path w="11537" h="64">
                  <a:moveTo>
                    <a:pt x="0" y="64"/>
                  </a:moveTo>
                  <a:lnTo>
                    <a:pt x="11537" y="0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0" name="pl25530"/>
            <p:cNvSpPr/>
            <p:nvPr/>
          </p:nvSpPr>
          <p:spPr>
            <a:xfrm>
              <a:off x="8366563" y="9520829"/>
              <a:ext cx="147303" cy="46766"/>
            </a:xfrm>
            <a:custGeom>
              <a:avLst/>
              <a:gdLst/>
              <a:ahLst/>
              <a:cxnLst/>
              <a:rect l="0" t="0" r="0" b="0"/>
              <a:pathLst>
                <a:path w="147303" h="46766">
                  <a:moveTo>
                    <a:pt x="147303" y="4676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1" name="pl25531"/>
            <p:cNvSpPr/>
            <p:nvPr/>
          </p:nvSpPr>
          <p:spPr>
            <a:xfrm>
              <a:off x="8513866" y="9567595"/>
              <a:ext cx="11177" cy="4360"/>
            </a:xfrm>
            <a:custGeom>
              <a:avLst/>
              <a:gdLst/>
              <a:ahLst/>
              <a:cxnLst/>
              <a:rect l="0" t="0" r="0" b="0"/>
              <a:pathLst>
                <a:path w="11177" h="4360">
                  <a:moveTo>
                    <a:pt x="0" y="0"/>
                  </a:moveTo>
                  <a:lnTo>
                    <a:pt x="11177" y="4360"/>
                  </a:lnTo>
                </a:path>
              </a:pathLst>
            </a:custGeom>
            <a:ln w="41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2" name="pl25532"/>
            <p:cNvSpPr/>
            <p:nvPr/>
          </p:nvSpPr>
          <p:spPr>
            <a:xfrm>
              <a:off x="8513866" y="9567595"/>
              <a:ext cx="13630" cy="5115"/>
            </a:xfrm>
            <a:custGeom>
              <a:avLst/>
              <a:gdLst/>
              <a:ahLst/>
              <a:cxnLst/>
              <a:rect l="0" t="0" r="0" b="0"/>
              <a:pathLst>
                <a:path w="13630" h="5115">
                  <a:moveTo>
                    <a:pt x="0" y="0"/>
                  </a:moveTo>
                  <a:lnTo>
                    <a:pt x="13630" y="5115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3" name="pl25533"/>
            <p:cNvSpPr/>
            <p:nvPr/>
          </p:nvSpPr>
          <p:spPr>
            <a:xfrm>
              <a:off x="8054508" y="9793122"/>
              <a:ext cx="12598" cy="3757"/>
            </a:xfrm>
            <a:custGeom>
              <a:avLst/>
              <a:gdLst/>
              <a:ahLst/>
              <a:cxnLst/>
              <a:rect l="0" t="0" r="0" b="0"/>
              <a:pathLst>
                <a:path w="12598" h="3757">
                  <a:moveTo>
                    <a:pt x="0" y="3757"/>
                  </a:moveTo>
                  <a:lnTo>
                    <a:pt x="125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4" name="pl25534"/>
            <p:cNvSpPr/>
            <p:nvPr/>
          </p:nvSpPr>
          <p:spPr>
            <a:xfrm>
              <a:off x="8123110" y="9550853"/>
              <a:ext cx="4" cy="2851"/>
            </a:xfrm>
            <a:custGeom>
              <a:avLst/>
              <a:gdLst/>
              <a:ahLst/>
              <a:cxnLst/>
              <a:rect l="0" t="0" r="0" b="0"/>
              <a:pathLst>
                <a:path w="4" h="2851">
                  <a:moveTo>
                    <a:pt x="0" y="0"/>
                  </a:moveTo>
                  <a:lnTo>
                    <a:pt x="4" y="2851"/>
                  </a:lnTo>
                </a:path>
              </a:pathLst>
            </a:custGeom>
            <a:ln w="671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5" name="pl25535"/>
            <p:cNvSpPr/>
            <p:nvPr/>
          </p:nvSpPr>
          <p:spPr>
            <a:xfrm>
              <a:off x="8160098" y="9599635"/>
              <a:ext cx="3241" cy="4727"/>
            </a:xfrm>
            <a:custGeom>
              <a:avLst/>
              <a:gdLst/>
              <a:ahLst/>
              <a:cxnLst/>
              <a:rect l="0" t="0" r="0" b="0"/>
              <a:pathLst>
                <a:path w="3241" h="4727">
                  <a:moveTo>
                    <a:pt x="3241" y="4727"/>
                  </a:moveTo>
                  <a:lnTo>
                    <a:pt x="0" y="0"/>
                  </a:lnTo>
                </a:path>
              </a:pathLst>
            </a:custGeom>
            <a:ln w="442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6" name="pl25536"/>
            <p:cNvSpPr/>
            <p:nvPr/>
          </p:nvSpPr>
          <p:spPr>
            <a:xfrm>
              <a:off x="8163339" y="9601944"/>
              <a:ext cx="428" cy="2418"/>
            </a:xfrm>
            <a:custGeom>
              <a:avLst/>
              <a:gdLst/>
              <a:ahLst/>
              <a:cxnLst/>
              <a:rect l="0" t="0" r="0" b="0"/>
              <a:pathLst>
                <a:path w="428" h="2418">
                  <a:moveTo>
                    <a:pt x="0" y="2418"/>
                  </a:moveTo>
                  <a:lnTo>
                    <a:pt x="428" y="0"/>
                  </a:lnTo>
                </a:path>
              </a:pathLst>
            </a:custGeom>
            <a:ln w="62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7" name="pl25537"/>
            <p:cNvSpPr/>
            <p:nvPr/>
          </p:nvSpPr>
          <p:spPr>
            <a:xfrm>
              <a:off x="8163339" y="9598075"/>
              <a:ext cx="85" cy="6287"/>
            </a:xfrm>
            <a:custGeom>
              <a:avLst/>
              <a:gdLst/>
              <a:ahLst/>
              <a:cxnLst/>
              <a:rect l="0" t="0" r="0" b="0"/>
              <a:pathLst>
                <a:path w="85" h="6287">
                  <a:moveTo>
                    <a:pt x="0" y="6287"/>
                  </a:moveTo>
                  <a:lnTo>
                    <a:pt x="85" y="0"/>
                  </a:lnTo>
                </a:path>
              </a:pathLst>
            </a:custGeom>
            <a:ln w="44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8" name="pl25538"/>
            <p:cNvSpPr/>
            <p:nvPr/>
          </p:nvSpPr>
          <p:spPr>
            <a:xfrm>
              <a:off x="8163339" y="9604363"/>
              <a:ext cx="9858" cy="22068"/>
            </a:xfrm>
            <a:custGeom>
              <a:avLst/>
              <a:gdLst/>
              <a:ahLst/>
              <a:cxnLst/>
              <a:rect l="0" t="0" r="0" b="0"/>
              <a:pathLst>
                <a:path w="9858" h="22068">
                  <a:moveTo>
                    <a:pt x="0" y="0"/>
                  </a:moveTo>
                  <a:lnTo>
                    <a:pt x="9858" y="22068"/>
                  </a:lnTo>
                </a:path>
              </a:pathLst>
            </a:custGeom>
            <a:ln w="46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39" name="pl25539"/>
            <p:cNvSpPr/>
            <p:nvPr/>
          </p:nvSpPr>
          <p:spPr>
            <a:xfrm>
              <a:off x="8163339" y="9604363"/>
              <a:ext cx="3812" cy="14257"/>
            </a:xfrm>
            <a:custGeom>
              <a:avLst/>
              <a:gdLst/>
              <a:ahLst/>
              <a:cxnLst/>
              <a:rect l="0" t="0" r="0" b="0"/>
              <a:pathLst>
                <a:path w="3812" h="14257">
                  <a:moveTo>
                    <a:pt x="0" y="0"/>
                  </a:moveTo>
                  <a:lnTo>
                    <a:pt x="3812" y="14257"/>
                  </a:lnTo>
                </a:path>
              </a:pathLst>
            </a:custGeom>
            <a:ln w="41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0" name="pl25540"/>
            <p:cNvSpPr/>
            <p:nvPr/>
          </p:nvSpPr>
          <p:spPr>
            <a:xfrm>
              <a:off x="8161108" y="9600706"/>
              <a:ext cx="2231" cy="3656"/>
            </a:xfrm>
            <a:custGeom>
              <a:avLst/>
              <a:gdLst/>
              <a:ahLst/>
              <a:cxnLst/>
              <a:rect l="0" t="0" r="0" b="0"/>
              <a:pathLst>
                <a:path w="2231" h="3656">
                  <a:moveTo>
                    <a:pt x="2231" y="3656"/>
                  </a:moveTo>
                  <a:lnTo>
                    <a:pt x="0" y="0"/>
                  </a:lnTo>
                </a:path>
              </a:pathLst>
            </a:custGeom>
            <a:ln w="51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1" name="pl25541"/>
            <p:cNvSpPr/>
            <p:nvPr/>
          </p:nvSpPr>
          <p:spPr>
            <a:xfrm>
              <a:off x="8163339" y="9595568"/>
              <a:ext cx="730" cy="8794"/>
            </a:xfrm>
            <a:custGeom>
              <a:avLst/>
              <a:gdLst/>
              <a:ahLst/>
              <a:cxnLst/>
              <a:rect l="0" t="0" r="0" b="0"/>
              <a:pathLst>
                <a:path w="730" h="8794">
                  <a:moveTo>
                    <a:pt x="0" y="8794"/>
                  </a:moveTo>
                  <a:lnTo>
                    <a:pt x="730" y="0"/>
                  </a:lnTo>
                </a:path>
              </a:pathLst>
            </a:custGeom>
            <a:ln w="42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2" name="pl25542"/>
            <p:cNvSpPr/>
            <p:nvPr/>
          </p:nvSpPr>
          <p:spPr>
            <a:xfrm>
              <a:off x="8217462" y="9711653"/>
              <a:ext cx="3659" cy="14423"/>
            </a:xfrm>
            <a:custGeom>
              <a:avLst/>
              <a:gdLst/>
              <a:ahLst/>
              <a:cxnLst/>
              <a:rect l="0" t="0" r="0" b="0"/>
              <a:pathLst>
                <a:path w="3659" h="14423">
                  <a:moveTo>
                    <a:pt x="0" y="0"/>
                  </a:moveTo>
                  <a:lnTo>
                    <a:pt x="3659" y="1442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3" name="pl25543"/>
            <p:cNvSpPr/>
            <p:nvPr/>
          </p:nvSpPr>
          <p:spPr>
            <a:xfrm>
              <a:off x="8207316" y="9695356"/>
              <a:ext cx="10146" cy="16297"/>
            </a:xfrm>
            <a:custGeom>
              <a:avLst/>
              <a:gdLst/>
              <a:ahLst/>
              <a:cxnLst/>
              <a:rect l="0" t="0" r="0" b="0"/>
              <a:pathLst>
                <a:path w="10146" h="16297">
                  <a:moveTo>
                    <a:pt x="10146" y="16297"/>
                  </a:moveTo>
                  <a:lnTo>
                    <a:pt x="0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4" name="pl25544"/>
            <p:cNvSpPr/>
            <p:nvPr/>
          </p:nvSpPr>
          <p:spPr>
            <a:xfrm>
              <a:off x="8143223" y="9608726"/>
              <a:ext cx="11362" cy="4400"/>
            </a:xfrm>
            <a:custGeom>
              <a:avLst/>
              <a:gdLst/>
              <a:ahLst/>
              <a:cxnLst/>
              <a:rect l="0" t="0" r="0" b="0"/>
              <a:pathLst>
                <a:path w="11362" h="4400">
                  <a:moveTo>
                    <a:pt x="11362" y="440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5" name="pl25545"/>
            <p:cNvSpPr/>
            <p:nvPr/>
          </p:nvSpPr>
          <p:spPr>
            <a:xfrm>
              <a:off x="8353924" y="8824193"/>
              <a:ext cx="17869" cy="10197"/>
            </a:xfrm>
            <a:custGeom>
              <a:avLst/>
              <a:gdLst/>
              <a:ahLst/>
              <a:cxnLst/>
              <a:rect l="0" t="0" r="0" b="0"/>
              <a:pathLst>
                <a:path w="17869" h="10197">
                  <a:moveTo>
                    <a:pt x="17869" y="101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6" name="pl25546"/>
            <p:cNvSpPr/>
            <p:nvPr/>
          </p:nvSpPr>
          <p:spPr>
            <a:xfrm>
              <a:off x="7568788" y="9986216"/>
              <a:ext cx="1668" cy="9573"/>
            </a:xfrm>
            <a:custGeom>
              <a:avLst/>
              <a:gdLst/>
              <a:ahLst/>
              <a:cxnLst/>
              <a:rect l="0" t="0" r="0" b="0"/>
              <a:pathLst>
                <a:path w="1668" h="9573">
                  <a:moveTo>
                    <a:pt x="0" y="0"/>
                  </a:moveTo>
                  <a:lnTo>
                    <a:pt x="1668" y="957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7" name="pl25547"/>
            <p:cNvSpPr/>
            <p:nvPr/>
          </p:nvSpPr>
          <p:spPr>
            <a:xfrm>
              <a:off x="8216043" y="9673283"/>
              <a:ext cx="22040" cy="9423"/>
            </a:xfrm>
            <a:custGeom>
              <a:avLst/>
              <a:gdLst/>
              <a:ahLst/>
              <a:cxnLst/>
              <a:rect l="0" t="0" r="0" b="0"/>
              <a:pathLst>
                <a:path w="22040" h="9423">
                  <a:moveTo>
                    <a:pt x="22040" y="0"/>
                  </a:moveTo>
                  <a:lnTo>
                    <a:pt x="0" y="9423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8" name="pl25548"/>
            <p:cNvSpPr/>
            <p:nvPr/>
          </p:nvSpPr>
          <p:spPr>
            <a:xfrm>
              <a:off x="8238083" y="9670128"/>
              <a:ext cx="31168" cy="3155"/>
            </a:xfrm>
            <a:custGeom>
              <a:avLst/>
              <a:gdLst/>
              <a:ahLst/>
              <a:cxnLst/>
              <a:rect l="0" t="0" r="0" b="0"/>
              <a:pathLst>
                <a:path w="31168" h="3155">
                  <a:moveTo>
                    <a:pt x="0" y="3155"/>
                  </a:moveTo>
                  <a:lnTo>
                    <a:pt x="3116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49" name="pl25549"/>
            <p:cNvSpPr/>
            <p:nvPr/>
          </p:nvSpPr>
          <p:spPr>
            <a:xfrm>
              <a:off x="8238083" y="9667652"/>
              <a:ext cx="4299" cy="5631"/>
            </a:xfrm>
            <a:custGeom>
              <a:avLst/>
              <a:gdLst/>
              <a:ahLst/>
              <a:cxnLst/>
              <a:rect l="0" t="0" r="0" b="0"/>
              <a:pathLst>
                <a:path w="4299" h="5631">
                  <a:moveTo>
                    <a:pt x="0" y="5631"/>
                  </a:moveTo>
                  <a:lnTo>
                    <a:pt x="4299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0" name="pl25550"/>
            <p:cNvSpPr/>
            <p:nvPr/>
          </p:nvSpPr>
          <p:spPr>
            <a:xfrm>
              <a:off x="8238083" y="9666335"/>
              <a:ext cx="7404" cy="6948"/>
            </a:xfrm>
            <a:custGeom>
              <a:avLst/>
              <a:gdLst/>
              <a:ahLst/>
              <a:cxnLst/>
              <a:rect l="0" t="0" r="0" b="0"/>
              <a:pathLst>
                <a:path w="7404" h="6948">
                  <a:moveTo>
                    <a:pt x="0" y="6948"/>
                  </a:moveTo>
                  <a:lnTo>
                    <a:pt x="7404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1" name="pl25551"/>
            <p:cNvSpPr/>
            <p:nvPr/>
          </p:nvSpPr>
          <p:spPr>
            <a:xfrm>
              <a:off x="8210744" y="9726076"/>
              <a:ext cx="10378" cy="196"/>
            </a:xfrm>
            <a:custGeom>
              <a:avLst/>
              <a:gdLst/>
              <a:ahLst/>
              <a:cxnLst/>
              <a:rect l="0" t="0" r="0" b="0"/>
              <a:pathLst>
                <a:path w="10378" h="196">
                  <a:moveTo>
                    <a:pt x="0" y="196"/>
                  </a:moveTo>
                  <a:lnTo>
                    <a:pt x="10378" y="0"/>
                  </a:lnTo>
                </a:path>
              </a:pathLst>
            </a:custGeom>
            <a:ln w="41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2" name="pl25552"/>
            <p:cNvSpPr/>
            <p:nvPr/>
          </p:nvSpPr>
          <p:spPr>
            <a:xfrm>
              <a:off x="8197626" y="9726272"/>
              <a:ext cx="13117" cy="26490"/>
            </a:xfrm>
            <a:custGeom>
              <a:avLst/>
              <a:gdLst/>
              <a:ahLst/>
              <a:cxnLst/>
              <a:rect l="0" t="0" r="0" b="0"/>
              <a:pathLst>
                <a:path w="13117" h="26490">
                  <a:moveTo>
                    <a:pt x="13117" y="0"/>
                  </a:moveTo>
                  <a:lnTo>
                    <a:pt x="0" y="2649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3" name="pl25553"/>
            <p:cNvSpPr/>
            <p:nvPr/>
          </p:nvSpPr>
          <p:spPr>
            <a:xfrm>
              <a:off x="7700754" y="10273859"/>
              <a:ext cx="8081" cy="8486"/>
            </a:xfrm>
            <a:custGeom>
              <a:avLst/>
              <a:gdLst/>
              <a:ahLst/>
              <a:cxnLst/>
              <a:rect l="0" t="0" r="0" b="0"/>
              <a:pathLst>
                <a:path w="8081" h="8486">
                  <a:moveTo>
                    <a:pt x="8081" y="8486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4" name="pl25554"/>
            <p:cNvSpPr/>
            <p:nvPr/>
          </p:nvSpPr>
          <p:spPr>
            <a:xfrm>
              <a:off x="8157099" y="9997242"/>
              <a:ext cx="20024" cy="90441"/>
            </a:xfrm>
            <a:custGeom>
              <a:avLst/>
              <a:gdLst/>
              <a:ahLst/>
              <a:cxnLst/>
              <a:rect l="0" t="0" r="0" b="0"/>
              <a:pathLst>
                <a:path w="20024" h="90441">
                  <a:moveTo>
                    <a:pt x="0" y="90441"/>
                  </a:moveTo>
                  <a:lnTo>
                    <a:pt x="200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5" name="pl25555"/>
            <p:cNvSpPr/>
            <p:nvPr/>
          </p:nvSpPr>
          <p:spPr>
            <a:xfrm>
              <a:off x="8391482" y="9511707"/>
              <a:ext cx="21953" cy="530"/>
            </a:xfrm>
            <a:custGeom>
              <a:avLst/>
              <a:gdLst/>
              <a:ahLst/>
              <a:cxnLst/>
              <a:rect l="0" t="0" r="0" b="0"/>
              <a:pathLst>
                <a:path w="21953" h="530">
                  <a:moveTo>
                    <a:pt x="0" y="530"/>
                  </a:moveTo>
                  <a:lnTo>
                    <a:pt x="2195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6" name="pl25556"/>
            <p:cNvSpPr/>
            <p:nvPr/>
          </p:nvSpPr>
          <p:spPr>
            <a:xfrm>
              <a:off x="8391482" y="9472534"/>
              <a:ext cx="32519" cy="39703"/>
            </a:xfrm>
            <a:custGeom>
              <a:avLst/>
              <a:gdLst/>
              <a:ahLst/>
              <a:cxnLst/>
              <a:rect l="0" t="0" r="0" b="0"/>
              <a:pathLst>
                <a:path w="32519" h="39703">
                  <a:moveTo>
                    <a:pt x="0" y="39703"/>
                  </a:moveTo>
                  <a:lnTo>
                    <a:pt x="3251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7" name="pl25557"/>
            <p:cNvSpPr/>
            <p:nvPr/>
          </p:nvSpPr>
          <p:spPr>
            <a:xfrm>
              <a:off x="8366563" y="9512238"/>
              <a:ext cx="24919" cy="8591"/>
            </a:xfrm>
            <a:custGeom>
              <a:avLst/>
              <a:gdLst/>
              <a:ahLst/>
              <a:cxnLst/>
              <a:rect l="0" t="0" r="0" b="0"/>
              <a:pathLst>
                <a:path w="24919" h="8591">
                  <a:moveTo>
                    <a:pt x="24919" y="0"/>
                  </a:moveTo>
                  <a:lnTo>
                    <a:pt x="0" y="859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8" name="pl25558"/>
            <p:cNvSpPr/>
            <p:nvPr/>
          </p:nvSpPr>
          <p:spPr>
            <a:xfrm>
              <a:off x="8391482" y="9490431"/>
              <a:ext cx="35917" cy="21806"/>
            </a:xfrm>
            <a:custGeom>
              <a:avLst/>
              <a:gdLst/>
              <a:ahLst/>
              <a:cxnLst/>
              <a:rect l="0" t="0" r="0" b="0"/>
              <a:pathLst>
                <a:path w="35917" h="21806">
                  <a:moveTo>
                    <a:pt x="0" y="21806"/>
                  </a:moveTo>
                  <a:lnTo>
                    <a:pt x="359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59" name="pl25559"/>
            <p:cNvSpPr/>
            <p:nvPr/>
          </p:nvSpPr>
          <p:spPr>
            <a:xfrm>
              <a:off x="8391482" y="9496557"/>
              <a:ext cx="15736" cy="15680"/>
            </a:xfrm>
            <a:custGeom>
              <a:avLst/>
              <a:gdLst/>
              <a:ahLst/>
              <a:cxnLst/>
              <a:rect l="0" t="0" r="0" b="0"/>
              <a:pathLst>
                <a:path w="15736" h="15680">
                  <a:moveTo>
                    <a:pt x="0" y="15680"/>
                  </a:moveTo>
                  <a:lnTo>
                    <a:pt x="15736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0" name="pl25560"/>
            <p:cNvSpPr/>
            <p:nvPr/>
          </p:nvSpPr>
          <p:spPr>
            <a:xfrm>
              <a:off x="8391482" y="9503144"/>
              <a:ext cx="20019" cy="9093"/>
            </a:xfrm>
            <a:custGeom>
              <a:avLst/>
              <a:gdLst/>
              <a:ahLst/>
              <a:cxnLst/>
              <a:rect l="0" t="0" r="0" b="0"/>
              <a:pathLst>
                <a:path w="20019" h="9093">
                  <a:moveTo>
                    <a:pt x="0" y="9093"/>
                  </a:moveTo>
                  <a:lnTo>
                    <a:pt x="2001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1" name="pl25561"/>
            <p:cNvSpPr/>
            <p:nvPr/>
          </p:nvSpPr>
          <p:spPr>
            <a:xfrm>
              <a:off x="8391482" y="9498598"/>
              <a:ext cx="31767" cy="13639"/>
            </a:xfrm>
            <a:custGeom>
              <a:avLst/>
              <a:gdLst/>
              <a:ahLst/>
              <a:cxnLst/>
              <a:rect l="0" t="0" r="0" b="0"/>
              <a:pathLst>
                <a:path w="31767" h="13639">
                  <a:moveTo>
                    <a:pt x="0" y="13639"/>
                  </a:moveTo>
                  <a:lnTo>
                    <a:pt x="3176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2" name="pl25562"/>
            <p:cNvSpPr/>
            <p:nvPr/>
          </p:nvSpPr>
          <p:spPr>
            <a:xfrm>
              <a:off x="8159054" y="9672943"/>
              <a:ext cx="18215" cy="8095"/>
            </a:xfrm>
            <a:custGeom>
              <a:avLst/>
              <a:gdLst/>
              <a:ahLst/>
              <a:cxnLst/>
              <a:rect l="0" t="0" r="0" b="0"/>
              <a:pathLst>
                <a:path w="18215" h="8095">
                  <a:moveTo>
                    <a:pt x="18215" y="8095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3" name="pl25563"/>
            <p:cNvSpPr/>
            <p:nvPr/>
          </p:nvSpPr>
          <p:spPr>
            <a:xfrm>
              <a:off x="8158516" y="9668311"/>
              <a:ext cx="18752" cy="12727"/>
            </a:xfrm>
            <a:custGeom>
              <a:avLst/>
              <a:gdLst/>
              <a:ahLst/>
              <a:cxnLst/>
              <a:rect l="0" t="0" r="0" b="0"/>
              <a:pathLst>
                <a:path w="18752" h="12727">
                  <a:moveTo>
                    <a:pt x="18752" y="1272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4" name="pl25564"/>
            <p:cNvSpPr/>
            <p:nvPr/>
          </p:nvSpPr>
          <p:spPr>
            <a:xfrm>
              <a:off x="8148825" y="9673243"/>
              <a:ext cx="28443" cy="7795"/>
            </a:xfrm>
            <a:custGeom>
              <a:avLst/>
              <a:gdLst/>
              <a:ahLst/>
              <a:cxnLst/>
              <a:rect l="0" t="0" r="0" b="0"/>
              <a:pathLst>
                <a:path w="28443" h="7795">
                  <a:moveTo>
                    <a:pt x="28443" y="779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5" name="pl25565"/>
            <p:cNvSpPr/>
            <p:nvPr/>
          </p:nvSpPr>
          <p:spPr>
            <a:xfrm>
              <a:off x="8366563" y="9479659"/>
              <a:ext cx="61945" cy="41170"/>
            </a:xfrm>
            <a:custGeom>
              <a:avLst/>
              <a:gdLst/>
              <a:ahLst/>
              <a:cxnLst/>
              <a:rect l="0" t="0" r="0" b="0"/>
              <a:pathLst>
                <a:path w="61945" h="41170">
                  <a:moveTo>
                    <a:pt x="61945" y="0"/>
                  </a:moveTo>
                  <a:lnTo>
                    <a:pt x="0" y="4117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6" name="pl25566"/>
            <p:cNvSpPr/>
            <p:nvPr/>
          </p:nvSpPr>
          <p:spPr>
            <a:xfrm>
              <a:off x="8428508" y="9433130"/>
              <a:ext cx="50732" cy="46528"/>
            </a:xfrm>
            <a:custGeom>
              <a:avLst/>
              <a:gdLst/>
              <a:ahLst/>
              <a:cxnLst/>
              <a:rect l="0" t="0" r="0" b="0"/>
              <a:pathLst>
                <a:path w="50732" h="46528">
                  <a:moveTo>
                    <a:pt x="0" y="46528"/>
                  </a:moveTo>
                  <a:lnTo>
                    <a:pt x="5073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7" name="pl25567"/>
            <p:cNvSpPr/>
            <p:nvPr/>
          </p:nvSpPr>
          <p:spPr>
            <a:xfrm>
              <a:off x="8296207" y="9403425"/>
              <a:ext cx="487" cy="57251"/>
            </a:xfrm>
            <a:custGeom>
              <a:avLst/>
              <a:gdLst/>
              <a:ahLst/>
              <a:cxnLst/>
              <a:rect l="0" t="0" r="0" b="0"/>
              <a:pathLst>
                <a:path w="487" h="57251">
                  <a:moveTo>
                    <a:pt x="0" y="0"/>
                  </a:moveTo>
                  <a:lnTo>
                    <a:pt x="487" y="572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8" name="pl25568"/>
            <p:cNvSpPr/>
            <p:nvPr/>
          </p:nvSpPr>
          <p:spPr>
            <a:xfrm>
              <a:off x="8124569" y="9766113"/>
              <a:ext cx="63570" cy="15751"/>
            </a:xfrm>
            <a:custGeom>
              <a:avLst/>
              <a:gdLst/>
              <a:ahLst/>
              <a:cxnLst/>
              <a:rect l="0" t="0" r="0" b="0"/>
              <a:pathLst>
                <a:path w="63570" h="15751">
                  <a:moveTo>
                    <a:pt x="63570" y="0"/>
                  </a:moveTo>
                  <a:lnTo>
                    <a:pt x="0" y="1575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69" name="pl25569"/>
            <p:cNvSpPr/>
            <p:nvPr/>
          </p:nvSpPr>
          <p:spPr>
            <a:xfrm>
              <a:off x="8174831" y="9766113"/>
              <a:ext cx="13309" cy="17287"/>
            </a:xfrm>
            <a:custGeom>
              <a:avLst/>
              <a:gdLst/>
              <a:ahLst/>
              <a:cxnLst/>
              <a:rect l="0" t="0" r="0" b="0"/>
              <a:pathLst>
                <a:path w="13309" h="17287">
                  <a:moveTo>
                    <a:pt x="13309" y="0"/>
                  </a:moveTo>
                  <a:lnTo>
                    <a:pt x="0" y="1728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0" name="pl25570"/>
            <p:cNvSpPr/>
            <p:nvPr/>
          </p:nvSpPr>
          <p:spPr>
            <a:xfrm>
              <a:off x="8523059" y="10438429"/>
              <a:ext cx="2976" cy="7952"/>
            </a:xfrm>
            <a:custGeom>
              <a:avLst/>
              <a:gdLst/>
              <a:ahLst/>
              <a:cxnLst/>
              <a:rect l="0" t="0" r="0" b="0"/>
              <a:pathLst>
                <a:path w="2976" h="7952">
                  <a:moveTo>
                    <a:pt x="0" y="7952"/>
                  </a:moveTo>
                  <a:lnTo>
                    <a:pt x="297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1" name="pl25571"/>
            <p:cNvSpPr/>
            <p:nvPr/>
          </p:nvSpPr>
          <p:spPr>
            <a:xfrm>
              <a:off x="8169152" y="9714148"/>
              <a:ext cx="12219" cy="7227"/>
            </a:xfrm>
            <a:custGeom>
              <a:avLst/>
              <a:gdLst/>
              <a:ahLst/>
              <a:cxnLst/>
              <a:rect l="0" t="0" r="0" b="0"/>
              <a:pathLst>
                <a:path w="12219" h="7227">
                  <a:moveTo>
                    <a:pt x="12219" y="0"/>
                  </a:moveTo>
                  <a:lnTo>
                    <a:pt x="0" y="7227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2" name="pl25572"/>
            <p:cNvSpPr/>
            <p:nvPr/>
          </p:nvSpPr>
          <p:spPr>
            <a:xfrm>
              <a:off x="8162359" y="9714148"/>
              <a:ext cx="19011" cy="10020"/>
            </a:xfrm>
            <a:custGeom>
              <a:avLst/>
              <a:gdLst/>
              <a:ahLst/>
              <a:cxnLst/>
              <a:rect l="0" t="0" r="0" b="0"/>
              <a:pathLst>
                <a:path w="19011" h="10020">
                  <a:moveTo>
                    <a:pt x="19011" y="0"/>
                  </a:moveTo>
                  <a:lnTo>
                    <a:pt x="0" y="1002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3" name="pl25573"/>
            <p:cNvSpPr/>
            <p:nvPr/>
          </p:nvSpPr>
          <p:spPr>
            <a:xfrm>
              <a:off x="8356291" y="9429700"/>
              <a:ext cx="10272" cy="91128"/>
            </a:xfrm>
            <a:custGeom>
              <a:avLst/>
              <a:gdLst/>
              <a:ahLst/>
              <a:cxnLst/>
              <a:rect l="0" t="0" r="0" b="0"/>
              <a:pathLst>
                <a:path w="10272" h="91128">
                  <a:moveTo>
                    <a:pt x="0" y="0"/>
                  </a:moveTo>
                  <a:lnTo>
                    <a:pt x="10272" y="91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4" name="pl25574"/>
            <p:cNvSpPr/>
            <p:nvPr/>
          </p:nvSpPr>
          <p:spPr>
            <a:xfrm>
              <a:off x="8356291" y="9399483"/>
              <a:ext cx="16980" cy="30217"/>
            </a:xfrm>
            <a:custGeom>
              <a:avLst/>
              <a:gdLst/>
              <a:ahLst/>
              <a:cxnLst/>
              <a:rect l="0" t="0" r="0" b="0"/>
              <a:pathLst>
                <a:path w="16980" h="30217">
                  <a:moveTo>
                    <a:pt x="0" y="30217"/>
                  </a:moveTo>
                  <a:lnTo>
                    <a:pt x="1698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5" name="pl25575"/>
            <p:cNvSpPr/>
            <p:nvPr/>
          </p:nvSpPr>
          <p:spPr>
            <a:xfrm>
              <a:off x="7471365" y="9861899"/>
              <a:ext cx="2459" cy="38988"/>
            </a:xfrm>
            <a:custGeom>
              <a:avLst/>
              <a:gdLst/>
              <a:ahLst/>
              <a:cxnLst/>
              <a:rect l="0" t="0" r="0" b="0"/>
              <a:pathLst>
                <a:path w="2459" h="38988">
                  <a:moveTo>
                    <a:pt x="0" y="38988"/>
                  </a:moveTo>
                  <a:lnTo>
                    <a:pt x="24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6" name="pl25576"/>
            <p:cNvSpPr/>
            <p:nvPr/>
          </p:nvSpPr>
          <p:spPr>
            <a:xfrm>
              <a:off x="7443383" y="9863476"/>
              <a:ext cx="27982" cy="37411"/>
            </a:xfrm>
            <a:custGeom>
              <a:avLst/>
              <a:gdLst/>
              <a:ahLst/>
              <a:cxnLst/>
              <a:rect l="0" t="0" r="0" b="0"/>
              <a:pathLst>
                <a:path w="27982" h="37411">
                  <a:moveTo>
                    <a:pt x="27982" y="37411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7" name="pl25577"/>
            <p:cNvSpPr/>
            <p:nvPr/>
          </p:nvSpPr>
          <p:spPr>
            <a:xfrm>
              <a:off x="8067107" y="9781865"/>
              <a:ext cx="57462" cy="11257"/>
            </a:xfrm>
            <a:custGeom>
              <a:avLst/>
              <a:gdLst/>
              <a:ahLst/>
              <a:cxnLst/>
              <a:rect l="0" t="0" r="0" b="0"/>
              <a:pathLst>
                <a:path w="57462" h="11257">
                  <a:moveTo>
                    <a:pt x="0" y="11257"/>
                  </a:moveTo>
                  <a:lnTo>
                    <a:pt x="5746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8" name="pl25578"/>
            <p:cNvSpPr/>
            <p:nvPr/>
          </p:nvSpPr>
          <p:spPr>
            <a:xfrm>
              <a:off x="8030172" y="9793122"/>
              <a:ext cx="36934" cy="12657"/>
            </a:xfrm>
            <a:custGeom>
              <a:avLst/>
              <a:gdLst/>
              <a:ahLst/>
              <a:cxnLst/>
              <a:rect l="0" t="0" r="0" b="0"/>
              <a:pathLst>
                <a:path w="36934" h="12657">
                  <a:moveTo>
                    <a:pt x="36934" y="0"/>
                  </a:moveTo>
                  <a:lnTo>
                    <a:pt x="0" y="126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79" name="pl25579"/>
            <p:cNvSpPr/>
            <p:nvPr/>
          </p:nvSpPr>
          <p:spPr>
            <a:xfrm>
              <a:off x="8221122" y="9722505"/>
              <a:ext cx="2930" cy="3571"/>
            </a:xfrm>
            <a:custGeom>
              <a:avLst/>
              <a:gdLst/>
              <a:ahLst/>
              <a:cxnLst/>
              <a:rect l="0" t="0" r="0" b="0"/>
              <a:pathLst>
                <a:path w="2930" h="3571">
                  <a:moveTo>
                    <a:pt x="2930" y="0"/>
                  </a:moveTo>
                  <a:lnTo>
                    <a:pt x="0" y="3571"/>
                  </a:lnTo>
                </a:path>
              </a:pathLst>
            </a:custGeom>
            <a:ln w="415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0" name="pl25580"/>
            <p:cNvSpPr/>
            <p:nvPr/>
          </p:nvSpPr>
          <p:spPr>
            <a:xfrm>
              <a:off x="8224053" y="9722505"/>
              <a:ext cx="28061" cy="31993"/>
            </a:xfrm>
            <a:custGeom>
              <a:avLst/>
              <a:gdLst/>
              <a:ahLst/>
              <a:cxnLst/>
              <a:rect l="0" t="0" r="0" b="0"/>
              <a:pathLst>
                <a:path w="28061" h="31993">
                  <a:moveTo>
                    <a:pt x="0" y="0"/>
                  </a:moveTo>
                  <a:lnTo>
                    <a:pt x="28061" y="3199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1" name="pl25581"/>
            <p:cNvSpPr/>
            <p:nvPr/>
          </p:nvSpPr>
          <p:spPr>
            <a:xfrm>
              <a:off x="8162351" y="9520829"/>
              <a:ext cx="204211" cy="26045"/>
            </a:xfrm>
            <a:custGeom>
              <a:avLst/>
              <a:gdLst/>
              <a:ahLst/>
              <a:cxnLst/>
              <a:rect l="0" t="0" r="0" b="0"/>
              <a:pathLst>
                <a:path w="204211" h="26045">
                  <a:moveTo>
                    <a:pt x="0" y="26045"/>
                  </a:moveTo>
                  <a:lnTo>
                    <a:pt x="20421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2" name="pl25582"/>
            <p:cNvSpPr/>
            <p:nvPr/>
          </p:nvSpPr>
          <p:spPr>
            <a:xfrm>
              <a:off x="8113646" y="9483219"/>
              <a:ext cx="48704" cy="63654"/>
            </a:xfrm>
            <a:custGeom>
              <a:avLst/>
              <a:gdLst/>
              <a:ahLst/>
              <a:cxnLst/>
              <a:rect l="0" t="0" r="0" b="0"/>
              <a:pathLst>
                <a:path w="48704" h="63654">
                  <a:moveTo>
                    <a:pt x="48704" y="6365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3" name="pl25583"/>
            <p:cNvSpPr/>
            <p:nvPr/>
          </p:nvSpPr>
          <p:spPr>
            <a:xfrm>
              <a:off x="8216043" y="9680887"/>
              <a:ext cx="5862" cy="1819"/>
            </a:xfrm>
            <a:custGeom>
              <a:avLst/>
              <a:gdLst/>
              <a:ahLst/>
              <a:cxnLst/>
              <a:rect l="0" t="0" r="0" b="0"/>
              <a:pathLst>
                <a:path w="5862" h="1819">
                  <a:moveTo>
                    <a:pt x="5862" y="0"/>
                  </a:moveTo>
                  <a:lnTo>
                    <a:pt x="0" y="1819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4" name="pl25584"/>
            <p:cNvSpPr/>
            <p:nvPr/>
          </p:nvSpPr>
          <p:spPr>
            <a:xfrm>
              <a:off x="8438798" y="9662530"/>
              <a:ext cx="51097" cy="14109"/>
            </a:xfrm>
            <a:custGeom>
              <a:avLst/>
              <a:gdLst/>
              <a:ahLst/>
              <a:cxnLst/>
              <a:rect l="0" t="0" r="0" b="0"/>
              <a:pathLst>
                <a:path w="51097" h="14109">
                  <a:moveTo>
                    <a:pt x="0" y="0"/>
                  </a:moveTo>
                  <a:lnTo>
                    <a:pt x="51097" y="141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5" name="pl25585"/>
            <p:cNvSpPr/>
            <p:nvPr/>
          </p:nvSpPr>
          <p:spPr>
            <a:xfrm>
              <a:off x="8366563" y="9520829"/>
              <a:ext cx="72235" cy="141700"/>
            </a:xfrm>
            <a:custGeom>
              <a:avLst/>
              <a:gdLst/>
              <a:ahLst/>
              <a:cxnLst/>
              <a:rect l="0" t="0" r="0" b="0"/>
              <a:pathLst>
                <a:path w="72235" h="141700">
                  <a:moveTo>
                    <a:pt x="72235" y="141700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6" name="pl25586"/>
            <p:cNvSpPr/>
            <p:nvPr/>
          </p:nvSpPr>
          <p:spPr>
            <a:xfrm>
              <a:off x="8438798" y="9631801"/>
              <a:ext cx="66701" cy="30728"/>
            </a:xfrm>
            <a:custGeom>
              <a:avLst/>
              <a:gdLst/>
              <a:ahLst/>
              <a:cxnLst/>
              <a:rect l="0" t="0" r="0" b="0"/>
              <a:pathLst>
                <a:path w="66701" h="30728">
                  <a:moveTo>
                    <a:pt x="0" y="30728"/>
                  </a:moveTo>
                  <a:lnTo>
                    <a:pt x="66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7" name="pl25587"/>
            <p:cNvSpPr/>
            <p:nvPr/>
          </p:nvSpPr>
          <p:spPr>
            <a:xfrm>
              <a:off x="8438798" y="9662530"/>
              <a:ext cx="67905" cy="13309"/>
            </a:xfrm>
            <a:custGeom>
              <a:avLst/>
              <a:gdLst/>
              <a:ahLst/>
              <a:cxnLst/>
              <a:rect l="0" t="0" r="0" b="0"/>
              <a:pathLst>
                <a:path w="67905" h="13309">
                  <a:moveTo>
                    <a:pt x="0" y="0"/>
                  </a:moveTo>
                  <a:lnTo>
                    <a:pt x="67905" y="1330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8" name="pl25588"/>
            <p:cNvSpPr/>
            <p:nvPr/>
          </p:nvSpPr>
          <p:spPr>
            <a:xfrm>
              <a:off x="8228798" y="9814498"/>
              <a:ext cx="1370" cy="24820"/>
            </a:xfrm>
            <a:custGeom>
              <a:avLst/>
              <a:gdLst/>
              <a:ahLst/>
              <a:cxnLst/>
              <a:rect l="0" t="0" r="0" b="0"/>
              <a:pathLst>
                <a:path w="1370" h="24820">
                  <a:moveTo>
                    <a:pt x="0" y="0"/>
                  </a:moveTo>
                  <a:lnTo>
                    <a:pt x="1370" y="2482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89" name="pl25589"/>
            <p:cNvSpPr/>
            <p:nvPr/>
          </p:nvSpPr>
          <p:spPr>
            <a:xfrm>
              <a:off x="8228798" y="9814498"/>
              <a:ext cx="820" cy="8023"/>
            </a:xfrm>
            <a:custGeom>
              <a:avLst/>
              <a:gdLst/>
              <a:ahLst/>
              <a:cxnLst/>
              <a:rect l="0" t="0" r="0" b="0"/>
              <a:pathLst>
                <a:path w="820" h="8023">
                  <a:moveTo>
                    <a:pt x="0" y="0"/>
                  </a:moveTo>
                  <a:lnTo>
                    <a:pt x="820" y="8023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0" name="pl25590"/>
            <p:cNvSpPr/>
            <p:nvPr/>
          </p:nvSpPr>
          <p:spPr>
            <a:xfrm>
              <a:off x="8178239" y="9732451"/>
              <a:ext cx="5123" cy="18081"/>
            </a:xfrm>
            <a:custGeom>
              <a:avLst/>
              <a:gdLst/>
              <a:ahLst/>
              <a:cxnLst/>
              <a:rect l="0" t="0" r="0" b="0"/>
              <a:pathLst>
                <a:path w="5123" h="18081">
                  <a:moveTo>
                    <a:pt x="5123" y="0"/>
                  </a:moveTo>
                  <a:lnTo>
                    <a:pt x="0" y="18081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1" name="pl25591"/>
            <p:cNvSpPr/>
            <p:nvPr/>
          </p:nvSpPr>
          <p:spPr>
            <a:xfrm>
              <a:off x="8086761" y="9721307"/>
              <a:ext cx="79711" cy="40250"/>
            </a:xfrm>
            <a:custGeom>
              <a:avLst/>
              <a:gdLst/>
              <a:ahLst/>
              <a:cxnLst/>
              <a:rect l="0" t="0" r="0" b="0"/>
              <a:pathLst>
                <a:path w="79711" h="40250">
                  <a:moveTo>
                    <a:pt x="79711" y="0"/>
                  </a:moveTo>
                  <a:lnTo>
                    <a:pt x="0" y="4025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2" name="pl25592"/>
            <p:cNvSpPr/>
            <p:nvPr/>
          </p:nvSpPr>
          <p:spPr>
            <a:xfrm>
              <a:off x="8366563" y="9413748"/>
              <a:ext cx="127549" cy="107080"/>
            </a:xfrm>
            <a:custGeom>
              <a:avLst/>
              <a:gdLst/>
              <a:ahLst/>
              <a:cxnLst/>
              <a:rect l="0" t="0" r="0" b="0"/>
              <a:pathLst>
                <a:path w="127549" h="107080">
                  <a:moveTo>
                    <a:pt x="127549" y="0"/>
                  </a:moveTo>
                  <a:lnTo>
                    <a:pt x="0" y="10708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3" name="pl25593"/>
            <p:cNvSpPr/>
            <p:nvPr/>
          </p:nvSpPr>
          <p:spPr>
            <a:xfrm>
              <a:off x="8023028" y="9696623"/>
              <a:ext cx="143724" cy="5695"/>
            </a:xfrm>
            <a:custGeom>
              <a:avLst/>
              <a:gdLst/>
              <a:ahLst/>
              <a:cxnLst/>
              <a:rect l="0" t="0" r="0" b="0"/>
              <a:pathLst>
                <a:path w="143724" h="5695">
                  <a:moveTo>
                    <a:pt x="0" y="5695"/>
                  </a:moveTo>
                  <a:lnTo>
                    <a:pt x="14372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4" name="pl25594"/>
            <p:cNvSpPr/>
            <p:nvPr/>
          </p:nvSpPr>
          <p:spPr>
            <a:xfrm>
              <a:off x="8337633" y="9250908"/>
              <a:ext cx="19713" cy="59858"/>
            </a:xfrm>
            <a:custGeom>
              <a:avLst/>
              <a:gdLst/>
              <a:ahLst/>
              <a:cxnLst/>
              <a:rect l="0" t="0" r="0" b="0"/>
              <a:pathLst>
                <a:path w="19713" h="59858">
                  <a:moveTo>
                    <a:pt x="19713" y="0"/>
                  </a:moveTo>
                  <a:lnTo>
                    <a:pt x="0" y="5985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5" name="pl25595"/>
            <p:cNvSpPr/>
            <p:nvPr/>
          </p:nvSpPr>
          <p:spPr>
            <a:xfrm>
              <a:off x="8357346" y="9193795"/>
              <a:ext cx="8908" cy="57113"/>
            </a:xfrm>
            <a:custGeom>
              <a:avLst/>
              <a:gdLst/>
              <a:ahLst/>
              <a:cxnLst/>
              <a:rect l="0" t="0" r="0" b="0"/>
              <a:pathLst>
                <a:path w="8908" h="57113">
                  <a:moveTo>
                    <a:pt x="0" y="57113"/>
                  </a:moveTo>
                  <a:lnTo>
                    <a:pt x="890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6" name="pl25596"/>
            <p:cNvSpPr/>
            <p:nvPr/>
          </p:nvSpPr>
          <p:spPr>
            <a:xfrm>
              <a:off x="8356869" y="9233804"/>
              <a:ext cx="477" cy="17104"/>
            </a:xfrm>
            <a:custGeom>
              <a:avLst/>
              <a:gdLst/>
              <a:ahLst/>
              <a:cxnLst/>
              <a:rect l="0" t="0" r="0" b="0"/>
              <a:pathLst>
                <a:path w="477" h="17104">
                  <a:moveTo>
                    <a:pt x="477" y="1710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7" name="pl25597"/>
            <p:cNvSpPr/>
            <p:nvPr/>
          </p:nvSpPr>
          <p:spPr>
            <a:xfrm>
              <a:off x="8346201" y="9250908"/>
              <a:ext cx="11145" cy="56466"/>
            </a:xfrm>
            <a:custGeom>
              <a:avLst/>
              <a:gdLst/>
              <a:ahLst/>
              <a:cxnLst/>
              <a:rect l="0" t="0" r="0" b="0"/>
              <a:pathLst>
                <a:path w="11145" h="56466">
                  <a:moveTo>
                    <a:pt x="11145" y="0"/>
                  </a:moveTo>
                  <a:lnTo>
                    <a:pt x="0" y="5646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8" name="pl25598"/>
            <p:cNvSpPr/>
            <p:nvPr/>
          </p:nvSpPr>
          <p:spPr>
            <a:xfrm>
              <a:off x="8124569" y="9771855"/>
              <a:ext cx="12585" cy="10009"/>
            </a:xfrm>
            <a:custGeom>
              <a:avLst/>
              <a:gdLst/>
              <a:ahLst/>
              <a:cxnLst/>
              <a:rect l="0" t="0" r="0" b="0"/>
              <a:pathLst>
                <a:path w="12585" h="10009">
                  <a:moveTo>
                    <a:pt x="12585" y="0"/>
                  </a:moveTo>
                  <a:lnTo>
                    <a:pt x="0" y="1000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599" name="pl25599"/>
            <p:cNvSpPr/>
            <p:nvPr/>
          </p:nvSpPr>
          <p:spPr>
            <a:xfrm>
              <a:off x="8095684" y="9771855"/>
              <a:ext cx="41470" cy="14374"/>
            </a:xfrm>
            <a:custGeom>
              <a:avLst/>
              <a:gdLst/>
              <a:ahLst/>
              <a:cxnLst/>
              <a:rect l="0" t="0" r="0" b="0"/>
              <a:pathLst>
                <a:path w="41470" h="14374">
                  <a:moveTo>
                    <a:pt x="41470" y="0"/>
                  </a:moveTo>
                  <a:lnTo>
                    <a:pt x="0" y="1437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0" name="pl25600"/>
            <p:cNvSpPr/>
            <p:nvPr/>
          </p:nvSpPr>
          <p:spPr>
            <a:xfrm>
              <a:off x="8100281" y="9771855"/>
              <a:ext cx="36874" cy="20702"/>
            </a:xfrm>
            <a:custGeom>
              <a:avLst/>
              <a:gdLst/>
              <a:ahLst/>
              <a:cxnLst/>
              <a:rect l="0" t="0" r="0" b="0"/>
              <a:pathLst>
                <a:path w="36874" h="20702">
                  <a:moveTo>
                    <a:pt x="36874" y="0"/>
                  </a:moveTo>
                  <a:lnTo>
                    <a:pt x="0" y="2070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1" name="pl25601"/>
            <p:cNvSpPr/>
            <p:nvPr/>
          </p:nvSpPr>
          <p:spPr>
            <a:xfrm>
              <a:off x="8191956" y="9460676"/>
              <a:ext cx="104739" cy="47805"/>
            </a:xfrm>
            <a:custGeom>
              <a:avLst/>
              <a:gdLst/>
              <a:ahLst/>
              <a:cxnLst/>
              <a:rect l="0" t="0" r="0" b="0"/>
              <a:pathLst>
                <a:path w="104739" h="47805">
                  <a:moveTo>
                    <a:pt x="0" y="47805"/>
                  </a:moveTo>
                  <a:lnTo>
                    <a:pt x="10473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2" name="pl25602"/>
            <p:cNvSpPr/>
            <p:nvPr/>
          </p:nvSpPr>
          <p:spPr>
            <a:xfrm>
              <a:off x="8170776" y="9458873"/>
              <a:ext cx="21179" cy="49609"/>
            </a:xfrm>
            <a:custGeom>
              <a:avLst/>
              <a:gdLst/>
              <a:ahLst/>
              <a:cxnLst/>
              <a:rect l="0" t="0" r="0" b="0"/>
              <a:pathLst>
                <a:path w="21179" h="49609">
                  <a:moveTo>
                    <a:pt x="21179" y="49609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3" name="pl25603"/>
            <p:cNvSpPr/>
            <p:nvPr/>
          </p:nvSpPr>
          <p:spPr>
            <a:xfrm>
              <a:off x="8525403" y="9567531"/>
              <a:ext cx="53462" cy="14752"/>
            </a:xfrm>
            <a:custGeom>
              <a:avLst/>
              <a:gdLst/>
              <a:ahLst/>
              <a:cxnLst/>
              <a:rect l="0" t="0" r="0" b="0"/>
              <a:pathLst>
                <a:path w="53462" h="14752">
                  <a:moveTo>
                    <a:pt x="53462" y="1475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4" name="pl25604"/>
            <p:cNvSpPr/>
            <p:nvPr/>
          </p:nvSpPr>
          <p:spPr>
            <a:xfrm>
              <a:off x="8556760" y="9582283"/>
              <a:ext cx="22105" cy="11469"/>
            </a:xfrm>
            <a:custGeom>
              <a:avLst/>
              <a:gdLst/>
              <a:ahLst/>
              <a:cxnLst/>
              <a:rect l="0" t="0" r="0" b="0"/>
              <a:pathLst>
                <a:path w="22105" h="11469">
                  <a:moveTo>
                    <a:pt x="22105" y="0"/>
                  </a:moveTo>
                  <a:lnTo>
                    <a:pt x="0" y="1146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5" name="pl25605"/>
            <p:cNvSpPr/>
            <p:nvPr/>
          </p:nvSpPr>
          <p:spPr>
            <a:xfrm>
              <a:off x="8232557" y="9733222"/>
              <a:ext cx="5821" cy="4265"/>
            </a:xfrm>
            <a:custGeom>
              <a:avLst/>
              <a:gdLst/>
              <a:ahLst/>
              <a:cxnLst/>
              <a:rect l="0" t="0" r="0" b="0"/>
              <a:pathLst>
                <a:path w="5821" h="4265">
                  <a:moveTo>
                    <a:pt x="0" y="0"/>
                  </a:moveTo>
                  <a:lnTo>
                    <a:pt x="5821" y="4265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6" name="pl25606"/>
            <p:cNvSpPr/>
            <p:nvPr/>
          </p:nvSpPr>
          <p:spPr>
            <a:xfrm>
              <a:off x="8204356" y="9678252"/>
              <a:ext cx="11686" cy="4453"/>
            </a:xfrm>
            <a:custGeom>
              <a:avLst/>
              <a:gdLst/>
              <a:ahLst/>
              <a:cxnLst/>
              <a:rect l="0" t="0" r="0" b="0"/>
              <a:pathLst>
                <a:path w="11686" h="4453">
                  <a:moveTo>
                    <a:pt x="0" y="0"/>
                  </a:moveTo>
                  <a:lnTo>
                    <a:pt x="11686" y="4453"/>
                  </a:lnTo>
                </a:path>
              </a:pathLst>
            </a:custGeom>
            <a:ln w="43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7" name="pl25607"/>
            <p:cNvSpPr/>
            <p:nvPr/>
          </p:nvSpPr>
          <p:spPr>
            <a:xfrm>
              <a:off x="8277150" y="9918141"/>
              <a:ext cx="17524" cy="57199"/>
            </a:xfrm>
            <a:custGeom>
              <a:avLst/>
              <a:gdLst/>
              <a:ahLst/>
              <a:cxnLst/>
              <a:rect l="0" t="0" r="0" b="0"/>
              <a:pathLst>
                <a:path w="17524" h="57199">
                  <a:moveTo>
                    <a:pt x="17524" y="5719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8" name="pl25608"/>
            <p:cNvSpPr/>
            <p:nvPr/>
          </p:nvSpPr>
          <p:spPr>
            <a:xfrm>
              <a:off x="8294674" y="9975340"/>
              <a:ext cx="4245" cy="30192"/>
            </a:xfrm>
            <a:custGeom>
              <a:avLst/>
              <a:gdLst/>
              <a:ahLst/>
              <a:cxnLst/>
              <a:rect l="0" t="0" r="0" b="0"/>
              <a:pathLst>
                <a:path w="4245" h="30192">
                  <a:moveTo>
                    <a:pt x="0" y="0"/>
                  </a:moveTo>
                  <a:lnTo>
                    <a:pt x="4245" y="3019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09" name="pl25609"/>
            <p:cNvSpPr/>
            <p:nvPr/>
          </p:nvSpPr>
          <p:spPr>
            <a:xfrm>
              <a:off x="8294674" y="9975340"/>
              <a:ext cx="13404" cy="31282"/>
            </a:xfrm>
            <a:custGeom>
              <a:avLst/>
              <a:gdLst/>
              <a:ahLst/>
              <a:cxnLst/>
              <a:rect l="0" t="0" r="0" b="0"/>
              <a:pathLst>
                <a:path w="13404" h="31282">
                  <a:moveTo>
                    <a:pt x="0" y="0"/>
                  </a:moveTo>
                  <a:lnTo>
                    <a:pt x="13404" y="312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0" name="pl25610"/>
            <p:cNvSpPr/>
            <p:nvPr/>
          </p:nvSpPr>
          <p:spPr>
            <a:xfrm>
              <a:off x="8163339" y="9601102"/>
              <a:ext cx="1937" cy="3261"/>
            </a:xfrm>
            <a:custGeom>
              <a:avLst/>
              <a:gdLst/>
              <a:ahLst/>
              <a:cxnLst/>
              <a:rect l="0" t="0" r="0" b="0"/>
              <a:pathLst>
                <a:path w="1937" h="3261">
                  <a:moveTo>
                    <a:pt x="1937" y="0"/>
                  </a:moveTo>
                  <a:lnTo>
                    <a:pt x="0" y="3261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1" name="pl25611"/>
            <p:cNvSpPr/>
            <p:nvPr/>
          </p:nvSpPr>
          <p:spPr>
            <a:xfrm>
              <a:off x="8221122" y="9726076"/>
              <a:ext cx="355" cy="7691"/>
            </a:xfrm>
            <a:custGeom>
              <a:avLst/>
              <a:gdLst/>
              <a:ahLst/>
              <a:cxnLst/>
              <a:rect l="0" t="0" r="0" b="0"/>
              <a:pathLst>
                <a:path w="355" h="7691">
                  <a:moveTo>
                    <a:pt x="355" y="7691"/>
                  </a:moveTo>
                  <a:lnTo>
                    <a:pt x="0" y="0"/>
                  </a:lnTo>
                </a:path>
              </a:pathLst>
            </a:custGeom>
            <a:ln w="41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2" name="pl25612"/>
            <p:cNvSpPr/>
            <p:nvPr/>
          </p:nvSpPr>
          <p:spPr>
            <a:xfrm>
              <a:off x="8213403" y="9722802"/>
              <a:ext cx="7718" cy="3274"/>
            </a:xfrm>
            <a:custGeom>
              <a:avLst/>
              <a:gdLst/>
              <a:ahLst/>
              <a:cxnLst/>
              <a:rect l="0" t="0" r="0" b="0"/>
              <a:pathLst>
                <a:path w="7718" h="3274">
                  <a:moveTo>
                    <a:pt x="0" y="0"/>
                  </a:moveTo>
                  <a:lnTo>
                    <a:pt x="7718" y="3274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3" name="pl25613"/>
            <p:cNvSpPr/>
            <p:nvPr/>
          </p:nvSpPr>
          <p:spPr>
            <a:xfrm>
              <a:off x="8195242" y="9722802"/>
              <a:ext cx="18160" cy="18796"/>
            </a:xfrm>
            <a:custGeom>
              <a:avLst/>
              <a:gdLst/>
              <a:ahLst/>
              <a:cxnLst/>
              <a:rect l="0" t="0" r="0" b="0"/>
              <a:pathLst>
                <a:path w="18160" h="18796">
                  <a:moveTo>
                    <a:pt x="18160" y="0"/>
                  </a:moveTo>
                  <a:lnTo>
                    <a:pt x="0" y="1879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4" name="pl25614"/>
            <p:cNvSpPr/>
            <p:nvPr/>
          </p:nvSpPr>
          <p:spPr>
            <a:xfrm>
              <a:off x="8213403" y="9722802"/>
              <a:ext cx="18986" cy="15671"/>
            </a:xfrm>
            <a:custGeom>
              <a:avLst/>
              <a:gdLst/>
              <a:ahLst/>
              <a:cxnLst/>
              <a:rect l="0" t="0" r="0" b="0"/>
              <a:pathLst>
                <a:path w="18986" h="15671">
                  <a:moveTo>
                    <a:pt x="0" y="0"/>
                  </a:moveTo>
                  <a:lnTo>
                    <a:pt x="18986" y="1567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5" name="pl25615"/>
            <p:cNvSpPr/>
            <p:nvPr/>
          </p:nvSpPr>
          <p:spPr>
            <a:xfrm>
              <a:off x="8546087" y="9315521"/>
              <a:ext cx="62983" cy="54088"/>
            </a:xfrm>
            <a:custGeom>
              <a:avLst/>
              <a:gdLst/>
              <a:ahLst/>
              <a:cxnLst/>
              <a:rect l="0" t="0" r="0" b="0"/>
              <a:pathLst>
                <a:path w="62983" h="54088">
                  <a:moveTo>
                    <a:pt x="0" y="54088"/>
                  </a:moveTo>
                  <a:lnTo>
                    <a:pt x="6298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6" name="pl25616"/>
            <p:cNvSpPr/>
            <p:nvPr/>
          </p:nvSpPr>
          <p:spPr>
            <a:xfrm>
              <a:off x="8494112" y="9369610"/>
              <a:ext cx="51975" cy="44138"/>
            </a:xfrm>
            <a:custGeom>
              <a:avLst/>
              <a:gdLst/>
              <a:ahLst/>
              <a:cxnLst/>
              <a:rect l="0" t="0" r="0" b="0"/>
              <a:pathLst>
                <a:path w="51975" h="44138">
                  <a:moveTo>
                    <a:pt x="51975" y="0"/>
                  </a:moveTo>
                  <a:lnTo>
                    <a:pt x="0" y="4413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7" name="pl25617"/>
            <p:cNvSpPr/>
            <p:nvPr/>
          </p:nvSpPr>
          <p:spPr>
            <a:xfrm>
              <a:off x="8546087" y="9326189"/>
              <a:ext cx="49698" cy="43420"/>
            </a:xfrm>
            <a:custGeom>
              <a:avLst/>
              <a:gdLst/>
              <a:ahLst/>
              <a:cxnLst/>
              <a:rect l="0" t="0" r="0" b="0"/>
              <a:pathLst>
                <a:path w="49698" h="43420">
                  <a:moveTo>
                    <a:pt x="0" y="43420"/>
                  </a:moveTo>
                  <a:lnTo>
                    <a:pt x="4969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8" name="pl25618"/>
            <p:cNvSpPr/>
            <p:nvPr/>
          </p:nvSpPr>
          <p:spPr>
            <a:xfrm>
              <a:off x="8111330" y="8956397"/>
              <a:ext cx="4568" cy="3183"/>
            </a:xfrm>
            <a:custGeom>
              <a:avLst/>
              <a:gdLst/>
              <a:ahLst/>
              <a:cxnLst/>
              <a:rect l="0" t="0" r="0" b="0"/>
              <a:pathLst>
                <a:path w="4568" h="3183">
                  <a:moveTo>
                    <a:pt x="0" y="0"/>
                  </a:moveTo>
                  <a:lnTo>
                    <a:pt x="4568" y="3183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19" name="pl25619"/>
            <p:cNvSpPr/>
            <p:nvPr/>
          </p:nvSpPr>
          <p:spPr>
            <a:xfrm>
              <a:off x="8115899" y="8957060"/>
              <a:ext cx="8170" cy="2519"/>
            </a:xfrm>
            <a:custGeom>
              <a:avLst/>
              <a:gdLst/>
              <a:ahLst/>
              <a:cxnLst/>
              <a:rect l="0" t="0" r="0" b="0"/>
              <a:pathLst>
                <a:path w="8170" h="2519">
                  <a:moveTo>
                    <a:pt x="0" y="2519"/>
                  </a:moveTo>
                  <a:lnTo>
                    <a:pt x="817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0" name="pl25620"/>
            <p:cNvSpPr/>
            <p:nvPr/>
          </p:nvSpPr>
          <p:spPr>
            <a:xfrm>
              <a:off x="8546964" y="9671995"/>
              <a:ext cx="67553" cy="13692"/>
            </a:xfrm>
            <a:custGeom>
              <a:avLst/>
              <a:gdLst/>
              <a:ahLst/>
              <a:cxnLst/>
              <a:rect l="0" t="0" r="0" b="0"/>
              <a:pathLst>
                <a:path w="67553" h="13692">
                  <a:moveTo>
                    <a:pt x="0" y="0"/>
                  </a:moveTo>
                  <a:lnTo>
                    <a:pt x="67553" y="1369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1" name="pl25621"/>
            <p:cNvSpPr/>
            <p:nvPr/>
          </p:nvSpPr>
          <p:spPr>
            <a:xfrm>
              <a:off x="8106673" y="9582031"/>
              <a:ext cx="8655" cy="7697"/>
            </a:xfrm>
            <a:custGeom>
              <a:avLst/>
              <a:gdLst/>
              <a:ahLst/>
              <a:cxnLst/>
              <a:rect l="0" t="0" r="0" b="0"/>
              <a:pathLst>
                <a:path w="8655" h="7697">
                  <a:moveTo>
                    <a:pt x="0" y="7697"/>
                  </a:moveTo>
                  <a:lnTo>
                    <a:pt x="8655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2" name="pl25622"/>
            <p:cNvSpPr/>
            <p:nvPr/>
          </p:nvSpPr>
          <p:spPr>
            <a:xfrm>
              <a:off x="8102518" y="9588655"/>
              <a:ext cx="4154" cy="1072"/>
            </a:xfrm>
            <a:custGeom>
              <a:avLst/>
              <a:gdLst/>
              <a:ahLst/>
              <a:cxnLst/>
              <a:rect l="0" t="0" r="0" b="0"/>
              <a:pathLst>
                <a:path w="4154" h="1072">
                  <a:moveTo>
                    <a:pt x="4154" y="1072"/>
                  </a:moveTo>
                  <a:lnTo>
                    <a:pt x="0" y="0"/>
                  </a:lnTo>
                </a:path>
              </a:pathLst>
            </a:custGeom>
            <a:ln w="444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3" name="pl25623"/>
            <p:cNvSpPr/>
            <p:nvPr/>
          </p:nvSpPr>
          <p:spPr>
            <a:xfrm>
              <a:off x="8099145" y="9589728"/>
              <a:ext cx="7528" cy="1672"/>
            </a:xfrm>
            <a:custGeom>
              <a:avLst/>
              <a:gdLst/>
              <a:ahLst/>
              <a:cxnLst/>
              <a:rect l="0" t="0" r="0" b="0"/>
              <a:pathLst>
                <a:path w="7528" h="1672">
                  <a:moveTo>
                    <a:pt x="7528" y="0"/>
                  </a:moveTo>
                  <a:lnTo>
                    <a:pt x="0" y="1672"/>
                  </a:lnTo>
                </a:path>
              </a:pathLst>
            </a:custGeom>
            <a:ln w="41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4" name="pl25624"/>
            <p:cNvSpPr/>
            <p:nvPr/>
          </p:nvSpPr>
          <p:spPr>
            <a:xfrm>
              <a:off x="8782361" y="10077070"/>
              <a:ext cx="3257" cy="6771"/>
            </a:xfrm>
            <a:custGeom>
              <a:avLst/>
              <a:gdLst/>
              <a:ahLst/>
              <a:cxnLst/>
              <a:rect l="0" t="0" r="0" b="0"/>
              <a:pathLst>
                <a:path w="3257" h="6771">
                  <a:moveTo>
                    <a:pt x="3257" y="6771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5" name="pl25625"/>
            <p:cNvSpPr/>
            <p:nvPr/>
          </p:nvSpPr>
          <p:spPr>
            <a:xfrm>
              <a:off x="8785618" y="10083841"/>
              <a:ext cx="8046" cy="10230"/>
            </a:xfrm>
            <a:custGeom>
              <a:avLst/>
              <a:gdLst/>
              <a:ahLst/>
              <a:cxnLst/>
              <a:rect l="0" t="0" r="0" b="0"/>
              <a:pathLst>
                <a:path w="8046" h="10230">
                  <a:moveTo>
                    <a:pt x="0" y="0"/>
                  </a:moveTo>
                  <a:lnTo>
                    <a:pt x="8046" y="1023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6" name="pl25626"/>
            <p:cNvSpPr/>
            <p:nvPr/>
          </p:nvSpPr>
          <p:spPr>
            <a:xfrm>
              <a:off x="8785618" y="10082497"/>
              <a:ext cx="6688" cy="1344"/>
            </a:xfrm>
            <a:custGeom>
              <a:avLst/>
              <a:gdLst/>
              <a:ahLst/>
              <a:cxnLst/>
              <a:rect l="0" t="0" r="0" b="0"/>
              <a:pathLst>
                <a:path w="6688" h="1344">
                  <a:moveTo>
                    <a:pt x="0" y="1344"/>
                  </a:moveTo>
                  <a:lnTo>
                    <a:pt x="6688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7" name="pl25627"/>
            <p:cNvSpPr/>
            <p:nvPr/>
          </p:nvSpPr>
          <p:spPr>
            <a:xfrm>
              <a:off x="8263332" y="9270877"/>
              <a:ext cx="12406" cy="39581"/>
            </a:xfrm>
            <a:custGeom>
              <a:avLst/>
              <a:gdLst/>
              <a:ahLst/>
              <a:cxnLst/>
              <a:rect l="0" t="0" r="0" b="0"/>
              <a:pathLst>
                <a:path w="12406" h="39581">
                  <a:moveTo>
                    <a:pt x="12406" y="39581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8" name="pl25628"/>
            <p:cNvSpPr/>
            <p:nvPr/>
          </p:nvSpPr>
          <p:spPr>
            <a:xfrm>
              <a:off x="8269838" y="9292037"/>
              <a:ext cx="5900" cy="18421"/>
            </a:xfrm>
            <a:custGeom>
              <a:avLst/>
              <a:gdLst/>
              <a:ahLst/>
              <a:cxnLst/>
              <a:rect l="0" t="0" r="0" b="0"/>
              <a:pathLst>
                <a:path w="5900" h="18421">
                  <a:moveTo>
                    <a:pt x="5900" y="1842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29" name="pl25629"/>
            <p:cNvSpPr/>
            <p:nvPr/>
          </p:nvSpPr>
          <p:spPr>
            <a:xfrm>
              <a:off x="8260905" y="9252385"/>
              <a:ext cx="14833" cy="58074"/>
            </a:xfrm>
            <a:custGeom>
              <a:avLst/>
              <a:gdLst/>
              <a:ahLst/>
              <a:cxnLst/>
              <a:rect l="0" t="0" r="0" b="0"/>
              <a:pathLst>
                <a:path w="14833" h="58074">
                  <a:moveTo>
                    <a:pt x="14833" y="5807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0" name="pl25630"/>
            <p:cNvSpPr/>
            <p:nvPr/>
          </p:nvSpPr>
          <p:spPr>
            <a:xfrm>
              <a:off x="7462569" y="9361290"/>
              <a:ext cx="962" cy="7492"/>
            </a:xfrm>
            <a:custGeom>
              <a:avLst/>
              <a:gdLst/>
              <a:ahLst/>
              <a:cxnLst/>
              <a:rect l="0" t="0" r="0" b="0"/>
              <a:pathLst>
                <a:path w="962" h="7492">
                  <a:moveTo>
                    <a:pt x="962" y="0"/>
                  </a:moveTo>
                  <a:lnTo>
                    <a:pt x="0" y="749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1" name="pl25631"/>
            <p:cNvSpPr/>
            <p:nvPr/>
          </p:nvSpPr>
          <p:spPr>
            <a:xfrm>
              <a:off x="8524816" y="9535275"/>
              <a:ext cx="40447" cy="4720"/>
            </a:xfrm>
            <a:custGeom>
              <a:avLst/>
              <a:gdLst/>
              <a:ahLst/>
              <a:cxnLst/>
              <a:rect l="0" t="0" r="0" b="0"/>
              <a:pathLst>
                <a:path w="40447" h="4720">
                  <a:moveTo>
                    <a:pt x="40447" y="0"/>
                  </a:moveTo>
                  <a:lnTo>
                    <a:pt x="0" y="47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2" name="pl25632"/>
            <p:cNvSpPr/>
            <p:nvPr/>
          </p:nvSpPr>
          <p:spPr>
            <a:xfrm>
              <a:off x="8296485" y="9442463"/>
              <a:ext cx="209" cy="18213"/>
            </a:xfrm>
            <a:custGeom>
              <a:avLst/>
              <a:gdLst/>
              <a:ahLst/>
              <a:cxnLst/>
              <a:rect l="0" t="0" r="0" b="0"/>
              <a:pathLst>
                <a:path w="209" h="18213">
                  <a:moveTo>
                    <a:pt x="0" y="0"/>
                  </a:moveTo>
                  <a:lnTo>
                    <a:pt x="209" y="18213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3" name="pl25633"/>
            <p:cNvSpPr/>
            <p:nvPr/>
          </p:nvSpPr>
          <p:spPr>
            <a:xfrm>
              <a:off x="8442292" y="9317706"/>
              <a:ext cx="5180" cy="4124"/>
            </a:xfrm>
            <a:custGeom>
              <a:avLst/>
              <a:gdLst/>
              <a:ahLst/>
              <a:cxnLst/>
              <a:rect l="0" t="0" r="0" b="0"/>
              <a:pathLst>
                <a:path w="5180" h="4124">
                  <a:moveTo>
                    <a:pt x="0" y="4124"/>
                  </a:moveTo>
                  <a:lnTo>
                    <a:pt x="5180" y="0"/>
                  </a:lnTo>
                </a:path>
              </a:pathLst>
            </a:custGeom>
            <a:ln w="418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4" name="pl25634"/>
            <p:cNvSpPr/>
            <p:nvPr/>
          </p:nvSpPr>
          <p:spPr>
            <a:xfrm>
              <a:off x="8442292" y="9311427"/>
              <a:ext cx="12361" cy="10403"/>
            </a:xfrm>
            <a:custGeom>
              <a:avLst/>
              <a:gdLst/>
              <a:ahLst/>
              <a:cxnLst/>
              <a:rect l="0" t="0" r="0" b="0"/>
              <a:pathLst>
                <a:path w="12361" h="10403">
                  <a:moveTo>
                    <a:pt x="0" y="10403"/>
                  </a:moveTo>
                  <a:lnTo>
                    <a:pt x="1236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5" name="pl25635"/>
            <p:cNvSpPr/>
            <p:nvPr/>
          </p:nvSpPr>
          <p:spPr>
            <a:xfrm>
              <a:off x="8442292" y="9315004"/>
              <a:ext cx="8064" cy="6826"/>
            </a:xfrm>
            <a:custGeom>
              <a:avLst/>
              <a:gdLst/>
              <a:ahLst/>
              <a:cxnLst/>
              <a:rect l="0" t="0" r="0" b="0"/>
              <a:pathLst>
                <a:path w="8064" h="6826">
                  <a:moveTo>
                    <a:pt x="0" y="6826"/>
                  </a:moveTo>
                  <a:lnTo>
                    <a:pt x="8064" y="0"/>
                  </a:lnTo>
                </a:path>
              </a:pathLst>
            </a:custGeom>
            <a:ln w="410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6" name="pl25636"/>
            <p:cNvSpPr/>
            <p:nvPr/>
          </p:nvSpPr>
          <p:spPr>
            <a:xfrm>
              <a:off x="8442292" y="9309438"/>
              <a:ext cx="4788" cy="12392"/>
            </a:xfrm>
            <a:custGeom>
              <a:avLst/>
              <a:gdLst/>
              <a:ahLst/>
              <a:cxnLst/>
              <a:rect l="0" t="0" r="0" b="0"/>
              <a:pathLst>
                <a:path w="4788" h="12392">
                  <a:moveTo>
                    <a:pt x="0" y="12392"/>
                  </a:moveTo>
                  <a:lnTo>
                    <a:pt x="4788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7" name="pl25637"/>
            <p:cNvSpPr/>
            <p:nvPr/>
          </p:nvSpPr>
          <p:spPr>
            <a:xfrm>
              <a:off x="8442292" y="9304416"/>
              <a:ext cx="13163" cy="17414"/>
            </a:xfrm>
            <a:custGeom>
              <a:avLst/>
              <a:gdLst/>
              <a:ahLst/>
              <a:cxnLst/>
              <a:rect l="0" t="0" r="0" b="0"/>
              <a:pathLst>
                <a:path w="13163" h="17414">
                  <a:moveTo>
                    <a:pt x="0" y="17414"/>
                  </a:moveTo>
                  <a:lnTo>
                    <a:pt x="1316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8" name="pl25638"/>
            <p:cNvSpPr/>
            <p:nvPr/>
          </p:nvSpPr>
          <p:spPr>
            <a:xfrm>
              <a:off x="8409816" y="9726573"/>
              <a:ext cx="21814" cy="2817"/>
            </a:xfrm>
            <a:custGeom>
              <a:avLst/>
              <a:gdLst/>
              <a:ahLst/>
              <a:cxnLst/>
              <a:rect l="0" t="0" r="0" b="0"/>
              <a:pathLst>
                <a:path w="21814" h="2817">
                  <a:moveTo>
                    <a:pt x="21814" y="0"/>
                  </a:moveTo>
                  <a:lnTo>
                    <a:pt x="0" y="281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39" name="pl25639"/>
            <p:cNvSpPr/>
            <p:nvPr/>
          </p:nvSpPr>
          <p:spPr>
            <a:xfrm>
              <a:off x="7630135" y="9028781"/>
              <a:ext cx="7255" cy="2125"/>
            </a:xfrm>
            <a:custGeom>
              <a:avLst/>
              <a:gdLst/>
              <a:ahLst/>
              <a:cxnLst/>
              <a:rect l="0" t="0" r="0" b="0"/>
              <a:pathLst>
                <a:path w="7255" h="2125">
                  <a:moveTo>
                    <a:pt x="7255" y="212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0" name="pl25640"/>
            <p:cNvSpPr/>
            <p:nvPr/>
          </p:nvSpPr>
          <p:spPr>
            <a:xfrm>
              <a:off x="7637391" y="9030906"/>
              <a:ext cx="6084" cy="5430"/>
            </a:xfrm>
            <a:custGeom>
              <a:avLst/>
              <a:gdLst/>
              <a:ahLst/>
              <a:cxnLst/>
              <a:rect l="0" t="0" r="0" b="0"/>
              <a:pathLst>
                <a:path w="6084" h="5430">
                  <a:moveTo>
                    <a:pt x="0" y="0"/>
                  </a:moveTo>
                  <a:lnTo>
                    <a:pt x="6084" y="543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1" name="pl25641"/>
            <p:cNvSpPr/>
            <p:nvPr/>
          </p:nvSpPr>
          <p:spPr>
            <a:xfrm>
              <a:off x="8366563" y="9520829"/>
              <a:ext cx="190197" cy="72923"/>
            </a:xfrm>
            <a:custGeom>
              <a:avLst/>
              <a:gdLst/>
              <a:ahLst/>
              <a:cxnLst/>
              <a:rect l="0" t="0" r="0" b="0"/>
              <a:pathLst>
                <a:path w="190197" h="72923">
                  <a:moveTo>
                    <a:pt x="190197" y="7292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2" name="pl25642"/>
            <p:cNvSpPr/>
            <p:nvPr/>
          </p:nvSpPr>
          <p:spPr>
            <a:xfrm>
              <a:off x="8505499" y="9593752"/>
              <a:ext cx="51260" cy="38048"/>
            </a:xfrm>
            <a:custGeom>
              <a:avLst/>
              <a:gdLst/>
              <a:ahLst/>
              <a:cxnLst/>
              <a:rect l="0" t="0" r="0" b="0"/>
              <a:pathLst>
                <a:path w="51260" h="38048">
                  <a:moveTo>
                    <a:pt x="51260" y="0"/>
                  </a:moveTo>
                  <a:lnTo>
                    <a:pt x="0" y="380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3" name="pl25643"/>
            <p:cNvSpPr/>
            <p:nvPr/>
          </p:nvSpPr>
          <p:spPr>
            <a:xfrm>
              <a:off x="8556760" y="9592561"/>
              <a:ext cx="61271" cy="1191"/>
            </a:xfrm>
            <a:custGeom>
              <a:avLst/>
              <a:gdLst/>
              <a:ahLst/>
              <a:cxnLst/>
              <a:rect l="0" t="0" r="0" b="0"/>
              <a:pathLst>
                <a:path w="61271" h="1191">
                  <a:moveTo>
                    <a:pt x="0" y="1191"/>
                  </a:moveTo>
                  <a:lnTo>
                    <a:pt x="6127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4" name="pl25644"/>
            <p:cNvSpPr/>
            <p:nvPr/>
          </p:nvSpPr>
          <p:spPr>
            <a:xfrm>
              <a:off x="8221122" y="9726076"/>
              <a:ext cx="567" cy="11904"/>
            </a:xfrm>
            <a:custGeom>
              <a:avLst/>
              <a:gdLst/>
              <a:ahLst/>
              <a:cxnLst/>
              <a:rect l="0" t="0" r="0" b="0"/>
              <a:pathLst>
                <a:path w="567" h="11904">
                  <a:moveTo>
                    <a:pt x="567" y="11904"/>
                  </a:moveTo>
                  <a:lnTo>
                    <a:pt x="0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5" name="pl25645"/>
            <p:cNvSpPr/>
            <p:nvPr/>
          </p:nvSpPr>
          <p:spPr>
            <a:xfrm>
              <a:off x="8188323" y="9694747"/>
              <a:ext cx="3205" cy="5633"/>
            </a:xfrm>
            <a:custGeom>
              <a:avLst/>
              <a:gdLst/>
              <a:ahLst/>
              <a:cxnLst/>
              <a:rect l="0" t="0" r="0" b="0"/>
              <a:pathLst>
                <a:path w="3205" h="5633">
                  <a:moveTo>
                    <a:pt x="3205" y="5633"/>
                  </a:moveTo>
                  <a:lnTo>
                    <a:pt x="0" y="0"/>
                  </a:lnTo>
                </a:path>
              </a:pathLst>
            </a:custGeom>
            <a:ln w="415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6" name="pl25646"/>
            <p:cNvSpPr/>
            <p:nvPr/>
          </p:nvSpPr>
          <p:spPr>
            <a:xfrm>
              <a:off x="8175730" y="9686313"/>
              <a:ext cx="15798" cy="14067"/>
            </a:xfrm>
            <a:custGeom>
              <a:avLst/>
              <a:gdLst/>
              <a:ahLst/>
              <a:cxnLst/>
              <a:rect l="0" t="0" r="0" b="0"/>
              <a:pathLst>
                <a:path w="15798" h="14067">
                  <a:moveTo>
                    <a:pt x="15798" y="14067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7" name="pl25647"/>
            <p:cNvSpPr/>
            <p:nvPr/>
          </p:nvSpPr>
          <p:spPr>
            <a:xfrm>
              <a:off x="7468116" y="9921538"/>
              <a:ext cx="5679" cy="7522"/>
            </a:xfrm>
            <a:custGeom>
              <a:avLst/>
              <a:gdLst/>
              <a:ahLst/>
              <a:cxnLst/>
              <a:rect l="0" t="0" r="0" b="0"/>
              <a:pathLst>
                <a:path w="5679" h="7522">
                  <a:moveTo>
                    <a:pt x="0" y="7522"/>
                  </a:moveTo>
                  <a:lnTo>
                    <a:pt x="5679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8" name="pl25648"/>
            <p:cNvSpPr/>
            <p:nvPr/>
          </p:nvSpPr>
          <p:spPr>
            <a:xfrm>
              <a:off x="8058722" y="10402887"/>
              <a:ext cx="6314" cy="651"/>
            </a:xfrm>
            <a:custGeom>
              <a:avLst/>
              <a:gdLst/>
              <a:ahLst/>
              <a:cxnLst/>
              <a:rect l="0" t="0" r="0" b="0"/>
              <a:pathLst>
                <a:path w="6314" h="651">
                  <a:moveTo>
                    <a:pt x="6314" y="651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49" name="pl25649"/>
            <p:cNvSpPr/>
            <p:nvPr/>
          </p:nvSpPr>
          <p:spPr>
            <a:xfrm>
              <a:off x="8065036" y="10403539"/>
              <a:ext cx="240" cy="9157"/>
            </a:xfrm>
            <a:custGeom>
              <a:avLst/>
              <a:gdLst/>
              <a:ahLst/>
              <a:cxnLst/>
              <a:rect l="0" t="0" r="0" b="0"/>
              <a:pathLst>
                <a:path w="240" h="9157">
                  <a:moveTo>
                    <a:pt x="0" y="0"/>
                  </a:moveTo>
                  <a:lnTo>
                    <a:pt x="240" y="915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0" name="pl25650"/>
            <p:cNvSpPr/>
            <p:nvPr/>
          </p:nvSpPr>
          <p:spPr>
            <a:xfrm>
              <a:off x="8141915" y="8822472"/>
              <a:ext cx="4096" cy="2744"/>
            </a:xfrm>
            <a:custGeom>
              <a:avLst/>
              <a:gdLst/>
              <a:ahLst/>
              <a:cxnLst/>
              <a:rect l="0" t="0" r="0" b="0"/>
              <a:pathLst>
                <a:path w="4096" h="2744">
                  <a:moveTo>
                    <a:pt x="0" y="0"/>
                  </a:moveTo>
                  <a:lnTo>
                    <a:pt x="4096" y="2744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1" name="pl25651"/>
            <p:cNvSpPr/>
            <p:nvPr/>
          </p:nvSpPr>
          <p:spPr>
            <a:xfrm>
              <a:off x="8145115" y="9697286"/>
              <a:ext cx="32159" cy="354"/>
            </a:xfrm>
            <a:custGeom>
              <a:avLst/>
              <a:gdLst/>
              <a:ahLst/>
              <a:cxnLst/>
              <a:rect l="0" t="0" r="0" b="0"/>
              <a:pathLst>
                <a:path w="32159" h="354">
                  <a:moveTo>
                    <a:pt x="32159" y="35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2" name="pl25652"/>
            <p:cNvSpPr/>
            <p:nvPr/>
          </p:nvSpPr>
          <p:spPr>
            <a:xfrm>
              <a:off x="8269252" y="9657006"/>
              <a:ext cx="58646" cy="13121"/>
            </a:xfrm>
            <a:custGeom>
              <a:avLst/>
              <a:gdLst/>
              <a:ahLst/>
              <a:cxnLst/>
              <a:rect l="0" t="0" r="0" b="0"/>
              <a:pathLst>
                <a:path w="58646" h="13121">
                  <a:moveTo>
                    <a:pt x="58646" y="0"/>
                  </a:moveTo>
                  <a:lnTo>
                    <a:pt x="0" y="13121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3" name="pl25653"/>
            <p:cNvSpPr/>
            <p:nvPr/>
          </p:nvSpPr>
          <p:spPr>
            <a:xfrm>
              <a:off x="8327898" y="9654169"/>
              <a:ext cx="5044" cy="2836"/>
            </a:xfrm>
            <a:custGeom>
              <a:avLst/>
              <a:gdLst/>
              <a:ahLst/>
              <a:cxnLst/>
              <a:rect l="0" t="0" r="0" b="0"/>
              <a:pathLst>
                <a:path w="5044" h="2836">
                  <a:moveTo>
                    <a:pt x="0" y="2836"/>
                  </a:moveTo>
                  <a:lnTo>
                    <a:pt x="5044" y="0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4" name="pl25654"/>
            <p:cNvSpPr/>
            <p:nvPr/>
          </p:nvSpPr>
          <p:spPr>
            <a:xfrm>
              <a:off x="8327898" y="9648127"/>
              <a:ext cx="9298" cy="8879"/>
            </a:xfrm>
            <a:custGeom>
              <a:avLst/>
              <a:gdLst/>
              <a:ahLst/>
              <a:cxnLst/>
              <a:rect l="0" t="0" r="0" b="0"/>
              <a:pathLst>
                <a:path w="9298" h="8879">
                  <a:moveTo>
                    <a:pt x="0" y="8879"/>
                  </a:moveTo>
                  <a:lnTo>
                    <a:pt x="9298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5" name="pl25655"/>
            <p:cNvSpPr/>
            <p:nvPr/>
          </p:nvSpPr>
          <p:spPr>
            <a:xfrm>
              <a:off x="8327898" y="9642011"/>
              <a:ext cx="22285" cy="14995"/>
            </a:xfrm>
            <a:custGeom>
              <a:avLst/>
              <a:gdLst/>
              <a:ahLst/>
              <a:cxnLst/>
              <a:rect l="0" t="0" r="0" b="0"/>
              <a:pathLst>
                <a:path w="22285" h="14995">
                  <a:moveTo>
                    <a:pt x="0" y="14995"/>
                  </a:moveTo>
                  <a:lnTo>
                    <a:pt x="2228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6" name="pl25656"/>
            <p:cNvSpPr/>
            <p:nvPr/>
          </p:nvSpPr>
          <p:spPr>
            <a:xfrm>
              <a:off x="8327898" y="9649994"/>
              <a:ext cx="4091" cy="7011"/>
            </a:xfrm>
            <a:custGeom>
              <a:avLst/>
              <a:gdLst/>
              <a:ahLst/>
              <a:cxnLst/>
              <a:rect l="0" t="0" r="0" b="0"/>
              <a:pathLst>
                <a:path w="4091" h="7011">
                  <a:moveTo>
                    <a:pt x="0" y="7011"/>
                  </a:moveTo>
                  <a:lnTo>
                    <a:pt x="4091" y="0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7" name="pl25657"/>
            <p:cNvSpPr/>
            <p:nvPr/>
          </p:nvSpPr>
          <p:spPr>
            <a:xfrm>
              <a:off x="8327898" y="9657006"/>
              <a:ext cx="3253" cy="942"/>
            </a:xfrm>
            <a:custGeom>
              <a:avLst/>
              <a:gdLst/>
              <a:ahLst/>
              <a:cxnLst/>
              <a:rect l="0" t="0" r="0" b="0"/>
              <a:pathLst>
                <a:path w="3253" h="942">
                  <a:moveTo>
                    <a:pt x="0" y="0"/>
                  </a:moveTo>
                  <a:lnTo>
                    <a:pt x="3253" y="942"/>
                  </a:lnTo>
                </a:path>
              </a:pathLst>
            </a:custGeom>
            <a:ln w="433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8" name="pl25658"/>
            <p:cNvSpPr/>
            <p:nvPr/>
          </p:nvSpPr>
          <p:spPr>
            <a:xfrm>
              <a:off x="8327898" y="9648566"/>
              <a:ext cx="21893" cy="8440"/>
            </a:xfrm>
            <a:custGeom>
              <a:avLst/>
              <a:gdLst/>
              <a:ahLst/>
              <a:cxnLst/>
              <a:rect l="0" t="0" r="0" b="0"/>
              <a:pathLst>
                <a:path w="21893" h="8440">
                  <a:moveTo>
                    <a:pt x="0" y="8440"/>
                  </a:moveTo>
                  <a:lnTo>
                    <a:pt x="2189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59" name="pl25659"/>
            <p:cNvSpPr/>
            <p:nvPr/>
          </p:nvSpPr>
          <p:spPr>
            <a:xfrm>
              <a:off x="8296695" y="9450403"/>
              <a:ext cx="5300" cy="10272"/>
            </a:xfrm>
            <a:custGeom>
              <a:avLst/>
              <a:gdLst/>
              <a:ahLst/>
              <a:cxnLst/>
              <a:rect l="0" t="0" r="0" b="0"/>
              <a:pathLst>
                <a:path w="5300" h="10272">
                  <a:moveTo>
                    <a:pt x="5300" y="0"/>
                  </a:moveTo>
                  <a:lnTo>
                    <a:pt x="0" y="10272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0" name="pl25660"/>
            <p:cNvSpPr/>
            <p:nvPr/>
          </p:nvSpPr>
          <p:spPr>
            <a:xfrm>
              <a:off x="8253386" y="9774710"/>
              <a:ext cx="40650" cy="43625"/>
            </a:xfrm>
            <a:custGeom>
              <a:avLst/>
              <a:gdLst/>
              <a:ahLst/>
              <a:cxnLst/>
              <a:rect l="0" t="0" r="0" b="0"/>
              <a:pathLst>
                <a:path w="40650" h="43625">
                  <a:moveTo>
                    <a:pt x="0" y="0"/>
                  </a:moveTo>
                  <a:lnTo>
                    <a:pt x="40650" y="436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1" name="pl25661"/>
            <p:cNvSpPr/>
            <p:nvPr/>
          </p:nvSpPr>
          <p:spPr>
            <a:xfrm>
              <a:off x="8253386" y="9774710"/>
              <a:ext cx="15776" cy="14488"/>
            </a:xfrm>
            <a:custGeom>
              <a:avLst/>
              <a:gdLst/>
              <a:ahLst/>
              <a:cxnLst/>
              <a:rect l="0" t="0" r="0" b="0"/>
              <a:pathLst>
                <a:path w="15776" h="14488">
                  <a:moveTo>
                    <a:pt x="0" y="0"/>
                  </a:moveTo>
                  <a:lnTo>
                    <a:pt x="15776" y="14488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2" name="pl25662"/>
            <p:cNvSpPr/>
            <p:nvPr/>
          </p:nvSpPr>
          <p:spPr>
            <a:xfrm>
              <a:off x="8121075" y="9625865"/>
              <a:ext cx="20671" cy="77060"/>
            </a:xfrm>
            <a:custGeom>
              <a:avLst/>
              <a:gdLst/>
              <a:ahLst/>
              <a:cxnLst/>
              <a:rect l="0" t="0" r="0" b="0"/>
              <a:pathLst>
                <a:path w="20671" h="77060">
                  <a:moveTo>
                    <a:pt x="0" y="0"/>
                  </a:moveTo>
                  <a:lnTo>
                    <a:pt x="20671" y="7706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3" name="pl25663"/>
            <p:cNvSpPr/>
            <p:nvPr/>
          </p:nvSpPr>
          <p:spPr>
            <a:xfrm>
              <a:off x="8115328" y="9582031"/>
              <a:ext cx="5747" cy="43834"/>
            </a:xfrm>
            <a:custGeom>
              <a:avLst/>
              <a:gdLst/>
              <a:ahLst/>
              <a:cxnLst/>
              <a:rect l="0" t="0" r="0" b="0"/>
              <a:pathLst>
                <a:path w="5747" h="43834">
                  <a:moveTo>
                    <a:pt x="5747" y="43834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4" name="pl25664"/>
            <p:cNvSpPr/>
            <p:nvPr/>
          </p:nvSpPr>
          <p:spPr>
            <a:xfrm>
              <a:off x="8171327" y="9706833"/>
              <a:ext cx="16998" cy="8751"/>
            </a:xfrm>
            <a:custGeom>
              <a:avLst/>
              <a:gdLst/>
              <a:ahLst/>
              <a:cxnLst/>
              <a:rect l="0" t="0" r="0" b="0"/>
              <a:pathLst>
                <a:path w="16998" h="8751">
                  <a:moveTo>
                    <a:pt x="0" y="8751"/>
                  </a:moveTo>
                  <a:lnTo>
                    <a:pt x="1699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5" name="pl25665"/>
            <p:cNvSpPr/>
            <p:nvPr/>
          </p:nvSpPr>
          <p:spPr>
            <a:xfrm>
              <a:off x="8219814" y="9721037"/>
              <a:ext cx="1308" cy="5039"/>
            </a:xfrm>
            <a:custGeom>
              <a:avLst/>
              <a:gdLst/>
              <a:ahLst/>
              <a:cxnLst/>
              <a:rect l="0" t="0" r="0" b="0"/>
              <a:pathLst>
                <a:path w="1308" h="5039">
                  <a:moveTo>
                    <a:pt x="0" y="0"/>
                  </a:moveTo>
                  <a:lnTo>
                    <a:pt x="1308" y="5039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6" name="pl25666"/>
            <p:cNvSpPr/>
            <p:nvPr/>
          </p:nvSpPr>
          <p:spPr>
            <a:xfrm>
              <a:off x="8172475" y="9997242"/>
              <a:ext cx="4648" cy="35355"/>
            </a:xfrm>
            <a:custGeom>
              <a:avLst/>
              <a:gdLst/>
              <a:ahLst/>
              <a:cxnLst/>
              <a:rect l="0" t="0" r="0" b="0"/>
              <a:pathLst>
                <a:path w="4648" h="35355">
                  <a:moveTo>
                    <a:pt x="4648" y="0"/>
                  </a:moveTo>
                  <a:lnTo>
                    <a:pt x="0" y="3535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7" name="pl25667"/>
            <p:cNvSpPr/>
            <p:nvPr/>
          </p:nvSpPr>
          <p:spPr>
            <a:xfrm>
              <a:off x="8171606" y="9997242"/>
              <a:ext cx="5518" cy="45820"/>
            </a:xfrm>
            <a:custGeom>
              <a:avLst/>
              <a:gdLst/>
              <a:ahLst/>
              <a:cxnLst/>
              <a:rect l="0" t="0" r="0" b="0"/>
              <a:pathLst>
                <a:path w="5518" h="45820">
                  <a:moveTo>
                    <a:pt x="5518" y="0"/>
                  </a:moveTo>
                  <a:lnTo>
                    <a:pt x="0" y="458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8" name="pl25668"/>
            <p:cNvSpPr/>
            <p:nvPr/>
          </p:nvSpPr>
          <p:spPr>
            <a:xfrm>
              <a:off x="7715284" y="8966440"/>
              <a:ext cx="13759" cy="23212"/>
            </a:xfrm>
            <a:custGeom>
              <a:avLst/>
              <a:gdLst/>
              <a:ahLst/>
              <a:cxnLst/>
              <a:rect l="0" t="0" r="0" b="0"/>
              <a:pathLst>
                <a:path w="13759" h="23212">
                  <a:moveTo>
                    <a:pt x="0" y="23212"/>
                  </a:moveTo>
                  <a:lnTo>
                    <a:pt x="1375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69" name="pl25669"/>
            <p:cNvSpPr/>
            <p:nvPr/>
          </p:nvSpPr>
          <p:spPr>
            <a:xfrm>
              <a:off x="8221122" y="9726076"/>
              <a:ext cx="5645" cy="14517"/>
            </a:xfrm>
            <a:custGeom>
              <a:avLst/>
              <a:gdLst/>
              <a:ahLst/>
              <a:cxnLst/>
              <a:rect l="0" t="0" r="0" b="0"/>
              <a:pathLst>
                <a:path w="5645" h="14517">
                  <a:moveTo>
                    <a:pt x="5645" y="14517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0" name="pl25670"/>
            <p:cNvSpPr/>
            <p:nvPr/>
          </p:nvSpPr>
          <p:spPr>
            <a:xfrm>
              <a:off x="8226768" y="9740594"/>
              <a:ext cx="8506" cy="11586"/>
            </a:xfrm>
            <a:custGeom>
              <a:avLst/>
              <a:gdLst/>
              <a:ahLst/>
              <a:cxnLst/>
              <a:rect l="0" t="0" r="0" b="0"/>
              <a:pathLst>
                <a:path w="8506" h="11586">
                  <a:moveTo>
                    <a:pt x="0" y="0"/>
                  </a:moveTo>
                  <a:lnTo>
                    <a:pt x="8506" y="11586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1" name="pl25671"/>
            <p:cNvSpPr/>
            <p:nvPr/>
          </p:nvSpPr>
          <p:spPr>
            <a:xfrm>
              <a:off x="8228535" y="9734589"/>
              <a:ext cx="9552" cy="9564"/>
            </a:xfrm>
            <a:custGeom>
              <a:avLst/>
              <a:gdLst/>
              <a:ahLst/>
              <a:cxnLst/>
              <a:rect l="0" t="0" r="0" b="0"/>
              <a:pathLst>
                <a:path w="9552" h="9564">
                  <a:moveTo>
                    <a:pt x="9552" y="9564"/>
                  </a:moveTo>
                  <a:lnTo>
                    <a:pt x="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2" name="pl25672"/>
            <p:cNvSpPr/>
            <p:nvPr/>
          </p:nvSpPr>
          <p:spPr>
            <a:xfrm>
              <a:off x="8296695" y="9402978"/>
              <a:ext cx="27839" cy="57698"/>
            </a:xfrm>
            <a:custGeom>
              <a:avLst/>
              <a:gdLst/>
              <a:ahLst/>
              <a:cxnLst/>
              <a:rect l="0" t="0" r="0" b="0"/>
              <a:pathLst>
                <a:path w="27839" h="57698">
                  <a:moveTo>
                    <a:pt x="27839" y="0"/>
                  </a:moveTo>
                  <a:lnTo>
                    <a:pt x="0" y="5769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3" name="pl25673"/>
            <p:cNvSpPr/>
            <p:nvPr/>
          </p:nvSpPr>
          <p:spPr>
            <a:xfrm>
              <a:off x="8453430" y="8848428"/>
              <a:ext cx="5" cy="12373"/>
            </a:xfrm>
            <a:custGeom>
              <a:avLst/>
              <a:gdLst/>
              <a:ahLst/>
              <a:cxnLst/>
              <a:rect l="0" t="0" r="0" b="0"/>
              <a:pathLst>
                <a:path w="5" h="12373">
                  <a:moveTo>
                    <a:pt x="5" y="1237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4" name="pl25674"/>
            <p:cNvSpPr/>
            <p:nvPr/>
          </p:nvSpPr>
          <p:spPr>
            <a:xfrm>
              <a:off x="7473795" y="9921538"/>
              <a:ext cx="22023" cy="29813"/>
            </a:xfrm>
            <a:custGeom>
              <a:avLst/>
              <a:gdLst/>
              <a:ahLst/>
              <a:cxnLst/>
              <a:rect l="0" t="0" r="0" b="0"/>
              <a:pathLst>
                <a:path w="22023" h="29813">
                  <a:moveTo>
                    <a:pt x="22023" y="2981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5" name="pl25675"/>
            <p:cNvSpPr/>
            <p:nvPr/>
          </p:nvSpPr>
          <p:spPr>
            <a:xfrm>
              <a:off x="7495819" y="9951351"/>
              <a:ext cx="23236" cy="30352"/>
            </a:xfrm>
            <a:custGeom>
              <a:avLst/>
              <a:gdLst/>
              <a:ahLst/>
              <a:cxnLst/>
              <a:rect l="0" t="0" r="0" b="0"/>
              <a:pathLst>
                <a:path w="23236" h="30352">
                  <a:moveTo>
                    <a:pt x="0" y="0"/>
                  </a:moveTo>
                  <a:lnTo>
                    <a:pt x="23236" y="3035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6" name="pl25676"/>
            <p:cNvSpPr/>
            <p:nvPr/>
          </p:nvSpPr>
          <p:spPr>
            <a:xfrm>
              <a:off x="7489967" y="9951351"/>
              <a:ext cx="5851" cy="6229"/>
            </a:xfrm>
            <a:custGeom>
              <a:avLst/>
              <a:gdLst/>
              <a:ahLst/>
              <a:cxnLst/>
              <a:rect l="0" t="0" r="0" b="0"/>
              <a:pathLst>
                <a:path w="5851" h="6229">
                  <a:moveTo>
                    <a:pt x="5851" y="0"/>
                  </a:moveTo>
                  <a:lnTo>
                    <a:pt x="0" y="622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7" name="pl25677"/>
            <p:cNvSpPr/>
            <p:nvPr/>
          </p:nvSpPr>
          <p:spPr>
            <a:xfrm>
              <a:off x="8556760" y="9581142"/>
              <a:ext cx="61486" cy="12610"/>
            </a:xfrm>
            <a:custGeom>
              <a:avLst/>
              <a:gdLst/>
              <a:ahLst/>
              <a:cxnLst/>
              <a:rect l="0" t="0" r="0" b="0"/>
              <a:pathLst>
                <a:path w="61486" h="12610">
                  <a:moveTo>
                    <a:pt x="61486" y="0"/>
                  </a:moveTo>
                  <a:lnTo>
                    <a:pt x="0" y="1261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8" name="pl25678"/>
            <p:cNvSpPr/>
            <p:nvPr/>
          </p:nvSpPr>
          <p:spPr>
            <a:xfrm>
              <a:off x="8231113" y="9460676"/>
              <a:ext cx="65581" cy="48814"/>
            </a:xfrm>
            <a:custGeom>
              <a:avLst/>
              <a:gdLst/>
              <a:ahLst/>
              <a:cxnLst/>
              <a:rect l="0" t="0" r="0" b="0"/>
              <a:pathLst>
                <a:path w="65581" h="48814">
                  <a:moveTo>
                    <a:pt x="0" y="48814"/>
                  </a:moveTo>
                  <a:lnTo>
                    <a:pt x="6558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79" name="pl25679"/>
            <p:cNvSpPr/>
            <p:nvPr/>
          </p:nvSpPr>
          <p:spPr>
            <a:xfrm>
              <a:off x="8231113" y="9509491"/>
              <a:ext cx="135449" cy="11337"/>
            </a:xfrm>
            <a:custGeom>
              <a:avLst/>
              <a:gdLst/>
              <a:ahLst/>
              <a:cxnLst/>
              <a:rect l="0" t="0" r="0" b="0"/>
              <a:pathLst>
                <a:path w="135449" h="11337">
                  <a:moveTo>
                    <a:pt x="0" y="0"/>
                  </a:moveTo>
                  <a:lnTo>
                    <a:pt x="135449" y="1133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0" name="pl25680"/>
            <p:cNvSpPr/>
            <p:nvPr/>
          </p:nvSpPr>
          <p:spPr>
            <a:xfrm>
              <a:off x="9090347" y="9613787"/>
              <a:ext cx="865" cy="18893"/>
            </a:xfrm>
            <a:custGeom>
              <a:avLst/>
              <a:gdLst/>
              <a:ahLst/>
              <a:cxnLst/>
              <a:rect l="0" t="0" r="0" b="0"/>
              <a:pathLst>
                <a:path w="865" h="18893">
                  <a:moveTo>
                    <a:pt x="865" y="1889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1" name="pl25681"/>
            <p:cNvSpPr/>
            <p:nvPr/>
          </p:nvSpPr>
          <p:spPr>
            <a:xfrm>
              <a:off x="9089193" y="9632680"/>
              <a:ext cx="2020" cy="19014"/>
            </a:xfrm>
            <a:custGeom>
              <a:avLst/>
              <a:gdLst/>
              <a:ahLst/>
              <a:cxnLst/>
              <a:rect l="0" t="0" r="0" b="0"/>
              <a:pathLst>
                <a:path w="2020" h="19014">
                  <a:moveTo>
                    <a:pt x="2020" y="0"/>
                  </a:moveTo>
                  <a:lnTo>
                    <a:pt x="0" y="1901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2" name="pl25682"/>
            <p:cNvSpPr/>
            <p:nvPr/>
          </p:nvSpPr>
          <p:spPr>
            <a:xfrm>
              <a:off x="8222062" y="9742538"/>
              <a:ext cx="5140" cy="12895"/>
            </a:xfrm>
            <a:custGeom>
              <a:avLst/>
              <a:gdLst/>
              <a:ahLst/>
              <a:cxnLst/>
              <a:rect l="0" t="0" r="0" b="0"/>
              <a:pathLst>
                <a:path w="5140" h="12895">
                  <a:moveTo>
                    <a:pt x="0" y="0"/>
                  </a:moveTo>
                  <a:lnTo>
                    <a:pt x="5140" y="12895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3" name="pl25683"/>
            <p:cNvSpPr/>
            <p:nvPr/>
          </p:nvSpPr>
          <p:spPr>
            <a:xfrm>
              <a:off x="8222062" y="9742538"/>
              <a:ext cx="12111" cy="21821"/>
            </a:xfrm>
            <a:custGeom>
              <a:avLst/>
              <a:gdLst/>
              <a:ahLst/>
              <a:cxnLst/>
              <a:rect l="0" t="0" r="0" b="0"/>
              <a:pathLst>
                <a:path w="12111" h="21821">
                  <a:moveTo>
                    <a:pt x="0" y="0"/>
                  </a:moveTo>
                  <a:lnTo>
                    <a:pt x="12111" y="21821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4" name="pl25684"/>
            <p:cNvSpPr/>
            <p:nvPr/>
          </p:nvSpPr>
          <p:spPr>
            <a:xfrm>
              <a:off x="8219809" y="9714539"/>
              <a:ext cx="2252" cy="27998"/>
            </a:xfrm>
            <a:custGeom>
              <a:avLst/>
              <a:gdLst/>
              <a:ahLst/>
              <a:cxnLst/>
              <a:rect l="0" t="0" r="0" b="0"/>
              <a:pathLst>
                <a:path w="2252" h="27998">
                  <a:moveTo>
                    <a:pt x="2252" y="279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5" name="pl25685"/>
            <p:cNvSpPr/>
            <p:nvPr/>
          </p:nvSpPr>
          <p:spPr>
            <a:xfrm>
              <a:off x="8207094" y="9717845"/>
              <a:ext cx="14967" cy="24692"/>
            </a:xfrm>
            <a:custGeom>
              <a:avLst/>
              <a:gdLst/>
              <a:ahLst/>
              <a:cxnLst/>
              <a:rect l="0" t="0" r="0" b="0"/>
              <a:pathLst>
                <a:path w="14967" h="24692">
                  <a:moveTo>
                    <a:pt x="14967" y="24692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6" name="pl25686"/>
            <p:cNvSpPr/>
            <p:nvPr/>
          </p:nvSpPr>
          <p:spPr>
            <a:xfrm>
              <a:off x="8187055" y="9718868"/>
              <a:ext cx="35006" cy="23670"/>
            </a:xfrm>
            <a:custGeom>
              <a:avLst/>
              <a:gdLst/>
              <a:ahLst/>
              <a:cxnLst/>
              <a:rect l="0" t="0" r="0" b="0"/>
              <a:pathLst>
                <a:path w="35006" h="23670">
                  <a:moveTo>
                    <a:pt x="35006" y="2367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7" name="pl25687"/>
            <p:cNvSpPr/>
            <p:nvPr/>
          </p:nvSpPr>
          <p:spPr>
            <a:xfrm>
              <a:off x="8201296" y="9742538"/>
              <a:ext cx="20765" cy="12302"/>
            </a:xfrm>
            <a:custGeom>
              <a:avLst/>
              <a:gdLst/>
              <a:ahLst/>
              <a:cxnLst/>
              <a:rect l="0" t="0" r="0" b="0"/>
              <a:pathLst>
                <a:path w="20765" h="12302">
                  <a:moveTo>
                    <a:pt x="20765" y="0"/>
                  </a:moveTo>
                  <a:lnTo>
                    <a:pt x="0" y="12302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8" name="pl25688"/>
            <p:cNvSpPr/>
            <p:nvPr/>
          </p:nvSpPr>
          <p:spPr>
            <a:xfrm>
              <a:off x="8222062" y="9742538"/>
              <a:ext cx="6095" cy="18798"/>
            </a:xfrm>
            <a:custGeom>
              <a:avLst/>
              <a:gdLst/>
              <a:ahLst/>
              <a:cxnLst/>
              <a:rect l="0" t="0" r="0" b="0"/>
              <a:pathLst>
                <a:path w="6095" h="18798">
                  <a:moveTo>
                    <a:pt x="0" y="0"/>
                  </a:moveTo>
                  <a:lnTo>
                    <a:pt x="6095" y="18798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89" name="pl25689"/>
            <p:cNvSpPr/>
            <p:nvPr/>
          </p:nvSpPr>
          <p:spPr>
            <a:xfrm>
              <a:off x="8222062" y="9693210"/>
              <a:ext cx="42562" cy="49327"/>
            </a:xfrm>
            <a:custGeom>
              <a:avLst/>
              <a:gdLst/>
              <a:ahLst/>
              <a:cxnLst/>
              <a:rect l="0" t="0" r="0" b="0"/>
              <a:pathLst>
                <a:path w="42562" h="49327">
                  <a:moveTo>
                    <a:pt x="0" y="49327"/>
                  </a:moveTo>
                  <a:lnTo>
                    <a:pt x="4256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0" name="pl25690"/>
            <p:cNvSpPr/>
            <p:nvPr/>
          </p:nvSpPr>
          <p:spPr>
            <a:xfrm>
              <a:off x="8215192" y="9742538"/>
              <a:ext cx="6870" cy="79638"/>
            </a:xfrm>
            <a:custGeom>
              <a:avLst/>
              <a:gdLst/>
              <a:ahLst/>
              <a:cxnLst/>
              <a:rect l="0" t="0" r="0" b="0"/>
              <a:pathLst>
                <a:path w="6870" h="79638">
                  <a:moveTo>
                    <a:pt x="6870" y="0"/>
                  </a:moveTo>
                  <a:lnTo>
                    <a:pt x="0" y="7963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1" name="pl25691"/>
            <p:cNvSpPr/>
            <p:nvPr/>
          </p:nvSpPr>
          <p:spPr>
            <a:xfrm>
              <a:off x="8215862" y="9742538"/>
              <a:ext cx="6200" cy="17171"/>
            </a:xfrm>
            <a:custGeom>
              <a:avLst/>
              <a:gdLst/>
              <a:ahLst/>
              <a:cxnLst/>
              <a:rect l="0" t="0" r="0" b="0"/>
              <a:pathLst>
                <a:path w="6200" h="17171">
                  <a:moveTo>
                    <a:pt x="6200" y="0"/>
                  </a:moveTo>
                  <a:lnTo>
                    <a:pt x="0" y="17171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2" name="pl25692"/>
            <p:cNvSpPr/>
            <p:nvPr/>
          </p:nvSpPr>
          <p:spPr>
            <a:xfrm>
              <a:off x="8222062" y="9732423"/>
              <a:ext cx="110" cy="10114"/>
            </a:xfrm>
            <a:custGeom>
              <a:avLst/>
              <a:gdLst/>
              <a:ahLst/>
              <a:cxnLst/>
              <a:rect l="0" t="0" r="0" b="0"/>
              <a:pathLst>
                <a:path w="110" h="10114">
                  <a:moveTo>
                    <a:pt x="0" y="10114"/>
                  </a:moveTo>
                  <a:lnTo>
                    <a:pt x="11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3" name="pl25693"/>
            <p:cNvSpPr/>
            <p:nvPr/>
          </p:nvSpPr>
          <p:spPr>
            <a:xfrm>
              <a:off x="8202212" y="9696157"/>
              <a:ext cx="19850" cy="46381"/>
            </a:xfrm>
            <a:custGeom>
              <a:avLst/>
              <a:gdLst/>
              <a:ahLst/>
              <a:cxnLst/>
              <a:rect l="0" t="0" r="0" b="0"/>
              <a:pathLst>
                <a:path w="19850" h="46381">
                  <a:moveTo>
                    <a:pt x="19850" y="46381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4" name="pl25694"/>
            <p:cNvSpPr/>
            <p:nvPr/>
          </p:nvSpPr>
          <p:spPr>
            <a:xfrm>
              <a:off x="8221408" y="9742538"/>
              <a:ext cx="653" cy="9161"/>
            </a:xfrm>
            <a:custGeom>
              <a:avLst/>
              <a:gdLst/>
              <a:ahLst/>
              <a:cxnLst/>
              <a:rect l="0" t="0" r="0" b="0"/>
              <a:pathLst>
                <a:path w="653" h="9161">
                  <a:moveTo>
                    <a:pt x="653" y="0"/>
                  </a:moveTo>
                  <a:lnTo>
                    <a:pt x="0" y="916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5" name="pl25695"/>
            <p:cNvSpPr/>
            <p:nvPr/>
          </p:nvSpPr>
          <p:spPr>
            <a:xfrm>
              <a:off x="8176843" y="9742538"/>
              <a:ext cx="45218" cy="28492"/>
            </a:xfrm>
            <a:custGeom>
              <a:avLst/>
              <a:gdLst/>
              <a:ahLst/>
              <a:cxnLst/>
              <a:rect l="0" t="0" r="0" b="0"/>
              <a:pathLst>
                <a:path w="45218" h="28492">
                  <a:moveTo>
                    <a:pt x="45218" y="0"/>
                  </a:moveTo>
                  <a:lnTo>
                    <a:pt x="0" y="2849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6" name="pl25696"/>
            <p:cNvSpPr/>
            <p:nvPr/>
          </p:nvSpPr>
          <p:spPr>
            <a:xfrm>
              <a:off x="8222062" y="9742538"/>
              <a:ext cx="9532" cy="15127"/>
            </a:xfrm>
            <a:custGeom>
              <a:avLst/>
              <a:gdLst/>
              <a:ahLst/>
              <a:cxnLst/>
              <a:rect l="0" t="0" r="0" b="0"/>
              <a:pathLst>
                <a:path w="9532" h="15127">
                  <a:moveTo>
                    <a:pt x="0" y="0"/>
                  </a:moveTo>
                  <a:lnTo>
                    <a:pt x="9532" y="15127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7" name="pl25697"/>
            <p:cNvSpPr/>
            <p:nvPr/>
          </p:nvSpPr>
          <p:spPr>
            <a:xfrm>
              <a:off x="8218180" y="9742538"/>
              <a:ext cx="3881" cy="27980"/>
            </a:xfrm>
            <a:custGeom>
              <a:avLst/>
              <a:gdLst/>
              <a:ahLst/>
              <a:cxnLst/>
              <a:rect l="0" t="0" r="0" b="0"/>
              <a:pathLst>
                <a:path w="3881" h="27980">
                  <a:moveTo>
                    <a:pt x="3881" y="0"/>
                  </a:moveTo>
                  <a:lnTo>
                    <a:pt x="0" y="2798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8" name="pl25698"/>
            <p:cNvSpPr/>
            <p:nvPr/>
          </p:nvSpPr>
          <p:spPr>
            <a:xfrm>
              <a:off x="8222062" y="9742538"/>
              <a:ext cx="8592" cy="11958"/>
            </a:xfrm>
            <a:custGeom>
              <a:avLst/>
              <a:gdLst/>
              <a:ahLst/>
              <a:cxnLst/>
              <a:rect l="0" t="0" r="0" b="0"/>
              <a:pathLst>
                <a:path w="8592" h="11958">
                  <a:moveTo>
                    <a:pt x="0" y="0"/>
                  </a:moveTo>
                  <a:lnTo>
                    <a:pt x="8592" y="11958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699" name="pl25699"/>
            <p:cNvSpPr/>
            <p:nvPr/>
          </p:nvSpPr>
          <p:spPr>
            <a:xfrm>
              <a:off x="8222062" y="9742538"/>
              <a:ext cx="27872" cy="7871"/>
            </a:xfrm>
            <a:custGeom>
              <a:avLst/>
              <a:gdLst/>
              <a:ahLst/>
              <a:cxnLst/>
              <a:rect l="0" t="0" r="0" b="0"/>
              <a:pathLst>
                <a:path w="27872" h="7871">
                  <a:moveTo>
                    <a:pt x="0" y="0"/>
                  </a:moveTo>
                  <a:lnTo>
                    <a:pt x="27872" y="7871"/>
                  </a:lnTo>
                </a:path>
              </a:pathLst>
            </a:custGeom>
            <a:ln w="408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0" name="pl25700"/>
            <p:cNvSpPr/>
            <p:nvPr/>
          </p:nvSpPr>
          <p:spPr>
            <a:xfrm>
              <a:off x="8222062" y="9742538"/>
              <a:ext cx="61919" cy="3513"/>
            </a:xfrm>
            <a:custGeom>
              <a:avLst/>
              <a:gdLst/>
              <a:ahLst/>
              <a:cxnLst/>
              <a:rect l="0" t="0" r="0" b="0"/>
              <a:pathLst>
                <a:path w="61919" h="3513">
                  <a:moveTo>
                    <a:pt x="0" y="0"/>
                  </a:moveTo>
                  <a:lnTo>
                    <a:pt x="61919" y="3513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1" name="pl25701"/>
            <p:cNvSpPr/>
            <p:nvPr/>
          </p:nvSpPr>
          <p:spPr>
            <a:xfrm>
              <a:off x="8154586" y="9613127"/>
              <a:ext cx="67476" cy="129411"/>
            </a:xfrm>
            <a:custGeom>
              <a:avLst/>
              <a:gdLst/>
              <a:ahLst/>
              <a:cxnLst/>
              <a:rect l="0" t="0" r="0" b="0"/>
              <a:pathLst>
                <a:path w="67476" h="129411">
                  <a:moveTo>
                    <a:pt x="67476" y="12941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2" name="pl25702"/>
            <p:cNvSpPr/>
            <p:nvPr/>
          </p:nvSpPr>
          <p:spPr>
            <a:xfrm>
              <a:off x="8210744" y="9726272"/>
              <a:ext cx="11318" cy="16265"/>
            </a:xfrm>
            <a:custGeom>
              <a:avLst/>
              <a:gdLst/>
              <a:ahLst/>
              <a:cxnLst/>
              <a:rect l="0" t="0" r="0" b="0"/>
              <a:pathLst>
                <a:path w="11318" h="16265">
                  <a:moveTo>
                    <a:pt x="11318" y="16265"/>
                  </a:moveTo>
                  <a:lnTo>
                    <a:pt x="0" y="0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3" name="pl25703"/>
            <p:cNvSpPr/>
            <p:nvPr/>
          </p:nvSpPr>
          <p:spPr>
            <a:xfrm>
              <a:off x="8210895" y="9742538"/>
              <a:ext cx="11167" cy="7216"/>
            </a:xfrm>
            <a:custGeom>
              <a:avLst/>
              <a:gdLst/>
              <a:ahLst/>
              <a:cxnLst/>
              <a:rect l="0" t="0" r="0" b="0"/>
              <a:pathLst>
                <a:path w="11167" h="7216">
                  <a:moveTo>
                    <a:pt x="11167" y="0"/>
                  </a:moveTo>
                  <a:lnTo>
                    <a:pt x="0" y="7216"/>
                  </a:lnTo>
                </a:path>
              </a:pathLst>
            </a:custGeom>
            <a:ln w="414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4" name="pl25704"/>
            <p:cNvSpPr/>
            <p:nvPr/>
          </p:nvSpPr>
          <p:spPr>
            <a:xfrm>
              <a:off x="8222062" y="9742538"/>
              <a:ext cx="106" cy="11134"/>
            </a:xfrm>
            <a:custGeom>
              <a:avLst/>
              <a:gdLst/>
              <a:ahLst/>
              <a:cxnLst/>
              <a:rect l="0" t="0" r="0" b="0"/>
              <a:pathLst>
                <a:path w="106" h="11134">
                  <a:moveTo>
                    <a:pt x="0" y="0"/>
                  </a:moveTo>
                  <a:lnTo>
                    <a:pt x="106" y="11134"/>
                  </a:lnTo>
                </a:path>
              </a:pathLst>
            </a:custGeom>
            <a:ln w="413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5" name="pl25705"/>
            <p:cNvSpPr/>
            <p:nvPr/>
          </p:nvSpPr>
          <p:spPr>
            <a:xfrm>
              <a:off x="8188140" y="9742538"/>
              <a:ext cx="33921" cy="23574"/>
            </a:xfrm>
            <a:custGeom>
              <a:avLst/>
              <a:gdLst/>
              <a:ahLst/>
              <a:cxnLst/>
              <a:rect l="0" t="0" r="0" b="0"/>
              <a:pathLst>
                <a:path w="33921" h="23574">
                  <a:moveTo>
                    <a:pt x="33921" y="0"/>
                  </a:moveTo>
                  <a:lnTo>
                    <a:pt x="0" y="2357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6" name="pl25706"/>
            <p:cNvSpPr/>
            <p:nvPr/>
          </p:nvSpPr>
          <p:spPr>
            <a:xfrm>
              <a:off x="8222062" y="9742538"/>
              <a:ext cx="6736" cy="71960"/>
            </a:xfrm>
            <a:custGeom>
              <a:avLst/>
              <a:gdLst/>
              <a:ahLst/>
              <a:cxnLst/>
              <a:rect l="0" t="0" r="0" b="0"/>
              <a:pathLst>
                <a:path w="6736" h="71960">
                  <a:moveTo>
                    <a:pt x="0" y="0"/>
                  </a:moveTo>
                  <a:lnTo>
                    <a:pt x="6736" y="719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7" name="pl25707"/>
            <p:cNvSpPr/>
            <p:nvPr/>
          </p:nvSpPr>
          <p:spPr>
            <a:xfrm>
              <a:off x="8221477" y="9733768"/>
              <a:ext cx="584" cy="8770"/>
            </a:xfrm>
            <a:custGeom>
              <a:avLst/>
              <a:gdLst/>
              <a:ahLst/>
              <a:cxnLst/>
              <a:rect l="0" t="0" r="0" b="0"/>
              <a:pathLst>
                <a:path w="584" h="8770">
                  <a:moveTo>
                    <a:pt x="584" y="8770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8" name="pl25708"/>
            <p:cNvSpPr/>
            <p:nvPr/>
          </p:nvSpPr>
          <p:spPr>
            <a:xfrm>
              <a:off x="8204645" y="9694448"/>
              <a:ext cx="17417" cy="48090"/>
            </a:xfrm>
            <a:custGeom>
              <a:avLst/>
              <a:gdLst/>
              <a:ahLst/>
              <a:cxnLst/>
              <a:rect l="0" t="0" r="0" b="0"/>
              <a:pathLst>
                <a:path w="17417" h="48090">
                  <a:moveTo>
                    <a:pt x="17417" y="48090"/>
                  </a:moveTo>
                  <a:lnTo>
                    <a:pt x="0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09" name="pl25709"/>
            <p:cNvSpPr/>
            <p:nvPr/>
          </p:nvSpPr>
          <p:spPr>
            <a:xfrm>
              <a:off x="8221690" y="9737981"/>
              <a:ext cx="372" cy="4557"/>
            </a:xfrm>
            <a:custGeom>
              <a:avLst/>
              <a:gdLst/>
              <a:ahLst/>
              <a:cxnLst/>
              <a:rect l="0" t="0" r="0" b="0"/>
              <a:pathLst>
                <a:path w="372" h="4557">
                  <a:moveTo>
                    <a:pt x="372" y="455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0" name="pl25710"/>
            <p:cNvSpPr/>
            <p:nvPr/>
          </p:nvSpPr>
          <p:spPr>
            <a:xfrm>
              <a:off x="8185096" y="9742538"/>
              <a:ext cx="36965" cy="11944"/>
            </a:xfrm>
            <a:custGeom>
              <a:avLst/>
              <a:gdLst/>
              <a:ahLst/>
              <a:cxnLst/>
              <a:rect l="0" t="0" r="0" b="0"/>
              <a:pathLst>
                <a:path w="36965" h="11944">
                  <a:moveTo>
                    <a:pt x="36965" y="0"/>
                  </a:moveTo>
                  <a:lnTo>
                    <a:pt x="0" y="1194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1" name="pl25711"/>
            <p:cNvSpPr/>
            <p:nvPr/>
          </p:nvSpPr>
          <p:spPr>
            <a:xfrm>
              <a:off x="8222062" y="9742538"/>
              <a:ext cx="31323" cy="32171"/>
            </a:xfrm>
            <a:custGeom>
              <a:avLst/>
              <a:gdLst/>
              <a:ahLst/>
              <a:cxnLst/>
              <a:rect l="0" t="0" r="0" b="0"/>
              <a:pathLst>
                <a:path w="31323" h="32171">
                  <a:moveTo>
                    <a:pt x="0" y="0"/>
                  </a:moveTo>
                  <a:lnTo>
                    <a:pt x="31323" y="32171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2" name="pl25712"/>
            <p:cNvSpPr/>
            <p:nvPr/>
          </p:nvSpPr>
          <p:spPr>
            <a:xfrm>
              <a:off x="8222062" y="9742538"/>
              <a:ext cx="62161" cy="896"/>
            </a:xfrm>
            <a:custGeom>
              <a:avLst/>
              <a:gdLst/>
              <a:ahLst/>
              <a:cxnLst/>
              <a:rect l="0" t="0" r="0" b="0"/>
              <a:pathLst>
                <a:path w="62161" h="896">
                  <a:moveTo>
                    <a:pt x="0" y="0"/>
                  </a:moveTo>
                  <a:lnTo>
                    <a:pt x="62161" y="89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3" name="pl25713"/>
            <p:cNvSpPr/>
            <p:nvPr/>
          </p:nvSpPr>
          <p:spPr>
            <a:xfrm>
              <a:off x="8221250" y="9731795"/>
              <a:ext cx="811" cy="10743"/>
            </a:xfrm>
            <a:custGeom>
              <a:avLst/>
              <a:gdLst/>
              <a:ahLst/>
              <a:cxnLst/>
              <a:rect l="0" t="0" r="0" b="0"/>
              <a:pathLst>
                <a:path w="811" h="10743">
                  <a:moveTo>
                    <a:pt x="811" y="10743"/>
                  </a:moveTo>
                  <a:lnTo>
                    <a:pt x="0" y="0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4" name="pl25714"/>
            <p:cNvSpPr/>
            <p:nvPr/>
          </p:nvSpPr>
          <p:spPr>
            <a:xfrm>
              <a:off x="8208272" y="9742538"/>
              <a:ext cx="13790" cy="42417"/>
            </a:xfrm>
            <a:custGeom>
              <a:avLst/>
              <a:gdLst/>
              <a:ahLst/>
              <a:cxnLst/>
              <a:rect l="0" t="0" r="0" b="0"/>
              <a:pathLst>
                <a:path w="13790" h="42417">
                  <a:moveTo>
                    <a:pt x="13790" y="0"/>
                  </a:moveTo>
                  <a:lnTo>
                    <a:pt x="0" y="4241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5" name="pl25715"/>
            <p:cNvSpPr/>
            <p:nvPr/>
          </p:nvSpPr>
          <p:spPr>
            <a:xfrm>
              <a:off x="8222062" y="9742538"/>
              <a:ext cx="21995" cy="34414"/>
            </a:xfrm>
            <a:custGeom>
              <a:avLst/>
              <a:gdLst/>
              <a:ahLst/>
              <a:cxnLst/>
              <a:rect l="0" t="0" r="0" b="0"/>
              <a:pathLst>
                <a:path w="21995" h="34414">
                  <a:moveTo>
                    <a:pt x="0" y="0"/>
                  </a:moveTo>
                  <a:lnTo>
                    <a:pt x="21995" y="34414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6" name="pl25716"/>
            <p:cNvSpPr/>
            <p:nvPr/>
          </p:nvSpPr>
          <p:spPr>
            <a:xfrm>
              <a:off x="8213026" y="9692231"/>
              <a:ext cx="9035" cy="50307"/>
            </a:xfrm>
            <a:custGeom>
              <a:avLst/>
              <a:gdLst/>
              <a:ahLst/>
              <a:cxnLst/>
              <a:rect l="0" t="0" r="0" b="0"/>
              <a:pathLst>
                <a:path w="9035" h="50307">
                  <a:moveTo>
                    <a:pt x="9035" y="50307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7" name="pl25717"/>
            <p:cNvSpPr/>
            <p:nvPr/>
          </p:nvSpPr>
          <p:spPr>
            <a:xfrm>
              <a:off x="8362961" y="9729390"/>
              <a:ext cx="46855" cy="5912"/>
            </a:xfrm>
            <a:custGeom>
              <a:avLst/>
              <a:gdLst/>
              <a:ahLst/>
              <a:cxnLst/>
              <a:rect l="0" t="0" r="0" b="0"/>
              <a:pathLst>
                <a:path w="46855" h="5912">
                  <a:moveTo>
                    <a:pt x="0" y="5912"/>
                  </a:moveTo>
                  <a:lnTo>
                    <a:pt x="4685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8" name="pl25718"/>
            <p:cNvSpPr/>
            <p:nvPr/>
          </p:nvSpPr>
          <p:spPr>
            <a:xfrm>
              <a:off x="8284224" y="9735303"/>
              <a:ext cx="78737" cy="8131"/>
            </a:xfrm>
            <a:custGeom>
              <a:avLst/>
              <a:gdLst/>
              <a:ahLst/>
              <a:cxnLst/>
              <a:rect l="0" t="0" r="0" b="0"/>
              <a:pathLst>
                <a:path w="78737" h="8131">
                  <a:moveTo>
                    <a:pt x="78737" y="0"/>
                  </a:moveTo>
                  <a:lnTo>
                    <a:pt x="0" y="813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19" name="pl25719"/>
            <p:cNvSpPr/>
            <p:nvPr/>
          </p:nvSpPr>
          <p:spPr>
            <a:xfrm>
              <a:off x="8124569" y="9781865"/>
              <a:ext cx="12836" cy="355"/>
            </a:xfrm>
            <a:custGeom>
              <a:avLst/>
              <a:gdLst/>
              <a:ahLst/>
              <a:cxnLst/>
              <a:rect l="0" t="0" r="0" b="0"/>
              <a:pathLst>
                <a:path w="12836" h="355">
                  <a:moveTo>
                    <a:pt x="12836" y="355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0" name="pl25720"/>
            <p:cNvSpPr/>
            <p:nvPr/>
          </p:nvSpPr>
          <p:spPr>
            <a:xfrm>
              <a:off x="8199844" y="9759710"/>
              <a:ext cx="16017" cy="12783"/>
            </a:xfrm>
            <a:custGeom>
              <a:avLst/>
              <a:gdLst/>
              <a:ahLst/>
              <a:cxnLst/>
              <a:rect l="0" t="0" r="0" b="0"/>
              <a:pathLst>
                <a:path w="16017" h="12783">
                  <a:moveTo>
                    <a:pt x="0" y="12783"/>
                  </a:moveTo>
                  <a:lnTo>
                    <a:pt x="1601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1" name="pl25721"/>
            <p:cNvSpPr/>
            <p:nvPr/>
          </p:nvSpPr>
          <p:spPr>
            <a:xfrm>
              <a:off x="8199844" y="9770518"/>
              <a:ext cx="18335" cy="1974"/>
            </a:xfrm>
            <a:custGeom>
              <a:avLst/>
              <a:gdLst/>
              <a:ahLst/>
              <a:cxnLst/>
              <a:rect l="0" t="0" r="0" b="0"/>
              <a:pathLst>
                <a:path w="18335" h="1974">
                  <a:moveTo>
                    <a:pt x="0" y="1974"/>
                  </a:moveTo>
                  <a:lnTo>
                    <a:pt x="1833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2" name="pl25722"/>
            <p:cNvSpPr/>
            <p:nvPr/>
          </p:nvSpPr>
          <p:spPr>
            <a:xfrm>
              <a:off x="8177836" y="9764537"/>
              <a:ext cx="22007" cy="7956"/>
            </a:xfrm>
            <a:custGeom>
              <a:avLst/>
              <a:gdLst/>
              <a:ahLst/>
              <a:cxnLst/>
              <a:rect l="0" t="0" r="0" b="0"/>
              <a:pathLst>
                <a:path w="22007" h="7956">
                  <a:moveTo>
                    <a:pt x="22007" y="795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3" name="pl25723"/>
            <p:cNvSpPr/>
            <p:nvPr/>
          </p:nvSpPr>
          <p:spPr>
            <a:xfrm>
              <a:off x="8199844" y="9753673"/>
              <a:ext cx="22324" cy="18820"/>
            </a:xfrm>
            <a:custGeom>
              <a:avLst/>
              <a:gdLst/>
              <a:ahLst/>
              <a:cxnLst/>
              <a:rect l="0" t="0" r="0" b="0"/>
              <a:pathLst>
                <a:path w="22324" h="18820">
                  <a:moveTo>
                    <a:pt x="0" y="18820"/>
                  </a:moveTo>
                  <a:lnTo>
                    <a:pt x="22324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4" name="pl25724"/>
            <p:cNvSpPr/>
            <p:nvPr/>
          </p:nvSpPr>
          <p:spPr>
            <a:xfrm>
              <a:off x="8188140" y="9766113"/>
              <a:ext cx="11704" cy="6379"/>
            </a:xfrm>
            <a:custGeom>
              <a:avLst/>
              <a:gdLst/>
              <a:ahLst/>
              <a:cxnLst/>
              <a:rect l="0" t="0" r="0" b="0"/>
              <a:pathLst>
                <a:path w="11704" h="6379">
                  <a:moveTo>
                    <a:pt x="11704" y="6379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5" name="pl25725"/>
            <p:cNvSpPr/>
            <p:nvPr/>
          </p:nvSpPr>
          <p:spPr>
            <a:xfrm>
              <a:off x="8192107" y="9842830"/>
              <a:ext cx="8639" cy="19015"/>
            </a:xfrm>
            <a:custGeom>
              <a:avLst/>
              <a:gdLst/>
              <a:ahLst/>
              <a:cxnLst/>
              <a:rect l="0" t="0" r="0" b="0"/>
              <a:pathLst>
                <a:path w="8639" h="19015">
                  <a:moveTo>
                    <a:pt x="0" y="19015"/>
                  </a:moveTo>
                  <a:lnTo>
                    <a:pt x="86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6" name="pl25726"/>
            <p:cNvSpPr/>
            <p:nvPr/>
          </p:nvSpPr>
          <p:spPr>
            <a:xfrm>
              <a:off x="8221122" y="9726076"/>
              <a:ext cx="11267" cy="12396"/>
            </a:xfrm>
            <a:custGeom>
              <a:avLst/>
              <a:gdLst/>
              <a:ahLst/>
              <a:cxnLst/>
              <a:rect l="0" t="0" r="0" b="0"/>
              <a:pathLst>
                <a:path w="11267" h="12396">
                  <a:moveTo>
                    <a:pt x="11267" y="12396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7" name="pl25727"/>
            <p:cNvSpPr/>
            <p:nvPr/>
          </p:nvSpPr>
          <p:spPr>
            <a:xfrm>
              <a:off x="8232390" y="9738473"/>
              <a:ext cx="32595" cy="22085"/>
            </a:xfrm>
            <a:custGeom>
              <a:avLst/>
              <a:gdLst/>
              <a:ahLst/>
              <a:cxnLst/>
              <a:rect l="0" t="0" r="0" b="0"/>
              <a:pathLst>
                <a:path w="32595" h="22085">
                  <a:moveTo>
                    <a:pt x="0" y="0"/>
                  </a:moveTo>
                  <a:lnTo>
                    <a:pt x="32595" y="2208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8" name="pl25728"/>
            <p:cNvSpPr/>
            <p:nvPr/>
          </p:nvSpPr>
          <p:spPr>
            <a:xfrm>
              <a:off x="8366563" y="9450629"/>
              <a:ext cx="166013" cy="70200"/>
            </a:xfrm>
            <a:custGeom>
              <a:avLst/>
              <a:gdLst/>
              <a:ahLst/>
              <a:cxnLst/>
              <a:rect l="0" t="0" r="0" b="0"/>
              <a:pathLst>
                <a:path w="166013" h="70200">
                  <a:moveTo>
                    <a:pt x="166013" y="0"/>
                  </a:moveTo>
                  <a:lnTo>
                    <a:pt x="0" y="7020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29" name="pl25729"/>
            <p:cNvSpPr/>
            <p:nvPr/>
          </p:nvSpPr>
          <p:spPr>
            <a:xfrm>
              <a:off x="8532577" y="9434351"/>
              <a:ext cx="47234" cy="16277"/>
            </a:xfrm>
            <a:custGeom>
              <a:avLst/>
              <a:gdLst/>
              <a:ahLst/>
              <a:cxnLst/>
              <a:rect l="0" t="0" r="0" b="0"/>
              <a:pathLst>
                <a:path w="47234" h="16277">
                  <a:moveTo>
                    <a:pt x="0" y="16277"/>
                  </a:moveTo>
                  <a:lnTo>
                    <a:pt x="4723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0" name="pl25730"/>
            <p:cNvSpPr/>
            <p:nvPr/>
          </p:nvSpPr>
          <p:spPr>
            <a:xfrm>
              <a:off x="8532577" y="9386736"/>
              <a:ext cx="99287" cy="63892"/>
            </a:xfrm>
            <a:custGeom>
              <a:avLst/>
              <a:gdLst/>
              <a:ahLst/>
              <a:cxnLst/>
              <a:rect l="0" t="0" r="0" b="0"/>
              <a:pathLst>
                <a:path w="99287" h="63892">
                  <a:moveTo>
                    <a:pt x="0" y="63892"/>
                  </a:moveTo>
                  <a:lnTo>
                    <a:pt x="9928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1" name="pl25731"/>
            <p:cNvSpPr/>
            <p:nvPr/>
          </p:nvSpPr>
          <p:spPr>
            <a:xfrm>
              <a:off x="8532577" y="9405721"/>
              <a:ext cx="109384" cy="44907"/>
            </a:xfrm>
            <a:custGeom>
              <a:avLst/>
              <a:gdLst/>
              <a:ahLst/>
              <a:cxnLst/>
              <a:rect l="0" t="0" r="0" b="0"/>
              <a:pathLst>
                <a:path w="109384" h="44907">
                  <a:moveTo>
                    <a:pt x="0" y="44907"/>
                  </a:moveTo>
                  <a:lnTo>
                    <a:pt x="109384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2" name="pl25732"/>
            <p:cNvSpPr/>
            <p:nvPr/>
          </p:nvSpPr>
          <p:spPr>
            <a:xfrm>
              <a:off x="8532577" y="9435824"/>
              <a:ext cx="35686" cy="14804"/>
            </a:xfrm>
            <a:custGeom>
              <a:avLst/>
              <a:gdLst/>
              <a:ahLst/>
              <a:cxnLst/>
              <a:rect l="0" t="0" r="0" b="0"/>
              <a:pathLst>
                <a:path w="35686" h="14804">
                  <a:moveTo>
                    <a:pt x="0" y="14804"/>
                  </a:moveTo>
                  <a:lnTo>
                    <a:pt x="356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3" name="pl25733"/>
            <p:cNvSpPr/>
            <p:nvPr/>
          </p:nvSpPr>
          <p:spPr>
            <a:xfrm>
              <a:off x="8428508" y="9450629"/>
              <a:ext cx="104068" cy="29029"/>
            </a:xfrm>
            <a:custGeom>
              <a:avLst/>
              <a:gdLst/>
              <a:ahLst/>
              <a:cxnLst/>
              <a:rect l="0" t="0" r="0" b="0"/>
              <a:pathLst>
                <a:path w="104068" h="29029">
                  <a:moveTo>
                    <a:pt x="104068" y="0"/>
                  </a:moveTo>
                  <a:lnTo>
                    <a:pt x="0" y="2902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4" name="pl25734"/>
            <p:cNvSpPr/>
            <p:nvPr/>
          </p:nvSpPr>
          <p:spPr>
            <a:xfrm>
              <a:off x="8532577" y="9424440"/>
              <a:ext cx="39229" cy="26189"/>
            </a:xfrm>
            <a:custGeom>
              <a:avLst/>
              <a:gdLst/>
              <a:ahLst/>
              <a:cxnLst/>
              <a:rect l="0" t="0" r="0" b="0"/>
              <a:pathLst>
                <a:path w="39229" h="26189">
                  <a:moveTo>
                    <a:pt x="0" y="26189"/>
                  </a:moveTo>
                  <a:lnTo>
                    <a:pt x="392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5" name="pl25735"/>
            <p:cNvSpPr/>
            <p:nvPr/>
          </p:nvSpPr>
          <p:spPr>
            <a:xfrm>
              <a:off x="8532577" y="9421525"/>
              <a:ext cx="28386" cy="29104"/>
            </a:xfrm>
            <a:custGeom>
              <a:avLst/>
              <a:gdLst/>
              <a:ahLst/>
              <a:cxnLst/>
              <a:rect l="0" t="0" r="0" b="0"/>
              <a:pathLst>
                <a:path w="28386" h="29104">
                  <a:moveTo>
                    <a:pt x="0" y="29104"/>
                  </a:moveTo>
                  <a:lnTo>
                    <a:pt x="283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6" name="pl25736"/>
            <p:cNvSpPr/>
            <p:nvPr/>
          </p:nvSpPr>
          <p:spPr>
            <a:xfrm>
              <a:off x="8532577" y="9444691"/>
              <a:ext cx="42867" cy="5938"/>
            </a:xfrm>
            <a:custGeom>
              <a:avLst/>
              <a:gdLst/>
              <a:ahLst/>
              <a:cxnLst/>
              <a:rect l="0" t="0" r="0" b="0"/>
              <a:pathLst>
                <a:path w="42867" h="5938">
                  <a:moveTo>
                    <a:pt x="0" y="5938"/>
                  </a:moveTo>
                  <a:lnTo>
                    <a:pt x="4286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7" name="pl25737"/>
            <p:cNvSpPr/>
            <p:nvPr/>
          </p:nvSpPr>
          <p:spPr>
            <a:xfrm>
              <a:off x="8532577" y="9394399"/>
              <a:ext cx="166782" cy="56230"/>
            </a:xfrm>
            <a:custGeom>
              <a:avLst/>
              <a:gdLst/>
              <a:ahLst/>
              <a:cxnLst/>
              <a:rect l="0" t="0" r="0" b="0"/>
              <a:pathLst>
                <a:path w="166782" h="56230">
                  <a:moveTo>
                    <a:pt x="0" y="56230"/>
                  </a:moveTo>
                  <a:lnTo>
                    <a:pt x="16678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8" name="pl25738"/>
            <p:cNvSpPr/>
            <p:nvPr/>
          </p:nvSpPr>
          <p:spPr>
            <a:xfrm>
              <a:off x="8269252" y="9665532"/>
              <a:ext cx="6219" cy="4595"/>
            </a:xfrm>
            <a:custGeom>
              <a:avLst/>
              <a:gdLst/>
              <a:ahLst/>
              <a:cxnLst/>
              <a:rect l="0" t="0" r="0" b="0"/>
              <a:pathLst>
                <a:path w="6219" h="4595">
                  <a:moveTo>
                    <a:pt x="6219" y="0"/>
                  </a:moveTo>
                  <a:lnTo>
                    <a:pt x="0" y="4595"/>
                  </a:lnTo>
                </a:path>
              </a:pathLst>
            </a:custGeom>
            <a:ln w="42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39" name="pl25739"/>
            <p:cNvSpPr/>
            <p:nvPr/>
          </p:nvSpPr>
          <p:spPr>
            <a:xfrm>
              <a:off x="8193041" y="9698577"/>
              <a:ext cx="1682" cy="3846"/>
            </a:xfrm>
            <a:custGeom>
              <a:avLst/>
              <a:gdLst/>
              <a:ahLst/>
              <a:cxnLst/>
              <a:rect l="0" t="0" r="0" b="0"/>
              <a:pathLst>
                <a:path w="1682" h="3846">
                  <a:moveTo>
                    <a:pt x="0" y="3846"/>
                  </a:moveTo>
                  <a:lnTo>
                    <a:pt x="1682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0" name="pl25740"/>
            <p:cNvSpPr/>
            <p:nvPr/>
          </p:nvSpPr>
          <p:spPr>
            <a:xfrm>
              <a:off x="8221122" y="9726076"/>
              <a:ext cx="128" cy="5718"/>
            </a:xfrm>
            <a:custGeom>
              <a:avLst/>
              <a:gdLst/>
              <a:ahLst/>
              <a:cxnLst/>
              <a:rect l="0" t="0" r="0" b="0"/>
              <a:pathLst>
                <a:path w="128" h="5718">
                  <a:moveTo>
                    <a:pt x="128" y="5718"/>
                  </a:moveTo>
                  <a:lnTo>
                    <a:pt x="0" y="0"/>
                  </a:lnTo>
                </a:path>
              </a:pathLst>
            </a:custGeom>
            <a:ln w="43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1" name="pl25741"/>
            <p:cNvSpPr/>
            <p:nvPr/>
          </p:nvSpPr>
          <p:spPr>
            <a:xfrm>
              <a:off x="7846550" y="9102817"/>
              <a:ext cx="129877" cy="54236"/>
            </a:xfrm>
            <a:custGeom>
              <a:avLst/>
              <a:gdLst/>
              <a:ahLst/>
              <a:cxnLst/>
              <a:rect l="0" t="0" r="0" b="0"/>
              <a:pathLst>
                <a:path w="129877" h="54236">
                  <a:moveTo>
                    <a:pt x="0" y="0"/>
                  </a:moveTo>
                  <a:lnTo>
                    <a:pt x="129877" y="5423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2" name="pl25742"/>
            <p:cNvSpPr/>
            <p:nvPr/>
          </p:nvSpPr>
          <p:spPr>
            <a:xfrm>
              <a:off x="7837703" y="9078394"/>
              <a:ext cx="8846" cy="24422"/>
            </a:xfrm>
            <a:custGeom>
              <a:avLst/>
              <a:gdLst/>
              <a:ahLst/>
              <a:cxnLst/>
              <a:rect l="0" t="0" r="0" b="0"/>
              <a:pathLst>
                <a:path w="8846" h="24422">
                  <a:moveTo>
                    <a:pt x="8846" y="244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3" name="pl25743"/>
            <p:cNvSpPr/>
            <p:nvPr/>
          </p:nvSpPr>
          <p:spPr>
            <a:xfrm>
              <a:off x="8930243" y="10112856"/>
              <a:ext cx="17506" cy="28411"/>
            </a:xfrm>
            <a:custGeom>
              <a:avLst/>
              <a:gdLst/>
              <a:ahLst/>
              <a:cxnLst/>
              <a:rect l="0" t="0" r="0" b="0"/>
              <a:pathLst>
                <a:path w="17506" h="28411">
                  <a:moveTo>
                    <a:pt x="0" y="28411"/>
                  </a:moveTo>
                  <a:lnTo>
                    <a:pt x="1750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4" name="pl25744"/>
            <p:cNvSpPr/>
            <p:nvPr/>
          </p:nvSpPr>
          <p:spPr>
            <a:xfrm>
              <a:off x="8914714" y="10141268"/>
              <a:ext cx="15529" cy="23673"/>
            </a:xfrm>
            <a:custGeom>
              <a:avLst/>
              <a:gdLst/>
              <a:ahLst/>
              <a:cxnLst/>
              <a:rect l="0" t="0" r="0" b="0"/>
              <a:pathLst>
                <a:path w="15529" h="23673">
                  <a:moveTo>
                    <a:pt x="15529" y="0"/>
                  </a:moveTo>
                  <a:lnTo>
                    <a:pt x="0" y="2367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5" name="pl25745"/>
            <p:cNvSpPr/>
            <p:nvPr/>
          </p:nvSpPr>
          <p:spPr>
            <a:xfrm>
              <a:off x="7592209" y="10180267"/>
              <a:ext cx="19554" cy="7625"/>
            </a:xfrm>
            <a:custGeom>
              <a:avLst/>
              <a:gdLst/>
              <a:ahLst/>
              <a:cxnLst/>
              <a:rect l="0" t="0" r="0" b="0"/>
              <a:pathLst>
                <a:path w="19554" h="7625">
                  <a:moveTo>
                    <a:pt x="19554" y="0"/>
                  </a:moveTo>
                  <a:lnTo>
                    <a:pt x="0" y="76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6" name="pl25746"/>
            <p:cNvSpPr/>
            <p:nvPr/>
          </p:nvSpPr>
          <p:spPr>
            <a:xfrm>
              <a:off x="7596930" y="10147954"/>
              <a:ext cx="14833" cy="32313"/>
            </a:xfrm>
            <a:custGeom>
              <a:avLst/>
              <a:gdLst/>
              <a:ahLst/>
              <a:cxnLst/>
              <a:rect l="0" t="0" r="0" b="0"/>
              <a:pathLst>
                <a:path w="14833" h="32313">
                  <a:moveTo>
                    <a:pt x="14833" y="3231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7" name="pl25747"/>
            <p:cNvSpPr/>
            <p:nvPr/>
          </p:nvSpPr>
          <p:spPr>
            <a:xfrm>
              <a:off x="7611764" y="10180267"/>
              <a:ext cx="22323" cy="14349"/>
            </a:xfrm>
            <a:custGeom>
              <a:avLst/>
              <a:gdLst/>
              <a:ahLst/>
              <a:cxnLst/>
              <a:rect l="0" t="0" r="0" b="0"/>
              <a:pathLst>
                <a:path w="22323" h="14349">
                  <a:moveTo>
                    <a:pt x="0" y="0"/>
                  </a:moveTo>
                  <a:lnTo>
                    <a:pt x="22323" y="143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8" name="pl25748"/>
            <p:cNvSpPr/>
            <p:nvPr/>
          </p:nvSpPr>
          <p:spPr>
            <a:xfrm>
              <a:off x="8241367" y="8812451"/>
              <a:ext cx="7976" cy="2745"/>
            </a:xfrm>
            <a:custGeom>
              <a:avLst/>
              <a:gdLst/>
              <a:ahLst/>
              <a:cxnLst/>
              <a:rect l="0" t="0" r="0" b="0"/>
              <a:pathLst>
                <a:path w="7976" h="2745">
                  <a:moveTo>
                    <a:pt x="0" y="2745"/>
                  </a:moveTo>
                  <a:lnTo>
                    <a:pt x="797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49" name="pl25749"/>
            <p:cNvSpPr/>
            <p:nvPr/>
          </p:nvSpPr>
          <p:spPr>
            <a:xfrm>
              <a:off x="8296214" y="9426828"/>
              <a:ext cx="481" cy="33848"/>
            </a:xfrm>
            <a:custGeom>
              <a:avLst/>
              <a:gdLst/>
              <a:ahLst/>
              <a:cxnLst/>
              <a:rect l="0" t="0" r="0" b="0"/>
              <a:pathLst>
                <a:path w="481" h="33848">
                  <a:moveTo>
                    <a:pt x="0" y="0"/>
                  </a:moveTo>
                  <a:lnTo>
                    <a:pt x="481" y="3384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0" name="pl25750"/>
            <p:cNvSpPr/>
            <p:nvPr/>
          </p:nvSpPr>
          <p:spPr>
            <a:xfrm>
              <a:off x="8395714" y="10471407"/>
              <a:ext cx="21999" cy="7093"/>
            </a:xfrm>
            <a:custGeom>
              <a:avLst/>
              <a:gdLst/>
              <a:ahLst/>
              <a:cxnLst/>
              <a:rect l="0" t="0" r="0" b="0"/>
              <a:pathLst>
                <a:path w="21999" h="7093">
                  <a:moveTo>
                    <a:pt x="21999" y="0"/>
                  </a:moveTo>
                  <a:lnTo>
                    <a:pt x="0" y="709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1" name="pl25751"/>
            <p:cNvSpPr/>
            <p:nvPr/>
          </p:nvSpPr>
          <p:spPr>
            <a:xfrm>
              <a:off x="8200463" y="9842830"/>
              <a:ext cx="283" cy="3920"/>
            </a:xfrm>
            <a:custGeom>
              <a:avLst/>
              <a:gdLst/>
              <a:ahLst/>
              <a:cxnLst/>
              <a:rect l="0" t="0" r="0" b="0"/>
              <a:pathLst>
                <a:path w="283" h="3920">
                  <a:moveTo>
                    <a:pt x="0" y="3920"/>
                  </a:moveTo>
                  <a:lnTo>
                    <a:pt x="283" y="0"/>
                  </a:lnTo>
                </a:path>
              </a:pathLst>
            </a:custGeom>
            <a:ln w="45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2" name="pl25752"/>
            <p:cNvSpPr/>
            <p:nvPr/>
          </p:nvSpPr>
          <p:spPr>
            <a:xfrm>
              <a:off x="8188330" y="9846750"/>
              <a:ext cx="12132" cy="56682"/>
            </a:xfrm>
            <a:custGeom>
              <a:avLst/>
              <a:gdLst/>
              <a:ahLst/>
              <a:cxnLst/>
              <a:rect l="0" t="0" r="0" b="0"/>
              <a:pathLst>
                <a:path w="12132" h="56682">
                  <a:moveTo>
                    <a:pt x="12132" y="0"/>
                  </a:moveTo>
                  <a:lnTo>
                    <a:pt x="0" y="5668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3" name="pl25753"/>
            <p:cNvSpPr/>
            <p:nvPr/>
          </p:nvSpPr>
          <p:spPr>
            <a:xfrm>
              <a:off x="8181054" y="9846750"/>
              <a:ext cx="19409" cy="76991"/>
            </a:xfrm>
            <a:custGeom>
              <a:avLst/>
              <a:gdLst/>
              <a:ahLst/>
              <a:cxnLst/>
              <a:rect l="0" t="0" r="0" b="0"/>
              <a:pathLst>
                <a:path w="19409" h="76991">
                  <a:moveTo>
                    <a:pt x="19409" y="0"/>
                  </a:moveTo>
                  <a:lnTo>
                    <a:pt x="0" y="7699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4" name="pl25754"/>
            <p:cNvSpPr/>
            <p:nvPr/>
          </p:nvSpPr>
          <p:spPr>
            <a:xfrm>
              <a:off x="8234865" y="10482220"/>
              <a:ext cx="742" cy="297"/>
            </a:xfrm>
            <a:custGeom>
              <a:avLst/>
              <a:gdLst/>
              <a:ahLst/>
              <a:cxnLst/>
              <a:rect l="0" t="0" r="0" b="0"/>
              <a:pathLst>
                <a:path w="742" h="297">
                  <a:moveTo>
                    <a:pt x="0" y="0"/>
                  </a:moveTo>
                  <a:lnTo>
                    <a:pt x="742" y="297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5" name="pl25755"/>
            <p:cNvSpPr/>
            <p:nvPr/>
          </p:nvSpPr>
          <p:spPr>
            <a:xfrm>
              <a:off x="8474113" y="9285861"/>
              <a:ext cx="95230" cy="110886"/>
            </a:xfrm>
            <a:custGeom>
              <a:avLst/>
              <a:gdLst/>
              <a:ahLst/>
              <a:cxnLst/>
              <a:rect l="0" t="0" r="0" b="0"/>
              <a:pathLst>
                <a:path w="95230" h="110886">
                  <a:moveTo>
                    <a:pt x="0" y="110886"/>
                  </a:moveTo>
                  <a:lnTo>
                    <a:pt x="952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6" name="pl25756"/>
            <p:cNvSpPr/>
            <p:nvPr/>
          </p:nvSpPr>
          <p:spPr>
            <a:xfrm>
              <a:off x="8366563" y="9396748"/>
              <a:ext cx="107550" cy="124081"/>
            </a:xfrm>
            <a:custGeom>
              <a:avLst/>
              <a:gdLst/>
              <a:ahLst/>
              <a:cxnLst/>
              <a:rect l="0" t="0" r="0" b="0"/>
              <a:pathLst>
                <a:path w="107550" h="124081">
                  <a:moveTo>
                    <a:pt x="107550" y="0"/>
                  </a:moveTo>
                  <a:lnTo>
                    <a:pt x="0" y="12408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7" name="pl25757"/>
            <p:cNvSpPr/>
            <p:nvPr/>
          </p:nvSpPr>
          <p:spPr>
            <a:xfrm>
              <a:off x="8141174" y="9691457"/>
              <a:ext cx="34134" cy="2862"/>
            </a:xfrm>
            <a:custGeom>
              <a:avLst/>
              <a:gdLst/>
              <a:ahLst/>
              <a:cxnLst/>
              <a:rect l="0" t="0" r="0" b="0"/>
              <a:pathLst>
                <a:path w="34134" h="2862">
                  <a:moveTo>
                    <a:pt x="0" y="0"/>
                  </a:moveTo>
                  <a:lnTo>
                    <a:pt x="34134" y="286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8" name="pl25758"/>
            <p:cNvSpPr/>
            <p:nvPr/>
          </p:nvSpPr>
          <p:spPr>
            <a:xfrm>
              <a:off x="8285241" y="9913892"/>
              <a:ext cx="10403" cy="22070"/>
            </a:xfrm>
            <a:custGeom>
              <a:avLst/>
              <a:gdLst/>
              <a:ahLst/>
              <a:cxnLst/>
              <a:rect l="0" t="0" r="0" b="0"/>
              <a:pathLst>
                <a:path w="10403" h="22070">
                  <a:moveTo>
                    <a:pt x="0" y="22070"/>
                  </a:moveTo>
                  <a:lnTo>
                    <a:pt x="1040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59" name="pl25759"/>
            <p:cNvSpPr/>
            <p:nvPr/>
          </p:nvSpPr>
          <p:spPr>
            <a:xfrm>
              <a:off x="8366563" y="9500753"/>
              <a:ext cx="66570" cy="20075"/>
            </a:xfrm>
            <a:custGeom>
              <a:avLst/>
              <a:gdLst/>
              <a:ahLst/>
              <a:cxnLst/>
              <a:rect l="0" t="0" r="0" b="0"/>
              <a:pathLst>
                <a:path w="66570" h="20075">
                  <a:moveTo>
                    <a:pt x="66570" y="0"/>
                  </a:moveTo>
                  <a:lnTo>
                    <a:pt x="0" y="2007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0" name="pl25760"/>
            <p:cNvSpPr/>
            <p:nvPr/>
          </p:nvSpPr>
          <p:spPr>
            <a:xfrm>
              <a:off x="8433133" y="9481422"/>
              <a:ext cx="44029" cy="19331"/>
            </a:xfrm>
            <a:custGeom>
              <a:avLst/>
              <a:gdLst/>
              <a:ahLst/>
              <a:cxnLst/>
              <a:rect l="0" t="0" r="0" b="0"/>
              <a:pathLst>
                <a:path w="44029" h="19331">
                  <a:moveTo>
                    <a:pt x="0" y="19331"/>
                  </a:moveTo>
                  <a:lnTo>
                    <a:pt x="44029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1" name="pl25761"/>
            <p:cNvSpPr/>
            <p:nvPr/>
          </p:nvSpPr>
          <p:spPr>
            <a:xfrm>
              <a:off x="8433133" y="9496680"/>
              <a:ext cx="21736" cy="4073"/>
            </a:xfrm>
            <a:custGeom>
              <a:avLst/>
              <a:gdLst/>
              <a:ahLst/>
              <a:cxnLst/>
              <a:rect l="0" t="0" r="0" b="0"/>
              <a:pathLst>
                <a:path w="21736" h="4073">
                  <a:moveTo>
                    <a:pt x="0" y="4073"/>
                  </a:moveTo>
                  <a:lnTo>
                    <a:pt x="21736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2" name="pl25762"/>
            <p:cNvSpPr/>
            <p:nvPr/>
          </p:nvSpPr>
          <p:spPr>
            <a:xfrm>
              <a:off x="8433133" y="9463905"/>
              <a:ext cx="54909" cy="36848"/>
            </a:xfrm>
            <a:custGeom>
              <a:avLst/>
              <a:gdLst/>
              <a:ahLst/>
              <a:cxnLst/>
              <a:rect l="0" t="0" r="0" b="0"/>
              <a:pathLst>
                <a:path w="54909" h="36848">
                  <a:moveTo>
                    <a:pt x="0" y="36848"/>
                  </a:moveTo>
                  <a:lnTo>
                    <a:pt x="5490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3" name="pl25763"/>
            <p:cNvSpPr/>
            <p:nvPr/>
          </p:nvSpPr>
          <p:spPr>
            <a:xfrm>
              <a:off x="8269252" y="9661171"/>
              <a:ext cx="8480" cy="8956"/>
            </a:xfrm>
            <a:custGeom>
              <a:avLst/>
              <a:gdLst/>
              <a:ahLst/>
              <a:cxnLst/>
              <a:rect l="0" t="0" r="0" b="0"/>
              <a:pathLst>
                <a:path w="8480" h="8956">
                  <a:moveTo>
                    <a:pt x="8480" y="0"/>
                  </a:moveTo>
                  <a:lnTo>
                    <a:pt x="0" y="8956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4" name="pl25764"/>
            <p:cNvSpPr/>
            <p:nvPr/>
          </p:nvSpPr>
          <p:spPr>
            <a:xfrm>
              <a:off x="9058213" y="9819325"/>
              <a:ext cx="4906" cy="22235"/>
            </a:xfrm>
            <a:custGeom>
              <a:avLst/>
              <a:gdLst/>
              <a:ahLst/>
              <a:cxnLst/>
              <a:rect l="0" t="0" r="0" b="0"/>
              <a:pathLst>
                <a:path w="4906" h="22235">
                  <a:moveTo>
                    <a:pt x="4906" y="0"/>
                  </a:moveTo>
                  <a:lnTo>
                    <a:pt x="0" y="2223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5" name="pl25765"/>
            <p:cNvSpPr/>
            <p:nvPr/>
          </p:nvSpPr>
          <p:spPr>
            <a:xfrm>
              <a:off x="7421473" y="9563876"/>
              <a:ext cx="16574" cy="14719"/>
            </a:xfrm>
            <a:custGeom>
              <a:avLst/>
              <a:gdLst/>
              <a:ahLst/>
              <a:cxnLst/>
              <a:rect l="0" t="0" r="0" b="0"/>
              <a:pathLst>
                <a:path w="16574" h="14719">
                  <a:moveTo>
                    <a:pt x="0" y="0"/>
                  </a:moveTo>
                  <a:lnTo>
                    <a:pt x="16574" y="1471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6" name="pl25766"/>
            <p:cNvSpPr/>
            <p:nvPr/>
          </p:nvSpPr>
          <p:spPr>
            <a:xfrm>
              <a:off x="8244057" y="9776953"/>
              <a:ext cx="11545" cy="19960"/>
            </a:xfrm>
            <a:custGeom>
              <a:avLst/>
              <a:gdLst/>
              <a:ahLst/>
              <a:cxnLst/>
              <a:rect l="0" t="0" r="0" b="0"/>
              <a:pathLst>
                <a:path w="11545" h="19960">
                  <a:moveTo>
                    <a:pt x="0" y="0"/>
                  </a:moveTo>
                  <a:lnTo>
                    <a:pt x="11545" y="1996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7" name="pl25767"/>
            <p:cNvSpPr/>
            <p:nvPr/>
          </p:nvSpPr>
          <p:spPr>
            <a:xfrm>
              <a:off x="8244057" y="9776953"/>
              <a:ext cx="6948" cy="19396"/>
            </a:xfrm>
            <a:custGeom>
              <a:avLst/>
              <a:gdLst/>
              <a:ahLst/>
              <a:cxnLst/>
              <a:rect l="0" t="0" r="0" b="0"/>
              <a:pathLst>
                <a:path w="6948" h="19396">
                  <a:moveTo>
                    <a:pt x="0" y="0"/>
                  </a:moveTo>
                  <a:lnTo>
                    <a:pt x="6948" y="19396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8" name="pl25768"/>
            <p:cNvSpPr/>
            <p:nvPr/>
          </p:nvSpPr>
          <p:spPr>
            <a:xfrm>
              <a:off x="8244057" y="9776953"/>
              <a:ext cx="10879" cy="14402"/>
            </a:xfrm>
            <a:custGeom>
              <a:avLst/>
              <a:gdLst/>
              <a:ahLst/>
              <a:cxnLst/>
              <a:rect l="0" t="0" r="0" b="0"/>
              <a:pathLst>
                <a:path w="10879" h="14402">
                  <a:moveTo>
                    <a:pt x="0" y="0"/>
                  </a:moveTo>
                  <a:lnTo>
                    <a:pt x="10879" y="14402"/>
                  </a:lnTo>
                </a:path>
              </a:pathLst>
            </a:custGeom>
            <a:ln w="412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69" name="pl25769"/>
            <p:cNvSpPr/>
            <p:nvPr/>
          </p:nvSpPr>
          <p:spPr>
            <a:xfrm>
              <a:off x="8213026" y="9682706"/>
              <a:ext cx="3016" cy="9524"/>
            </a:xfrm>
            <a:custGeom>
              <a:avLst/>
              <a:gdLst/>
              <a:ahLst/>
              <a:cxnLst/>
              <a:rect l="0" t="0" r="0" b="0"/>
              <a:pathLst>
                <a:path w="3016" h="9524">
                  <a:moveTo>
                    <a:pt x="0" y="9524"/>
                  </a:moveTo>
                  <a:lnTo>
                    <a:pt x="3016" y="0"/>
                  </a:lnTo>
                </a:path>
              </a:pathLst>
            </a:custGeom>
            <a:ln w="42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0" name="pl25770"/>
            <p:cNvSpPr/>
            <p:nvPr/>
          </p:nvSpPr>
          <p:spPr>
            <a:xfrm>
              <a:off x="7961804" y="9604615"/>
              <a:ext cx="2342" cy="1500"/>
            </a:xfrm>
            <a:custGeom>
              <a:avLst/>
              <a:gdLst/>
              <a:ahLst/>
              <a:cxnLst/>
              <a:rect l="0" t="0" r="0" b="0"/>
              <a:pathLst>
                <a:path w="2342" h="1500">
                  <a:moveTo>
                    <a:pt x="0" y="1500"/>
                  </a:moveTo>
                  <a:lnTo>
                    <a:pt x="2342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1" name="pl25771"/>
            <p:cNvSpPr/>
            <p:nvPr/>
          </p:nvSpPr>
          <p:spPr>
            <a:xfrm>
              <a:off x="8277150" y="9918141"/>
              <a:ext cx="39825" cy="104503"/>
            </a:xfrm>
            <a:custGeom>
              <a:avLst/>
              <a:gdLst/>
              <a:ahLst/>
              <a:cxnLst/>
              <a:rect l="0" t="0" r="0" b="0"/>
              <a:pathLst>
                <a:path w="39825" h="104503">
                  <a:moveTo>
                    <a:pt x="39825" y="104503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2" name="pl25772"/>
            <p:cNvSpPr/>
            <p:nvPr/>
          </p:nvSpPr>
          <p:spPr>
            <a:xfrm>
              <a:off x="8242445" y="9735471"/>
              <a:ext cx="10993" cy="5525"/>
            </a:xfrm>
            <a:custGeom>
              <a:avLst/>
              <a:gdLst/>
              <a:ahLst/>
              <a:cxnLst/>
              <a:rect l="0" t="0" r="0" b="0"/>
              <a:pathLst>
                <a:path w="10993" h="5525">
                  <a:moveTo>
                    <a:pt x="10993" y="5525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3" name="pl25773"/>
            <p:cNvSpPr/>
            <p:nvPr/>
          </p:nvSpPr>
          <p:spPr>
            <a:xfrm>
              <a:off x="9023585" y="9295100"/>
              <a:ext cx="5047" cy="2832"/>
            </a:xfrm>
            <a:custGeom>
              <a:avLst/>
              <a:gdLst/>
              <a:ahLst/>
              <a:cxnLst/>
              <a:rect l="0" t="0" r="0" b="0"/>
              <a:pathLst>
                <a:path w="5047" h="2832">
                  <a:moveTo>
                    <a:pt x="0" y="2832"/>
                  </a:moveTo>
                  <a:lnTo>
                    <a:pt x="504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4" name="pl25774"/>
            <p:cNvSpPr/>
            <p:nvPr/>
          </p:nvSpPr>
          <p:spPr>
            <a:xfrm>
              <a:off x="8221122" y="9706180"/>
              <a:ext cx="18259" cy="19896"/>
            </a:xfrm>
            <a:custGeom>
              <a:avLst/>
              <a:gdLst/>
              <a:ahLst/>
              <a:cxnLst/>
              <a:rect l="0" t="0" r="0" b="0"/>
              <a:pathLst>
                <a:path w="18259" h="19896">
                  <a:moveTo>
                    <a:pt x="18259" y="0"/>
                  </a:moveTo>
                  <a:lnTo>
                    <a:pt x="0" y="19896"/>
                  </a:lnTo>
                </a:path>
              </a:pathLst>
            </a:custGeom>
            <a:ln w="412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5" name="pl25775"/>
            <p:cNvSpPr/>
            <p:nvPr/>
          </p:nvSpPr>
          <p:spPr>
            <a:xfrm>
              <a:off x="8239382" y="9670128"/>
              <a:ext cx="29870" cy="36051"/>
            </a:xfrm>
            <a:custGeom>
              <a:avLst/>
              <a:gdLst/>
              <a:ahLst/>
              <a:cxnLst/>
              <a:rect l="0" t="0" r="0" b="0"/>
              <a:pathLst>
                <a:path w="29870" h="36051">
                  <a:moveTo>
                    <a:pt x="0" y="36051"/>
                  </a:moveTo>
                  <a:lnTo>
                    <a:pt x="2987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6" name="pl25776"/>
            <p:cNvSpPr/>
            <p:nvPr/>
          </p:nvSpPr>
          <p:spPr>
            <a:xfrm>
              <a:off x="8743756" y="8971358"/>
              <a:ext cx="13910" cy="8037"/>
            </a:xfrm>
            <a:custGeom>
              <a:avLst/>
              <a:gdLst/>
              <a:ahLst/>
              <a:cxnLst/>
              <a:rect l="0" t="0" r="0" b="0"/>
              <a:pathLst>
                <a:path w="13910" h="8037">
                  <a:moveTo>
                    <a:pt x="0" y="8037"/>
                  </a:moveTo>
                  <a:lnTo>
                    <a:pt x="1391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7" name="pl25777"/>
            <p:cNvSpPr/>
            <p:nvPr/>
          </p:nvSpPr>
          <p:spPr>
            <a:xfrm>
              <a:off x="8219812" y="9717330"/>
              <a:ext cx="1310" cy="8745"/>
            </a:xfrm>
            <a:custGeom>
              <a:avLst/>
              <a:gdLst/>
              <a:ahLst/>
              <a:cxnLst/>
              <a:rect l="0" t="0" r="0" b="0"/>
              <a:pathLst>
                <a:path w="1310" h="8745">
                  <a:moveTo>
                    <a:pt x="0" y="0"/>
                  </a:moveTo>
                  <a:lnTo>
                    <a:pt x="1310" y="8745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8" name="pl25778"/>
            <p:cNvSpPr/>
            <p:nvPr/>
          </p:nvSpPr>
          <p:spPr>
            <a:xfrm>
              <a:off x="8219812" y="9714436"/>
              <a:ext cx="22399" cy="2894"/>
            </a:xfrm>
            <a:custGeom>
              <a:avLst/>
              <a:gdLst/>
              <a:ahLst/>
              <a:cxnLst/>
              <a:rect l="0" t="0" r="0" b="0"/>
              <a:pathLst>
                <a:path w="22399" h="2894">
                  <a:moveTo>
                    <a:pt x="0" y="2894"/>
                  </a:moveTo>
                  <a:lnTo>
                    <a:pt x="223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79" name="pl25779"/>
            <p:cNvSpPr/>
            <p:nvPr/>
          </p:nvSpPr>
          <p:spPr>
            <a:xfrm>
              <a:off x="8357346" y="9234169"/>
              <a:ext cx="9967" cy="16739"/>
            </a:xfrm>
            <a:custGeom>
              <a:avLst/>
              <a:gdLst/>
              <a:ahLst/>
              <a:cxnLst/>
              <a:rect l="0" t="0" r="0" b="0"/>
              <a:pathLst>
                <a:path w="9967" h="16739">
                  <a:moveTo>
                    <a:pt x="9967" y="0"/>
                  </a:moveTo>
                  <a:lnTo>
                    <a:pt x="0" y="1673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0" name="pl25780"/>
            <p:cNvSpPr/>
            <p:nvPr/>
          </p:nvSpPr>
          <p:spPr>
            <a:xfrm>
              <a:off x="8295644" y="9913892"/>
              <a:ext cx="5408" cy="2657"/>
            </a:xfrm>
            <a:custGeom>
              <a:avLst/>
              <a:gdLst/>
              <a:ahLst/>
              <a:cxnLst/>
              <a:rect l="0" t="0" r="0" b="0"/>
              <a:pathLst>
                <a:path w="5408" h="2657">
                  <a:moveTo>
                    <a:pt x="0" y="0"/>
                  </a:moveTo>
                  <a:lnTo>
                    <a:pt x="5408" y="2657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1" name="pl25781"/>
            <p:cNvSpPr/>
            <p:nvPr/>
          </p:nvSpPr>
          <p:spPr>
            <a:xfrm>
              <a:off x="8295644" y="9913892"/>
              <a:ext cx="648" cy="918"/>
            </a:xfrm>
            <a:custGeom>
              <a:avLst/>
              <a:gdLst/>
              <a:ahLst/>
              <a:cxnLst/>
              <a:rect l="0" t="0" r="0" b="0"/>
              <a:pathLst>
                <a:path w="648" h="918">
                  <a:moveTo>
                    <a:pt x="0" y="0"/>
                  </a:moveTo>
                  <a:lnTo>
                    <a:pt x="648" y="918"/>
                  </a:lnTo>
                </a:path>
              </a:pathLst>
            </a:custGeom>
            <a:ln w="43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2" name="pl25782"/>
            <p:cNvSpPr/>
            <p:nvPr/>
          </p:nvSpPr>
          <p:spPr>
            <a:xfrm>
              <a:off x="8360100" y="9683725"/>
              <a:ext cx="730" cy="2803"/>
            </a:xfrm>
            <a:custGeom>
              <a:avLst/>
              <a:gdLst/>
              <a:ahLst/>
              <a:cxnLst/>
              <a:rect l="0" t="0" r="0" b="0"/>
              <a:pathLst>
                <a:path w="730" h="2803">
                  <a:moveTo>
                    <a:pt x="730" y="0"/>
                  </a:moveTo>
                  <a:lnTo>
                    <a:pt x="0" y="2803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3" name="pl25783"/>
            <p:cNvSpPr/>
            <p:nvPr/>
          </p:nvSpPr>
          <p:spPr>
            <a:xfrm>
              <a:off x="8360830" y="9683428"/>
              <a:ext cx="6603" cy="296"/>
            </a:xfrm>
            <a:custGeom>
              <a:avLst/>
              <a:gdLst/>
              <a:ahLst/>
              <a:cxnLst/>
              <a:rect l="0" t="0" r="0" b="0"/>
              <a:pathLst>
                <a:path w="6603" h="296">
                  <a:moveTo>
                    <a:pt x="0" y="296"/>
                  </a:moveTo>
                  <a:lnTo>
                    <a:pt x="660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784" name="pg25784"/>
            <p:cNvSpPr/>
            <p:nvPr/>
          </p:nvSpPr>
          <p:spPr>
            <a:xfrm>
              <a:off x="8093266" y="953208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85" name="pt25785"/>
            <p:cNvSpPr/>
            <p:nvPr/>
          </p:nvSpPr>
          <p:spPr>
            <a:xfrm>
              <a:off x="8389018" y="94872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86" name="pt25786"/>
            <p:cNvSpPr/>
            <p:nvPr/>
          </p:nvSpPr>
          <p:spPr>
            <a:xfrm>
              <a:off x="8399585" y="94481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87" name="pt25787"/>
            <p:cNvSpPr/>
            <p:nvPr/>
          </p:nvSpPr>
          <p:spPr>
            <a:xfrm>
              <a:off x="8202785" y="97310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88" name="pt25788"/>
            <p:cNvSpPr/>
            <p:nvPr/>
          </p:nvSpPr>
          <p:spPr>
            <a:xfrm>
              <a:off x="8209757" y="97399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89" name="pt25789"/>
            <p:cNvSpPr/>
            <p:nvPr/>
          </p:nvSpPr>
          <p:spPr>
            <a:xfrm>
              <a:off x="8156888" y="9647984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0" name="pt25790"/>
            <p:cNvSpPr/>
            <p:nvPr/>
          </p:nvSpPr>
          <p:spPr>
            <a:xfrm>
              <a:off x="8153862" y="9540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1" name="pt25791"/>
            <p:cNvSpPr/>
            <p:nvPr/>
          </p:nvSpPr>
          <p:spPr>
            <a:xfrm>
              <a:off x="8410599" y="90952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2" name="pg25792"/>
            <p:cNvSpPr/>
            <p:nvPr/>
          </p:nvSpPr>
          <p:spPr>
            <a:xfrm>
              <a:off x="8196128" y="984748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3" name="pg25793"/>
            <p:cNvSpPr/>
            <p:nvPr/>
          </p:nvSpPr>
          <p:spPr>
            <a:xfrm>
              <a:off x="8197485" y="97431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4" name="pt25794"/>
            <p:cNvSpPr/>
            <p:nvPr/>
          </p:nvSpPr>
          <p:spPr>
            <a:xfrm>
              <a:off x="8488618" y="10401011"/>
              <a:ext cx="74834" cy="7483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5" name="pt25795"/>
            <p:cNvSpPr/>
            <p:nvPr/>
          </p:nvSpPr>
          <p:spPr>
            <a:xfrm>
              <a:off x="8226776" y="967219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6" name="pt25796"/>
            <p:cNvSpPr/>
            <p:nvPr/>
          </p:nvSpPr>
          <p:spPr>
            <a:xfrm>
              <a:off x="8144735" y="9696958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7" name="pt25797"/>
            <p:cNvSpPr/>
            <p:nvPr/>
          </p:nvSpPr>
          <p:spPr>
            <a:xfrm>
              <a:off x="8590101" y="96612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8" name="pt25798"/>
            <p:cNvSpPr/>
            <p:nvPr/>
          </p:nvSpPr>
          <p:spPr>
            <a:xfrm>
              <a:off x="8487986" y="953011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799" name="pg25799"/>
            <p:cNvSpPr/>
            <p:nvPr/>
          </p:nvSpPr>
          <p:spPr>
            <a:xfrm>
              <a:off x="8079625" y="956699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0" name="pt25800"/>
            <p:cNvSpPr/>
            <p:nvPr/>
          </p:nvSpPr>
          <p:spPr>
            <a:xfrm>
              <a:off x="9045269" y="9492511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1" name="pg25801"/>
            <p:cNvSpPr/>
            <p:nvPr/>
          </p:nvSpPr>
          <p:spPr>
            <a:xfrm>
              <a:off x="8787566" y="95874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2" name="pg25802"/>
            <p:cNvSpPr/>
            <p:nvPr/>
          </p:nvSpPr>
          <p:spPr>
            <a:xfrm>
              <a:off x="8472466" y="960013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3" name="pt25803"/>
            <p:cNvSpPr/>
            <p:nvPr/>
          </p:nvSpPr>
          <p:spPr>
            <a:xfrm>
              <a:off x="8173841" y="98351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4" name="pt25804"/>
            <p:cNvSpPr/>
            <p:nvPr/>
          </p:nvSpPr>
          <p:spPr>
            <a:xfrm>
              <a:off x="8111507" y="1036265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5" name="pt25805"/>
            <p:cNvSpPr/>
            <p:nvPr/>
          </p:nvSpPr>
          <p:spPr>
            <a:xfrm>
              <a:off x="8146351" y="9616380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6" name="pt25806"/>
            <p:cNvSpPr/>
            <p:nvPr/>
          </p:nvSpPr>
          <p:spPr>
            <a:xfrm>
              <a:off x="8544927" y="92614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7" name="pt25807"/>
            <p:cNvSpPr/>
            <p:nvPr/>
          </p:nvSpPr>
          <p:spPr>
            <a:xfrm>
              <a:off x="8585835" y="949374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08" name="pl25808"/>
            <p:cNvSpPr/>
            <p:nvPr/>
          </p:nvSpPr>
          <p:spPr>
            <a:xfrm>
              <a:off x="8125567" y="959963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09" name="pl25809"/>
            <p:cNvSpPr/>
            <p:nvPr/>
          </p:nvSpPr>
          <p:spPr>
            <a:xfrm>
              <a:off x="8160098" y="956510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0" name="pt25810"/>
            <p:cNvSpPr/>
            <p:nvPr/>
          </p:nvSpPr>
          <p:spPr>
            <a:xfrm>
              <a:off x="8248372" y="9642739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11" name="pl25811"/>
            <p:cNvSpPr/>
            <p:nvPr/>
          </p:nvSpPr>
          <p:spPr>
            <a:xfrm>
              <a:off x="8083988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2" name="pl25812"/>
            <p:cNvSpPr/>
            <p:nvPr/>
          </p:nvSpPr>
          <p:spPr>
            <a:xfrm>
              <a:off x="8083988" y="9524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3" name="pl25813"/>
            <p:cNvSpPr/>
            <p:nvPr/>
          </p:nvSpPr>
          <p:spPr>
            <a:xfrm>
              <a:off x="7998446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4" name="pl25814"/>
            <p:cNvSpPr/>
            <p:nvPr/>
          </p:nvSpPr>
          <p:spPr>
            <a:xfrm>
              <a:off x="7998446" y="88258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5" name="pl25815"/>
            <p:cNvSpPr/>
            <p:nvPr/>
          </p:nvSpPr>
          <p:spPr>
            <a:xfrm>
              <a:off x="7988332" y="88502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6" name="pl25816"/>
            <p:cNvSpPr/>
            <p:nvPr/>
          </p:nvSpPr>
          <p:spPr>
            <a:xfrm>
              <a:off x="8022863" y="88157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17" name="pg25817"/>
            <p:cNvSpPr/>
            <p:nvPr/>
          </p:nvSpPr>
          <p:spPr>
            <a:xfrm>
              <a:off x="8147321" y="980180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18" name="pt25818"/>
            <p:cNvSpPr/>
            <p:nvPr/>
          </p:nvSpPr>
          <p:spPr>
            <a:xfrm>
              <a:off x="7779093" y="8962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19" name="pt25819"/>
            <p:cNvSpPr/>
            <p:nvPr/>
          </p:nvSpPr>
          <p:spPr>
            <a:xfrm>
              <a:off x="8456287" y="96430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20" name="pl25820"/>
            <p:cNvSpPr/>
            <p:nvPr/>
          </p:nvSpPr>
          <p:spPr>
            <a:xfrm>
              <a:off x="8164745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1" name="pl25821"/>
            <p:cNvSpPr/>
            <p:nvPr/>
          </p:nvSpPr>
          <p:spPr>
            <a:xfrm>
              <a:off x="8164745" y="9678248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2" name="pl25822"/>
            <p:cNvSpPr/>
            <p:nvPr/>
          </p:nvSpPr>
          <p:spPr>
            <a:xfrm>
              <a:off x="8149247" y="9715665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3" name="pl25823"/>
            <p:cNvSpPr/>
            <p:nvPr/>
          </p:nvSpPr>
          <p:spPr>
            <a:xfrm>
              <a:off x="8202163" y="9662749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4" name="pl25824"/>
            <p:cNvSpPr/>
            <p:nvPr/>
          </p:nvSpPr>
          <p:spPr>
            <a:xfrm>
              <a:off x="8147209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5" name="pl25825"/>
            <p:cNvSpPr/>
            <p:nvPr/>
          </p:nvSpPr>
          <p:spPr>
            <a:xfrm>
              <a:off x="8147209" y="962507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6" name="pl25826"/>
            <p:cNvSpPr/>
            <p:nvPr/>
          </p:nvSpPr>
          <p:spPr>
            <a:xfrm>
              <a:off x="8129480" y="9667875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7" name="pl25827"/>
            <p:cNvSpPr/>
            <p:nvPr/>
          </p:nvSpPr>
          <p:spPr>
            <a:xfrm>
              <a:off x="8190011" y="9607343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28" name="pt25828"/>
            <p:cNvSpPr/>
            <p:nvPr/>
          </p:nvSpPr>
          <p:spPr>
            <a:xfrm>
              <a:off x="8148891" y="96857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29" name="pt25829"/>
            <p:cNvSpPr/>
            <p:nvPr/>
          </p:nvSpPr>
          <p:spPr>
            <a:xfrm>
              <a:off x="8084230" y="974152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30" name="pl25830"/>
            <p:cNvSpPr/>
            <p:nvPr/>
          </p:nvSpPr>
          <p:spPr>
            <a:xfrm>
              <a:off x="8089006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1" name="pl25831"/>
            <p:cNvSpPr/>
            <p:nvPr/>
          </p:nvSpPr>
          <p:spPr>
            <a:xfrm>
              <a:off x="8089006" y="9517845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2" name="pl25832"/>
            <p:cNvSpPr/>
            <p:nvPr/>
          </p:nvSpPr>
          <p:spPr>
            <a:xfrm>
              <a:off x="8073507" y="9555262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3" name="pl25833"/>
            <p:cNvSpPr/>
            <p:nvPr/>
          </p:nvSpPr>
          <p:spPr>
            <a:xfrm>
              <a:off x="8126423" y="9502346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4" name="pt25834"/>
            <p:cNvSpPr/>
            <p:nvPr/>
          </p:nvSpPr>
          <p:spPr>
            <a:xfrm>
              <a:off x="8139351" y="9577527"/>
              <a:ext cx="48833" cy="48833"/>
            </a:xfrm>
            <a:prstGeom prst="ellipse">
              <a:avLst/>
            </a:prstGeom>
            <a:solidFill>
              <a:srgbClr val="A6761D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35" name="pl25835"/>
            <p:cNvSpPr/>
            <p:nvPr/>
          </p:nvSpPr>
          <p:spPr>
            <a:xfrm>
              <a:off x="8234987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6" name="pl25836"/>
            <p:cNvSpPr/>
            <p:nvPr/>
          </p:nvSpPr>
          <p:spPr>
            <a:xfrm>
              <a:off x="8234987" y="97718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7" name="pl25837"/>
            <p:cNvSpPr/>
            <p:nvPr/>
          </p:nvSpPr>
          <p:spPr>
            <a:xfrm>
              <a:off x="8224873" y="97962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8" name="pl25838"/>
            <p:cNvSpPr/>
            <p:nvPr/>
          </p:nvSpPr>
          <p:spPr>
            <a:xfrm>
              <a:off x="8259403" y="976172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39" name="pl25839"/>
            <p:cNvSpPr/>
            <p:nvPr/>
          </p:nvSpPr>
          <p:spPr>
            <a:xfrm>
              <a:off x="8150741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140761"/>
                  </a:moveTo>
                  <a:lnTo>
                    <a:pt x="140761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0" name="pl25840"/>
            <p:cNvSpPr/>
            <p:nvPr/>
          </p:nvSpPr>
          <p:spPr>
            <a:xfrm>
              <a:off x="8150741" y="9655696"/>
              <a:ext cx="140761" cy="140761"/>
            </a:xfrm>
            <a:custGeom>
              <a:avLst/>
              <a:gdLst/>
              <a:ahLst/>
              <a:cxnLst/>
              <a:rect l="0" t="0" r="0" b="0"/>
              <a:pathLst>
                <a:path w="140761" h="140761">
                  <a:moveTo>
                    <a:pt x="0" y="0"/>
                  </a:moveTo>
                  <a:lnTo>
                    <a:pt x="140761" y="140761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1" name="pl25841"/>
            <p:cNvSpPr/>
            <p:nvPr/>
          </p:nvSpPr>
          <p:spPr>
            <a:xfrm>
              <a:off x="8121589" y="9726076"/>
              <a:ext cx="199066" cy="0"/>
            </a:xfrm>
            <a:custGeom>
              <a:avLst/>
              <a:gdLst/>
              <a:ahLst/>
              <a:cxnLst/>
              <a:rect l="0" t="0" r="0" b="0"/>
              <a:pathLst>
                <a:path w="199066">
                  <a:moveTo>
                    <a:pt x="0" y="0"/>
                  </a:moveTo>
                  <a:lnTo>
                    <a:pt x="199066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2" name="pl25842"/>
            <p:cNvSpPr/>
            <p:nvPr/>
          </p:nvSpPr>
          <p:spPr>
            <a:xfrm>
              <a:off x="8221122" y="9626543"/>
              <a:ext cx="0" cy="199066"/>
            </a:xfrm>
            <a:custGeom>
              <a:avLst/>
              <a:gdLst/>
              <a:ahLst/>
              <a:cxnLst/>
              <a:rect l="0" t="0" r="0" b="0"/>
              <a:pathLst>
                <a:path h="199066">
                  <a:moveTo>
                    <a:pt x="0" y="1990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3" name="pl25843"/>
            <p:cNvSpPr/>
            <p:nvPr/>
          </p:nvSpPr>
          <p:spPr>
            <a:xfrm>
              <a:off x="8482013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4" name="pl25844"/>
            <p:cNvSpPr/>
            <p:nvPr/>
          </p:nvSpPr>
          <p:spPr>
            <a:xfrm>
              <a:off x="8482013" y="9497194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5" name="pl25845"/>
            <p:cNvSpPr/>
            <p:nvPr/>
          </p:nvSpPr>
          <p:spPr>
            <a:xfrm>
              <a:off x="8464284" y="9539996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6" name="pl25846"/>
            <p:cNvSpPr/>
            <p:nvPr/>
          </p:nvSpPr>
          <p:spPr>
            <a:xfrm>
              <a:off x="8524816" y="9479464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7" name="pl25847"/>
            <p:cNvSpPr/>
            <p:nvPr/>
          </p:nvSpPr>
          <p:spPr>
            <a:xfrm>
              <a:off x="7398997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8" name="pl25848"/>
            <p:cNvSpPr/>
            <p:nvPr/>
          </p:nvSpPr>
          <p:spPr>
            <a:xfrm>
              <a:off x="7398997" y="97000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49" name="pl25849"/>
            <p:cNvSpPr/>
            <p:nvPr/>
          </p:nvSpPr>
          <p:spPr>
            <a:xfrm>
              <a:off x="7388883" y="972450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0" name="pl25850"/>
            <p:cNvSpPr/>
            <p:nvPr/>
          </p:nvSpPr>
          <p:spPr>
            <a:xfrm>
              <a:off x="7423414" y="96899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1" name="pt25851"/>
            <p:cNvSpPr/>
            <p:nvPr/>
          </p:nvSpPr>
          <p:spPr>
            <a:xfrm>
              <a:off x="8324979" y="927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52" name="pl25852"/>
            <p:cNvSpPr/>
            <p:nvPr/>
          </p:nvSpPr>
          <p:spPr>
            <a:xfrm>
              <a:off x="7930537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3" name="pl25853"/>
            <p:cNvSpPr/>
            <p:nvPr/>
          </p:nvSpPr>
          <p:spPr>
            <a:xfrm>
              <a:off x="7930537" y="957100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4" name="pl25854"/>
            <p:cNvSpPr/>
            <p:nvPr/>
          </p:nvSpPr>
          <p:spPr>
            <a:xfrm>
              <a:off x="7916616" y="9604615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5" name="pl25855"/>
            <p:cNvSpPr/>
            <p:nvPr/>
          </p:nvSpPr>
          <p:spPr>
            <a:xfrm>
              <a:off x="7964147" y="955708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6" name="pl25856"/>
            <p:cNvSpPr/>
            <p:nvPr/>
          </p:nvSpPr>
          <p:spPr>
            <a:xfrm>
              <a:off x="8226849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7" name="pl25857"/>
            <p:cNvSpPr/>
            <p:nvPr/>
          </p:nvSpPr>
          <p:spPr>
            <a:xfrm>
              <a:off x="8226849" y="988442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8" name="pl25858"/>
            <p:cNvSpPr/>
            <p:nvPr/>
          </p:nvSpPr>
          <p:spPr>
            <a:xfrm>
              <a:off x="8212927" y="991803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59" name="pl25859"/>
            <p:cNvSpPr/>
            <p:nvPr/>
          </p:nvSpPr>
          <p:spPr>
            <a:xfrm>
              <a:off x="8260458" y="987050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0" name="pt25860"/>
            <p:cNvSpPr/>
            <p:nvPr/>
          </p:nvSpPr>
          <p:spPr>
            <a:xfrm>
              <a:off x="8123143" y="972708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61" name="pl25861"/>
            <p:cNvSpPr/>
            <p:nvPr/>
          </p:nvSpPr>
          <p:spPr>
            <a:xfrm>
              <a:off x="8139008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2" name="pl25862"/>
            <p:cNvSpPr/>
            <p:nvPr/>
          </p:nvSpPr>
          <p:spPr>
            <a:xfrm>
              <a:off x="8139008" y="957365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3" name="pl25863"/>
            <p:cNvSpPr/>
            <p:nvPr/>
          </p:nvSpPr>
          <p:spPr>
            <a:xfrm>
              <a:off x="8128894" y="959807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4" name="pl25864"/>
            <p:cNvSpPr/>
            <p:nvPr/>
          </p:nvSpPr>
          <p:spPr>
            <a:xfrm>
              <a:off x="8163425" y="956354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5" name="pt25865"/>
            <p:cNvSpPr/>
            <p:nvPr/>
          </p:nvSpPr>
          <p:spPr>
            <a:xfrm>
              <a:off x="8236811" y="9877801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66" name="pt25866"/>
            <p:cNvSpPr/>
            <p:nvPr/>
          </p:nvSpPr>
          <p:spPr>
            <a:xfrm>
              <a:off x="8437785" y="960683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67" name="pt25867"/>
            <p:cNvSpPr/>
            <p:nvPr/>
          </p:nvSpPr>
          <p:spPr>
            <a:xfrm>
              <a:off x="8319884" y="9709231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68" name="pl25868"/>
            <p:cNvSpPr/>
            <p:nvPr/>
          </p:nvSpPr>
          <p:spPr>
            <a:xfrm>
              <a:off x="8268402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69" name="pl25869"/>
            <p:cNvSpPr/>
            <p:nvPr/>
          </p:nvSpPr>
          <p:spPr>
            <a:xfrm>
              <a:off x="8268402" y="965474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0" name="pl25870"/>
            <p:cNvSpPr/>
            <p:nvPr/>
          </p:nvSpPr>
          <p:spPr>
            <a:xfrm>
              <a:off x="8254481" y="9688357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1" name="pl25871"/>
            <p:cNvSpPr/>
            <p:nvPr/>
          </p:nvSpPr>
          <p:spPr>
            <a:xfrm>
              <a:off x="8302012" y="9640826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2" name="pl25872"/>
            <p:cNvSpPr/>
            <p:nvPr/>
          </p:nvSpPr>
          <p:spPr>
            <a:xfrm>
              <a:off x="8147296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120040"/>
                  </a:moveTo>
                  <a:lnTo>
                    <a:pt x="120040" y="0"/>
                  </a:lnTo>
                </a:path>
              </a:pathLst>
            </a:custGeom>
            <a:ln w="8181" cap="rnd">
              <a:solidFill>
                <a:srgbClr val="E7298A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3" name="pl25873"/>
            <p:cNvSpPr/>
            <p:nvPr/>
          </p:nvSpPr>
          <p:spPr>
            <a:xfrm>
              <a:off x="8147296" y="9635335"/>
              <a:ext cx="120040" cy="120040"/>
            </a:xfrm>
            <a:custGeom>
              <a:avLst/>
              <a:gdLst/>
              <a:ahLst/>
              <a:cxnLst/>
              <a:rect l="0" t="0" r="0" b="0"/>
              <a:pathLst>
                <a:path w="120040" h="120040">
                  <a:moveTo>
                    <a:pt x="0" y="0"/>
                  </a:moveTo>
                  <a:lnTo>
                    <a:pt x="120040" y="120040"/>
                  </a:lnTo>
                </a:path>
              </a:pathLst>
            </a:custGeom>
            <a:ln w="8181" cap="rnd">
              <a:solidFill>
                <a:srgbClr val="E7298A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4" name="pl25874"/>
            <p:cNvSpPr/>
            <p:nvPr/>
          </p:nvSpPr>
          <p:spPr>
            <a:xfrm>
              <a:off x="8122435" y="9695356"/>
              <a:ext cx="169762" cy="0"/>
            </a:xfrm>
            <a:custGeom>
              <a:avLst/>
              <a:gdLst/>
              <a:ahLst/>
              <a:cxnLst/>
              <a:rect l="0" t="0" r="0" b="0"/>
              <a:pathLst>
                <a:path w="169762">
                  <a:moveTo>
                    <a:pt x="0" y="0"/>
                  </a:moveTo>
                  <a:lnTo>
                    <a:pt x="169762" y="0"/>
                  </a:lnTo>
                </a:path>
              </a:pathLst>
            </a:custGeom>
            <a:ln w="8181" cap="rnd">
              <a:solidFill>
                <a:srgbClr val="E7298A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5" name="pl25875"/>
            <p:cNvSpPr/>
            <p:nvPr/>
          </p:nvSpPr>
          <p:spPr>
            <a:xfrm>
              <a:off x="8207316" y="9610474"/>
              <a:ext cx="0" cy="169762"/>
            </a:xfrm>
            <a:custGeom>
              <a:avLst/>
              <a:gdLst/>
              <a:ahLst/>
              <a:cxnLst/>
              <a:rect l="0" t="0" r="0" b="0"/>
              <a:pathLst>
                <a:path h="169762">
                  <a:moveTo>
                    <a:pt x="0" y="1697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6" name="pl25876"/>
            <p:cNvSpPr/>
            <p:nvPr/>
          </p:nvSpPr>
          <p:spPr>
            <a:xfrm>
              <a:off x="8235297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7" name="pl25877"/>
            <p:cNvSpPr/>
            <p:nvPr/>
          </p:nvSpPr>
          <p:spPr>
            <a:xfrm>
              <a:off x="8235297" y="96351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8" name="pl25878"/>
            <p:cNvSpPr/>
            <p:nvPr/>
          </p:nvSpPr>
          <p:spPr>
            <a:xfrm>
              <a:off x="8225183" y="96595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79" name="pl25879"/>
            <p:cNvSpPr/>
            <p:nvPr/>
          </p:nvSpPr>
          <p:spPr>
            <a:xfrm>
              <a:off x="8259714" y="96250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0" name="pg25880"/>
            <p:cNvSpPr/>
            <p:nvPr/>
          </p:nvSpPr>
          <p:spPr>
            <a:xfrm>
              <a:off x="9008971" y="990389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81" name="pl25881"/>
            <p:cNvSpPr/>
            <p:nvPr/>
          </p:nvSpPr>
          <p:spPr>
            <a:xfrm>
              <a:off x="7696399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2" name="pl25882"/>
            <p:cNvSpPr/>
            <p:nvPr/>
          </p:nvSpPr>
          <p:spPr>
            <a:xfrm>
              <a:off x="7696399" y="89390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3" name="pl25883"/>
            <p:cNvSpPr/>
            <p:nvPr/>
          </p:nvSpPr>
          <p:spPr>
            <a:xfrm>
              <a:off x="7686285" y="896350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4" name="pl25884"/>
            <p:cNvSpPr/>
            <p:nvPr/>
          </p:nvSpPr>
          <p:spPr>
            <a:xfrm>
              <a:off x="7720816" y="89289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5" name="pl25885"/>
            <p:cNvSpPr/>
            <p:nvPr/>
          </p:nvSpPr>
          <p:spPr>
            <a:xfrm>
              <a:off x="8234375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124639"/>
                  </a:moveTo>
                  <a:lnTo>
                    <a:pt x="12463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6" name="pl25886"/>
            <p:cNvSpPr/>
            <p:nvPr/>
          </p:nvSpPr>
          <p:spPr>
            <a:xfrm>
              <a:off x="8234375" y="9398357"/>
              <a:ext cx="124639" cy="124639"/>
            </a:xfrm>
            <a:custGeom>
              <a:avLst/>
              <a:gdLst/>
              <a:ahLst/>
              <a:cxnLst/>
              <a:rect l="0" t="0" r="0" b="0"/>
              <a:pathLst>
                <a:path w="124639" h="124639">
                  <a:moveTo>
                    <a:pt x="0" y="0"/>
                  </a:moveTo>
                  <a:lnTo>
                    <a:pt x="124639" y="12463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7" name="pl25887"/>
            <p:cNvSpPr/>
            <p:nvPr/>
          </p:nvSpPr>
          <p:spPr>
            <a:xfrm>
              <a:off x="8208562" y="9460676"/>
              <a:ext cx="176266" cy="0"/>
            </a:xfrm>
            <a:custGeom>
              <a:avLst/>
              <a:gdLst/>
              <a:ahLst/>
              <a:cxnLst/>
              <a:rect l="0" t="0" r="0" b="0"/>
              <a:pathLst>
                <a:path w="176266">
                  <a:moveTo>
                    <a:pt x="0" y="0"/>
                  </a:moveTo>
                  <a:lnTo>
                    <a:pt x="17626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8" name="pl25888"/>
            <p:cNvSpPr/>
            <p:nvPr/>
          </p:nvSpPr>
          <p:spPr>
            <a:xfrm>
              <a:off x="8296695" y="9372543"/>
              <a:ext cx="0" cy="176266"/>
            </a:xfrm>
            <a:custGeom>
              <a:avLst/>
              <a:gdLst/>
              <a:ahLst/>
              <a:cxnLst/>
              <a:rect l="0" t="0" r="0" b="0"/>
              <a:pathLst>
                <a:path h="176266">
                  <a:moveTo>
                    <a:pt x="0" y="17626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89" name="pg25889"/>
            <p:cNvSpPr/>
            <p:nvPr/>
          </p:nvSpPr>
          <p:spPr>
            <a:xfrm>
              <a:off x="8083824" y="10321498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90" name="pl25890"/>
            <p:cNvSpPr/>
            <p:nvPr/>
          </p:nvSpPr>
          <p:spPr>
            <a:xfrm>
              <a:off x="8121203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1" name="pl25891"/>
            <p:cNvSpPr/>
            <p:nvPr/>
          </p:nvSpPr>
          <p:spPr>
            <a:xfrm>
              <a:off x="8121203" y="9574436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2" name="pl25892"/>
            <p:cNvSpPr/>
            <p:nvPr/>
          </p:nvSpPr>
          <p:spPr>
            <a:xfrm>
              <a:off x="8099666" y="9626431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3" name="pl25893"/>
            <p:cNvSpPr/>
            <p:nvPr/>
          </p:nvSpPr>
          <p:spPr>
            <a:xfrm>
              <a:off x="8173198" y="9552899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4" name="pt25894"/>
            <p:cNvSpPr/>
            <p:nvPr/>
          </p:nvSpPr>
          <p:spPr>
            <a:xfrm>
              <a:off x="8204769" y="9703878"/>
              <a:ext cx="67219" cy="67219"/>
            </a:xfrm>
            <a:prstGeom prst="ellipse">
              <a:avLst/>
            </a:prstGeom>
            <a:solidFill>
              <a:srgbClr val="D95F02">
                <a:alpha val="3137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895" name="pl25895"/>
            <p:cNvSpPr/>
            <p:nvPr/>
          </p:nvSpPr>
          <p:spPr>
            <a:xfrm>
              <a:off x="8167304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0"/>
                  </a:lnTo>
                </a:path>
              </a:pathLst>
            </a:custGeom>
            <a:ln w="8181" cap="rnd">
              <a:solidFill>
                <a:srgbClr val="A6761D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6" name="pl25896"/>
            <p:cNvSpPr/>
            <p:nvPr/>
          </p:nvSpPr>
          <p:spPr>
            <a:xfrm>
              <a:off x="8167304" y="9633968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0"/>
                  </a:moveTo>
                  <a:lnTo>
                    <a:pt x="97477" y="97477"/>
                  </a:lnTo>
                </a:path>
              </a:pathLst>
            </a:custGeom>
            <a:ln w="8181" cap="rnd">
              <a:solidFill>
                <a:srgbClr val="A6761D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7" name="pl25897"/>
            <p:cNvSpPr/>
            <p:nvPr/>
          </p:nvSpPr>
          <p:spPr>
            <a:xfrm>
              <a:off x="8147116" y="9682706"/>
              <a:ext cx="137853" cy="0"/>
            </a:xfrm>
            <a:custGeom>
              <a:avLst/>
              <a:gdLst/>
              <a:ahLst/>
              <a:cxnLst/>
              <a:rect l="0" t="0" r="0" b="0"/>
              <a:pathLst>
                <a:path w="137853">
                  <a:moveTo>
                    <a:pt x="0" y="0"/>
                  </a:moveTo>
                  <a:lnTo>
                    <a:pt x="137853" y="0"/>
                  </a:lnTo>
                </a:path>
              </a:pathLst>
            </a:custGeom>
            <a:ln w="8181" cap="rnd">
              <a:solidFill>
                <a:srgbClr val="A6761D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8" name="pl25898"/>
            <p:cNvSpPr/>
            <p:nvPr/>
          </p:nvSpPr>
          <p:spPr>
            <a:xfrm>
              <a:off x="8216043" y="9613780"/>
              <a:ext cx="0" cy="137853"/>
            </a:xfrm>
            <a:custGeom>
              <a:avLst/>
              <a:gdLst/>
              <a:ahLst/>
              <a:cxnLst/>
              <a:rect l="0" t="0" r="0" b="0"/>
              <a:pathLst>
                <a:path h="137853">
                  <a:moveTo>
                    <a:pt x="0" y="13785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3725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899" name="pt25899"/>
            <p:cNvSpPr/>
            <p:nvPr/>
          </p:nvSpPr>
          <p:spPr>
            <a:xfrm>
              <a:off x="8388364" y="977751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00" name="pt25900"/>
            <p:cNvSpPr/>
            <p:nvPr/>
          </p:nvSpPr>
          <p:spPr>
            <a:xfrm>
              <a:off x="9048550" y="97674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01" name="pt25901"/>
            <p:cNvSpPr/>
            <p:nvPr/>
          </p:nvSpPr>
          <p:spPr>
            <a:xfrm>
              <a:off x="8423056" y="929328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02" name="pl25902"/>
            <p:cNvSpPr/>
            <p:nvPr/>
          </p:nvSpPr>
          <p:spPr>
            <a:xfrm>
              <a:off x="8363481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3" name="pl25903"/>
            <p:cNvSpPr/>
            <p:nvPr/>
          </p:nvSpPr>
          <p:spPr>
            <a:xfrm>
              <a:off x="8363481" y="91891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4" name="pl25904"/>
            <p:cNvSpPr/>
            <p:nvPr/>
          </p:nvSpPr>
          <p:spPr>
            <a:xfrm>
              <a:off x="8349560" y="9222783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5" name="pl25905"/>
            <p:cNvSpPr/>
            <p:nvPr/>
          </p:nvSpPr>
          <p:spPr>
            <a:xfrm>
              <a:off x="8397091" y="917525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6" name="pt25906"/>
            <p:cNvSpPr/>
            <p:nvPr/>
          </p:nvSpPr>
          <p:spPr>
            <a:xfrm>
              <a:off x="8689275" y="103072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07" name="pl25907"/>
            <p:cNvSpPr/>
            <p:nvPr/>
          </p:nvSpPr>
          <p:spPr>
            <a:xfrm>
              <a:off x="8362104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8" name="pl25908"/>
            <p:cNvSpPr/>
            <p:nvPr/>
          </p:nvSpPr>
          <p:spPr>
            <a:xfrm>
              <a:off x="8362104" y="1044489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09" name="pl25909"/>
            <p:cNvSpPr/>
            <p:nvPr/>
          </p:nvSpPr>
          <p:spPr>
            <a:xfrm>
              <a:off x="8348183" y="10478501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0" name="pl25910"/>
            <p:cNvSpPr/>
            <p:nvPr/>
          </p:nvSpPr>
          <p:spPr>
            <a:xfrm>
              <a:off x="8395714" y="10430970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1" name="pl25911"/>
            <p:cNvSpPr/>
            <p:nvPr/>
          </p:nvSpPr>
          <p:spPr>
            <a:xfrm>
              <a:off x="8133543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2" name="pl25912"/>
            <p:cNvSpPr/>
            <p:nvPr/>
          </p:nvSpPr>
          <p:spPr>
            <a:xfrm>
              <a:off x="8133543" y="9585011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3" name="pl25913"/>
            <p:cNvSpPr/>
            <p:nvPr/>
          </p:nvSpPr>
          <p:spPr>
            <a:xfrm>
              <a:off x="8119621" y="9618620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4" name="pl25914"/>
            <p:cNvSpPr/>
            <p:nvPr/>
          </p:nvSpPr>
          <p:spPr>
            <a:xfrm>
              <a:off x="8167152" y="9571089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5" name="pt25915"/>
            <p:cNvSpPr/>
            <p:nvPr/>
          </p:nvSpPr>
          <p:spPr>
            <a:xfrm>
              <a:off x="8182392" y="9677122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16" name="pl25916"/>
            <p:cNvSpPr/>
            <p:nvPr/>
          </p:nvSpPr>
          <p:spPr>
            <a:xfrm>
              <a:off x="7433456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7" name="pl25917"/>
            <p:cNvSpPr/>
            <p:nvPr/>
          </p:nvSpPr>
          <p:spPr>
            <a:xfrm>
              <a:off x="7433456" y="988119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0"/>
                  </a:moveTo>
                  <a:lnTo>
                    <a:pt x="80678" y="80678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8" name="pl25918"/>
            <p:cNvSpPr/>
            <p:nvPr/>
          </p:nvSpPr>
          <p:spPr>
            <a:xfrm>
              <a:off x="7416747" y="9921538"/>
              <a:ext cx="114096" cy="0"/>
            </a:xfrm>
            <a:custGeom>
              <a:avLst/>
              <a:gdLst/>
              <a:ahLst/>
              <a:cxnLst/>
              <a:rect l="0" t="0" r="0" b="0"/>
              <a:pathLst>
                <a:path w="114096">
                  <a:moveTo>
                    <a:pt x="0" y="0"/>
                  </a:moveTo>
                  <a:lnTo>
                    <a:pt x="114096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19" name="pl25919"/>
            <p:cNvSpPr/>
            <p:nvPr/>
          </p:nvSpPr>
          <p:spPr>
            <a:xfrm>
              <a:off x="7473795" y="9864490"/>
              <a:ext cx="0" cy="114096"/>
            </a:xfrm>
            <a:custGeom>
              <a:avLst/>
              <a:gdLst/>
              <a:ahLst/>
              <a:cxnLst/>
              <a:rect l="0" t="0" r="0" b="0"/>
              <a:pathLst>
                <a:path h="114096">
                  <a:moveTo>
                    <a:pt x="0" y="1140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0" name="pl25920"/>
            <p:cNvSpPr/>
            <p:nvPr/>
          </p:nvSpPr>
          <p:spPr>
            <a:xfrm>
              <a:off x="8148751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103990"/>
                  </a:moveTo>
                  <a:lnTo>
                    <a:pt x="10399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1" name="pl25921"/>
            <p:cNvSpPr/>
            <p:nvPr/>
          </p:nvSpPr>
          <p:spPr>
            <a:xfrm>
              <a:off x="8148751" y="9790834"/>
              <a:ext cx="103990" cy="103990"/>
            </a:xfrm>
            <a:custGeom>
              <a:avLst/>
              <a:gdLst/>
              <a:ahLst/>
              <a:cxnLst/>
              <a:rect l="0" t="0" r="0" b="0"/>
              <a:pathLst>
                <a:path w="103990" h="103990">
                  <a:moveTo>
                    <a:pt x="0" y="0"/>
                  </a:moveTo>
                  <a:lnTo>
                    <a:pt x="103990" y="10399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2" name="pl25922"/>
            <p:cNvSpPr/>
            <p:nvPr/>
          </p:nvSpPr>
          <p:spPr>
            <a:xfrm>
              <a:off x="8127214" y="9842830"/>
              <a:ext cx="147064" cy="0"/>
            </a:xfrm>
            <a:custGeom>
              <a:avLst/>
              <a:gdLst/>
              <a:ahLst/>
              <a:cxnLst/>
              <a:rect l="0" t="0" r="0" b="0"/>
              <a:pathLst>
                <a:path w="147064">
                  <a:moveTo>
                    <a:pt x="0" y="0"/>
                  </a:moveTo>
                  <a:lnTo>
                    <a:pt x="14706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3" name="pl25923"/>
            <p:cNvSpPr/>
            <p:nvPr/>
          </p:nvSpPr>
          <p:spPr>
            <a:xfrm>
              <a:off x="8200746" y="9769297"/>
              <a:ext cx="0" cy="147064"/>
            </a:xfrm>
            <a:custGeom>
              <a:avLst/>
              <a:gdLst/>
              <a:ahLst/>
              <a:cxnLst/>
              <a:rect l="0" t="0" r="0" b="0"/>
              <a:pathLst>
                <a:path h="147064">
                  <a:moveTo>
                    <a:pt x="0" y="147064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4" name="pt25924"/>
            <p:cNvSpPr/>
            <p:nvPr/>
          </p:nvSpPr>
          <p:spPr>
            <a:xfrm>
              <a:off x="8214346" y="9615222"/>
              <a:ext cx="109811" cy="109811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25" name="pt25925"/>
            <p:cNvSpPr/>
            <p:nvPr/>
          </p:nvSpPr>
          <p:spPr>
            <a:xfrm>
              <a:off x="8136691" y="957629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26" name="pt25926"/>
            <p:cNvSpPr/>
            <p:nvPr/>
          </p:nvSpPr>
          <p:spPr>
            <a:xfrm>
              <a:off x="8352445" y="9715752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27" name="pg25927"/>
            <p:cNvSpPr/>
            <p:nvPr/>
          </p:nvSpPr>
          <p:spPr>
            <a:xfrm>
              <a:off x="8304023" y="927715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28" name="pl25928"/>
            <p:cNvSpPr/>
            <p:nvPr/>
          </p:nvSpPr>
          <p:spPr>
            <a:xfrm>
              <a:off x="7485446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29" name="pl25929"/>
            <p:cNvSpPr/>
            <p:nvPr/>
          </p:nvSpPr>
          <p:spPr>
            <a:xfrm>
              <a:off x="7485446" y="9948094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0" name="pl25930"/>
            <p:cNvSpPr/>
            <p:nvPr/>
          </p:nvSpPr>
          <p:spPr>
            <a:xfrm>
              <a:off x="7471524" y="9981704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1" name="pl25931"/>
            <p:cNvSpPr/>
            <p:nvPr/>
          </p:nvSpPr>
          <p:spPr>
            <a:xfrm>
              <a:off x="7519055" y="9934172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2" name="pt25932"/>
            <p:cNvSpPr/>
            <p:nvPr/>
          </p:nvSpPr>
          <p:spPr>
            <a:xfrm>
              <a:off x="8123333" y="9695627"/>
              <a:ext cx="109811" cy="109811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33" name="pt25933"/>
            <p:cNvSpPr/>
            <p:nvPr/>
          </p:nvSpPr>
          <p:spPr>
            <a:xfrm>
              <a:off x="8217794" y="9690019"/>
              <a:ext cx="48833" cy="48833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34" name="pg25934"/>
            <p:cNvSpPr/>
            <p:nvPr/>
          </p:nvSpPr>
          <p:spPr>
            <a:xfrm>
              <a:off x="8341838" y="91693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35" name="pt25935"/>
            <p:cNvSpPr/>
            <p:nvPr/>
          </p:nvSpPr>
          <p:spPr>
            <a:xfrm>
              <a:off x="8173561" y="9734826"/>
              <a:ext cx="48833" cy="48833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36" name="pt25936"/>
            <p:cNvSpPr/>
            <p:nvPr/>
          </p:nvSpPr>
          <p:spPr>
            <a:xfrm>
              <a:off x="8231186" y="977249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37" name="pl25937"/>
            <p:cNvSpPr/>
            <p:nvPr/>
          </p:nvSpPr>
          <p:spPr>
            <a:xfrm>
              <a:off x="8065124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8" name="pl25938"/>
            <p:cNvSpPr/>
            <p:nvPr/>
          </p:nvSpPr>
          <p:spPr>
            <a:xfrm>
              <a:off x="8065124" y="1047149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39" name="pl25939"/>
            <p:cNvSpPr/>
            <p:nvPr/>
          </p:nvSpPr>
          <p:spPr>
            <a:xfrm>
              <a:off x="8055010" y="104959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0" name="pl25940"/>
            <p:cNvSpPr/>
            <p:nvPr/>
          </p:nvSpPr>
          <p:spPr>
            <a:xfrm>
              <a:off x="8089540" y="1046137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41" name="pt25941"/>
            <p:cNvSpPr/>
            <p:nvPr/>
          </p:nvSpPr>
          <p:spPr>
            <a:xfrm>
              <a:off x="8114389" y="9618242"/>
              <a:ext cx="160668" cy="160668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2" name="pg25942"/>
            <p:cNvSpPr/>
            <p:nvPr/>
          </p:nvSpPr>
          <p:spPr>
            <a:xfrm>
              <a:off x="8299028" y="9453294"/>
              <a:ext cx="135069" cy="135069"/>
            </a:xfrm>
            <a:custGeom>
              <a:avLst/>
              <a:gdLst/>
              <a:ahLst/>
              <a:cxnLst/>
              <a:rect l="0" t="0" r="0" b="0"/>
              <a:pathLst>
                <a:path w="135069" h="135069">
                  <a:moveTo>
                    <a:pt x="0" y="67534"/>
                  </a:moveTo>
                  <a:lnTo>
                    <a:pt x="67534" y="0"/>
                  </a:lnTo>
                  <a:lnTo>
                    <a:pt x="135069" y="67534"/>
                  </a:lnTo>
                  <a:lnTo>
                    <a:pt x="67534" y="135069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3" name="pt25943"/>
            <p:cNvSpPr/>
            <p:nvPr/>
          </p:nvSpPr>
          <p:spPr>
            <a:xfrm>
              <a:off x="8086342" y="99746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4" name="pt25944"/>
            <p:cNvSpPr/>
            <p:nvPr/>
          </p:nvSpPr>
          <p:spPr>
            <a:xfrm>
              <a:off x="8109657" y="99518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5" name="pg25945"/>
            <p:cNvSpPr/>
            <p:nvPr/>
          </p:nvSpPr>
          <p:spPr>
            <a:xfrm>
              <a:off x="8364552" y="9677123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6" name="pt25946"/>
            <p:cNvSpPr/>
            <p:nvPr/>
          </p:nvSpPr>
          <p:spPr>
            <a:xfrm>
              <a:off x="8126214" y="958483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7" name="pt25947"/>
            <p:cNvSpPr/>
            <p:nvPr/>
          </p:nvSpPr>
          <p:spPr>
            <a:xfrm>
              <a:off x="8452745" y="94570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8" name="pt25948"/>
            <p:cNvSpPr/>
            <p:nvPr/>
          </p:nvSpPr>
          <p:spPr>
            <a:xfrm>
              <a:off x="8173061" y="9677154"/>
              <a:ext cx="80678" cy="80678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49" name="pt25949"/>
            <p:cNvSpPr/>
            <p:nvPr/>
          </p:nvSpPr>
          <p:spPr>
            <a:xfrm>
              <a:off x="8169677" y="9680428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0" name="pt25950"/>
            <p:cNvSpPr/>
            <p:nvPr/>
          </p:nvSpPr>
          <p:spPr>
            <a:xfrm>
              <a:off x="8163913" y="9879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1" name="pt25951"/>
            <p:cNvSpPr/>
            <p:nvPr/>
          </p:nvSpPr>
          <p:spPr>
            <a:xfrm>
              <a:off x="8346872" y="92293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2" name="pt25952"/>
            <p:cNvSpPr/>
            <p:nvPr/>
          </p:nvSpPr>
          <p:spPr>
            <a:xfrm>
              <a:off x="7536495" y="92935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3" name="pt25953"/>
            <p:cNvSpPr/>
            <p:nvPr/>
          </p:nvSpPr>
          <p:spPr>
            <a:xfrm>
              <a:off x="8099652" y="893264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4" name="pt25954"/>
            <p:cNvSpPr/>
            <p:nvPr/>
          </p:nvSpPr>
          <p:spPr>
            <a:xfrm>
              <a:off x="8922042" y="9136943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5" name="pt25955"/>
            <p:cNvSpPr/>
            <p:nvPr/>
          </p:nvSpPr>
          <p:spPr>
            <a:xfrm>
              <a:off x="8140934" y="94748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6" name="pt25956"/>
            <p:cNvSpPr/>
            <p:nvPr/>
          </p:nvSpPr>
          <p:spPr>
            <a:xfrm>
              <a:off x="8326928" y="9699784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7" name="pt25957"/>
            <p:cNvSpPr/>
            <p:nvPr/>
          </p:nvSpPr>
          <p:spPr>
            <a:xfrm>
              <a:off x="7741322" y="905725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8" name="pt25958"/>
            <p:cNvSpPr/>
            <p:nvPr/>
          </p:nvSpPr>
          <p:spPr>
            <a:xfrm>
              <a:off x="8157231" y="94819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59" name="pt25959"/>
            <p:cNvSpPr/>
            <p:nvPr/>
          </p:nvSpPr>
          <p:spPr>
            <a:xfrm>
              <a:off x="8099005" y="9526775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0" name="pl25960"/>
            <p:cNvSpPr/>
            <p:nvPr/>
          </p:nvSpPr>
          <p:spPr>
            <a:xfrm>
              <a:off x="8099005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1" name="pl25961"/>
            <p:cNvSpPr/>
            <p:nvPr/>
          </p:nvSpPr>
          <p:spPr>
            <a:xfrm>
              <a:off x="8099005" y="95267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62" name="pg25962"/>
            <p:cNvSpPr/>
            <p:nvPr/>
          </p:nvSpPr>
          <p:spPr>
            <a:xfrm>
              <a:off x="7952835" y="968930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3" name="pt25963"/>
            <p:cNvSpPr/>
            <p:nvPr/>
          </p:nvSpPr>
          <p:spPr>
            <a:xfrm>
              <a:off x="7752497" y="90732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4" name="pt25964"/>
            <p:cNvSpPr/>
            <p:nvPr/>
          </p:nvSpPr>
          <p:spPr>
            <a:xfrm>
              <a:off x="8308526" y="96297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5" name="pt25965"/>
            <p:cNvSpPr/>
            <p:nvPr/>
          </p:nvSpPr>
          <p:spPr>
            <a:xfrm>
              <a:off x="8236186" y="9742620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6" name="pt25966"/>
            <p:cNvSpPr/>
            <p:nvPr/>
          </p:nvSpPr>
          <p:spPr>
            <a:xfrm>
              <a:off x="8509435" y="10414991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7" name="pt25967"/>
            <p:cNvSpPr/>
            <p:nvPr/>
          </p:nvSpPr>
          <p:spPr>
            <a:xfrm>
              <a:off x="8146716" y="9678529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8" name="pt25968"/>
            <p:cNvSpPr/>
            <p:nvPr/>
          </p:nvSpPr>
          <p:spPr>
            <a:xfrm>
              <a:off x="8205752" y="9814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69" name="pt25969"/>
            <p:cNvSpPr/>
            <p:nvPr/>
          </p:nvSpPr>
          <p:spPr>
            <a:xfrm>
              <a:off x="9065931" y="95893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0" name="pt25970"/>
            <p:cNvSpPr/>
            <p:nvPr/>
          </p:nvSpPr>
          <p:spPr>
            <a:xfrm>
              <a:off x="8209190" y="930722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1" name="pt25971"/>
            <p:cNvSpPr/>
            <p:nvPr/>
          </p:nvSpPr>
          <p:spPr>
            <a:xfrm>
              <a:off x="8253586" y="934612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2" name="pt25972"/>
            <p:cNvSpPr/>
            <p:nvPr/>
          </p:nvSpPr>
          <p:spPr>
            <a:xfrm>
              <a:off x="8070922" y="104702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3" name="pt25973"/>
            <p:cNvSpPr/>
            <p:nvPr/>
          </p:nvSpPr>
          <p:spPr>
            <a:xfrm>
              <a:off x="8163879" y="971742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4" name="pt25974"/>
            <p:cNvSpPr/>
            <p:nvPr/>
          </p:nvSpPr>
          <p:spPr>
            <a:xfrm>
              <a:off x="8263162" y="93268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5" name="pt25975"/>
            <p:cNvSpPr/>
            <p:nvPr/>
          </p:nvSpPr>
          <p:spPr>
            <a:xfrm>
              <a:off x="7759407" y="900041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6" name="pt25976"/>
            <p:cNvSpPr/>
            <p:nvPr/>
          </p:nvSpPr>
          <p:spPr>
            <a:xfrm>
              <a:off x="8254695" y="93718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7" name="pt25977"/>
            <p:cNvSpPr/>
            <p:nvPr/>
          </p:nvSpPr>
          <p:spPr>
            <a:xfrm>
              <a:off x="9004215" y="92706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8" name="pt25978"/>
            <p:cNvSpPr/>
            <p:nvPr/>
          </p:nvSpPr>
          <p:spPr>
            <a:xfrm>
              <a:off x="8274448" y="965786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79" name="pg25979"/>
            <p:cNvSpPr/>
            <p:nvPr/>
          </p:nvSpPr>
          <p:spPr>
            <a:xfrm>
              <a:off x="8084013" y="9538010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0" name="pt25980"/>
            <p:cNvSpPr/>
            <p:nvPr/>
          </p:nvSpPr>
          <p:spPr>
            <a:xfrm>
              <a:off x="8430452" y="9472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1" name="pt25981"/>
            <p:cNvSpPr/>
            <p:nvPr/>
          </p:nvSpPr>
          <p:spPr>
            <a:xfrm>
              <a:off x="7444410" y="98936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2" name="pt25982"/>
            <p:cNvSpPr/>
            <p:nvPr/>
          </p:nvSpPr>
          <p:spPr>
            <a:xfrm>
              <a:off x="8258548" y="933830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3" name="pt25983"/>
            <p:cNvSpPr/>
            <p:nvPr/>
          </p:nvSpPr>
          <p:spPr>
            <a:xfrm>
              <a:off x="8224926" y="878803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4" name="pt25984"/>
            <p:cNvSpPr/>
            <p:nvPr/>
          </p:nvSpPr>
          <p:spPr>
            <a:xfrm>
              <a:off x="8320314" y="879058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5" name="pt25985"/>
            <p:cNvSpPr/>
            <p:nvPr/>
          </p:nvSpPr>
          <p:spPr>
            <a:xfrm>
              <a:off x="7512629" y="929170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86" name="pt25986"/>
            <p:cNvSpPr/>
            <p:nvPr/>
          </p:nvSpPr>
          <p:spPr>
            <a:xfrm>
              <a:off x="8757944" y="1005265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7" name="pl25987"/>
            <p:cNvSpPr/>
            <p:nvPr/>
          </p:nvSpPr>
          <p:spPr>
            <a:xfrm>
              <a:off x="8757944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8" name="pl25988"/>
            <p:cNvSpPr/>
            <p:nvPr/>
          </p:nvSpPr>
          <p:spPr>
            <a:xfrm>
              <a:off x="8757944" y="1005265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989" name="pt25989"/>
            <p:cNvSpPr/>
            <p:nvPr/>
          </p:nvSpPr>
          <p:spPr>
            <a:xfrm>
              <a:off x="8320477" y="947046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0" name="pt25990"/>
            <p:cNvSpPr/>
            <p:nvPr/>
          </p:nvSpPr>
          <p:spPr>
            <a:xfrm>
              <a:off x="8172282" y="9655631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1" name="pt25991"/>
            <p:cNvSpPr/>
            <p:nvPr/>
          </p:nvSpPr>
          <p:spPr>
            <a:xfrm>
              <a:off x="8213942" y="9700113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2" name="pt25992"/>
            <p:cNvSpPr/>
            <p:nvPr/>
          </p:nvSpPr>
          <p:spPr>
            <a:xfrm>
              <a:off x="8376521" y="91521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3" name="pt25993"/>
            <p:cNvSpPr/>
            <p:nvPr/>
          </p:nvSpPr>
          <p:spPr>
            <a:xfrm>
              <a:off x="8142070" y="100279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4" name="pt25994"/>
            <p:cNvSpPr/>
            <p:nvPr/>
          </p:nvSpPr>
          <p:spPr>
            <a:xfrm>
              <a:off x="8280454" y="973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5" name="pt25995"/>
            <p:cNvSpPr/>
            <p:nvPr/>
          </p:nvSpPr>
          <p:spPr>
            <a:xfrm>
              <a:off x="8259907" y="9712782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6" name="pt25996"/>
            <p:cNvSpPr/>
            <p:nvPr/>
          </p:nvSpPr>
          <p:spPr>
            <a:xfrm>
              <a:off x="8203741" y="973692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7" name="pt25997"/>
            <p:cNvSpPr/>
            <p:nvPr/>
          </p:nvSpPr>
          <p:spPr>
            <a:xfrm>
              <a:off x="8106127" y="9897008"/>
              <a:ext cx="89944" cy="8994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8" name="pt25998"/>
            <p:cNvSpPr/>
            <p:nvPr/>
          </p:nvSpPr>
          <p:spPr>
            <a:xfrm>
              <a:off x="8140462" y="9609728"/>
              <a:ext cx="67219" cy="67219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5999" name="pt25999"/>
            <p:cNvSpPr/>
            <p:nvPr/>
          </p:nvSpPr>
          <p:spPr>
            <a:xfrm>
              <a:off x="8205027" y="9698053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0" name="pt26000"/>
            <p:cNvSpPr/>
            <p:nvPr/>
          </p:nvSpPr>
          <p:spPr>
            <a:xfrm>
              <a:off x="8208329" y="98051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1" name="pt26001"/>
            <p:cNvSpPr/>
            <p:nvPr/>
          </p:nvSpPr>
          <p:spPr>
            <a:xfrm>
              <a:off x="8205202" y="979810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2" name="pt26002"/>
            <p:cNvSpPr/>
            <p:nvPr/>
          </p:nvSpPr>
          <p:spPr>
            <a:xfrm>
              <a:off x="8402982" y="94660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3" name="pt26003"/>
            <p:cNvSpPr/>
            <p:nvPr/>
          </p:nvSpPr>
          <p:spPr>
            <a:xfrm>
              <a:off x="8038553" y="9168499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4" name="pt26004"/>
            <p:cNvSpPr/>
            <p:nvPr/>
          </p:nvSpPr>
          <p:spPr>
            <a:xfrm>
              <a:off x="8541545" y="966402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5" name="pt26005"/>
            <p:cNvSpPr/>
            <p:nvPr/>
          </p:nvSpPr>
          <p:spPr>
            <a:xfrm>
              <a:off x="8238623" y="95072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6" name="pt26006"/>
            <p:cNvSpPr/>
            <p:nvPr/>
          </p:nvSpPr>
          <p:spPr>
            <a:xfrm>
              <a:off x="8227207" y="965579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7" name="pt26007"/>
            <p:cNvSpPr/>
            <p:nvPr/>
          </p:nvSpPr>
          <p:spPr>
            <a:xfrm>
              <a:off x="8190894" y="98403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8" name="pt26008"/>
            <p:cNvSpPr/>
            <p:nvPr/>
          </p:nvSpPr>
          <p:spPr>
            <a:xfrm>
              <a:off x="8177774" y="9784759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09" name="pt26009"/>
            <p:cNvSpPr/>
            <p:nvPr/>
          </p:nvSpPr>
          <p:spPr>
            <a:xfrm>
              <a:off x="8555394" y="94099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0" name="pt26010"/>
            <p:cNvSpPr/>
            <p:nvPr/>
          </p:nvSpPr>
          <p:spPr>
            <a:xfrm>
              <a:off x="8156289" y="9670094"/>
              <a:ext cx="74834" cy="74834"/>
            </a:xfrm>
            <a:prstGeom prst="ellipse">
              <a:avLst/>
            </a:prstGeom>
            <a:solidFill>
              <a:srgbClr val="7570B3">
                <a:alpha val="4039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1" name="pt26011"/>
            <p:cNvSpPr/>
            <p:nvPr/>
          </p:nvSpPr>
          <p:spPr>
            <a:xfrm>
              <a:off x="8252678" y="9641961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2" name="pt26012"/>
            <p:cNvSpPr/>
            <p:nvPr/>
          </p:nvSpPr>
          <p:spPr>
            <a:xfrm>
              <a:off x="8607448" y="93623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3" name="pt26013"/>
            <p:cNvSpPr/>
            <p:nvPr/>
          </p:nvSpPr>
          <p:spPr>
            <a:xfrm>
              <a:off x="8202260" y="9677430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4" name="pt26014"/>
            <p:cNvSpPr/>
            <p:nvPr/>
          </p:nvSpPr>
          <p:spPr>
            <a:xfrm>
              <a:off x="8312780" y="96237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5" name="pg26015"/>
            <p:cNvSpPr/>
            <p:nvPr/>
          </p:nvSpPr>
          <p:spPr>
            <a:xfrm>
              <a:off x="8989411" y="9923009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6" name="pt26016"/>
            <p:cNvSpPr/>
            <p:nvPr/>
          </p:nvSpPr>
          <p:spPr>
            <a:xfrm>
              <a:off x="8495426" y="8814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7" name="pt26017"/>
            <p:cNvSpPr/>
            <p:nvPr/>
          </p:nvSpPr>
          <p:spPr>
            <a:xfrm>
              <a:off x="7449408" y="983748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8" name="pt26018"/>
            <p:cNvSpPr/>
            <p:nvPr/>
          </p:nvSpPr>
          <p:spPr>
            <a:xfrm>
              <a:off x="8152991" y="966590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19" name="pt26019"/>
            <p:cNvSpPr/>
            <p:nvPr/>
          </p:nvSpPr>
          <p:spPr>
            <a:xfrm>
              <a:off x="8182252" y="97261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0" name="pt26020"/>
            <p:cNvSpPr/>
            <p:nvPr/>
          </p:nvSpPr>
          <p:spPr>
            <a:xfrm>
              <a:off x="8237647" y="972208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1" name="pt26021"/>
            <p:cNvSpPr/>
            <p:nvPr/>
          </p:nvSpPr>
          <p:spPr>
            <a:xfrm>
              <a:off x="8354545" y="94544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2" name="pt26022"/>
            <p:cNvSpPr/>
            <p:nvPr/>
          </p:nvSpPr>
          <p:spPr>
            <a:xfrm>
              <a:off x="7418966" y="9839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3" name="pt26023"/>
            <p:cNvSpPr/>
            <p:nvPr/>
          </p:nvSpPr>
          <p:spPr>
            <a:xfrm>
              <a:off x="8123638" y="950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4" name="pt26024"/>
            <p:cNvSpPr/>
            <p:nvPr/>
          </p:nvSpPr>
          <p:spPr>
            <a:xfrm>
              <a:off x="8779456" y="102436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5" name="pt26025"/>
            <p:cNvSpPr/>
            <p:nvPr/>
          </p:nvSpPr>
          <p:spPr>
            <a:xfrm>
              <a:off x="8170011" y="9665352"/>
              <a:ext cx="74834" cy="74834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6" name="pt26026"/>
            <p:cNvSpPr/>
            <p:nvPr/>
          </p:nvSpPr>
          <p:spPr>
            <a:xfrm>
              <a:off x="7850267" y="10382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7" name="pt26027"/>
            <p:cNvSpPr/>
            <p:nvPr/>
          </p:nvSpPr>
          <p:spPr>
            <a:xfrm>
              <a:off x="7389833" y="970204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28" name="pl26028"/>
            <p:cNvSpPr/>
            <p:nvPr/>
          </p:nvSpPr>
          <p:spPr>
            <a:xfrm>
              <a:off x="8787569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29" name="pl26029"/>
            <p:cNvSpPr/>
            <p:nvPr/>
          </p:nvSpPr>
          <p:spPr>
            <a:xfrm>
              <a:off x="8787569" y="95916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0" name="pl26030"/>
            <p:cNvSpPr/>
            <p:nvPr/>
          </p:nvSpPr>
          <p:spPr>
            <a:xfrm>
              <a:off x="8777456" y="961611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1" name="pl26031"/>
            <p:cNvSpPr/>
            <p:nvPr/>
          </p:nvSpPr>
          <p:spPr>
            <a:xfrm>
              <a:off x="8811986" y="958158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32" name="pt26032"/>
            <p:cNvSpPr/>
            <p:nvPr/>
          </p:nvSpPr>
          <p:spPr>
            <a:xfrm>
              <a:off x="8191117" y="9697171"/>
              <a:ext cx="74834" cy="74834"/>
            </a:xfrm>
            <a:prstGeom prst="ellipse">
              <a:avLst/>
            </a:prstGeom>
            <a:solidFill>
              <a:srgbClr val="7570B3">
                <a:alpha val="9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3" name="pt26033"/>
            <p:cNvSpPr/>
            <p:nvPr/>
          </p:nvSpPr>
          <p:spPr>
            <a:xfrm>
              <a:off x="8284993" y="93719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4" name="pt26034"/>
            <p:cNvSpPr/>
            <p:nvPr/>
          </p:nvSpPr>
          <p:spPr>
            <a:xfrm>
              <a:off x="8129335" y="9659206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5" name="pt26035"/>
            <p:cNvSpPr/>
            <p:nvPr/>
          </p:nvSpPr>
          <p:spPr>
            <a:xfrm>
              <a:off x="8245866" y="93790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6" name="pt26036"/>
            <p:cNvSpPr/>
            <p:nvPr/>
          </p:nvSpPr>
          <p:spPr>
            <a:xfrm>
              <a:off x="8424382" y="969781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7" name="pt26037"/>
            <p:cNvSpPr/>
            <p:nvPr/>
          </p:nvSpPr>
          <p:spPr>
            <a:xfrm>
              <a:off x="8336399" y="983923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8" name="pt26038"/>
            <p:cNvSpPr/>
            <p:nvPr/>
          </p:nvSpPr>
          <p:spPr>
            <a:xfrm>
              <a:off x="8142650" y="97336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39" name="pt26039"/>
            <p:cNvSpPr/>
            <p:nvPr/>
          </p:nvSpPr>
          <p:spPr>
            <a:xfrm>
              <a:off x="8192843" y="97110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0" name="pt26040"/>
            <p:cNvSpPr/>
            <p:nvPr/>
          </p:nvSpPr>
          <p:spPr>
            <a:xfrm>
              <a:off x="8071267" y="976181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1" name="pt26041"/>
            <p:cNvSpPr/>
            <p:nvPr/>
          </p:nvSpPr>
          <p:spPr>
            <a:xfrm>
              <a:off x="7538105" y="93163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2" name="pg26042"/>
            <p:cNvSpPr/>
            <p:nvPr/>
          </p:nvSpPr>
          <p:spPr>
            <a:xfrm>
              <a:off x="8074375" y="9504966"/>
              <a:ext cx="97477" cy="97477"/>
            </a:xfrm>
            <a:custGeom>
              <a:avLst/>
              <a:gdLst/>
              <a:ahLst/>
              <a:cxnLst/>
              <a:rect l="0" t="0" r="0" b="0"/>
              <a:pathLst>
                <a:path w="97477" h="97477">
                  <a:moveTo>
                    <a:pt x="0" y="97477"/>
                  </a:moveTo>
                  <a:lnTo>
                    <a:pt x="97477" y="97477"/>
                  </a:lnTo>
                  <a:lnTo>
                    <a:pt x="97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3" name="pt26043"/>
            <p:cNvSpPr/>
            <p:nvPr/>
          </p:nvSpPr>
          <p:spPr>
            <a:xfrm>
              <a:off x="8240568" y="9736141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4" name="pt26044"/>
            <p:cNvSpPr/>
            <p:nvPr/>
          </p:nvSpPr>
          <p:spPr>
            <a:xfrm>
              <a:off x="8155069" y="9621078"/>
              <a:ext cx="74834" cy="7483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5" name="pt26045"/>
            <p:cNvSpPr/>
            <p:nvPr/>
          </p:nvSpPr>
          <p:spPr>
            <a:xfrm>
              <a:off x="8108138" y="96693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6" name="pt26046"/>
            <p:cNvSpPr/>
            <p:nvPr/>
          </p:nvSpPr>
          <p:spPr>
            <a:xfrm>
              <a:off x="8143352" y="9661860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7" name="pg26047"/>
            <p:cNvSpPr/>
            <p:nvPr/>
          </p:nvSpPr>
          <p:spPr>
            <a:xfrm>
              <a:off x="8132428" y="98227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8" name="pt26048"/>
            <p:cNvSpPr/>
            <p:nvPr/>
          </p:nvSpPr>
          <p:spPr>
            <a:xfrm>
              <a:off x="8101808" y="97020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49" name="pt26049"/>
            <p:cNvSpPr/>
            <p:nvPr/>
          </p:nvSpPr>
          <p:spPr>
            <a:xfrm>
              <a:off x="8168017" y="9663604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0" name="pt26050"/>
            <p:cNvSpPr/>
            <p:nvPr/>
          </p:nvSpPr>
          <p:spPr>
            <a:xfrm>
              <a:off x="7567792" y="101634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1" name="pt26051"/>
            <p:cNvSpPr/>
            <p:nvPr/>
          </p:nvSpPr>
          <p:spPr>
            <a:xfrm>
              <a:off x="8348854" y="93750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2" name="pt26052"/>
            <p:cNvSpPr/>
            <p:nvPr/>
          </p:nvSpPr>
          <p:spPr>
            <a:xfrm>
              <a:off x="8188563" y="969881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3" name="pt26053"/>
            <p:cNvSpPr/>
            <p:nvPr/>
          </p:nvSpPr>
          <p:spPr>
            <a:xfrm>
              <a:off x="8332452" y="92093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4" name="pt26054"/>
            <p:cNvSpPr/>
            <p:nvPr/>
          </p:nvSpPr>
          <p:spPr>
            <a:xfrm>
              <a:off x="8219025" y="99142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5" name="pt26055"/>
            <p:cNvSpPr/>
            <p:nvPr/>
          </p:nvSpPr>
          <p:spPr>
            <a:xfrm>
              <a:off x="8233765" y="986259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6" name="pt26056"/>
            <p:cNvSpPr/>
            <p:nvPr/>
          </p:nvSpPr>
          <p:spPr>
            <a:xfrm>
              <a:off x="8417104" y="94977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7" name="pt26057"/>
            <p:cNvSpPr/>
            <p:nvPr/>
          </p:nvSpPr>
          <p:spPr>
            <a:xfrm>
              <a:off x="7430275" y="94528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8" name="pt26058"/>
            <p:cNvSpPr/>
            <p:nvPr/>
          </p:nvSpPr>
          <p:spPr>
            <a:xfrm>
              <a:off x="7418422" y="945081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59" name="pg26059"/>
            <p:cNvSpPr/>
            <p:nvPr/>
          </p:nvSpPr>
          <p:spPr>
            <a:xfrm>
              <a:off x="8277036" y="929876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0" name="pt26060"/>
            <p:cNvSpPr/>
            <p:nvPr/>
          </p:nvSpPr>
          <p:spPr>
            <a:xfrm>
              <a:off x="8150162" y="9675927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1" name="pt26061"/>
            <p:cNvSpPr/>
            <p:nvPr/>
          </p:nvSpPr>
          <p:spPr>
            <a:xfrm>
              <a:off x="8657969" y="94974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2" name="pt26062"/>
            <p:cNvSpPr/>
            <p:nvPr/>
          </p:nvSpPr>
          <p:spPr>
            <a:xfrm>
              <a:off x="8200053" y="9653914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3" name="pg26063"/>
            <p:cNvSpPr/>
            <p:nvPr/>
          </p:nvSpPr>
          <p:spPr>
            <a:xfrm>
              <a:off x="8156947" y="96438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4" name="pt26064"/>
            <p:cNvSpPr/>
            <p:nvPr/>
          </p:nvSpPr>
          <p:spPr>
            <a:xfrm>
              <a:off x="8181069" y="9711361"/>
              <a:ext cx="80678" cy="80678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5" name="pt26065"/>
            <p:cNvSpPr/>
            <p:nvPr/>
          </p:nvSpPr>
          <p:spPr>
            <a:xfrm>
              <a:off x="8346588" y="94694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6" name="pt26066"/>
            <p:cNvSpPr/>
            <p:nvPr/>
          </p:nvSpPr>
          <p:spPr>
            <a:xfrm>
              <a:off x="7514782" y="92964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7" name="pt26067"/>
            <p:cNvSpPr/>
            <p:nvPr/>
          </p:nvSpPr>
          <p:spPr>
            <a:xfrm>
              <a:off x="8769247" y="100696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8" name="pt26068"/>
            <p:cNvSpPr/>
            <p:nvPr/>
          </p:nvSpPr>
          <p:spPr>
            <a:xfrm>
              <a:off x="8830290" y="90306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69" name="pl26069"/>
            <p:cNvSpPr/>
            <p:nvPr/>
          </p:nvSpPr>
          <p:spPr>
            <a:xfrm>
              <a:off x="8353568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0" name="pl26070"/>
            <p:cNvSpPr/>
            <p:nvPr/>
          </p:nvSpPr>
          <p:spPr>
            <a:xfrm>
              <a:off x="8353568" y="97130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1" name="pl26071"/>
            <p:cNvSpPr/>
            <p:nvPr/>
          </p:nvSpPr>
          <p:spPr>
            <a:xfrm>
              <a:off x="8343454" y="97374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2" name="pl26072"/>
            <p:cNvSpPr/>
            <p:nvPr/>
          </p:nvSpPr>
          <p:spPr>
            <a:xfrm>
              <a:off x="8377985" y="97029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3" name="pt26073"/>
            <p:cNvSpPr/>
            <p:nvPr/>
          </p:nvSpPr>
          <p:spPr>
            <a:xfrm>
              <a:off x="8172591" y="97414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74" name="pt26074"/>
            <p:cNvSpPr/>
            <p:nvPr/>
          </p:nvSpPr>
          <p:spPr>
            <a:xfrm>
              <a:off x="8349469" y="9716667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75" name="pt26075"/>
            <p:cNvSpPr/>
            <p:nvPr/>
          </p:nvSpPr>
          <p:spPr>
            <a:xfrm>
              <a:off x="8926728" y="9140137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76" name="pl26076"/>
            <p:cNvSpPr/>
            <p:nvPr/>
          </p:nvSpPr>
          <p:spPr>
            <a:xfrm>
              <a:off x="8624616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7" name="pl26077"/>
            <p:cNvSpPr/>
            <p:nvPr/>
          </p:nvSpPr>
          <p:spPr>
            <a:xfrm>
              <a:off x="8624616" y="970793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8" name="pl26078"/>
            <p:cNvSpPr/>
            <p:nvPr/>
          </p:nvSpPr>
          <p:spPr>
            <a:xfrm>
              <a:off x="8614502" y="973234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79" name="pl26079"/>
            <p:cNvSpPr/>
            <p:nvPr/>
          </p:nvSpPr>
          <p:spPr>
            <a:xfrm>
              <a:off x="8649033" y="969781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0" name="pt26080"/>
            <p:cNvSpPr/>
            <p:nvPr/>
          </p:nvSpPr>
          <p:spPr>
            <a:xfrm>
              <a:off x="8124370" y="97417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1" name="pt26081"/>
            <p:cNvSpPr/>
            <p:nvPr/>
          </p:nvSpPr>
          <p:spPr>
            <a:xfrm>
              <a:off x="8142224" y="96852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2" name="pt26082"/>
            <p:cNvSpPr/>
            <p:nvPr/>
          </p:nvSpPr>
          <p:spPr>
            <a:xfrm>
              <a:off x="8201422" y="968926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3" name="pt26083"/>
            <p:cNvSpPr/>
            <p:nvPr/>
          </p:nvSpPr>
          <p:spPr>
            <a:xfrm>
              <a:off x="8601400" y="96939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4" name="pt26084"/>
            <p:cNvSpPr/>
            <p:nvPr/>
          </p:nvSpPr>
          <p:spPr>
            <a:xfrm>
              <a:off x="8170826" y="971718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5" name="pt26085"/>
            <p:cNvSpPr/>
            <p:nvPr/>
          </p:nvSpPr>
          <p:spPr>
            <a:xfrm>
              <a:off x="8118807" y="958431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86" name="pl26086"/>
            <p:cNvSpPr/>
            <p:nvPr/>
          </p:nvSpPr>
          <p:spPr>
            <a:xfrm>
              <a:off x="8258571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7" name="pl26087"/>
            <p:cNvSpPr/>
            <p:nvPr/>
          </p:nvSpPr>
          <p:spPr>
            <a:xfrm>
              <a:off x="8258571" y="971551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8" name="pl26088"/>
            <p:cNvSpPr/>
            <p:nvPr/>
          </p:nvSpPr>
          <p:spPr>
            <a:xfrm>
              <a:off x="8243073" y="975292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89" name="pl26089"/>
            <p:cNvSpPr/>
            <p:nvPr/>
          </p:nvSpPr>
          <p:spPr>
            <a:xfrm>
              <a:off x="8295989" y="970001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0" name="pl26090"/>
            <p:cNvSpPr/>
            <p:nvPr/>
          </p:nvSpPr>
          <p:spPr>
            <a:xfrm>
              <a:off x="7404864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1" name="pl26091"/>
            <p:cNvSpPr/>
            <p:nvPr/>
          </p:nvSpPr>
          <p:spPr>
            <a:xfrm>
              <a:off x="7404864" y="971647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2" name="pl26092"/>
            <p:cNvSpPr/>
            <p:nvPr/>
          </p:nvSpPr>
          <p:spPr>
            <a:xfrm>
              <a:off x="7394750" y="974088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3" name="pl26093"/>
            <p:cNvSpPr/>
            <p:nvPr/>
          </p:nvSpPr>
          <p:spPr>
            <a:xfrm>
              <a:off x="7429281" y="970635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4" name="pt26094"/>
            <p:cNvSpPr/>
            <p:nvPr/>
          </p:nvSpPr>
          <p:spPr>
            <a:xfrm>
              <a:off x="8134637" y="96485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095" name="pl26095"/>
            <p:cNvSpPr/>
            <p:nvPr/>
          </p:nvSpPr>
          <p:spPr>
            <a:xfrm>
              <a:off x="8628243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6" name="pl26096"/>
            <p:cNvSpPr/>
            <p:nvPr/>
          </p:nvSpPr>
          <p:spPr>
            <a:xfrm>
              <a:off x="8628243" y="969348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7" name="pl26097"/>
            <p:cNvSpPr/>
            <p:nvPr/>
          </p:nvSpPr>
          <p:spPr>
            <a:xfrm>
              <a:off x="8618129" y="971790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8" name="pl26098"/>
            <p:cNvSpPr/>
            <p:nvPr/>
          </p:nvSpPr>
          <p:spPr>
            <a:xfrm>
              <a:off x="8652660" y="968337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099" name="pl26099"/>
            <p:cNvSpPr/>
            <p:nvPr/>
          </p:nvSpPr>
          <p:spPr>
            <a:xfrm>
              <a:off x="8211191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0" name="pl26100"/>
            <p:cNvSpPr/>
            <p:nvPr/>
          </p:nvSpPr>
          <p:spPr>
            <a:xfrm>
              <a:off x="8211191" y="1045810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1" name="pl26101"/>
            <p:cNvSpPr/>
            <p:nvPr/>
          </p:nvSpPr>
          <p:spPr>
            <a:xfrm>
              <a:off x="8201077" y="1048251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2" name="pl26102"/>
            <p:cNvSpPr/>
            <p:nvPr/>
          </p:nvSpPr>
          <p:spPr>
            <a:xfrm>
              <a:off x="8235607" y="1044798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3" name="pt26103"/>
            <p:cNvSpPr/>
            <p:nvPr/>
          </p:nvSpPr>
          <p:spPr>
            <a:xfrm>
              <a:off x="8557917" y="88662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04" name="pt26104"/>
            <p:cNvSpPr/>
            <p:nvPr/>
          </p:nvSpPr>
          <p:spPr>
            <a:xfrm>
              <a:off x="8189756" y="981163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05" name="pl26105"/>
            <p:cNvSpPr/>
            <p:nvPr/>
          </p:nvSpPr>
          <p:spPr>
            <a:xfrm>
              <a:off x="8061841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106973"/>
                  </a:moveTo>
                  <a:lnTo>
                    <a:pt x="10697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6" name="pl26106"/>
            <p:cNvSpPr/>
            <p:nvPr/>
          </p:nvSpPr>
          <p:spPr>
            <a:xfrm>
              <a:off x="8061841" y="9528544"/>
              <a:ext cx="106973" cy="106973"/>
            </a:xfrm>
            <a:custGeom>
              <a:avLst/>
              <a:gdLst/>
              <a:ahLst/>
              <a:cxnLst/>
              <a:rect l="0" t="0" r="0" b="0"/>
              <a:pathLst>
                <a:path w="106973" h="106973">
                  <a:moveTo>
                    <a:pt x="0" y="0"/>
                  </a:moveTo>
                  <a:lnTo>
                    <a:pt x="106973" y="10697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7" name="pt26107"/>
            <p:cNvSpPr/>
            <p:nvPr/>
          </p:nvSpPr>
          <p:spPr>
            <a:xfrm>
              <a:off x="8276636" y="989213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8" name="pl26108"/>
            <p:cNvSpPr/>
            <p:nvPr/>
          </p:nvSpPr>
          <p:spPr>
            <a:xfrm>
              <a:off x="8276636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09" name="pl26109"/>
            <p:cNvSpPr/>
            <p:nvPr/>
          </p:nvSpPr>
          <p:spPr>
            <a:xfrm>
              <a:off x="8276636" y="98921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10" name="pt26110"/>
            <p:cNvSpPr/>
            <p:nvPr/>
          </p:nvSpPr>
          <p:spPr>
            <a:xfrm>
              <a:off x="7942818" y="91234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1" name="pt26111"/>
            <p:cNvSpPr/>
            <p:nvPr/>
          </p:nvSpPr>
          <p:spPr>
            <a:xfrm>
              <a:off x="7768113" y="9045313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2" name="pt26112"/>
            <p:cNvSpPr/>
            <p:nvPr/>
          </p:nvSpPr>
          <p:spPr>
            <a:xfrm>
              <a:off x="8274503" y="9981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3" name="pt26113"/>
            <p:cNvSpPr/>
            <p:nvPr/>
          </p:nvSpPr>
          <p:spPr>
            <a:xfrm>
              <a:off x="7695434" y="893283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4" name="pt26114"/>
            <p:cNvSpPr/>
            <p:nvPr/>
          </p:nvSpPr>
          <p:spPr>
            <a:xfrm>
              <a:off x="8200318" y="9702412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5" name="pg26115"/>
            <p:cNvSpPr/>
            <p:nvPr/>
          </p:nvSpPr>
          <p:spPr>
            <a:xfrm>
              <a:off x="8199450" y="96144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6" name="pt26116"/>
            <p:cNvSpPr/>
            <p:nvPr/>
          </p:nvSpPr>
          <p:spPr>
            <a:xfrm>
              <a:off x="8283662" y="99822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7" name="pt26117"/>
            <p:cNvSpPr/>
            <p:nvPr/>
          </p:nvSpPr>
          <p:spPr>
            <a:xfrm>
              <a:off x="8077803" y="100007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8" name="pt26118"/>
            <p:cNvSpPr/>
            <p:nvPr/>
          </p:nvSpPr>
          <p:spPr>
            <a:xfrm>
              <a:off x="8690073" y="1032088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19" name="pt26119"/>
            <p:cNvSpPr/>
            <p:nvPr/>
          </p:nvSpPr>
          <p:spPr>
            <a:xfrm>
              <a:off x="8471890" y="95981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0" name="pt26120"/>
            <p:cNvSpPr/>
            <p:nvPr/>
          </p:nvSpPr>
          <p:spPr>
            <a:xfrm>
              <a:off x="8289940" y="93875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1" name="pt26121"/>
            <p:cNvSpPr/>
            <p:nvPr/>
          </p:nvSpPr>
          <p:spPr>
            <a:xfrm>
              <a:off x="7497118" y="99621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2" name="pt26122"/>
            <p:cNvSpPr/>
            <p:nvPr/>
          </p:nvSpPr>
          <p:spPr>
            <a:xfrm>
              <a:off x="8382801" y="94721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3" name="pt26123"/>
            <p:cNvSpPr/>
            <p:nvPr/>
          </p:nvSpPr>
          <p:spPr>
            <a:xfrm>
              <a:off x="8172440" y="9722678"/>
              <a:ext cx="48833" cy="48833"/>
            </a:xfrm>
            <a:prstGeom prst="ellipse">
              <a:avLst/>
            </a:prstGeom>
            <a:solidFill>
              <a:srgbClr val="7570B3">
                <a:alpha val="7960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4" name="pt26124"/>
            <p:cNvSpPr/>
            <p:nvPr/>
          </p:nvSpPr>
          <p:spPr>
            <a:xfrm>
              <a:off x="8522878" y="96361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5" name="pl26125"/>
            <p:cNvSpPr/>
            <p:nvPr/>
          </p:nvSpPr>
          <p:spPr>
            <a:xfrm>
              <a:off x="8271876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6" name="pl26126"/>
            <p:cNvSpPr/>
            <p:nvPr/>
          </p:nvSpPr>
          <p:spPr>
            <a:xfrm>
              <a:off x="8271876" y="98903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27" name="pt26127"/>
            <p:cNvSpPr/>
            <p:nvPr/>
          </p:nvSpPr>
          <p:spPr>
            <a:xfrm>
              <a:off x="8157853" y="963022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8" name="pt26128"/>
            <p:cNvSpPr/>
            <p:nvPr/>
          </p:nvSpPr>
          <p:spPr>
            <a:xfrm>
              <a:off x="8430237" y="9287010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29" name="pt26129"/>
            <p:cNvSpPr/>
            <p:nvPr/>
          </p:nvSpPr>
          <p:spPr>
            <a:xfrm>
              <a:off x="8147443" y="9634387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0" name="pt26130"/>
            <p:cNvSpPr/>
            <p:nvPr/>
          </p:nvSpPr>
          <p:spPr>
            <a:xfrm>
              <a:off x="8617544" y="93813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1" name="pt26131"/>
            <p:cNvSpPr/>
            <p:nvPr/>
          </p:nvSpPr>
          <p:spPr>
            <a:xfrm>
              <a:off x="8377394" y="94391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2" name="pt26132"/>
            <p:cNvSpPr/>
            <p:nvPr/>
          </p:nvSpPr>
          <p:spPr>
            <a:xfrm>
              <a:off x="7851341" y="103763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3" name="pt26133"/>
            <p:cNvSpPr/>
            <p:nvPr/>
          </p:nvSpPr>
          <p:spPr>
            <a:xfrm>
              <a:off x="8176023" y="104979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4" name="pt26134"/>
            <p:cNvSpPr/>
            <p:nvPr/>
          </p:nvSpPr>
          <p:spPr>
            <a:xfrm>
              <a:off x="8968849" y="100215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5" name="pt26135"/>
            <p:cNvSpPr/>
            <p:nvPr/>
          </p:nvSpPr>
          <p:spPr>
            <a:xfrm>
              <a:off x="8143234" y="973742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6" name="pt26136"/>
            <p:cNvSpPr/>
            <p:nvPr/>
          </p:nvSpPr>
          <p:spPr>
            <a:xfrm>
              <a:off x="8454824" y="94087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7" name="pt26137"/>
            <p:cNvSpPr/>
            <p:nvPr/>
          </p:nvSpPr>
          <p:spPr>
            <a:xfrm>
              <a:off x="8185099" y="9648720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8" name="pt26138"/>
            <p:cNvSpPr/>
            <p:nvPr/>
          </p:nvSpPr>
          <p:spPr>
            <a:xfrm>
              <a:off x="8191000" y="96555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39" name="pt26139"/>
            <p:cNvSpPr/>
            <p:nvPr/>
          </p:nvSpPr>
          <p:spPr>
            <a:xfrm>
              <a:off x="8207177" y="97332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0" name="pt26140"/>
            <p:cNvSpPr/>
            <p:nvPr/>
          </p:nvSpPr>
          <p:spPr>
            <a:xfrm>
              <a:off x="7999882" y="88169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1" name="pt26141"/>
            <p:cNvSpPr/>
            <p:nvPr/>
          </p:nvSpPr>
          <p:spPr>
            <a:xfrm>
              <a:off x="8121595" y="8800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2" name="pt26142"/>
            <p:cNvSpPr/>
            <p:nvPr/>
          </p:nvSpPr>
          <p:spPr>
            <a:xfrm>
              <a:off x="8180763" y="9733101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3" name="pt26143"/>
            <p:cNvSpPr/>
            <p:nvPr/>
          </p:nvSpPr>
          <p:spPr>
            <a:xfrm>
              <a:off x="8785991" y="1022420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4" name="pt26144"/>
            <p:cNvSpPr/>
            <p:nvPr/>
          </p:nvSpPr>
          <p:spPr>
            <a:xfrm>
              <a:off x="8235891" y="1016402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5" name="pt26145"/>
            <p:cNvSpPr/>
            <p:nvPr/>
          </p:nvSpPr>
          <p:spPr>
            <a:xfrm>
              <a:off x="8289360" y="972608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6" name="pt26146"/>
            <p:cNvSpPr/>
            <p:nvPr/>
          </p:nvSpPr>
          <p:spPr>
            <a:xfrm>
              <a:off x="8325767" y="96175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7" name="pt26147"/>
            <p:cNvSpPr/>
            <p:nvPr/>
          </p:nvSpPr>
          <p:spPr>
            <a:xfrm>
              <a:off x="8152219" y="9639110"/>
              <a:ext cx="89944" cy="89944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8" name="pt26148"/>
            <p:cNvSpPr/>
            <p:nvPr/>
          </p:nvSpPr>
          <p:spPr>
            <a:xfrm>
              <a:off x="8166193" y="9662826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49" name="pt26149"/>
            <p:cNvSpPr/>
            <p:nvPr/>
          </p:nvSpPr>
          <p:spPr>
            <a:xfrm>
              <a:off x="8543846" y="94114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50" name="pt26150"/>
            <p:cNvSpPr/>
            <p:nvPr/>
          </p:nvSpPr>
          <p:spPr>
            <a:xfrm>
              <a:off x="7794435" y="8958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51" name="pt26151"/>
            <p:cNvSpPr/>
            <p:nvPr/>
          </p:nvSpPr>
          <p:spPr>
            <a:xfrm>
              <a:off x="8245857" y="10178334"/>
              <a:ext cx="48833" cy="48833"/>
            </a:xfrm>
            <a:prstGeom prst="ellipse">
              <a:avLst/>
            </a:pr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2" name="pl26152"/>
            <p:cNvSpPr/>
            <p:nvPr/>
          </p:nvSpPr>
          <p:spPr>
            <a:xfrm>
              <a:off x="8245857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3" name="pl26153"/>
            <p:cNvSpPr/>
            <p:nvPr/>
          </p:nvSpPr>
          <p:spPr>
            <a:xfrm>
              <a:off x="8245857" y="1017833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4" name="pt26154"/>
            <p:cNvSpPr/>
            <p:nvPr/>
          </p:nvSpPr>
          <p:spPr>
            <a:xfrm>
              <a:off x="7895628" y="8853429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55" name="pt26155"/>
            <p:cNvSpPr/>
            <p:nvPr/>
          </p:nvSpPr>
          <p:spPr>
            <a:xfrm>
              <a:off x="8170661" y="98280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56" name="pt26156"/>
            <p:cNvSpPr/>
            <p:nvPr/>
          </p:nvSpPr>
          <p:spPr>
            <a:xfrm>
              <a:off x="8206238" y="97300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57" name="pl26157"/>
            <p:cNvSpPr/>
            <p:nvPr/>
          </p:nvSpPr>
          <p:spPr>
            <a:xfrm>
              <a:off x="8111195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8" name="pl26158"/>
            <p:cNvSpPr/>
            <p:nvPr/>
          </p:nvSpPr>
          <p:spPr>
            <a:xfrm>
              <a:off x="8111195" y="9548120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59" name="pt26159"/>
            <p:cNvSpPr/>
            <p:nvPr/>
          </p:nvSpPr>
          <p:spPr>
            <a:xfrm>
              <a:off x="8250592" y="9638969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0" name="pt26160"/>
            <p:cNvSpPr/>
            <p:nvPr/>
          </p:nvSpPr>
          <p:spPr>
            <a:xfrm>
              <a:off x="8498633" y="1040753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1" name="pt26161"/>
            <p:cNvSpPr/>
            <p:nvPr/>
          </p:nvSpPr>
          <p:spPr>
            <a:xfrm>
              <a:off x="8216324" y="971680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2" name="pt26162"/>
            <p:cNvSpPr/>
            <p:nvPr/>
          </p:nvSpPr>
          <p:spPr>
            <a:xfrm>
              <a:off x="8270070" y="93175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3" name="pt26163"/>
            <p:cNvSpPr/>
            <p:nvPr/>
          </p:nvSpPr>
          <p:spPr>
            <a:xfrm>
              <a:off x="8361713" y="94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4" name="pt26164"/>
            <p:cNvSpPr/>
            <p:nvPr/>
          </p:nvSpPr>
          <p:spPr>
            <a:xfrm>
              <a:off x="8104933" y="10351838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5" name="pt26165"/>
            <p:cNvSpPr/>
            <p:nvPr/>
          </p:nvSpPr>
          <p:spPr>
            <a:xfrm>
              <a:off x="8147152" y="973018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6" name="pt26166"/>
            <p:cNvSpPr/>
            <p:nvPr/>
          </p:nvSpPr>
          <p:spPr>
            <a:xfrm>
              <a:off x="8174238" y="9684605"/>
              <a:ext cx="80678" cy="80678"/>
            </a:xfrm>
            <a:prstGeom prst="ellipse">
              <a:avLst/>
            </a:prstGeom>
            <a:solidFill>
              <a:srgbClr val="7570B3">
                <a:alpha val="7921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7" name="pt26167"/>
            <p:cNvSpPr/>
            <p:nvPr/>
          </p:nvSpPr>
          <p:spPr>
            <a:xfrm>
              <a:off x="8241179" y="9703250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8" name="pt26168"/>
            <p:cNvSpPr/>
            <p:nvPr/>
          </p:nvSpPr>
          <p:spPr>
            <a:xfrm>
              <a:off x="8237658" y="9703117"/>
              <a:ext cx="89944" cy="8994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69" name="pt26169"/>
            <p:cNvSpPr/>
            <p:nvPr/>
          </p:nvSpPr>
          <p:spPr>
            <a:xfrm>
              <a:off x="8195205" y="9746924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0" name="pt26170"/>
            <p:cNvSpPr/>
            <p:nvPr/>
          </p:nvSpPr>
          <p:spPr>
            <a:xfrm>
              <a:off x="8156863" y="95003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1" name="pt26171"/>
            <p:cNvSpPr/>
            <p:nvPr/>
          </p:nvSpPr>
          <p:spPr>
            <a:xfrm>
              <a:off x="8963025" y="100114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2" name="pt26172"/>
            <p:cNvSpPr/>
            <p:nvPr/>
          </p:nvSpPr>
          <p:spPr>
            <a:xfrm>
              <a:off x="8141699" y="9660710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3" name="pt26173"/>
            <p:cNvSpPr/>
            <p:nvPr/>
          </p:nvSpPr>
          <p:spPr>
            <a:xfrm>
              <a:off x="7903953" y="8854120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4" name="pt26174"/>
            <p:cNvSpPr/>
            <p:nvPr/>
          </p:nvSpPr>
          <p:spPr>
            <a:xfrm>
              <a:off x="8215527" y="992231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5" name="pt26175"/>
            <p:cNvSpPr/>
            <p:nvPr/>
          </p:nvSpPr>
          <p:spPr>
            <a:xfrm>
              <a:off x="8270456" y="942816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6" name="pt26176"/>
            <p:cNvSpPr/>
            <p:nvPr/>
          </p:nvSpPr>
          <p:spPr>
            <a:xfrm>
              <a:off x="8180662" y="10498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7" name="pg26177"/>
            <p:cNvSpPr/>
            <p:nvPr/>
          </p:nvSpPr>
          <p:spPr>
            <a:xfrm>
              <a:off x="8132572" y="97122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8" name="pt26178"/>
            <p:cNvSpPr/>
            <p:nvPr/>
          </p:nvSpPr>
          <p:spPr>
            <a:xfrm>
              <a:off x="8752517" y="93333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79" name="pt26179"/>
            <p:cNvSpPr/>
            <p:nvPr/>
          </p:nvSpPr>
          <p:spPr>
            <a:xfrm>
              <a:off x="8469129" y="94994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0" name="pt26180"/>
            <p:cNvSpPr/>
            <p:nvPr/>
          </p:nvSpPr>
          <p:spPr>
            <a:xfrm>
              <a:off x="8227697" y="9730081"/>
              <a:ext cx="48833" cy="48833"/>
            </a:xfrm>
            <a:prstGeom prst="ellipse">
              <a:avLst/>
            </a:prstGeom>
            <a:solidFill>
              <a:srgbClr val="7570B3">
                <a:alpha val="2117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1" name="pt26181"/>
            <p:cNvSpPr/>
            <p:nvPr/>
          </p:nvSpPr>
          <p:spPr>
            <a:xfrm>
              <a:off x="8767889" y="100580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2" name="pt26182"/>
            <p:cNvSpPr/>
            <p:nvPr/>
          </p:nvSpPr>
          <p:spPr>
            <a:xfrm>
              <a:off x="8238915" y="9246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3" name="pg26183"/>
            <p:cNvSpPr/>
            <p:nvPr/>
          </p:nvSpPr>
          <p:spPr>
            <a:xfrm>
              <a:off x="8473527" y="9527256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4" name="pt26184"/>
            <p:cNvSpPr/>
            <p:nvPr/>
          </p:nvSpPr>
          <p:spPr>
            <a:xfrm>
              <a:off x="8307573" y="96255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85" name="pl26185"/>
            <p:cNvSpPr/>
            <p:nvPr/>
          </p:nvSpPr>
          <p:spPr>
            <a:xfrm>
              <a:off x="8030091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6" name="pl26186"/>
            <p:cNvSpPr/>
            <p:nvPr/>
          </p:nvSpPr>
          <p:spPr>
            <a:xfrm>
              <a:off x="8030091" y="97724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7" name="pl26187"/>
            <p:cNvSpPr/>
            <p:nvPr/>
          </p:nvSpPr>
          <p:spPr>
            <a:xfrm>
              <a:off x="8019977" y="979688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8" name="pl26188"/>
            <p:cNvSpPr/>
            <p:nvPr/>
          </p:nvSpPr>
          <p:spPr>
            <a:xfrm>
              <a:off x="8054508" y="97623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66A61E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189" name="pg26189"/>
            <p:cNvSpPr/>
            <p:nvPr/>
          </p:nvSpPr>
          <p:spPr>
            <a:xfrm>
              <a:off x="8098693" y="95264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0" name="pt26190"/>
            <p:cNvSpPr/>
            <p:nvPr/>
          </p:nvSpPr>
          <p:spPr>
            <a:xfrm>
              <a:off x="8686454" y="9496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1" name="pg26191"/>
            <p:cNvSpPr/>
            <p:nvPr/>
          </p:nvSpPr>
          <p:spPr>
            <a:xfrm>
              <a:off x="8112922" y="955394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100835"/>
                  </a:lnTo>
                  <a:lnTo>
                    <a:pt x="100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2" name="pt26192"/>
            <p:cNvSpPr/>
            <p:nvPr/>
          </p:nvSpPr>
          <p:spPr>
            <a:xfrm>
              <a:off x="8134100" y="964389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3" name="pg26193"/>
            <p:cNvSpPr/>
            <p:nvPr/>
          </p:nvSpPr>
          <p:spPr>
            <a:xfrm>
              <a:off x="8271194" y="924734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4" name="pt26194"/>
            <p:cNvSpPr/>
            <p:nvPr/>
          </p:nvSpPr>
          <p:spPr>
            <a:xfrm>
              <a:off x="8813641" y="102318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5" name="pt26195"/>
            <p:cNvSpPr/>
            <p:nvPr/>
          </p:nvSpPr>
          <p:spPr>
            <a:xfrm>
              <a:off x="8183853" y="9678044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6" name="pt26196"/>
            <p:cNvSpPr/>
            <p:nvPr/>
          </p:nvSpPr>
          <p:spPr>
            <a:xfrm>
              <a:off x="8117168" y="957571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7" name="pt26197"/>
            <p:cNvSpPr/>
            <p:nvPr/>
          </p:nvSpPr>
          <p:spPr>
            <a:xfrm>
              <a:off x="8062344" y="9737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8" name="pt26198"/>
            <p:cNvSpPr/>
            <p:nvPr/>
          </p:nvSpPr>
          <p:spPr>
            <a:xfrm>
              <a:off x="8318814" y="87899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199" name="pt26199"/>
            <p:cNvSpPr/>
            <p:nvPr/>
          </p:nvSpPr>
          <p:spPr>
            <a:xfrm>
              <a:off x="8347376" y="8809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0" name="pt26200"/>
            <p:cNvSpPr/>
            <p:nvPr/>
          </p:nvSpPr>
          <p:spPr>
            <a:xfrm>
              <a:off x="7544371" y="99617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1" name="pt26201"/>
            <p:cNvSpPr/>
            <p:nvPr/>
          </p:nvSpPr>
          <p:spPr>
            <a:xfrm>
              <a:off x="8387085" y="94787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2" name="pl26202"/>
            <p:cNvSpPr/>
            <p:nvPr/>
          </p:nvSpPr>
          <p:spPr>
            <a:xfrm>
              <a:off x="8306735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3" name="pl26203"/>
            <p:cNvSpPr/>
            <p:nvPr/>
          </p:nvSpPr>
          <p:spPr>
            <a:xfrm>
              <a:off x="8306735" y="963353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4" name="pl26204"/>
            <p:cNvSpPr/>
            <p:nvPr/>
          </p:nvSpPr>
          <p:spPr>
            <a:xfrm>
              <a:off x="8296621" y="965794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5" name="pl26205"/>
            <p:cNvSpPr/>
            <p:nvPr/>
          </p:nvSpPr>
          <p:spPr>
            <a:xfrm>
              <a:off x="8331152" y="962341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06" name="pt26206"/>
            <p:cNvSpPr/>
            <p:nvPr/>
          </p:nvSpPr>
          <p:spPr>
            <a:xfrm>
              <a:off x="8175700" y="9676481"/>
              <a:ext cx="48833" cy="48833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7" name="pt26207"/>
            <p:cNvSpPr/>
            <p:nvPr/>
          </p:nvSpPr>
          <p:spPr>
            <a:xfrm>
              <a:off x="8584654" y="9291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8" name="pt26208"/>
            <p:cNvSpPr/>
            <p:nvPr/>
          </p:nvSpPr>
          <p:spPr>
            <a:xfrm>
              <a:off x="8197744" y="9632944"/>
              <a:ext cx="80678" cy="80678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09" name="pt26209"/>
            <p:cNvSpPr/>
            <p:nvPr/>
          </p:nvSpPr>
          <p:spPr>
            <a:xfrm>
              <a:off x="8170405" y="9685933"/>
              <a:ext cx="80678" cy="80678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0" name="pt26210"/>
            <p:cNvSpPr/>
            <p:nvPr/>
          </p:nvSpPr>
          <p:spPr>
            <a:xfrm>
              <a:off x="8177199" y="94871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1" name="pt26211"/>
            <p:cNvSpPr/>
            <p:nvPr/>
          </p:nvSpPr>
          <p:spPr>
            <a:xfrm>
              <a:off x="7684419" y="1025792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2" name="pt26212"/>
            <p:cNvSpPr/>
            <p:nvPr/>
          </p:nvSpPr>
          <p:spPr>
            <a:xfrm>
              <a:off x="8177285" y="971614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3" name="pt26213"/>
            <p:cNvSpPr/>
            <p:nvPr/>
          </p:nvSpPr>
          <p:spPr>
            <a:xfrm>
              <a:off x="8132682" y="100632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4" name="pt26214"/>
            <p:cNvSpPr/>
            <p:nvPr/>
          </p:nvSpPr>
          <p:spPr>
            <a:xfrm>
              <a:off x="8344548" y="9465303"/>
              <a:ext cx="93868" cy="9386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5" name="pt26215"/>
            <p:cNvSpPr/>
            <p:nvPr/>
          </p:nvSpPr>
          <p:spPr>
            <a:xfrm>
              <a:off x="8132296" y="9636067"/>
              <a:ext cx="89944" cy="8994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6" name="pt26216"/>
            <p:cNvSpPr/>
            <p:nvPr/>
          </p:nvSpPr>
          <p:spPr>
            <a:xfrm>
              <a:off x="8391091" y="9442241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7" name="pt26217"/>
            <p:cNvSpPr/>
            <p:nvPr/>
          </p:nvSpPr>
          <p:spPr>
            <a:xfrm>
              <a:off x="7438152" y="934436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8" name="pt26218"/>
            <p:cNvSpPr/>
            <p:nvPr/>
          </p:nvSpPr>
          <p:spPr>
            <a:xfrm>
              <a:off x="8188559" y="972006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19" name="pt26219"/>
            <p:cNvSpPr/>
            <p:nvPr/>
          </p:nvSpPr>
          <p:spPr>
            <a:xfrm>
              <a:off x="8271790" y="9379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0" name="pt26220"/>
            <p:cNvSpPr/>
            <p:nvPr/>
          </p:nvSpPr>
          <p:spPr>
            <a:xfrm>
              <a:off x="8147801" y="9725774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1" name="pt26221"/>
            <p:cNvSpPr/>
            <p:nvPr/>
          </p:nvSpPr>
          <p:spPr>
            <a:xfrm>
              <a:off x="8312591" y="927376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2" name="pt26222"/>
            <p:cNvSpPr/>
            <p:nvPr/>
          </p:nvSpPr>
          <p:spPr>
            <a:xfrm>
              <a:off x="8498642" y="10421964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3" name="pt26223"/>
            <p:cNvSpPr/>
            <p:nvPr/>
          </p:nvSpPr>
          <p:spPr>
            <a:xfrm>
              <a:off x="8141032" y="9673809"/>
              <a:ext cx="80678" cy="80678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4" name="pt26224"/>
            <p:cNvSpPr/>
            <p:nvPr/>
          </p:nvSpPr>
          <p:spPr>
            <a:xfrm>
              <a:off x="8318873" y="939228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5" name="pt26225"/>
            <p:cNvSpPr/>
            <p:nvPr/>
          </p:nvSpPr>
          <p:spPr>
            <a:xfrm>
              <a:off x="7433948" y="986347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6" name="pt26226"/>
            <p:cNvSpPr/>
            <p:nvPr/>
          </p:nvSpPr>
          <p:spPr>
            <a:xfrm>
              <a:off x="7813286" y="905397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7" name="pt26227"/>
            <p:cNvSpPr/>
            <p:nvPr/>
          </p:nvSpPr>
          <p:spPr>
            <a:xfrm>
              <a:off x="8029689" y="9755705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8" name="pt26228"/>
            <p:cNvSpPr/>
            <p:nvPr/>
          </p:nvSpPr>
          <p:spPr>
            <a:xfrm>
              <a:off x="8429013" y="882401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29" name="pt26229"/>
            <p:cNvSpPr/>
            <p:nvPr/>
          </p:nvSpPr>
          <p:spPr>
            <a:xfrm>
              <a:off x="8183713" y="9682166"/>
              <a:ext cx="80678" cy="80678"/>
            </a:xfrm>
            <a:prstGeom prst="ellipse">
              <a:avLst/>
            </a:prstGeom>
            <a:solidFill>
              <a:srgbClr val="7570B3">
                <a:alpha val="22352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0" name="pg26230"/>
            <p:cNvSpPr/>
            <p:nvPr/>
          </p:nvSpPr>
          <p:spPr>
            <a:xfrm>
              <a:off x="8724782" y="893338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1" name="pt26231"/>
            <p:cNvSpPr/>
            <p:nvPr/>
          </p:nvSpPr>
          <p:spPr>
            <a:xfrm>
              <a:off x="8124933" y="9509457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2" name="pt26232"/>
            <p:cNvSpPr/>
            <p:nvPr/>
          </p:nvSpPr>
          <p:spPr>
            <a:xfrm>
              <a:off x="8197489" y="9656470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3" name="pt26233"/>
            <p:cNvSpPr/>
            <p:nvPr/>
          </p:nvSpPr>
          <p:spPr>
            <a:xfrm>
              <a:off x="8027225" y="91380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4" name="pt26234"/>
            <p:cNvSpPr/>
            <p:nvPr/>
          </p:nvSpPr>
          <p:spPr>
            <a:xfrm>
              <a:off x="8131730" y="959218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5" name="pt26235"/>
            <p:cNvSpPr/>
            <p:nvPr/>
          </p:nvSpPr>
          <p:spPr>
            <a:xfrm>
              <a:off x="8111752" y="946813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6" name="pt26236"/>
            <p:cNvSpPr/>
            <p:nvPr/>
          </p:nvSpPr>
          <p:spPr>
            <a:xfrm>
              <a:off x="8395996" y="9619727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7" name="pt26237"/>
            <p:cNvSpPr/>
            <p:nvPr/>
          </p:nvSpPr>
          <p:spPr>
            <a:xfrm>
              <a:off x="8188459" y="9774159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8" name="pg26238"/>
            <p:cNvSpPr/>
            <p:nvPr/>
          </p:nvSpPr>
          <p:spPr>
            <a:xfrm>
              <a:off x="8138097" y="968018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7570B3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39" name="pt26239"/>
            <p:cNvSpPr/>
            <p:nvPr/>
          </p:nvSpPr>
          <p:spPr>
            <a:xfrm>
              <a:off x="8129055" y="968389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0" name="pt26240"/>
            <p:cNvSpPr/>
            <p:nvPr/>
          </p:nvSpPr>
          <p:spPr>
            <a:xfrm>
              <a:off x="8521782" y="96411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1" name="pt26241"/>
            <p:cNvSpPr/>
            <p:nvPr/>
          </p:nvSpPr>
          <p:spPr>
            <a:xfrm>
              <a:off x="9044185" y="9486962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2" name="pt26242"/>
            <p:cNvSpPr/>
            <p:nvPr/>
          </p:nvSpPr>
          <p:spPr>
            <a:xfrm>
              <a:off x="8148058" y="100081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3" name="pt26243"/>
            <p:cNvSpPr/>
            <p:nvPr/>
          </p:nvSpPr>
          <p:spPr>
            <a:xfrm>
              <a:off x="8460502" y="93801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4" name="pt26244"/>
            <p:cNvSpPr/>
            <p:nvPr/>
          </p:nvSpPr>
          <p:spPr>
            <a:xfrm>
              <a:off x="7934407" y="9581802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5" name="pt26245"/>
            <p:cNvSpPr/>
            <p:nvPr/>
          </p:nvSpPr>
          <p:spPr>
            <a:xfrm>
              <a:off x="7998611" y="96779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6" name="pt26246"/>
            <p:cNvSpPr/>
            <p:nvPr/>
          </p:nvSpPr>
          <p:spPr>
            <a:xfrm>
              <a:off x="8314544" y="9208106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7" name="pt26247"/>
            <p:cNvSpPr/>
            <p:nvPr/>
          </p:nvSpPr>
          <p:spPr>
            <a:xfrm>
              <a:off x="8096816" y="9731516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8" name="pt26248"/>
            <p:cNvSpPr/>
            <p:nvPr/>
          </p:nvSpPr>
          <p:spPr>
            <a:xfrm>
              <a:off x="8151617" y="946814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49" name="pt26249"/>
            <p:cNvSpPr/>
            <p:nvPr/>
          </p:nvSpPr>
          <p:spPr>
            <a:xfrm>
              <a:off x="8245422" y="92676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0" name="pt26250"/>
            <p:cNvSpPr/>
            <p:nvPr/>
          </p:nvSpPr>
          <p:spPr>
            <a:xfrm>
              <a:off x="9064776" y="96272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1" name="pt26251"/>
            <p:cNvSpPr/>
            <p:nvPr/>
          </p:nvSpPr>
          <p:spPr>
            <a:xfrm>
              <a:off x="8165881" y="94727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2" name="pt26252"/>
            <p:cNvSpPr/>
            <p:nvPr/>
          </p:nvSpPr>
          <p:spPr>
            <a:xfrm>
              <a:off x="8160173" y="9666855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3" name="pt26253"/>
            <p:cNvSpPr/>
            <p:nvPr/>
          </p:nvSpPr>
          <p:spPr>
            <a:xfrm>
              <a:off x="8173209" y="97283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4" name="pt26254"/>
            <p:cNvSpPr/>
            <p:nvPr/>
          </p:nvSpPr>
          <p:spPr>
            <a:xfrm>
              <a:off x="8839727" y="904514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5" name="pt26255"/>
            <p:cNvSpPr/>
            <p:nvPr/>
          </p:nvSpPr>
          <p:spPr>
            <a:xfrm>
              <a:off x="8545256" y="954867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6" name="pt26256"/>
            <p:cNvSpPr/>
            <p:nvPr/>
          </p:nvSpPr>
          <p:spPr>
            <a:xfrm>
              <a:off x="8005755" y="97813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7" name="pt26257"/>
            <p:cNvSpPr/>
            <p:nvPr/>
          </p:nvSpPr>
          <p:spPr>
            <a:xfrm>
              <a:off x="8198947" y="9699612"/>
              <a:ext cx="67219" cy="67219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58" name="pl26258"/>
            <p:cNvSpPr/>
            <p:nvPr/>
          </p:nvSpPr>
          <p:spPr>
            <a:xfrm>
              <a:off x="8098760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59" name="pl26259"/>
            <p:cNvSpPr/>
            <p:nvPr/>
          </p:nvSpPr>
          <p:spPr>
            <a:xfrm>
              <a:off x="8098760" y="95255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0" name="pl26260"/>
            <p:cNvSpPr/>
            <p:nvPr/>
          </p:nvSpPr>
          <p:spPr>
            <a:xfrm>
              <a:off x="8078101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1" name="pl26261"/>
            <p:cNvSpPr/>
            <p:nvPr/>
          </p:nvSpPr>
          <p:spPr>
            <a:xfrm>
              <a:off x="8078101" y="95642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2" name="pl26262"/>
            <p:cNvSpPr/>
            <p:nvPr/>
          </p:nvSpPr>
          <p:spPr>
            <a:xfrm>
              <a:off x="8074728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3" name="pl26263"/>
            <p:cNvSpPr/>
            <p:nvPr/>
          </p:nvSpPr>
          <p:spPr>
            <a:xfrm>
              <a:off x="8074728" y="956698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64" name="pg26264"/>
            <p:cNvSpPr/>
            <p:nvPr/>
          </p:nvSpPr>
          <p:spPr>
            <a:xfrm>
              <a:off x="8150028" y="9615520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65" name="pg26265"/>
            <p:cNvSpPr/>
            <p:nvPr/>
          </p:nvSpPr>
          <p:spPr>
            <a:xfrm>
              <a:off x="8244281" y="9917152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66" name="pg26266"/>
            <p:cNvSpPr/>
            <p:nvPr/>
          </p:nvSpPr>
          <p:spPr>
            <a:xfrm>
              <a:off x="8146359" y="943445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67" name="pt26267"/>
            <p:cNvSpPr/>
            <p:nvPr/>
          </p:nvSpPr>
          <p:spPr>
            <a:xfrm>
              <a:off x="8140553" y="9672150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68" name="pt26268"/>
            <p:cNvSpPr/>
            <p:nvPr/>
          </p:nvSpPr>
          <p:spPr>
            <a:xfrm>
              <a:off x="8163906" y="9670331"/>
              <a:ext cx="48833" cy="48833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69" name="pt26269"/>
            <p:cNvSpPr/>
            <p:nvPr/>
          </p:nvSpPr>
          <p:spPr>
            <a:xfrm>
              <a:off x="8103510" y="97126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0" name="pt26270"/>
            <p:cNvSpPr/>
            <p:nvPr/>
          </p:nvSpPr>
          <p:spPr>
            <a:xfrm>
              <a:off x="8151313" y="9661897"/>
              <a:ext cx="48833" cy="48833"/>
            </a:xfrm>
            <a:prstGeom prst="ellipse">
              <a:avLst/>
            </a:prstGeom>
            <a:solidFill>
              <a:srgbClr val="D95F02">
                <a:alpha val="2078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1" name="pt26271"/>
            <p:cNvSpPr/>
            <p:nvPr/>
          </p:nvSpPr>
          <p:spPr>
            <a:xfrm>
              <a:off x="8140860" y="9576685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2" name="pt26272"/>
            <p:cNvSpPr/>
            <p:nvPr/>
          </p:nvSpPr>
          <p:spPr>
            <a:xfrm>
              <a:off x="8187868" y="970015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3" name="pt26273"/>
            <p:cNvSpPr/>
            <p:nvPr/>
          </p:nvSpPr>
          <p:spPr>
            <a:xfrm>
              <a:off x="8173064" y="9682462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4" name="pl26274"/>
            <p:cNvSpPr/>
            <p:nvPr/>
          </p:nvSpPr>
          <p:spPr>
            <a:xfrm>
              <a:off x="8139653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5" name="pl26275"/>
            <p:cNvSpPr/>
            <p:nvPr/>
          </p:nvSpPr>
          <p:spPr>
            <a:xfrm>
              <a:off x="8139653" y="9571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6" name="pl26276"/>
            <p:cNvSpPr/>
            <p:nvPr/>
          </p:nvSpPr>
          <p:spPr>
            <a:xfrm>
              <a:off x="8129540" y="9595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7" name="pl26277"/>
            <p:cNvSpPr/>
            <p:nvPr/>
          </p:nvSpPr>
          <p:spPr>
            <a:xfrm>
              <a:off x="8164070" y="9561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78" name="pt26278"/>
            <p:cNvSpPr/>
            <p:nvPr/>
          </p:nvSpPr>
          <p:spPr>
            <a:xfrm>
              <a:off x="8120698" y="967286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79" name="pt26279"/>
            <p:cNvSpPr/>
            <p:nvPr/>
          </p:nvSpPr>
          <p:spPr>
            <a:xfrm>
              <a:off x="7605718" y="900436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0" name="pt26280"/>
            <p:cNvSpPr/>
            <p:nvPr/>
          </p:nvSpPr>
          <p:spPr>
            <a:xfrm>
              <a:off x="8137942" y="969975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1" name="pt26281"/>
            <p:cNvSpPr/>
            <p:nvPr/>
          </p:nvSpPr>
          <p:spPr>
            <a:xfrm>
              <a:off x="8195255" y="9652269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2" name="pt26282"/>
            <p:cNvSpPr/>
            <p:nvPr/>
          </p:nvSpPr>
          <p:spPr>
            <a:xfrm>
              <a:off x="8923333" y="100884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3" name="pt26283"/>
            <p:cNvSpPr/>
            <p:nvPr/>
          </p:nvSpPr>
          <p:spPr>
            <a:xfrm>
              <a:off x="7572514" y="101235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4" name="pt26284"/>
            <p:cNvSpPr/>
            <p:nvPr/>
          </p:nvSpPr>
          <p:spPr>
            <a:xfrm>
              <a:off x="8217966" y="964323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5" name="pt26285"/>
            <p:cNvSpPr/>
            <p:nvPr/>
          </p:nvSpPr>
          <p:spPr>
            <a:xfrm>
              <a:off x="8819856" y="932677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6" name="pt26286"/>
            <p:cNvSpPr/>
            <p:nvPr/>
          </p:nvSpPr>
          <p:spPr>
            <a:xfrm>
              <a:off x="8508670" y="933219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7" name="pt26287"/>
            <p:cNvSpPr/>
            <p:nvPr/>
          </p:nvSpPr>
          <p:spPr>
            <a:xfrm>
              <a:off x="8890297" y="101405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88" name="pl26288"/>
            <p:cNvSpPr/>
            <p:nvPr/>
          </p:nvSpPr>
          <p:spPr>
            <a:xfrm>
              <a:off x="8086913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89" name="pl26289"/>
            <p:cNvSpPr/>
            <p:nvPr/>
          </p:nvSpPr>
          <p:spPr>
            <a:xfrm>
              <a:off x="8086913" y="893198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0" name="pl26290"/>
            <p:cNvSpPr/>
            <p:nvPr/>
          </p:nvSpPr>
          <p:spPr>
            <a:xfrm>
              <a:off x="8076799" y="895639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1" name="pl26291"/>
            <p:cNvSpPr/>
            <p:nvPr/>
          </p:nvSpPr>
          <p:spPr>
            <a:xfrm>
              <a:off x="8111330" y="89218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292" name="pt26292"/>
            <p:cNvSpPr/>
            <p:nvPr/>
          </p:nvSpPr>
          <p:spPr>
            <a:xfrm>
              <a:off x="8221071" y="9641918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3" name="pt26293"/>
            <p:cNvSpPr/>
            <p:nvPr/>
          </p:nvSpPr>
          <p:spPr>
            <a:xfrm>
              <a:off x="8194405" y="978740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4" name="pt26294"/>
            <p:cNvSpPr/>
            <p:nvPr/>
          </p:nvSpPr>
          <p:spPr>
            <a:xfrm>
              <a:off x="8037328" y="91575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5" name="pt26295"/>
            <p:cNvSpPr/>
            <p:nvPr/>
          </p:nvSpPr>
          <p:spPr>
            <a:xfrm>
              <a:off x="8168944" y="9653982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6" name="pt26296"/>
            <p:cNvSpPr/>
            <p:nvPr/>
          </p:nvSpPr>
          <p:spPr>
            <a:xfrm>
              <a:off x="8547389" y="940002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7" name="pt26297"/>
            <p:cNvSpPr/>
            <p:nvPr/>
          </p:nvSpPr>
          <p:spPr>
            <a:xfrm>
              <a:off x="8171035" y="9660838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8" name="pt26298"/>
            <p:cNvSpPr/>
            <p:nvPr/>
          </p:nvSpPr>
          <p:spPr>
            <a:xfrm>
              <a:off x="8425939" y="929058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299" name="pt26299"/>
            <p:cNvSpPr/>
            <p:nvPr/>
          </p:nvSpPr>
          <p:spPr>
            <a:xfrm>
              <a:off x="8150764" y="9631162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0" name="pt26300"/>
            <p:cNvSpPr/>
            <p:nvPr/>
          </p:nvSpPr>
          <p:spPr>
            <a:xfrm>
              <a:off x="8210858" y="97277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1" name="pt26301"/>
            <p:cNvSpPr/>
            <p:nvPr/>
          </p:nvSpPr>
          <p:spPr>
            <a:xfrm>
              <a:off x="8201228" y="9662270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2" name="pt26302"/>
            <p:cNvSpPr/>
            <p:nvPr/>
          </p:nvSpPr>
          <p:spPr>
            <a:xfrm>
              <a:off x="8082289" y="8925970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3" name="pt26303"/>
            <p:cNvSpPr/>
            <p:nvPr/>
          </p:nvSpPr>
          <p:spPr>
            <a:xfrm>
              <a:off x="8513355" y="963838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4" name="pt26304"/>
            <p:cNvSpPr/>
            <p:nvPr/>
          </p:nvSpPr>
          <p:spPr>
            <a:xfrm>
              <a:off x="8168708" y="9650377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5" name="pg26305"/>
            <p:cNvSpPr/>
            <p:nvPr/>
          </p:nvSpPr>
          <p:spPr>
            <a:xfrm>
              <a:off x="8066334" y="9549389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6" name="pt26306"/>
            <p:cNvSpPr/>
            <p:nvPr/>
          </p:nvSpPr>
          <p:spPr>
            <a:xfrm>
              <a:off x="8482287" y="96514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7" name="pt26307"/>
            <p:cNvSpPr/>
            <p:nvPr/>
          </p:nvSpPr>
          <p:spPr>
            <a:xfrm>
              <a:off x="8236488" y="92279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8" name="pt26308"/>
            <p:cNvSpPr/>
            <p:nvPr/>
          </p:nvSpPr>
          <p:spPr>
            <a:xfrm>
              <a:off x="8122195" y="99302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09" name="pt26309"/>
            <p:cNvSpPr/>
            <p:nvPr/>
          </p:nvSpPr>
          <p:spPr>
            <a:xfrm>
              <a:off x="8571369" y="93017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0" name="pt26310"/>
            <p:cNvSpPr/>
            <p:nvPr/>
          </p:nvSpPr>
          <p:spPr>
            <a:xfrm>
              <a:off x="8034305" y="10378470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1" name="pt26311"/>
            <p:cNvSpPr/>
            <p:nvPr/>
          </p:nvSpPr>
          <p:spPr>
            <a:xfrm>
              <a:off x="8487201" y="881484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2" name="pg26312"/>
            <p:cNvSpPr/>
            <p:nvPr/>
          </p:nvSpPr>
          <p:spPr>
            <a:xfrm>
              <a:off x="8735225" y="1002565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3" name="pt26313"/>
            <p:cNvSpPr/>
            <p:nvPr/>
          </p:nvSpPr>
          <p:spPr>
            <a:xfrm>
              <a:off x="8161101" y="9673483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4" name="pt26314"/>
            <p:cNvSpPr/>
            <p:nvPr/>
          </p:nvSpPr>
          <p:spPr>
            <a:xfrm>
              <a:off x="7676337" y="102494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5" name="pg26315"/>
            <p:cNvSpPr/>
            <p:nvPr/>
          </p:nvSpPr>
          <p:spPr>
            <a:xfrm>
              <a:off x="8221411" y="924772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6" name="pt26316"/>
            <p:cNvSpPr/>
            <p:nvPr/>
          </p:nvSpPr>
          <p:spPr>
            <a:xfrm>
              <a:off x="7439114" y="9336874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7" name="pt26317"/>
            <p:cNvSpPr/>
            <p:nvPr/>
          </p:nvSpPr>
          <p:spPr>
            <a:xfrm>
              <a:off x="8226589" y="97719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8" name="pt26318"/>
            <p:cNvSpPr/>
            <p:nvPr/>
          </p:nvSpPr>
          <p:spPr>
            <a:xfrm>
              <a:off x="7748986" y="89992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19" name="pt26319"/>
            <p:cNvSpPr/>
            <p:nvPr/>
          </p:nvSpPr>
          <p:spPr>
            <a:xfrm>
              <a:off x="8540846" y="951085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0" name="pt26320"/>
            <p:cNvSpPr/>
            <p:nvPr/>
          </p:nvSpPr>
          <p:spPr>
            <a:xfrm>
              <a:off x="8272068" y="94180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1" name="pt26321"/>
            <p:cNvSpPr/>
            <p:nvPr/>
          </p:nvSpPr>
          <p:spPr>
            <a:xfrm>
              <a:off x="8184882" y="9654682"/>
              <a:ext cx="48833" cy="48833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2" name="pg26322"/>
            <p:cNvSpPr/>
            <p:nvPr/>
          </p:nvSpPr>
          <p:spPr>
            <a:xfrm>
              <a:off x="8397320" y="9276858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89944"/>
                  </a:lnTo>
                  <a:lnTo>
                    <a:pt x="8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3" name="pt26323"/>
            <p:cNvSpPr/>
            <p:nvPr/>
          </p:nvSpPr>
          <p:spPr>
            <a:xfrm>
              <a:off x="8407214" y="970215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4" name="pt26324"/>
            <p:cNvSpPr/>
            <p:nvPr/>
          </p:nvSpPr>
          <p:spPr>
            <a:xfrm>
              <a:off x="7603781" y="8997297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5" name="pt26325"/>
            <p:cNvSpPr/>
            <p:nvPr/>
          </p:nvSpPr>
          <p:spPr>
            <a:xfrm>
              <a:off x="8230520" y="97669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6" name="pt26326"/>
            <p:cNvSpPr/>
            <p:nvPr/>
          </p:nvSpPr>
          <p:spPr>
            <a:xfrm>
              <a:off x="8513958" y="9550950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7" name="pt26327"/>
            <p:cNvSpPr/>
            <p:nvPr/>
          </p:nvSpPr>
          <p:spPr>
            <a:xfrm>
              <a:off x="8593615" y="95681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8" name="pt26328"/>
            <p:cNvSpPr/>
            <p:nvPr/>
          </p:nvSpPr>
          <p:spPr>
            <a:xfrm>
              <a:off x="8536546" y="93971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29" name="pt26329"/>
            <p:cNvSpPr/>
            <p:nvPr/>
          </p:nvSpPr>
          <p:spPr>
            <a:xfrm>
              <a:off x="8089229" y="94588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0" name="pt26330"/>
            <p:cNvSpPr/>
            <p:nvPr/>
          </p:nvSpPr>
          <p:spPr>
            <a:xfrm>
              <a:off x="8156558" y="967327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1" name="pt26331"/>
            <p:cNvSpPr/>
            <p:nvPr/>
          </p:nvSpPr>
          <p:spPr>
            <a:xfrm>
              <a:off x="8269620" y="9793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2" name="pt26332"/>
            <p:cNvSpPr/>
            <p:nvPr/>
          </p:nvSpPr>
          <p:spPr>
            <a:xfrm>
              <a:off x="8559922" y="88667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3" name="pt26333"/>
            <p:cNvSpPr/>
            <p:nvPr/>
          </p:nvSpPr>
          <p:spPr>
            <a:xfrm>
              <a:off x="7619058" y="9011921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4" name="pt26334"/>
            <p:cNvSpPr/>
            <p:nvPr/>
          </p:nvSpPr>
          <p:spPr>
            <a:xfrm>
              <a:off x="8188080" y="970437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5" name="pt26335"/>
            <p:cNvSpPr/>
            <p:nvPr/>
          </p:nvSpPr>
          <p:spPr>
            <a:xfrm>
              <a:off x="8151189" y="9660042"/>
              <a:ext cx="80678" cy="80678"/>
            </a:xfrm>
            <a:prstGeom prst="ellipse">
              <a:avLst/>
            </a:prstGeom>
            <a:solidFill>
              <a:srgbClr val="D95F02">
                <a:alpha val="4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6" name="pt26336"/>
            <p:cNvSpPr/>
            <p:nvPr/>
          </p:nvSpPr>
          <p:spPr>
            <a:xfrm>
              <a:off x="8154304" y="9679640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7" name="pt26337"/>
            <p:cNvSpPr/>
            <p:nvPr/>
          </p:nvSpPr>
          <p:spPr>
            <a:xfrm>
              <a:off x="8102346" y="99804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8" name="pt26338"/>
            <p:cNvSpPr/>
            <p:nvPr/>
          </p:nvSpPr>
          <p:spPr>
            <a:xfrm>
              <a:off x="7443699" y="99046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39" name="pt26339"/>
            <p:cNvSpPr/>
            <p:nvPr/>
          </p:nvSpPr>
          <p:spPr>
            <a:xfrm>
              <a:off x="8031427" y="10369929"/>
              <a:ext cx="67219" cy="67219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0" name="pt26340"/>
            <p:cNvSpPr/>
            <p:nvPr/>
          </p:nvSpPr>
          <p:spPr>
            <a:xfrm>
              <a:off x="8117498" y="879805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1" name="pt26341"/>
            <p:cNvSpPr/>
            <p:nvPr/>
          </p:nvSpPr>
          <p:spPr>
            <a:xfrm>
              <a:off x="8143664" y="9664030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2" name="pt26342"/>
            <p:cNvSpPr/>
            <p:nvPr/>
          </p:nvSpPr>
          <p:spPr>
            <a:xfrm>
              <a:off x="8245108" y="1017361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3" name="pl26343"/>
            <p:cNvSpPr/>
            <p:nvPr/>
          </p:nvSpPr>
          <p:spPr>
            <a:xfrm>
              <a:off x="8245108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4" name="pl26344"/>
            <p:cNvSpPr/>
            <p:nvPr/>
          </p:nvSpPr>
          <p:spPr>
            <a:xfrm>
              <a:off x="8245108" y="1017361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45" name="pt26345"/>
            <p:cNvSpPr/>
            <p:nvPr/>
          </p:nvSpPr>
          <p:spPr>
            <a:xfrm>
              <a:off x="8167152" y="967107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6" name="pt26346"/>
            <p:cNvSpPr/>
            <p:nvPr/>
          </p:nvSpPr>
          <p:spPr>
            <a:xfrm>
              <a:off x="8050550" y="953722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7" name="pg26347"/>
            <p:cNvSpPr/>
            <p:nvPr/>
          </p:nvSpPr>
          <p:spPr>
            <a:xfrm>
              <a:off x="8264688" y="9584017"/>
              <a:ext cx="126420" cy="109482"/>
            </a:xfrm>
            <a:custGeom>
              <a:avLst/>
              <a:gdLst/>
              <a:ahLst/>
              <a:cxnLst/>
              <a:rect l="0" t="0" r="0" b="0"/>
              <a:pathLst>
                <a:path w="126420" h="109482">
                  <a:moveTo>
                    <a:pt x="63210" y="0"/>
                  </a:moveTo>
                  <a:lnTo>
                    <a:pt x="126420" y="109482"/>
                  </a:lnTo>
                  <a:lnTo>
                    <a:pt x="0" y="1094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8" name="pg26348"/>
            <p:cNvSpPr/>
            <p:nvPr/>
          </p:nvSpPr>
          <p:spPr>
            <a:xfrm>
              <a:off x="8269112" y="941243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49" name="pt26349"/>
            <p:cNvSpPr/>
            <p:nvPr/>
          </p:nvSpPr>
          <p:spPr>
            <a:xfrm>
              <a:off x="8156637" y="989932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0" name="pg26350"/>
            <p:cNvSpPr/>
            <p:nvPr/>
          </p:nvSpPr>
          <p:spPr>
            <a:xfrm>
              <a:off x="8139831" y="970221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1" name="pt26351"/>
            <p:cNvSpPr/>
            <p:nvPr/>
          </p:nvSpPr>
          <p:spPr>
            <a:xfrm>
              <a:off x="8215968" y="9737293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2" name="pg26352"/>
            <p:cNvSpPr/>
            <p:nvPr/>
          </p:nvSpPr>
          <p:spPr>
            <a:xfrm>
              <a:off x="8075811" y="9573598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3" name="pt26353"/>
            <p:cNvSpPr/>
            <p:nvPr/>
          </p:nvSpPr>
          <p:spPr>
            <a:xfrm>
              <a:off x="8325375" y="962414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4" name="pt26354"/>
            <p:cNvSpPr/>
            <p:nvPr/>
          </p:nvSpPr>
          <p:spPr>
            <a:xfrm>
              <a:off x="8146910" y="9691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5" name="pt26355"/>
            <p:cNvSpPr/>
            <p:nvPr/>
          </p:nvSpPr>
          <p:spPr>
            <a:xfrm>
              <a:off x="8186204" y="9687427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6" name="pt26356"/>
            <p:cNvSpPr/>
            <p:nvPr/>
          </p:nvSpPr>
          <p:spPr>
            <a:xfrm>
              <a:off x="8134321" y="9954439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7" name="pt26357"/>
            <p:cNvSpPr/>
            <p:nvPr/>
          </p:nvSpPr>
          <p:spPr>
            <a:xfrm>
              <a:off x="8260627" y="9625591"/>
              <a:ext cx="48833" cy="48833"/>
            </a:xfrm>
            <a:prstGeom prst="ellipse">
              <a:avLst/>
            </a:prstGeom>
            <a:solidFill>
              <a:srgbClr val="7570B3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8" name="pt26358"/>
            <p:cNvSpPr/>
            <p:nvPr/>
          </p:nvSpPr>
          <p:spPr>
            <a:xfrm>
              <a:off x="9033796" y="981714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59" name="pt26359"/>
            <p:cNvSpPr/>
            <p:nvPr/>
          </p:nvSpPr>
          <p:spPr>
            <a:xfrm>
              <a:off x="7546040" y="997137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0" name="pt26360"/>
            <p:cNvSpPr/>
            <p:nvPr/>
          </p:nvSpPr>
          <p:spPr>
            <a:xfrm>
              <a:off x="7690867" y="89652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1" name="pt26361"/>
            <p:cNvSpPr/>
            <p:nvPr/>
          </p:nvSpPr>
          <p:spPr>
            <a:xfrm>
              <a:off x="8124408" y="964882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2" name="pt26362"/>
            <p:cNvSpPr/>
            <p:nvPr/>
          </p:nvSpPr>
          <p:spPr>
            <a:xfrm>
              <a:off x="8193158" y="9706984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3" name="pt26363"/>
            <p:cNvSpPr/>
            <p:nvPr/>
          </p:nvSpPr>
          <p:spPr>
            <a:xfrm>
              <a:off x="8213670" y="971973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4" name="pt26364"/>
            <p:cNvSpPr/>
            <p:nvPr/>
          </p:nvSpPr>
          <p:spPr>
            <a:xfrm>
              <a:off x="8058948" y="95470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5" name="pt26365"/>
            <p:cNvSpPr/>
            <p:nvPr/>
          </p:nvSpPr>
          <p:spPr>
            <a:xfrm>
              <a:off x="8147189" y="100186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6" name="pt26366"/>
            <p:cNvSpPr/>
            <p:nvPr/>
          </p:nvSpPr>
          <p:spPr>
            <a:xfrm>
              <a:off x="8300117" y="93785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7" name="pt26367"/>
            <p:cNvSpPr/>
            <p:nvPr/>
          </p:nvSpPr>
          <p:spPr>
            <a:xfrm>
              <a:off x="8429018" y="88363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8" name="pg26368"/>
            <p:cNvSpPr/>
            <p:nvPr/>
          </p:nvSpPr>
          <p:spPr>
            <a:xfrm>
              <a:off x="7445426" y="9893163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69" name="pt26369"/>
            <p:cNvSpPr/>
            <p:nvPr/>
          </p:nvSpPr>
          <p:spPr>
            <a:xfrm>
              <a:off x="8593830" y="95567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0" name="pt26370"/>
            <p:cNvSpPr/>
            <p:nvPr/>
          </p:nvSpPr>
          <p:spPr>
            <a:xfrm>
              <a:off x="7465550" y="99331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1" name="pt26371"/>
            <p:cNvSpPr/>
            <p:nvPr/>
          </p:nvSpPr>
          <p:spPr>
            <a:xfrm>
              <a:off x="8193696" y="947207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2" name="pt26372"/>
            <p:cNvSpPr/>
            <p:nvPr/>
          </p:nvSpPr>
          <p:spPr>
            <a:xfrm>
              <a:off x="9057604" y="9599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3" name="pt26373"/>
            <p:cNvSpPr/>
            <p:nvPr/>
          </p:nvSpPr>
          <p:spPr>
            <a:xfrm>
              <a:off x="8500626" y="95475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4" name="pt26374"/>
            <p:cNvSpPr/>
            <p:nvPr/>
          </p:nvSpPr>
          <p:spPr>
            <a:xfrm>
              <a:off x="8246806" y="970601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75" name="pl26375"/>
            <p:cNvSpPr/>
            <p:nvPr/>
          </p:nvSpPr>
          <p:spPr>
            <a:xfrm>
              <a:off x="8144042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156038"/>
                  </a:moveTo>
                  <a:lnTo>
                    <a:pt x="156038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6" name="pl26376"/>
            <p:cNvSpPr/>
            <p:nvPr/>
          </p:nvSpPr>
          <p:spPr>
            <a:xfrm>
              <a:off x="8144042" y="9664519"/>
              <a:ext cx="156038" cy="156038"/>
            </a:xfrm>
            <a:custGeom>
              <a:avLst/>
              <a:gdLst/>
              <a:ahLst/>
              <a:cxnLst/>
              <a:rect l="0" t="0" r="0" b="0"/>
              <a:pathLst>
                <a:path w="156038" h="156038">
                  <a:moveTo>
                    <a:pt x="0" y="0"/>
                  </a:moveTo>
                  <a:lnTo>
                    <a:pt x="156038" y="156038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7" name="pl26377"/>
            <p:cNvSpPr/>
            <p:nvPr/>
          </p:nvSpPr>
          <p:spPr>
            <a:xfrm>
              <a:off x="8111726" y="9742538"/>
              <a:ext cx="220672" cy="0"/>
            </a:xfrm>
            <a:custGeom>
              <a:avLst/>
              <a:gdLst/>
              <a:ahLst/>
              <a:cxnLst/>
              <a:rect l="0" t="0" r="0" b="0"/>
              <a:pathLst>
                <a:path w="220672">
                  <a:moveTo>
                    <a:pt x="0" y="0"/>
                  </a:moveTo>
                  <a:lnTo>
                    <a:pt x="22067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8" name="pl26378"/>
            <p:cNvSpPr/>
            <p:nvPr/>
          </p:nvSpPr>
          <p:spPr>
            <a:xfrm>
              <a:off x="8222062" y="9632202"/>
              <a:ext cx="0" cy="220672"/>
            </a:xfrm>
            <a:custGeom>
              <a:avLst/>
              <a:gdLst/>
              <a:ahLst/>
              <a:cxnLst/>
              <a:rect l="0" t="0" r="0" b="0"/>
              <a:pathLst>
                <a:path h="220672">
                  <a:moveTo>
                    <a:pt x="0" y="22067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79" name="pt26379"/>
            <p:cNvSpPr/>
            <p:nvPr/>
          </p:nvSpPr>
          <p:spPr>
            <a:xfrm>
              <a:off x="7609670" y="101702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0" name="pt26380"/>
            <p:cNvSpPr/>
            <p:nvPr/>
          </p:nvSpPr>
          <p:spPr>
            <a:xfrm>
              <a:off x="8422663" y="9285021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1" name="pt26381"/>
            <p:cNvSpPr/>
            <p:nvPr/>
          </p:nvSpPr>
          <p:spPr>
            <a:xfrm>
              <a:off x="8075864" y="97681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2" name="pt26382"/>
            <p:cNvSpPr/>
            <p:nvPr/>
          </p:nvSpPr>
          <p:spPr>
            <a:xfrm>
              <a:off x="8329352" y="970169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3" name="pt26383"/>
            <p:cNvSpPr/>
            <p:nvPr/>
          </p:nvSpPr>
          <p:spPr>
            <a:xfrm>
              <a:off x="8103796" y="974861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4" name="pl26384"/>
            <p:cNvSpPr/>
            <p:nvPr/>
          </p:nvSpPr>
          <p:spPr>
            <a:xfrm>
              <a:off x="8157042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5" name="pl26385"/>
            <p:cNvSpPr/>
            <p:nvPr/>
          </p:nvSpPr>
          <p:spPr>
            <a:xfrm>
              <a:off x="8157042" y="972969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6" name="pl26386"/>
            <p:cNvSpPr/>
            <p:nvPr/>
          </p:nvSpPr>
          <p:spPr>
            <a:xfrm>
              <a:off x="8139313" y="9772493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7" name="pl26387"/>
            <p:cNvSpPr/>
            <p:nvPr/>
          </p:nvSpPr>
          <p:spPr>
            <a:xfrm>
              <a:off x="8199844" y="9711961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388" name="pg26388"/>
            <p:cNvSpPr/>
            <p:nvPr/>
          </p:nvSpPr>
          <p:spPr>
            <a:xfrm>
              <a:off x="8159223" y="9823874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89" name="pt26389"/>
            <p:cNvSpPr/>
            <p:nvPr/>
          </p:nvSpPr>
          <p:spPr>
            <a:xfrm>
              <a:off x="8398833" y="94741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0" name="pg26390"/>
            <p:cNvSpPr/>
            <p:nvPr/>
          </p:nvSpPr>
          <p:spPr>
            <a:xfrm>
              <a:off x="8335683" y="96621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1" name="pg26391"/>
            <p:cNvSpPr/>
            <p:nvPr/>
          </p:nvSpPr>
          <p:spPr>
            <a:xfrm>
              <a:off x="8343017" y="965901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2" name="pt26392"/>
            <p:cNvSpPr/>
            <p:nvPr/>
          </p:nvSpPr>
          <p:spPr>
            <a:xfrm>
              <a:off x="7515275" y="93219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3" name="pt26393"/>
            <p:cNvSpPr/>
            <p:nvPr/>
          </p:nvSpPr>
          <p:spPr>
            <a:xfrm>
              <a:off x="8192050" y="9698133"/>
              <a:ext cx="80678" cy="80678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4" name="pg26394"/>
            <p:cNvSpPr/>
            <p:nvPr/>
          </p:nvSpPr>
          <p:spPr>
            <a:xfrm>
              <a:off x="8460542" y="9367450"/>
              <a:ext cx="144069" cy="124767"/>
            </a:xfrm>
            <a:custGeom>
              <a:avLst/>
              <a:gdLst/>
              <a:ahLst/>
              <a:cxnLst/>
              <a:rect l="0" t="0" r="0" b="0"/>
              <a:pathLst>
                <a:path w="144069" h="124767">
                  <a:moveTo>
                    <a:pt x="72034" y="0"/>
                  </a:moveTo>
                  <a:lnTo>
                    <a:pt x="144069" y="124767"/>
                  </a:lnTo>
                  <a:lnTo>
                    <a:pt x="0" y="124767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5" name="pt26395"/>
            <p:cNvSpPr/>
            <p:nvPr/>
          </p:nvSpPr>
          <p:spPr>
            <a:xfrm>
              <a:off x="8251055" y="9641115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6" name="pt26396"/>
            <p:cNvSpPr/>
            <p:nvPr/>
          </p:nvSpPr>
          <p:spPr>
            <a:xfrm>
              <a:off x="8168624" y="967800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7" name="pt26397"/>
            <p:cNvSpPr/>
            <p:nvPr/>
          </p:nvSpPr>
          <p:spPr>
            <a:xfrm>
              <a:off x="8187641" y="9698185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8" name="pt26398"/>
            <p:cNvSpPr/>
            <p:nvPr/>
          </p:nvSpPr>
          <p:spPr>
            <a:xfrm>
              <a:off x="7809132" y="906540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399" name="pt26399"/>
            <p:cNvSpPr/>
            <p:nvPr/>
          </p:nvSpPr>
          <p:spPr>
            <a:xfrm>
              <a:off x="8348753" y="1045458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0" name="pt26400"/>
            <p:cNvSpPr/>
            <p:nvPr/>
          </p:nvSpPr>
          <p:spPr>
            <a:xfrm>
              <a:off x="8896633" y="1010765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1" name="pt26401"/>
            <p:cNvSpPr/>
            <p:nvPr/>
          </p:nvSpPr>
          <p:spPr>
            <a:xfrm>
              <a:off x="8503079" y="954829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2" name="pt26402"/>
            <p:cNvSpPr/>
            <p:nvPr/>
          </p:nvSpPr>
          <p:spPr>
            <a:xfrm>
              <a:off x="8463625" y="94394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3" name="pl26403"/>
            <p:cNvSpPr/>
            <p:nvPr/>
          </p:nvSpPr>
          <p:spPr>
            <a:xfrm>
              <a:off x="8161750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4" name="pl26404"/>
            <p:cNvSpPr/>
            <p:nvPr/>
          </p:nvSpPr>
          <p:spPr>
            <a:xfrm>
              <a:off x="8161750" y="968844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5" name="pl26405"/>
            <p:cNvSpPr/>
            <p:nvPr/>
          </p:nvSpPr>
          <p:spPr>
            <a:xfrm>
              <a:off x="8151637" y="971286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6" name="pl26406"/>
            <p:cNvSpPr/>
            <p:nvPr/>
          </p:nvSpPr>
          <p:spPr>
            <a:xfrm>
              <a:off x="8186167" y="967833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07" name="pt26407"/>
            <p:cNvSpPr/>
            <p:nvPr/>
          </p:nvSpPr>
          <p:spPr>
            <a:xfrm>
              <a:off x="7574346" y="1014285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8" name="pt26408"/>
            <p:cNvSpPr/>
            <p:nvPr/>
          </p:nvSpPr>
          <p:spPr>
            <a:xfrm>
              <a:off x="8174662" y="975134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09" name="pt26409"/>
            <p:cNvSpPr/>
            <p:nvPr/>
          </p:nvSpPr>
          <p:spPr>
            <a:xfrm>
              <a:off x="8172229" y="9664329"/>
              <a:ext cx="48833" cy="48833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0" name="pt26410"/>
            <p:cNvSpPr/>
            <p:nvPr/>
          </p:nvSpPr>
          <p:spPr>
            <a:xfrm>
              <a:off x="8216950" y="87907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1" name="pg26411"/>
            <p:cNvSpPr/>
            <p:nvPr/>
          </p:nvSpPr>
          <p:spPr>
            <a:xfrm>
              <a:off x="8263330" y="938885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2" name="pt26412"/>
            <p:cNvSpPr/>
            <p:nvPr/>
          </p:nvSpPr>
          <p:spPr>
            <a:xfrm>
              <a:off x="8393296" y="10446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3" name="pl26413"/>
            <p:cNvSpPr/>
            <p:nvPr/>
          </p:nvSpPr>
          <p:spPr>
            <a:xfrm>
              <a:off x="8271346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4" name="pl26414"/>
            <p:cNvSpPr/>
            <p:nvPr/>
          </p:nvSpPr>
          <p:spPr>
            <a:xfrm>
              <a:off x="8271346" y="9262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5" name="pl26415"/>
            <p:cNvSpPr/>
            <p:nvPr/>
          </p:nvSpPr>
          <p:spPr>
            <a:xfrm>
              <a:off x="8261232" y="928719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6" name="pl26416"/>
            <p:cNvSpPr/>
            <p:nvPr/>
          </p:nvSpPr>
          <p:spPr>
            <a:xfrm>
              <a:off x="8295763" y="925266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17" name="pg26417"/>
            <p:cNvSpPr/>
            <p:nvPr/>
          </p:nvSpPr>
          <p:spPr>
            <a:xfrm>
              <a:off x="8163045" y="980933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8" name="pt26418"/>
            <p:cNvSpPr/>
            <p:nvPr/>
          </p:nvSpPr>
          <p:spPr>
            <a:xfrm>
              <a:off x="7771104" y="90622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19" name="pg26419"/>
            <p:cNvSpPr/>
            <p:nvPr/>
          </p:nvSpPr>
          <p:spPr>
            <a:xfrm>
              <a:off x="8210448" y="104578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0" name="pt26420"/>
            <p:cNvSpPr/>
            <p:nvPr/>
          </p:nvSpPr>
          <p:spPr>
            <a:xfrm>
              <a:off x="8145319" y="973512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1" name="pt26421"/>
            <p:cNvSpPr/>
            <p:nvPr/>
          </p:nvSpPr>
          <p:spPr>
            <a:xfrm>
              <a:off x="8551027" y="942027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2" name="pt26422"/>
            <p:cNvSpPr/>
            <p:nvPr/>
          </p:nvSpPr>
          <p:spPr>
            <a:xfrm>
              <a:off x="8440504" y="936313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3" name="pt26423"/>
            <p:cNvSpPr/>
            <p:nvPr/>
          </p:nvSpPr>
          <p:spPr>
            <a:xfrm>
              <a:off x="7413631" y="955417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4" name="pl26424"/>
            <p:cNvSpPr/>
            <p:nvPr/>
          </p:nvSpPr>
          <p:spPr>
            <a:xfrm>
              <a:off x="8116757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5" name="pl26425"/>
            <p:cNvSpPr/>
            <p:nvPr/>
          </p:nvSpPr>
          <p:spPr>
            <a:xfrm>
              <a:off x="8116757" y="966704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6" name="pl26426"/>
            <p:cNvSpPr/>
            <p:nvPr/>
          </p:nvSpPr>
          <p:spPr>
            <a:xfrm>
              <a:off x="8106644" y="969145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7" name="pl26427"/>
            <p:cNvSpPr/>
            <p:nvPr/>
          </p:nvSpPr>
          <p:spPr>
            <a:xfrm>
              <a:off x="8141174" y="965692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28" name="pt26428"/>
            <p:cNvSpPr/>
            <p:nvPr/>
          </p:nvSpPr>
          <p:spPr>
            <a:xfrm>
              <a:off x="8665749" y="93607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29" name="pt26429"/>
            <p:cNvSpPr/>
            <p:nvPr/>
          </p:nvSpPr>
          <p:spPr>
            <a:xfrm>
              <a:off x="8251631" y="99023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0" name="pt26430"/>
            <p:cNvSpPr/>
            <p:nvPr/>
          </p:nvSpPr>
          <p:spPr>
            <a:xfrm>
              <a:off x="8392794" y="9460414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1" name="pt26431"/>
            <p:cNvSpPr/>
            <p:nvPr/>
          </p:nvSpPr>
          <p:spPr>
            <a:xfrm>
              <a:off x="8040860" y="10388279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2" name="pt26432"/>
            <p:cNvSpPr/>
            <p:nvPr/>
          </p:nvSpPr>
          <p:spPr>
            <a:xfrm>
              <a:off x="8136428" y="97374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3" name="pt26433"/>
            <p:cNvSpPr/>
            <p:nvPr/>
          </p:nvSpPr>
          <p:spPr>
            <a:xfrm>
              <a:off x="8253316" y="9636754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4" name="pt26434"/>
            <p:cNvSpPr/>
            <p:nvPr/>
          </p:nvSpPr>
          <p:spPr>
            <a:xfrm>
              <a:off x="9029510" y="9785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5" name="pt26435"/>
            <p:cNvSpPr/>
            <p:nvPr/>
          </p:nvSpPr>
          <p:spPr>
            <a:xfrm>
              <a:off x="7397056" y="95394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6" name="pt26436"/>
            <p:cNvSpPr/>
            <p:nvPr/>
          </p:nvSpPr>
          <p:spPr>
            <a:xfrm>
              <a:off x="8201255" y="9734150"/>
              <a:ext cx="85604" cy="8560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7" name="pt26437"/>
            <p:cNvSpPr/>
            <p:nvPr/>
          </p:nvSpPr>
          <p:spPr>
            <a:xfrm>
              <a:off x="8119795" y="103576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8" name="pt26438"/>
            <p:cNvSpPr/>
            <p:nvPr/>
          </p:nvSpPr>
          <p:spPr>
            <a:xfrm>
              <a:off x="8172687" y="9651892"/>
              <a:ext cx="80678" cy="80678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39" name="pt26439"/>
            <p:cNvSpPr/>
            <p:nvPr/>
          </p:nvSpPr>
          <p:spPr>
            <a:xfrm>
              <a:off x="7937387" y="9581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0" name="pt26440"/>
            <p:cNvSpPr/>
            <p:nvPr/>
          </p:nvSpPr>
          <p:spPr>
            <a:xfrm>
              <a:off x="8431039" y="927999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1" name="pt26441"/>
            <p:cNvSpPr/>
            <p:nvPr/>
          </p:nvSpPr>
          <p:spPr>
            <a:xfrm>
              <a:off x="8292559" y="99982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2" name="pt26442"/>
            <p:cNvSpPr/>
            <p:nvPr/>
          </p:nvSpPr>
          <p:spPr>
            <a:xfrm>
              <a:off x="8244745" y="976478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3" name="pl26443"/>
            <p:cNvSpPr/>
            <p:nvPr/>
          </p:nvSpPr>
          <p:spPr>
            <a:xfrm>
              <a:off x="8229021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4" name="pl26444"/>
            <p:cNvSpPr/>
            <p:nvPr/>
          </p:nvSpPr>
          <p:spPr>
            <a:xfrm>
              <a:off x="8229021" y="97165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5" name="pl26445"/>
            <p:cNvSpPr/>
            <p:nvPr/>
          </p:nvSpPr>
          <p:spPr>
            <a:xfrm>
              <a:off x="8218907" y="97409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6" name="pl26446"/>
            <p:cNvSpPr/>
            <p:nvPr/>
          </p:nvSpPr>
          <p:spPr>
            <a:xfrm>
              <a:off x="8253438" y="970646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47" name="pt26447"/>
            <p:cNvSpPr/>
            <p:nvPr/>
          </p:nvSpPr>
          <p:spPr>
            <a:xfrm>
              <a:off x="8999168" y="927351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8" name="pt26448"/>
            <p:cNvSpPr/>
            <p:nvPr/>
          </p:nvSpPr>
          <p:spPr>
            <a:xfrm>
              <a:off x="8205772" y="9672570"/>
              <a:ext cx="67219" cy="67219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49" name="pt26449"/>
            <p:cNvSpPr/>
            <p:nvPr/>
          </p:nvSpPr>
          <p:spPr>
            <a:xfrm>
              <a:off x="8719339" y="895497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0" name="pl26450"/>
            <p:cNvSpPr/>
            <p:nvPr/>
          </p:nvSpPr>
          <p:spPr>
            <a:xfrm>
              <a:off x="8719339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1" name="pl26451"/>
            <p:cNvSpPr/>
            <p:nvPr/>
          </p:nvSpPr>
          <p:spPr>
            <a:xfrm>
              <a:off x="8719339" y="895497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2" name="pt26452"/>
            <p:cNvSpPr/>
            <p:nvPr/>
          </p:nvSpPr>
          <p:spPr>
            <a:xfrm>
              <a:off x="8182394" y="9679913"/>
              <a:ext cx="74834" cy="74834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53" name="pl26453"/>
            <p:cNvSpPr/>
            <p:nvPr/>
          </p:nvSpPr>
          <p:spPr>
            <a:xfrm>
              <a:off x="8342897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4" name="pl26454"/>
            <p:cNvSpPr/>
            <p:nvPr/>
          </p:nvSpPr>
          <p:spPr>
            <a:xfrm>
              <a:off x="8342897" y="920975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5" name="pl26455"/>
            <p:cNvSpPr/>
            <p:nvPr/>
          </p:nvSpPr>
          <p:spPr>
            <a:xfrm>
              <a:off x="8332783" y="923416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6" name="pl26456"/>
            <p:cNvSpPr/>
            <p:nvPr/>
          </p:nvSpPr>
          <p:spPr>
            <a:xfrm>
              <a:off x="8367314" y="919963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57" name="pg26457"/>
            <p:cNvSpPr/>
            <p:nvPr/>
          </p:nvSpPr>
          <p:spPr>
            <a:xfrm>
              <a:off x="8255305" y="9873553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58" name="pg26458"/>
            <p:cNvSpPr/>
            <p:nvPr/>
          </p:nvSpPr>
          <p:spPr>
            <a:xfrm>
              <a:off x="8327221" y="965011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59" name="pt26459"/>
            <p:cNvSpPr/>
            <p:nvPr/>
          </p:nvSpPr>
          <p:spPr>
            <a:xfrm>
              <a:off x="8150414" y="975898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460" name="pl26460"/>
            <p:cNvSpPr/>
            <p:nvPr/>
          </p:nvSpPr>
          <p:spPr>
            <a:xfrm>
              <a:off x="8703091" y="11782959"/>
              <a:ext cx="832" cy="3971"/>
            </a:xfrm>
            <a:custGeom>
              <a:avLst/>
              <a:gdLst/>
              <a:ahLst/>
              <a:cxnLst/>
              <a:rect l="0" t="0" r="0" b="0"/>
              <a:pathLst>
                <a:path w="832" h="3971">
                  <a:moveTo>
                    <a:pt x="0" y="3971"/>
                  </a:moveTo>
                  <a:lnTo>
                    <a:pt x="832" y="0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1" name="pl26461"/>
            <p:cNvSpPr/>
            <p:nvPr/>
          </p:nvSpPr>
          <p:spPr>
            <a:xfrm>
              <a:off x="8789726" y="11181281"/>
              <a:ext cx="19587" cy="4095"/>
            </a:xfrm>
            <a:custGeom>
              <a:avLst/>
              <a:gdLst/>
              <a:ahLst/>
              <a:cxnLst/>
              <a:rect l="0" t="0" r="0" b="0"/>
              <a:pathLst>
                <a:path w="19587" h="4095">
                  <a:moveTo>
                    <a:pt x="19587" y="409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2" name="pl26462"/>
            <p:cNvSpPr/>
            <p:nvPr/>
          </p:nvSpPr>
          <p:spPr>
            <a:xfrm>
              <a:off x="8809313" y="11185376"/>
              <a:ext cx="17387" cy="4045"/>
            </a:xfrm>
            <a:custGeom>
              <a:avLst/>
              <a:gdLst/>
              <a:ahLst/>
              <a:cxnLst/>
              <a:rect l="0" t="0" r="0" b="0"/>
              <a:pathLst>
                <a:path w="17387" h="4045">
                  <a:moveTo>
                    <a:pt x="0" y="0"/>
                  </a:moveTo>
                  <a:lnTo>
                    <a:pt x="17387" y="404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3" name="pl26463"/>
            <p:cNvSpPr/>
            <p:nvPr/>
          </p:nvSpPr>
          <p:spPr>
            <a:xfrm>
              <a:off x="8306076" y="11962604"/>
              <a:ext cx="3069" cy="66002"/>
            </a:xfrm>
            <a:custGeom>
              <a:avLst/>
              <a:gdLst/>
              <a:ahLst/>
              <a:cxnLst/>
              <a:rect l="0" t="0" r="0" b="0"/>
              <a:pathLst>
                <a:path w="3069" h="66002">
                  <a:moveTo>
                    <a:pt x="3069" y="0"/>
                  </a:moveTo>
                  <a:lnTo>
                    <a:pt x="0" y="6600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4" name="pl26464"/>
            <p:cNvSpPr/>
            <p:nvPr/>
          </p:nvSpPr>
          <p:spPr>
            <a:xfrm>
              <a:off x="8309146" y="11889154"/>
              <a:ext cx="12122" cy="73450"/>
            </a:xfrm>
            <a:custGeom>
              <a:avLst/>
              <a:gdLst/>
              <a:ahLst/>
              <a:cxnLst/>
              <a:rect l="0" t="0" r="0" b="0"/>
              <a:pathLst>
                <a:path w="12122" h="73450">
                  <a:moveTo>
                    <a:pt x="0" y="73450"/>
                  </a:moveTo>
                  <a:lnTo>
                    <a:pt x="1212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5" name="pl26465"/>
            <p:cNvSpPr/>
            <p:nvPr/>
          </p:nvSpPr>
          <p:spPr>
            <a:xfrm>
              <a:off x="8288529" y="11406119"/>
              <a:ext cx="10841" cy="1935"/>
            </a:xfrm>
            <a:custGeom>
              <a:avLst/>
              <a:gdLst/>
              <a:ahLst/>
              <a:cxnLst/>
              <a:rect l="0" t="0" r="0" b="0"/>
              <a:pathLst>
                <a:path w="10841" h="1935">
                  <a:moveTo>
                    <a:pt x="10841" y="0"/>
                  </a:moveTo>
                  <a:lnTo>
                    <a:pt x="0" y="1935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6" name="pl26466"/>
            <p:cNvSpPr/>
            <p:nvPr/>
          </p:nvSpPr>
          <p:spPr>
            <a:xfrm>
              <a:off x="8680628" y="11747363"/>
              <a:ext cx="21559" cy="44539"/>
            </a:xfrm>
            <a:custGeom>
              <a:avLst/>
              <a:gdLst/>
              <a:ahLst/>
              <a:cxnLst/>
              <a:rect l="0" t="0" r="0" b="0"/>
              <a:pathLst>
                <a:path w="21559" h="44539">
                  <a:moveTo>
                    <a:pt x="21559" y="0"/>
                  </a:moveTo>
                  <a:lnTo>
                    <a:pt x="0" y="4453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7" name="pl26467"/>
            <p:cNvSpPr/>
            <p:nvPr/>
          </p:nvSpPr>
          <p:spPr>
            <a:xfrm>
              <a:off x="8321911" y="12250485"/>
              <a:ext cx="11505" cy="22265"/>
            </a:xfrm>
            <a:custGeom>
              <a:avLst/>
              <a:gdLst/>
              <a:ahLst/>
              <a:cxnLst/>
              <a:rect l="0" t="0" r="0" b="0"/>
              <a:pathLst>
                <a:path w="11505" h="22265">
                  <a:moveTo>
                    <a:pt x="11505" y="22265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8" name="pl26468"/>
            <p:cNvSpPr/>
            <p:nvPr/>
          </p:nvSpPr>
          <p:spPr>
            <a:xfrm>
              <a:off x="8089135" y="11498794"/>
              <a:ext cx="6767" cy="15311"/>
            </a:xfrm>
            <a:custGeom>
              <a:avLst/>
              <a:gdLst/>
              <a:ahLst/>
              <a:cxnLst/>
              <a:rect l="0" t="0" r="0" b="0"/>
              <a:pathLst>
                <a:path w="6767" h="15311">
                  <a:moveTo>
                    <a:pt x="0" y="15311"/>
                  </a:moveTo>
                  <a:lnTo>
                    <a:pt x="6767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69" name="pl26469"/>
            <p:cNvSpPr/>
            <p:nvPr/>
          </p:nvSpPr>
          <p:spPr>
            <a:xfrm>
              <a:off x="8297545" y="11966834"/>
              <a:ext cx="1288" cy="2685"/>
            </a:xfrm>
            <a:custGeom>
              <a:avLst/>
              <a:gdLst/>
              <a:ahLst/>
              <a:cxnLst/>
              <a:rect l="0" t="0" r="0" b="0"/>
              <a:pathLst>
                <a:path w="1288" h="2685">
                  <a:moveTo>
                    <a:pt x="1288" y="2685"/>
                  </a:moveTo>
                  <a:lnTo>
                    <a:pt x="0" y="0"/>
                  </a:lnTo>
                </a:path>
              </a:pathLst>
            </a:custGeom>
            <a:ln w="465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0" name="pl26470"/>
            <p:cNvSpPr/>
            <p:nvPr/>
          </p:nvSpPr>
          <p:spPr>
            <a:xfrm>
              <a:off x="8280249" y="11983074"/>
              <a:ext cx="13064" cy="28462"/>
            </a:xfrm>
            <a:custGeom>
              <a:avLst/>
              <a:gdLst/>
              <a:ahLst/>
              <a:cxnLst/>
              <a:rect l="0" t="0" r="0" b="0"/>
              <a:pathLst>
                <a:path w="13064" h="28462">
                  <a:moveTo>
                    <a:pt x="0" y="28462"/>
                  </a:moveTo>
                  <a:lnTo>
                    <a:pt x="13064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1" name="pl26471"/>
            <p:cNvSpPr/>
            <p:nvPr/>
          </p:nvSpPr>
          <p:spPr>
            <a:xfrm>
              <a:off x="8195233" y="11422520"/>
              <a:ext cx="13190" cy="5602"/>
            </a:xfrm>
            <a:custGeom>
              <a:avLst/>
              <a:gdLst/>
              <a:ahLst/>
              <a:cxnLst/>
              <a:rect l="0" t="0" r="0" b="0"/>
              <a:pathLst>
                <a:path w="13190" h="5602">
                  <a:moveTo>
                    <a:pt x="13190" y="0"/>
                  </a:moveTo>
                  <a:lnTo>
                    <a:pt x="0" y="56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2" name="pl26472"/>
            <p:cNvSpPr/>
            <p:nvPr/>
          </p:nvSpPr>
          <p:spPr>
            <a:xfrm>
              <a:off x="7944158" y="12332677"/>
              <a:ext cx="4201" cy="6311"/>
            </a:xfrm>
            <a:custGeom>
              <a:avLst/>
              <a:gdLst/>
              <a:ahLst/>
              <a:cxnLst/>
              <a:rect l="0" t="0" r="0" b="0"/>
              <a:pathLst>
                <a:path w="4201" h="6311">
                  <a:moveTo>
                    <a:pt x="4201" y="0"/>
                  </a:moveTo>
                  <a:lnTo>
                    <a:pt x="0" y="631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3" name="pl26473"/>
            <p:cNvSpPr/>
            <p:nvPr/>
          </p:nvSpPr>
          <p:spPr>
            <a:xfrm>
              <a:off x="8212128" y="11419445"/>
              <a:ext cx="27347" cy="7330"/>
            </a:xfrm>
            <a:custGeom>
              <a:avLst/>
              <a:gdLst/>
              <a:ahLst/>
              <a:cxnLst/>
              <a:rect l="0" t="0" r="0" b="0"/>
              <a:pathLst>
                <a:path w="27347" h="7330">
                  <a:moveTo>
                    <a:pt x="27347" y="0"/>
                  </a:moveTo>
                  <a:lnTo>
                    <a:pt x="0" y="733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4" name="pl26474"/>
            <p:cNvSpPr/>
            <p:nvPr/>
          </p:nvSpPr>
          <p:spPr>
            <a:xfrm>
              <a:off x="8239476" y="11408055"/>
              <a:ext cx="49053" cy="11390"/>
            </a:xfrm>
            <a:custGeom>
              <a:avLst/>
              <a:gdLst/>
              <a:ahLst/>
              <a:cxnLst/>
              <a:rect l="0" t="0" r="0" b="0"/>
              <a:pathLst>
                <a:path w="49053" h="11390">
                  <a:moveTo>
                    <a:pt x="0" y="11390"/>
                  </a:moveTo>
                  <a:lnTo>
                    <a:pt x="49053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5" name="pl26475"/>
            <p:cNvSpPr/>
            <p:nvPr/>
          </p:nvSpPr>
          <p:spPr>
            <a:xfrm>
              <a:off x="8129034" y="11467760"/>
              <a:ext cx="6221" cy="4554"/>
            </a:xfrm>
            <a:custGeom>
              <a:avLst/>
              <a:gdLst/>
              <a:ahLst/>
              <a:cxnLst/>
              <a:rect l="0" t="0" r="0" b="0"/>
              <a:pathLst>
                <a:path w="6221" h="4554">
                  <a:moveTo>
                    <a:pt x="0" y="0"/>
                  </a:moveTo>
                  <a:lnTo>
                    <a:pt x="6221" y="45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6" name="pl26476"/>
            <p:cNvSpPr/>
            <p:nvPr/>
          </p:nvSpPr>
          <p:spPr>
            <a:xfrm>
              <a:off x="8128733" y="11446613"/>
              <a:ext cx="301" cy="21146"/>
            </a:xfrm>
            <a:custGeom>
              <a:avLst/>
              <a:gdLst/>
              <a:ahLst/>
              <a:cxnLst/>
              <a:rect l="0" t="0" r="0" b="0"/>
              <a:pathLst>
                <a:path w="301" h="21146">
                  <a:moveTo>
                    <a:pt x="301" y="2114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7" name="pl26477"/>
            <p:cNvSpPr/>
            <p:nvPr/>
          </p:nvSpPr>
          <p:spPr>
            <a:xfrm>
              <a:off x="8117863" y="11467760"/>
              <a:ext cx="11171" cy="8147"/>
            </a:xfrm>
            <a:custGeom>
              <a:avLst/>
              <a:gdLst/>
              <a:ahLst/>
              <a:cxnLst/>
              <a:rect l="0" t="0" r="0" b="0"/>
              <a:pathLst>
                <a:path w="11171" h="8147">
                  <a:moveTo>
                    <a:pt x="11171" y="0"/>
                  </a:moveTo>
                  <a:lnTo>
                    <a:pt x="0" y="81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8" name="pl26478"/>
            <p:cNvSpPr/>
            <p:nvPr/>
          </p:nvSpPr>
          <p:spPr>
            <a:xfrm>
              <a:off x="8129034" y="11467376"/>
              <a:ext cx="5123" cy="384"/>
            </a:xfrm>
            <a:custGeom>
              <a:avLst/>
              <a:gdLst/>
              <a:ahLst/>
              <a:cxnLst/>
              <a:rect l="0" t="0" r="0" b="0"/>
              <a:pathLst>
                <a:path w="5123" h="384">
                  <a:moveTo>
                    <a:pt x="0" y="384"/>
                  </a:moveTo>
                  <a:lnTo>
                    <a:pt x="512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79" name="pl26479"/>
            <p:cNvSpPr/>
            <p:nvPr/>
          </p:nvSpPr>
          <p:spPr>
            <a:xfrm>
              <a:off x="8129034" y="11466411"/>
              <a:ext cx="7083" cy="1349"/>
            </a:xfrm>
            <a:custGeom>
              <a:avLst/>
              <a:gdLst/>
              <a:ahLst/>
              <a:cxnLst/>
              <a:rect l="0" t="0" r="0" b="0"/>
              <a:pathLst>
                <a:path w="7083" h="1349">
                  <a:moveTo>
                    <a:pt x="0" y="1349"/>
                  </a:moveTo>
                  <a:lnTo>
                    <a:pt x="7083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0" name="pl26480"/>
            <p:cNvSpPr/>
            <p:nvPr/>
          </p:nvSpPr>
          <p:spPr>
            <a:xfrm>
              <a:off x="8369867" y="11634620"/>
              <a:ext cx="33561" cy="9098"/>
            </a:xfrm>
            <a:custGeom>
              <a:avLst/>
              <a:gdLst/>
              <a:ahLst/>
              <a:cxnLst/>
              <a:rect l="0" t="0" r="0" b="0"/>
              <a:pathLst>
                <a:path w="33561" h="9098">
                  <a:moveTo>
                    <a:pt x="0" y="9098"/>
                  </a:moveTo>
                  <a:lnTo>
                    <a:pt x="3356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1" name="pl26481"/>
            <p:cNvSpPr/>
            <p:nvPr/>
          </p:nvSpPr>
          <p:spPr>
            <a:xfrm>
              <a:off x="8165063" y="11404040"/>
              <a:ext cx="22385" cy="20079"/>
            </a:xfrm>
            <a:custGeom>
              <a:avLst/>
              <a:gdLst/>
              <a:ahLst/>
              <a:cxnLst/>
              <a:rect l="0" t="0" r="0" b="0"/>
              <a:pathLst>
                <a:path w="22385" h="20079">
                  <a:moveTo>
                    <a:pt x="22385" y="0"/>
                  </a:moveTo>
                  <a:lnTo>
                    <a:pt x="0" y="2007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2" name="pl26482"/>
            <p:cNvSpPr/>
            <p:nvPr/>
          </p:nvSpPr>
          <p:spPr>
            <a:xfrm>
              <a:off x="8119552" y="11435345"/>
              <a:ext cx="11219" cy="1680"/>
            </a:xfrm>
            <a:custGeom>
              <a:avLst/>
              <a:gdLst/>
              <a:ahLst/>
              <a:cxnLst/>
              <a:rect l="0" t="0" r="0" b="0"/>
              <a:pathLst>
                <a:path w="11219" h="1680">
                  <a:moveTo>
                    <a:pt x="11219" y="1680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3" name="pl26483"/>
            <p:cNvSpPr/>
            <p:nvPr/>
          </p:nvSpPr>
          <p:spPr>
            <a:xfrm>
              <a:off x="8130772" y="11437026"/>
              <a:ext cx="19159" cy="22282"/>
            </a:xfrm>
            <a:custGeom>
              <a:avLst/>
              <a:gdLst/>
              <a:ahLst/>
              <a:cxnLst/>
              <a:rect l="0" t="0" r="0" b="0"/>
              <a:pathLst>
                <a:path w="19159" h="22282">
                  <a:moveTo>
                    <a:pt x="0" y="0"/>
                  </a:moveTo>
                  <a:lnTo>
                    <a:pt x="19159" y="2228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4" name="pl26484"/>
            <p:cNvSpPr/>
            <p:nvPr/>
          </p:nvSpPr>
          <p:spPr>
            <a:xfrm>
              <a:off x="7856089" y="10966326"/>
              <a:ext cx="3873" cy="5891"/>
            </a:xfrm>
            <a:custGeom>
              <a:avLst/>
              <a:gdLst/>
              <a:ahLst/>
              <a:cxnLst/>
              <a:rect l="0" t="0" r="0" b="0"/>
              <a:pathLst>
                <a:path w="3873" h="5891">
                  <a:moveTo>
                    <a:pt x="3873" y="0"/>
                  </a:moveTo>
                  <a:lnTo>
                    <a:pt x="0" y="5891"/>
                  </a:lnTo>
                </a:path>
              </a:pathLst>
            </a:custGeom>
            <a:ln w="408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5" name="pl26485"/>
            <p:cNvSpPr/>
            <p:nvPr/>
          </p:nvSpPr>
          <p:spPr>
            <a:xfrm>
              <a:off x="8144308" y="11468174"/>
              <a:ext cx="10170" cy="12757"/>
            </a:xfrm>
            <a:custGeom>
              <a:avLst/>
              <a:gdLst/>
              <a:ahLst/>
              <a:cxnLst/>
              <a:rect l="0" t="0" r="0" b="0"/>
              <a:pathLst>
                <a:path w="10170" h="12757">
                  <a:moveTo>
                    <a:pt x="0" y="0"/>
                  </a:moveTo>
                  <a:lnTo>
                    <a:pt x="10170" y="1275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6" name="pl26486"/>
            <p:cNvSpPr/>
            <p:nvPr/>
          </p:nvSpPr>
          <p:spPr>
            <a:xfrm>
              <a:off x="8143934" y="11468174"/>
              <a:ext cx="374" cy="13390"/>
            </a:xfrm>
            <a:custGeom>
              <a:avLst/>
              <a:gdLst/>
              <a:ahLst/>
              <a:cxnLst/>
              <a:rect l="0" t="0" r="0" b="0"/>
              <a:pathLst>
                <a:path w="374" h="13390">
                  <a:moveTo>
                    <a:pt x="374" y="0"/>
                  </a:moveTo>
                  <a:lnTo>
                    <a:pt x="0" y="1339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7" name="pl26487"/>
            <p:cNvSpPr/>
            <p:nvPr/>
          </p:nvSpPr>
          <p:spPr>
            <a:xfrm>
              <a:off x="8144308" y="11468174"/>
              <a:ext cx="4682" cy="13739"/>
            </a:xfrm>
            <a:custGeom>
              <a:avLst/>
              <a:gdLst/>
              <a:ahLst/>
              <a:cxnLst/>
              <a:rect l="0" t="0" r="0" b="0"/>
              <a:pathLst>
                <a:path w="4682" h="13739">
                  <a:moveTo>
                    <a:pt x="0" y="0"/>
                  </a:moveTo>
                  <a:lnTo>
                    <a:pt x="4682" y="13739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8" name="pl26488"/>
            <p:cNvSpPr/>
            <p:nvPr/>
          </p:nvSpPr>
          <p:spPr>
            <a:xfrm>
              <a:off x="8144308" y="11468174"/>
              <a:ext cx="12907" cy="7510"/>
            </a:xfrm>
            <a:custGeom>
              <a:avLst/>
              <a:gdLst/>
              <a:ahLst/>
              <a:cxnLst/>
              <a:rect l="0" t="0" r="0" b="0"/>
              <a:pathLst>
                <a:path w="12907" h="7510">
                  <a:moveTo>
                    <a:pt x="0" y="0"/>
                  </a:moveTo>
                  <a:lnTo>
                    <a:pt x="12907" y="75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89" name="pl26489"/>
            <p:cNvSpPr/>
            <p:nvPr/>
          </p:nvSpPr>
          <p:spPr>
            <a:xfrm>
              <a:off x="8141731" y="11468174"/>
              <a:ext cx="2577" cy="13885"/>
            </a:xfrm>
            <a:custGeom>
              <a:avLst/>
              <a:gdLst/>
              <a:ahLst/>
              <a:cxnLst/>
              <a:rect l="0" t="0" r="0" b="0"/>
              <a:pathLst>
                <a:path w="2577" h="13885">
                  <a:moveTo>
                    <a:pt x="2577" y="0"/>
                  </a:moveTo>
                  <a:lnTo>
                    <a:pt x="0" y="138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0" name="pl26490"/>
            <p:cNvSpPr/>
            <p:nvPr/>
          </p:nvSpPr>
          <p:spPr>
            <a:xfrm>
              <a:off x="8144308" y="11468174"/>
              <a:ext cx="9305" cy="6366"/>
            </a:xfrm>
            <a:custGeom>
              <a:avLst/>
              <a:gdLst/>
              <a:ahLst/>
              <a:cxnLst/>
              <a:rect l="0" t="0" r="0" b="0"/>
              <a:pathLst>
                <a:path w="9305" h="6366">
                  <a:moveTo>
                    <a:pt x="0" y="0"/>
                  </a:moveTo>
                  <a:lnTo>
                    <a:pt x="9305" y="6366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1" name="pl26491"/>
            <p:cNvSpPr/>
            <p:nvPr/>
          </p:nvSpPr>
          <p:spPr>
            <a:xfrm>
              <a:off x="8414982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0" y="0"/>
                  </a:moveTo>
                  <a:lnTo>
                    <a:pt x="7982" y="4045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2" name="pl26492"/>
            <p:cNvSpPr/>
            <p:nvPr/>
          </p:nvSpPr>
          <p:spPr>
            <a:xfrm>
              <a:off x="8414982" y="11667627"/>
              <a:ext cx="12907" cy="76620"/>
            </a:xfrm>
            <a:custGeom>
              <a:avLst/>
              <a:gdLst/>
              <a:ahLst/>
              <a:cxnLst/>
              <a:rect l="0" t="0" r="0" b="0"/>
              <a:pathLst>
                <a:path w="12907" h="76620">
                  <a:moveTo>
                    <a:pt x="0" y="76620"/>
                  </a:moveTo>
                  <a:lnTo>
                    <a:pt x="1290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3" name="pl26493"/>
            <p:cNvSpPr/>
            <p:nvPr/>
          </p:nvSpPr>
          <p:spPr>
            <a:xfrm>
              <a:off x="7680200" y="11131386"/>
              <a:ext cx="6610" cy="43658"/>
            </a:xfrm>
            <a:custGeom>
              <a:avLst/>
              <a:gdLst/>
              <a:ahLst/>
              <a:cxnLst/>
              <a:rect l="0" t="0" r="0" b="0"/>
              <a:pathLst>
                <a:path w="6610" h="43658">
                  <a:moveTo>
                    <a:pt x="6610" y="4365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4" name="pl26494"/>
            <p:cNvSpPr/>
            <p:nvPr/>
          </p:nvSpPr>
          <p:spPr>
            <a:xfrm>
              <a:off x="7680200" y="11110568"/>
              <a:ext cx="4279" cy="20818"/>
            </a:xfrm>
            <a:custGeom>
              <a:avLst/>
              <a:gdLst/>
              <a:ahLst/>
              <a:cxnLst/>
              <a:rect l="0" t="0" r="0" b="0"/>
              <a:pathLst>
                <a:path w="4279" h="20818">
                  <a:moveTo>
                    <a:pt x="4279" y="0"/>
                  </a:moveTo>
                  <a:lnTo>
                    <a:pt x="0" y="2081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5" name="pl26495"/>
            <p:cNvSpPr/>
            <p:nvPr/>
          </p:nvSpPr>
          <p:spPr>
            <a:xfrm>
              <a:off x="8143007" y="11481565"/>
              <a:ext cx="926" cy="11472"/>
            </a:xfrm>
            <a:custGeom>
              <a:avLst/>
              <a:gdLst/>
              <a:ahLst/>
              <a:cxnLst/>
              <a:rect l="0" t="0" r="0" b="0"/>
              <a:pathLst>
                <a:path w="926" h="11472">
                  <a:moveTo>
                    <a:pt x="926" y="0"/>
                  </a:moveTo>
                  <a:lnTo>
                    <a:pt x="0" y="11472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6" name="pl26496"/>
            <p:cNvSpPr/>
            <p:nvPr/>
          </p:nvSpPr>
          <p:spPr>
            <a:xfrm>
              <a:off x="8560789" y="10975690"/>
              <a:ext cx="4975" cy="8872"/>
            </a:xfrm>
            <a:custGeom>
              <a:avLst/>
              <a:gdLst/>
              <a:ahLst/>
              <a:cxnLst/>
              <a:rect l="0" t="0" r="0" b="0"/>
              <a:pathLst>
                <a:path w="4975" h="8872">
                  <a:moveTo>
                    <a:pt x="0" y="8872"/>
                  </a:moveTo>
                  <a:lnTo>
                    <a:pt x="497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7" name="pl26497"/>
            <p:cNvSpPr/>
            <p:nvPr/>
          </p:nvSpPr>
          <p:spPr>
            <a:xfrm>
              <a:off x="8042163" y="11481335"/>
              <a:ext cx="36469" cy="10291"/>
            </a:xfrm>
            <a:custGeom>
              <a:avLst/>
              <a:gdLst/>
              <a:ahLst/>
              <a:cxnLst/>
              <a:rect l="0" t="0" r="0" b="0"/>
              <a:pathLst>
                <a:path w="36469" h="10291">
                  <a:moveTo>
                    <a:pt x="0" y="10291"/>
                  </a:moveTo>
                  <a:lnTo>
                    <a:pt x="36469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8" name="pl26498"/>
            <p:cNvSpPr/>
            <p:nvPr/>
          </p:nvSpPr>
          <p:spPr>
            <a:xfrm>
              <a:off x="8079397" y="11438819"/>
              <a:ext cx="14383" cy="2936"/>
            </a:xfrm>
            <a:custGeom>
              <a:avLst/>
              <a:gdLst/>
              <a:ahLst/>
              <a:cxnLst/>
              <a:rect l="0" t="0" r="0" b="0"/>
              <a:pathLst>
                <a:path w="14383" h="2936">
                  <a:moveTo>
                    <a:pt x="0" y="0"/>
                  </a:moveTo>
                  <a:lnTo>
                    <a:pt x="14383" y="2936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499" name="pl26499"/>
            <p:cNvSpPr/>
            <p:nvPr/>
          </p:nvSpPr>
          <p:spPr>
            <a:xfrm>
              <a:off x="8066404" y="10925229"/>
              <a:ext cx="7909" cy="5063"/>
            </a:xfrm>
            <a:custGeom>
              <a:avLst/>
              <a:gdLst/>
              <a:ahLst/>
              <a:cxnLst/>
              <a:rect l="0" t="0" r="0" b="0"/>
              <a:pathLst>
                <a:path w="7909" h="5063">
                  <a:moveTo>
                    <a:pt x="0" y="0"/>
                  </a:moveTo>
                  <a:lnTo>
                    <a:pt x="7909" y="506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0" name="pl26500"/>
            <p:cNvSpPr/>
            <p:nvPr/>
          </p:nvSpPr>
          <p:spPr>
            <a:xfrm>
              <a:off x="7553030" y="11380218"/>
              <a:ext cx="5692" cy="10934"/>
            </a:xfrm>
            <a:custGeom>
              <a:avLst/>
              <a:gdLst/>
              <a:ahLst/>
              <a:cxnLst/>
              <a:rect l="0" t="0" r="0" b="0"/>
              <a:pathLst>
                <a:path w="5692" h="10934">
                  <a:moveTo>
                    <a:pt x="5692" y="10934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1" name="pl26501"/>
            <p:cNvSpPr/>
            <p:nvPr/>
          </p:nvSpPr>
          <p:spPr>
            <a:xfrm>
              <a:off x="7558723" y="11391152"/>
              <a:ext cx="5687" cy="10505"/>
            </a:xfrm>
            <a:custGeom>
              <a:avLst/>
              <a:gdLst/>
              <a:ahLst/>
              <a:cxnLst/>
              <a:rect l="0" t="0" r="0" b="0"/>
              <a:pathLst>
                <a:path w="5687" h="10505">
                  <a:moveTo>
                    <a:pt x="0" y="0"/>
                  </a:moveTo>
                  <a:lnTo>
                    <a:pt x="5687" y="1050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2" name="pl26502"/>
            <p:cNvSpPr/>
            <p:nvPr/>
          </p:nvSpPr>
          <p:spPr>
            <a:xfrm>
              <a:off x="7815474" y="11745014"/>
              <a:ext cx="5822" cy="2877"/>
            </a:xfrm>
            <a:custGeom>
              <a:avLst/>
              <a:gdLst/>
              <a:ahLst/>
              <a:cxnLst/>
              <a:rect l="0" t="0" r="0" b="0"/>
              <a:pathLst>
                <a:path w="5822" h="2877">
                  <a:moveTo>
                    <a:pt x="5822" y="2877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3" name="pl26503"/>
            <p:cNvSpPr/>
            <p:nvPr/>
          </p:nvSpPr>
          <p:spPr>
            <a:xfrm>
              <a:off x="8399317" y="12392905"/>
              <a:ext cx="745" cy="13161"/>
            </a:xfrm>
            <a:custGeom>
              <a:avLst/>
              <a:gdLst/>
              <a:ahLst/>
              <a:cxnLst/>
              <a:rect l="0" t="0" r="0" b="0"/>
              <a:pathLst>
                <a:path w="745" h="13161">
                  <a:moveTo>
                    <a:pt x="745" y="0"/>
                  </a:moveTo>
                  <a:lnTo>
                    <a:pt x="0" y="131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4" name="pl26504"/>
            <p:cNvSpPr/>
            <p:nvPr/>
          </p:nvSpPr>
          <p:spPr>
            <a:xfrm>
              <a:off x="8074596" y="11468408"/>
              <a:ext cx="15788" cy="33"/>
            </a:xfrm>
            <a:custGeom>
              <a:avLst/>
              <a:gdLst/>
              <a:ahLst/>
              <a:cxnLst/>
              <a:rect l="0" t="0" r="0" b="0"/>
              <a:pathLst>
                <a:path w="15788" h="33">
                  <a:moveTo>
                    <a:pt x="0" y="0"/>
                  </a:moveTo>
                  <a:lnTo>
                    <a:pt x="15788" y="33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5" name="pl26505"/>
            <p:cNvSpPr/>
            <p:nvPr/>
          </p:nvSpPr>
          <p:spPr>
            <a:xfrm>
              <a:off x="8073993" y="11450538"/>
              <a:ext cx="18407" cy="1500"/>
            </a:xfrm>
            <a:custGeom>
              <a:avLst/>
              <a:gdLst/>
              <a:ahLst/>
              <a:cxnLst/>
              <a:rect l="0" t="0" r="0" b="0"/>
              <a:pathLst>
                <a:path w="18407" h="1500">
                  <a:moveTo>
                    <a:pt x="0" y="0"/>
                  </a:moveTo>
                  <a:lnTo>
                    <a:pt x="18407" y="150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6" name="pl26506"/>
            <p:cNvSpPr/>
            <p:nvPr/>
          </p:nvSpPr>
          <p:spPr>
            <a:xfrm>
              <a:off x="8291510" y="11836885"/>
              <a:ext cx="53434" cy="27106"/>
            </a:xfrm>
            <a:custGeom>
              <a:avLst/>
              <a:gdLst/>
              <a:ahLst/>
              <a:cxnLst/>
              <a:rect l="0" t="0" r="0" b="0"/>
              <a:pathLst>
                <a:path w="53434" h="27106">
                  <a:moveTo>
                    <a:pt x="0" y="27106"/>
                  </a:moveTo>
                  <a:lnTo>
                    <a:pt x="534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7" name="pl26507"/>
            <p:cNvSpPr/>
            <p:nvPr/>
          </p:nvSpPr>
          <p:spPr>
            <a:xfrm>
              <a:off x="8274463" y="11863991"/>
              <a:ext cx="17046" cy="10118"/>
            </a:xfrm>
            <a:custGeom>
              <a:avLst/>
              <a:gdLst/>
              <a:ahLst/>
              <a:cxnLst/>
              <a:rect l="0" t="0" r="0" b="0"/>
              <a:pathLst>
                <a:path w="17046" h="10118">
                  <a:moveTo>
                    <a:pt x="17046" y="0"/>
                  </a:moveTo>
                  <a:lnTo>
                    <a:pt x="0" y="10118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8" name="pl26508"/>
            <p:cNvSpPr/>
            <p:nvPr/>
          </p:nvSpPr>
          <p:spPr>
            <a:xfrm>
              <a:off x="8106064" y="11422673"/>
              <a:ext cx="3130" cy="22316"/>
            </a:xfrm>
            <a:custGeom>
              <a:avLst/>
              <a:gdLst/>
              <a:ahLst/>
              <a:cxnLst/>
              <a:rect l="0" t="0" r="0" b="0"/>
              <a:pathLst>
                <a:path w="3130" h="22316">
                  <a:moveTo>
                    <a:pt x="3130" y="0"/>
                  </a:moveTo>
                  <a:lnTo>
                    <a:pt x="0" y="22316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09" name="pl26509"/>
            <p:cNvSpPr/>
            <p:nvPr/>
          </p:nvSpPr>
          <p:spPr>
            <a:xfrm>
              <a:off x="8093780" y="11422673"/>
              <a:ext cx="15413" cy="19082"/>
            </a:xfrm>
            <a:custGeom>
              <a:avLst/>
              <a:gdLst/>
              <a:ahLst/>
              <a:cxnLst/>
              <a:rect l="0" t="0" r="0" b="0"/>
              <a:pathLst>
                <a:path w="15413" h="19082">
                  <a:moveTo>
                    <a:pt x="15413" y="0"/>
                  </a:moveTo>
                  <a:lnTo>
                    <a:pt x="0" y="190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0" name="pl26510"/>
            <p:cNvSpPr/>
            <p:nvPr/>
          </p:nvSpPr>
          <p:spPr>
            <a:xfrm>
              <a:off x="8109194" y="11422673"/>
              <a:ext cx="33620" cy="1734"/>
            </a:xfrm>
            <a:custGeom>
              <a:avLst/>
              <a:gdLst/>
              <a:ahLst/>
              <a:cxnLst/>
              <a:rect l="0" t="0" r="0" b="0"/>
              <a:pathLst>
                <a:path w="33620" h="1734">
                  <a:moveTo>
                    <a:pt x="0" y="0"/>
                  </a:moveTo>
                  <a:lnTo>
                    <a:pt x="33620" y="1734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1" name="pl26511"/>
            <p:cNvSpPr/>
            <p:nvPr/>
          </p:nvSpPr>
          <p:spPr>
            <a:xfrm>
              <a:off x="8100701" y="11409632"/>
              <a:ext cx="8492" cy="13040"/>
            </a:xfrm>
            <a:custGeom>
              <a:avLst/>
              <a:gdLst/>
              <a:ahLst/>
              <a:cxnLst/>
              <a:rect l="0" t="0" r="0" b="0"/>
              <a:pathLst>
                <a:path w="8492" h="13040">
                  <a:moveTo>
                    <a:pt x="8492" y="1304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2" name="pl26512"/>
            <p:cNvSpPr/>
            <p:nvPr/>
          </p:nvSpPr>
          <p:spPr>
            <a:xfrm>
              <a:off x="8109194" y="11415803"/>
              <a:ext cx="14840" cy="6869"/>
            </a:xfrm>
            <a:custGeom>
              <a:avLst/>
              <a:gdLst/>
              <a:ahLst/>
              <a:cxnLst/>
              <a:rect l="0" t="0" r="0" b="0"/>
              <a:pathLst>
                <a:path w="14840" h="6869">
                  <a:moveTo>
                    <a:pt x="0" y="6869"/>
                  </a:moveTo>
                  <a:lnTo>
                    <a:pt x="14840" y="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3" name="pl26513"/>
            <p:cNvSpPr/>
            <p:nvPr/>
          </p:nvSpPr>
          <p:spPr>
            <a:xfrm>
              <a:off x="8099521" y="11422673"/>
              <a:ext cx="9672" cy="15769"/>
            </a:xfrm>
            <a:custGeom>
              <a:avLst/>
              <a:gdLst/>
              <a:ahLst/>
              <a:cxnLst/>
              <a:rect l="0" t="0" r="0" b="0"/>
              <a:pathLst>
                <a:path w="9672" h="15769">
                  <a:moveTo>
                    <a:pt x="9672" y="0"/>
                  </a:moveTo>
                  <a:lnTo>
                    <a:pt x="0" y="1576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4" name="pl26514"/>
            <p:cNvSpPr/>
            <p:nvPr/>
          </p:nvSpPr>
          <p:spPr>
            <a:xfrm>
              <a:off x="8119552" y="11399937"/>
              <a:ext cx="11644" cy="35408"/>
            </a:xfrm>
            <a:custGeom>
              <a:avLst/>
              <a:gdLst/>
              <a:ahLst/>
              <a:cxnLst/>
              <a:rect l="0" t="0" r="0" b="0"/>
              <a:pathLst>
                <a:path w="11644" h="35408">
                  <a:moveTo>
                    <a:pt x="11644" y="0"/>
                  </a:moveTo>
                  <a:lnTo>
                    <a:pt x="0" y="3540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5" name="pl26515"/>
            <p:cNvSpPr/>
            <p:nvPr/>
          </p:nvSpPr>
          <p:spPr>
            <a:xfrm>
              <a:off x="8123708" y="11368499"/>
              <a:ext cx="7489" cy="31438"/>
            </a:xfrm>
            <a:custGeom>
              <a:avLst/>
              <a:gdLst/>
              <a:ahLst/>
              <a:cxnLst/>
              <a:rect l="0" t="0" r="0" b="0"/>
              <a:pathLst>
                <a:path w="7489" h="31438">
                  <a:moveTo>
                    <a:pt x="7489" y="31438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6" name="pl26516"/>
            <p:cNvSpPr/>
            <p:nvPr/>
          </p:nvSpPr>
          <p:spPr>
            <a:xfrm>
              <a:off x="8413591" y="11794527"/>
              <a:ext cx="10220" cy="26135"/>
            </a:xfrm>
            <a:custGeom>
              <a:avLst/>
              <a:gdLst/>
              <a:ahLst/>
              <a:cxnLst/>
              <a:rect l="0" t="0" r="0" b="0"/>
              <a:pathLst>
                <a:path w="10220" h="26135">
                  <a:moveTo>
                    <a:pt x="10220" y="0"/>
                  </a:moveTo>
                  <a:lnTo>
                    <a:pt x="0" y="2613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7" name="pl26517"/>
            <p:cNvSpPr/>
            <p:nvPr/>
          </p:nvSpPr>
          <p:spPr>
            <a:xfrm>
              <a:off x="8423811" y="11794527"/>
              <a:ext cx="4713" cy="10400"/>
            </a:xfrm>
            <a:custGeom>
              <a:avLst/>
              <a:gdLst/>
              <a:ahLst/>
              <a:cxnLst/>
              <a:rect l="0" t="0" r="0" b="0"/>
              <a:pathLst>
                <a:path w="4713" h="10400">
                  <a:moveTo>
                    <a:pt x="0" y="0"/>
                  </a:moveTo>
                  <a:lnTo>
                    <a:pt x="4713" y="1040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8" name="pl26518"/>
            <p:cNvSpPr/>
            <p:nvPr/>
          </p:nvSpPr>
          <p:spPr>
            <a:xfrm>
              <a:off x="8423811" y="11794527"/>
              <a:ext cx="15262" cy="30249"/>
            </a:xfrm>
            <a:custGeom>
              <a:avLst/>
              <a:gdLst/>
              <a:ahLst/>
              <a:cxnLst/>
              <a:rect l="0" t="0" r="0" b="0"/>
              <a:pathLst>
                <a:path w="15262" h="30249">
                  <a:moveTo>
                    <a:pt x="0" y="0"/>
                  </a:moveTo>
                  <a:lnTo>
                    <a:pt x="15262" y="3024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19" name="pl26519"/>
            <p:cNvSpPr/>
            <p:nvPr/>
          </p:nvSpPr>
          <p:spPr>
            <a:xfrm>
              <a:off x="8423811" y="11794527"/>
              <a:ext cx="963" cy="56947"/>
            </a:xfrm>
            <a:custGeom>
              <a:avLst/>
              <a:gdLst/>
              <a:ahLst/>
              <a:cxnLst/>
              <a:rect l="0" t="0" r="0" b="0"/>
              <a:pathLst>
                <a:path w="963" h="56947">
                  <a:moveTo>
                    <a:pt x="0" y="0"/>
                  </a:moveTo>
                  <a:lnTo>
                    <a:pt x="963" y="5694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0" name="pl26520"/>
            <p:cNvSpPr/>
            <p:nvPr/>
          </p:nvSpPr>
          <p:spPr>
            <a:xfrm>
              <a:off x="8423811" y="11794527"/>
              <a:ext cx="9622" cy="19905"/>
            </a:xfrm>
            <a:custGeom>
              <a:avLst/>
              <a:gdLst/>
              <a:ahLst/>
              <a:cxnLst/>
              <a:rect l="0" t="0" r="0" b="0"/>
              <a:pathLst>
                <a:path w="9622" h="19905">
                  <a:moveTo>
                    <a:pt x="0" y="0"/>
                  </a:moveTo>
                  <a:lnTo>
                    <a:pt x="9622" y="1990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1" name="pl26521"/>
            <p:cNvSpPr/>
            <p:nvPr/>
          </p:nvSpPr>
          <p:spPr>
            <a:xfrm>
              <a:off x="8423811" y="11794527"/>
              <a:ext cx="16580" cy="53280"/>
            </a:xfrm>
            <a:custGeom>
              <a:avLst/>
              <a:gdLst/>
              <a:ahLst/>
              <a:cxnLst/>
              <a:rect l="0" t="0" r="0" b="0"/>
              <a:pathLst>
                <a:path w="16580" h="53280">
                  <a:moveTo>
                    <a:pt x="0" y="0"/>
                  </a:moveTo>
                  <a:lnTo>
                    <a:pt x="16580" y="5328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2" name="pl26522"/>
            <p:cNvSpPr/>
            <p:nvPr/>
          </p:nvSpPr>
          <p:spPr>
            <a:xfrm>
              <a:off x="8344944" y="11794527"/>
              <a:ext cx="78867" cy="42357"/>
            </a:xfrm>
            <a:custGeom>
              <a:avLst/>
              <a:gdLst/>
              <a:ahLst/>
              <a:cxnLst/>
              <a:rect l="0" t="0" r="0" b="0"/>
              <a:pathLst>
                <a:path w="78867" h="42357">
                  <a:moveTo>
                    <a:pt x="78867" y="0"/>
                  </a:moveTo>
                  <a:lnTo>
                    <a:pt x="0" y="423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3" name="pl26523"/>
            <p:cNvSpPr/>
            <p:nvPr/>
          </p:nvSpPr>
          <p:spPr>
            <a:xfrm>
              <a:off x="8423811" y="11794527"/>
              <a:ext cx="24378" cy="25353"/>
            </a:xfrm>
            <a:custGeom>
              <a:avLst/>
              <a:gdLst/>
              <a:ahLst/>
              <a:cxnLst/>
              <a:rect l="0" t="0" r="0" b="0"/>
              <a:pathLst>
                <a:path w="24378" h="25353">
                  <a:moveTo>
                    <a:pt x="0" y="0"/>
                  </a:moveTo>
                  <a:lnTo>
                    <a:pt x="24378" y="253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4" name="pl26524"/>
            <p:cNvSpPr/>
            <p:nvPr/>
          </p:nvSpPr>
          <p:spPr>
            <a:xfrm>
              <a:off x="8423811" y="11782297"/>
              <a:ext cx="4902" cy="12230"/>
            </a:xfrm>
            <a:custGeom>
              <a:avLst/>
              <a:gdLst/>
              <a:ahLst/>
              <a:cxnLst/>
              <a:rect l="0" t="0" r="0" b="0"/>
              <a:pathLst>
                <a:path w="4902" h="12230">
                  <a:moveTo>
                    <a:pt x="0" y="12230"/>
                  </a:moveTo>
                  <a:lnTo>
                    <a:pt x="4902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5" name="pl26525"/>
            <p:cNvSpPr/>
            <p:nvPr/>
          </p:nvSpPr>
          <p:spPr>
            <a:xfrm>
              <a:off x="8423811" y="11794527"/>
              <a:ext cx="24880" cy="6546"/>
            </a:xfrm>
            <a:custGeom>
              <a:avLst/>
              <a:gdLst/>
              <a:ahLst/>
              <a:cxnLst/>
              <a:rect l="0" t="0" r="0" b="0"/>
              <a:pathLst>
                <a:path w="24880" h="6546">
                  <a:moveTo>
                    <a:pt x="0" y="0"/>
                  </a:moveTo>
                  <a:lnTo>
                    <a:pt x="24880" y="654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6" name="pl26526"/>
            <p:cNvSpPr/>
            <p:nvPr/>
          </p:nvSpPr>
          <p:spPr>
            <a:xfrm>
              <a:off x="8423811" y="11794527"/>
              <a:ext cx="51936" cy="46128"/>
            </a:xfrm>
            <a:custGeom>
              <a:avLst/>
              <a:gdLst/>
              <a:ahLst/>
              <a:cxnLst/>
              <a:rect l="0" t="0" r="0" b="0"/>
              <a:pathLst>
                <a:path w="51936" h="46128">
                  <a:moveTo>
                    <a:pt x="0" y="0"/>
                  </a:moveTo>
                  <a:lnTo>
                    <a:pt x="51936" y="4612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7" name="pl26527"/>
            <p:cNvSpPr/>
            <p:nvPr/>
          </p:nvSpPr>
          <p:spPr>
            <a:xfrm>
              <a:off x="8423811" y="11785337"/>
              <a:ext cx="21121" cy="9190"/>
            </a:xfrm>
            <a:custGeom>
              <a:avLst/>
              <a:gdLst/>
              <a:ahLst/>
              <a:cxnLst/>
              <a:rect l="0" t="0" r="0" b="0"/>
              <a:pathLst>
                <a:path w="21121" h="9190">
                  <a:moveTo>
                    <a:pt x="0" y="9190"/>
                  </a:moveTo>
                  <a:lnTo>
                    <a:pt x="2112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8" name="pl26528"/>
            <p:cNvSpPr/>
            <p:nvPr/>
          </p:nvSpPr>
          <p:spPr>
            <a:xfrm>
              <a:off x="8419894" y="11794527"/>
              <a:ext cx="3917" cy="19988"/>
            </a:xfrm>
            <a:custGeom>
              <a:avLst/>
              <a:gdLst/>
              <a:ahLst/>
              <a:cxnLst/>
              <a:rect l="0" t="0" r="0" b="0"/>
              <a:pathLst>
                <a:path w="3917" h="19988">
                  <a:moveTo>
                    <a:pt x="3917" y="0"/>
                  </a:moveTo>
                  <a:lnTo>
                    <a:pt x="0" y="1998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29" name="pl26529"/>
            <p:cNvSpPr/>
            <p:nvPr/>
          </p:nvSpPr>
          <p:spPr>
            <a:xfrm>
              <a:off x="8408478" y="11794527"/>
              <a:ext cx="15333" cy="13022"/>
            </a:xfrm>
            <a:custGeom>
              <a:avLst/>
              <a:gdLst/>
              <a:ahLst/>
              <a:cxnLst/>
              <a:rect l="0" t="0" r="0" b="0"/>
              <a:pathLst>
                <a:path w="15333" h="13022">
                  <a:moveTo>
                    <a:pt x="15333" y="0"/>
                  </a:moveTo>
                  <a:lnTo>
                    <a:pt x="0" y="1302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0" name="pl26530"/>
            <p:cNvSpPr/>
            <p:nvPr/>
          </p:nvSpPr>
          <p:spPr>
            <a:xfrm>
              <a:off x="8423811" y="11794527"/>
              <a:ext cx="63972" cy="29797"/>
            </a:xfrm>
            <a:custGeom>
              <a:avLst/>
              <a:gdLst/>
              <a:ahLst/>
              <a:cxnLst/>
              <a:rect l="0" t="0" r="0" b="0"/>
              <a:pathLst>
                <a:path w="63972" h="29797">
                  <a:moveTo>
                    <a:pt x="0" y="0"/>
                  </a:moveTo>
                  <a:lnTo>
                    <a:pt x="63972" y="2979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1" name="pl26531"/>
            <p:cNvSpPr/>
            <p:nvPr/>
          </p:nvSpPr>
          <p:spPr>
            <a:xfrm>
              <a:off x="8423811" y="11794527"/>
              <a:ext cx="50270" cy="12015"/>
            </a:xfrm>
            <a:custGeom>
              <a:avLst/>
              <a:gdLst/>
              <a:ahLst/>
              <a:cxnLst/>
              <a:rect l="0" t="0" r="0" b="0"/>
              <a:pathLst>
                <a:path w="50270" h="12015">
                  <a:moveTo>
                    <a:pt x="0" y="0"/>
                  </a:moveTo>
                  <a:lnTo>
                    <a:pt x="50270" y="1201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2" name="pl26532"/>
            <p:cNvSpPr/>
            <p:nvPr/>
          </p:nvSpPr>
          <p:spPr>
            <a:xfrm>
              <a:off x="8423811" y="11794527"/>
              <a:ext cx="28384" cy="61079"/>
            </a:xfrm>
            <a:custGeom>
              <a:avLst/>
              <a:gdLst/>
              <a:ahLst/>
              <a:cxnLst/>
              <a:rect l="0" t="0" r="0" b="0"/>
              <a:pathLst>
                <a:path w="28384" h="61079">
                  <a:moveTo>
                    <a:pt x="0" y="0"/>
                  </a:moveTo>
                  <a:lnTo>
                    <a:pt x="28384" y="6107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3" name="pl26533"/>
            <p:cNvSpPr/>
            <p:nvPr/>
          </p:nvSpPr>
          <p:spPr>
            <a:xfrm>
              <a:off x="8203587" y="11409712"/>
              <a:ext cx="12608" cy="7370"/>
            </a:xfrm>
            <a:custGeom>
              <a:avLst/>
              <a:gdLst/>
              <a:ahLst/>
              <a:cxnLst/>
              <a:rect l="0" t="0" r="0" b="0"/>
              <a:pathLst>
                <a:path w="12608" h="7370">
                  <a:moveTo>
                    <a:pt x="12608" y="0"/>
                  </a:moveTo>
                  <a:lnTo>
                    <a:pt x="0" y="7370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4" name="pl26534"/>
            <p:cNvSpPr/>
            <p:nvPr/>
          </p:nvSpPr>
          <p:spPr>
            <a:xfrm>
              <a:off x="8152068" y="11364962"/>
              <a:ext cx="9215" cy="34914"/>
            </a:xfrm>
            <a:custGeom>
              <a:avLst/>
              <a:gdLst/>
              <a:ahLst/>
              <a:cxnLst/>
              <a:rect l="0" t="0" r="0" b="0"/>
              <a:pathLst>
                <a:path w="9215" h="34914">
                  <a:moveTo>
                    <a:pt x="0" y="34914"/>
                  </a:moveTo>
                  <a:lnTo>
                    <a:pt x="9215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5" name="pl26535"/>
            <p:cNvSpPr/>
            <p:nvPr/>
          </p:nvSpPr>
          <p:spPr>
            <a:xfrm>
              <a:off x="8152068" y="11352815"/>
              <a:ext cx="30835" cy="47061"/>
            </a:xfrm>
            <a:custGeom>
              <a:avLst/>
              <a:gdLst/>
              <a:ahLst/>
              <a:cxnLst/>
              <a:rect l="0" t="0" r="0" b="0"/>
              <a:pathLst>
                <a:path w="30835" h="47061">
                  <a:moveTo>
                    <a:pt x="0" y="47061"/>
                  </a:moveTo>
                  <a:lnTo>
                    <a:pt x="30835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6" name="pl26536"/>
            <p:cNvSpPr/>
            <p:nvPr/>
          </p:nvSpPr>
          <p:spPr>
            <a:xfrm>
              <a:off x="8142815" y="11399876"/>
              <a:ext cx="9253" cy="24530"/>
            </a:xfrm>
            <a:custGeom>
              <a:avLst/>
              <a:gdLst/>
              <a:ahLst/>
              <a:cxnLst/>
              <a:rect l="0" t="0" r="0" b="0"/>
              <a:pathLst>
                <a:path w="9253" h="24530">
                  <a:moveTo>
                    <a:pt x="9253" y="0"/>
                  </a:moveTo>
                  <a:lnTo>
                    <a:pt x="0" y="2453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7" name="pl26537"/>
            <p:cNvSpPr/>
            <p:nvPr/>
          </p:nvSpPr>
          <p:spPr>
            <a:xfrm>
              <a:off x="8121209" y="11399876"/>
              <a:ext cx="30859" cy="41483"/>
            </a:xfrm>
            <a:custGeom>
              <a:avLst/>
              <a:gdLst/>
              <a:ahLst/>
              <a:cxnLst/>
              <a:rect l="0" t="0" r="0" b="0"/>
              <a:pathLst>
                <a:path w="30859" h="41483">
                  <a:moveTo>
                    <a:pt x="30859" y="0"/>
                  </a:moveTo>
                  <a:lnTo>
                    <a:pt x="0" y="4148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8" name="pl26538"/>
            <p:cNvSpPr/>
            <p:nvPr/>
          </p:nvSpPr>
          <p:spPr>
            <a:xfrm>
              <a:off x="8152068" y="11384315"/>
              <a:ext cx="6899" cy="15561"/>
            </a:xfrm>
            <a:custGeom>
              <a:avLst/>
              <a:gdLst/>
              <a:ahLst/>
              <a:cxnLst/>
              <a:rect l="0" t="0" r="0" b="0"/>
              <a:pathLst>
                <a:path w="6899" h="15561">
                  <a:moveTo>
                    <a:pt x="0" y="15561"/>
                  </a:moveTo>
                  <a:lnTo>
                    <a:pt x="6899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39" name="pl26539"/>
            <p:cNvSpPr/>
            <p:nvPr/>
          </p:nvSpPr>
          <p:spPr>
            <a:xfrm>
              <a:off x="8152068" y="11387921"/>
              <a:ext cx="4784" cy="11955"/>
            </a:xfrm>
            <a:custGeom>
              <a:avLst/>
              <a:gdLst/>
              <a:ahLst/>
              <a:cxnLst/>
              <a:rect l="0" t="0" r="0" b="0"/>
              <a:pathLst>
                <a:path w="4784" h="11955">
                  <a:moveTo>
                    <a:pt x="0" y="11955"/>
                  </a:moveTo>
                  <a:lnTo>
                    <a:pt x="4784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0" name="pl26540"/>
            <p:cNvSpPr/>
            <p:nvPr/>
          </p:nvSpPr>
          <p:spPr>
            <a:xfrm>
              <a:off x="8152068" y="11360908"/>
              <a:ext cx="25391" cy="38968"/>
            </a:xfrm>
            <a:custGeom>
              <a:avLst/>
              <a:gdLst/>
              <a:ahLst/>
              <a:cxnLst/>
              <a:rect l="0" t="0" r="0" b="0"/>
              <a:pathLst>
                <a:path w="25391" h="38968">
                  <a:moveTo>
                    <a:pt x="0" y="38968"/>
                  </a:moveTo>
                  <a:lnTo>
                    <a:pt x="25391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1" name="pl26541"/>
            <p:cNvSpPr/>
            <p:nvPr/>
          </p:nvSpPr>
          <p:spPr>
            <a:xfrm>
              <a:off x="8152068" y="11393416"/>
              <a:ext cx="1805" cy="6460"/>
            </a:xfrm>
            <a:custGeom>
              <a:avLst/>
              <a:gdLst/>
              <a:ahLst/>
              <a:cxnLst/>
              <a:rect l="0" t="0" r="0" b="0"/>
              <a:pathLst>
                <a:path w="1805" h="6460">
                  <a:moveTo>
                    <a:pt x="0" y="6460"/>
                  </a:moveTo>
                  <a:lnTo>
                    <a:pt x="1805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2" name="pl26542"/>
            <p:cNvSpPr/>
            <p:nvPr/>
          </p:nvSpPr>
          <p:spPr>
            <a:xfrm>
              <a:off x="8128733" y="11399876"/>
              <a:ext cx="23335" cy="46736"/>
            </a:xfrm>
            <a:custGeom>
              <a:avLst/>
              <a:gdLst/>
              <a:ahLst/>
              <a:cxnLst/>
              <a:rect l="0" t="0" r="0" b="0"/>
              <a:pathLst>
                <a:path w="23335" h="46736">
                  <a:moveTo>
                    <a:pt x="23335" y="0"/>
                  </a:moveTo>
                  <a:lnTo>
                    <a:pt x="0" y="46736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3" name="pl26543"/>
            <p:cNvSpPr/>
            <p:nvPr/>
          </p:nvSpPr>
          <p:spPr>
            <a:xfrm>
              <a:off x="8130483" y="11399876"/>
              <a:ext cx="21585" cy="29690"/>
            </a:xfrm>
            <a:custGeom>
              <a:avLst/>
              <a:gdLst/>
              <a:ahLst/>
              <a:cxnLst/>
              <a:rect l="0" t="0" r="0" b="0"/>
              <a:pathLst>
                <a:path w="21585" h="29690">
                  <a:moveTo>
                    <a:pt x="21585" y="0"/>
                  </a:moveTo>
                  <a:lnTo>
                    <a:pt x="0" y="2969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4" name="pl26544"/>
            <p:cNvSpPr/>
            <p:nvPr/>
          </p:nvSpPr>
          <p:spPr>
            <a:xfrm>
              <a:off x="8152068" y="11399876"/>
              <a:ext cx="12995" cy="24243"/>
            </a:xfrm>
            <a:custGeom>
              <a:avLst/>
              <a:gdLst/>
              <a:ahLst/>
              <a:cxnLst/>
              <a:rect l="0" t="0" r="0" b="0"/>
              <a:pathLst>
                <a:path w="12995" h="24243">
                  <a:moveTo>
                    <a:pt x="0" y="0"/>
                  </a:moveTo>
                  <a:lnTo>
                    <a:pt x="12995" y="2424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5" name="pl26545"/>
            <p:cNvSpPr/>
            <p:nvPr/>
          </p:nvSpPr>
          <p:spPr>
            <a:xfrm>
              <a:off x="8009613" y="11468155"/>
              <a:ext cx="80772" cy="286"/>
            </a:xfrm>
            <a:custGeom>
              <a:avLst/>
              <a:gdLst/>
              <a:ahLst/>
              <a:cxnLst/>
              <a:rect l="0" t="0" r="0" b="0"/>
              <a:pathLst>
                <a:path w="80772" h="286">
                  <a:moveTo>
                    <a:pt x="0" y="0"/>
                  </a:moveTo>
                  <a:lnTo>
                    <a:pt x="80772" y="28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6" name="pl26546"/>
            <p:cNvSpPr/>
            <p:nvPr/>
          </p:nvSpPr>
          <p:spPr>
            <a:xfrm>
              <a:off x="8067585" y="11479871"/>
              <a:ext cx="33586" cy="42340"/>
            </a:xfrm>
            <a:custGeom>
              <a:avLst/>
              <a:gdLst/>
              <a:ahLst/>
              <a:cxnLst/>
              <a:rect l="0" t="0" r="0" b="0"/>
              <a:pathLst>
                <a:path w="33586" h="42340">
                  <a:moveTo>
                    <a:pt x="0" y="42340"/>
                  </a:moveTo>
                  <a:lnTo>
                    <a:pt x="33586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7" name="pl26547"/>
            <p:cNvSpPr/>
            <p:nvPr/>
          </p:nvSpPr>
          <p:spPr>
            <a:xfrm>
              <a:off x="8186668" y="11430081"/>
              <a:ext cx="36473" cy="6857"/>
            </a:xfrm>
            <a:custGeom>
              <a:avLst/>
              <a:gdLst/>
              <a:ahLst/>
              <a:cxnLst/>
              <a:rect l="0" t="0" r="0" b="0"/>
              <a:pathLst>
                <a:path w="36473" h="6857">
                  <a:moveTo>
                    <a:pt x="36473" y="0"/>
                  </a:moveTo>
                  <a:lnTo>
                    <a:pt x="0" y="685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8" name="pl26548"/>
            <p:cNvSpPr/>
            <p:nvPr/>
          </p:nvSpPr>
          <p:spPr>
            <a:xfrm>
              <a:off x="7883451" y="11327998"/>
              <a:ext cx="216810" cy="116497"/>
            </a:xfrm>
            <a:custGeom>
              <a:avLst/>
              <a:gdLst/>
              <a:ahLst/>
              <a:cxnLst/>
              <a:rect l="0" t="0" r="0" b="0"/>
              <a:pathLst>
                <a:path w="216810" h="116497">
                  <a:moveTo>
                    <a:pt x="216810" y="11649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49" name="pl26549"/>
            <p:cNvSpPr/>
            <p:nvPr/>
          </p:nvSpPr>
          <p:spPr>
            <a:xfrm>
              <a:off x="8636689" y="11021051"/>
              <a:ext cx="5701" cy="6195"/>
            </a:xfrm>
            <a:custGeom>
              <a:avLst/>
              <a:gdLst/>
              <a:ahLst/>
              <a:cxnLst/>
              <a:rect l="0" t="0" r="0" b="0"/>
              <a:pathLst>
                <a:path w="5701" h="6195">
                  <a:moveTo>
                    <a:pt x="0" y="6195"/>
                  </a:moveTo>
                  <a:lnTo>
                    <a:pt x="5701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0" name="pl26550"/>
            <p:cNvSpPr/>
            <p:nvPr/>
          </p:nvSpPr>
          <p:spPr>
            <a:xfrm>
              <a:off x="7680200" y="11131386"/>
              <a:ext cx="34064" cy="8564"/>
            </a:xfrm>
            <a:custGeom>
              <a:avLst/>
              <a:gdLst/>
              <a:ahLst/>
              <a:cxnLst/>
              <a:rect l="0" t="0" r="0" b="0"/>
              <a:pathLst>
                <a:path w="34064" h="8564">
                  <a:moveTo>
                    <a:pt x="34064" y="856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1" name="pl26551"/>
            <p:cNvSpPr/>
            <p:nvPr/>
          </p:nvSpPr>
          <p:spPr>
            <a:xfrm>
              <a:off x="8340754" y="11777374"/>
              <a:ext cx="21056" cy="33689"/>
            </a:xfrm>
            <a:custGeom>
              <a:avLst/>
              <a:gdLst/>
              <a:ahLst/>
              <a:cxnLst/>
              <a:rect l="0" t="0" r="0" b="0"/>
              <a:pathLst>
                <a:path w="21056" h="33689">
                  <a:moveTo>
                    <a:pt x="21056" y="0"/>
                  </a:moveTo>
                  <a:lnTo>
                    <a:pt x="0" y="33689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2" name="pl26552"/>
            <p:cNvSpPr/>
            <p:nvPr/>
          </p:nvSpPr>
          <p:spPr>
            <a:xfrm>
              <a:off x="8361811" y="11634601"/>
              <a:ext cx="66293" cy="142772"/>
            </a:xfrm>
            <a:custGeom>
              <a:avLst/>
              <a:gdLst/>
              <a:ahLst/>
              <a:cxnLst/>
              <a:rect l="0" t="0" r="0" b="0"/>
              <a:pathLst>
                <a:path w="66293" h="142772">
                  <a:moveTo>
                    <a:pt x="0" y="142772"/>
                  </a:moveTo>
                  <a:lnTo>
                    <a:pt x="6629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3" name="pl26553"/>
            <p:cNvSpPr/>
            <p:nvPr/>
          </p:nvSpPr>
          <p:spPr>
            <a:xfrm>
              <a:off x="8361811" y="11759857"/>
              <a:ext cx="28734" cy="17516"/>
            </a:xfrm>
            <a:custGeom>
              <a:avLst/>
              <a:gdLst/>
              <a:ahLst/>
              <a:cxnLst/>
              <a:rect l="0" t="0" r="0" b="0"/>
              <a:pathLst>
                <a:path w="28734" h="17516">
                  <a:moveTo>
                    <a:pt x="0" y="17516"/>
                  </a:moveTo>
                  <a:lnTo>
                    <a:pt x="2873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4" name="pl26554"/>
            <p:cNvSpPr/>
            <p:nvPr/>
          </p:nvSpPr>
          <p:spPr>
            <a:xfrm>
              <a:off x="8303105" y="12233042"/>
              <a:ext cx="4541" cy="23047"/>
            </a:xfrm>
            <a:custGeom>
              <a:avLst/>
              <a:gdLst/>
              <a:ahLst/>
              <a:cxnLst/>
              <a:rect l="0" t="0" r="0" b="0"/>
              <a:pathLst>
                <a:path w="4541" h="23047">
                  <a:moveTo>
                    <a:pt x="4541" y="0"/>
                  </a:moveTo>
                  <a:lnTo>
                    <a:pt x="0" y="2304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5" name="pl26555"/>
            <p:cNvSpPr/>
            <p:nvPr/>
          </p:nvSpPr>
          <p:spPr>
            <a:xfrm>
              <a:off x="8307647" y="12233042"/>
              <a:ext cx="14264" cy="17442"/>
            </a:xfrm>
            <a:custGeom>
              <a:avLst/>
              <a:gdLst/>
              <a:ahLst/>
              <a:cxnLst/>
              <a:rect l="0" t="0" r="0" b="0"/>
              <a:pathLst>
                <a:path w="14264" h="17442">
                  <a:moveTo>
                    <a:pt x="0" y="0"/>
                  </a:moveTo>
                  <a:lnTo>
                    <a:pt x="14264" y="1744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6" name="pl26556"/>
            <p:cNvSpPr/>
            <p:nvPr/>
          </p:nvSpPr>
          <p:spPr>
            <a:xfrm>
              <a:off x="8307295" y="12193680"/>
              <a:ext cx="351" cy="39361"/>
            </a:xfrm>
            <a:custGeom>
              <a:avLst/>
              <a:gdLst/>
              <a:ahLst/>
              <a:cxnLst/>
              <a:rect l="0" t="0" r="0" b="0"/>
              <a:pathLst>
                <a:path w="351" h="39361">
                  <a:moveTo>
                    <a:pt x="351" y="39361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7" name="pl26557"/>
            <p:cNvSpPr/>
            <p:nvPr/>
          </p:nvSpPr>
          <p:spPr>
            <a:xfrm>
              <a:off x="8304951" y="12233042"/>
              <a:ext cx="2695" cy="6825"/>
            </a:xfrm>
            <a:custGeom>
              <a:avLst/>
              <a:gdLst/>
              <a:ahLst/>
              <a:cxnLst/>
              <a:rect l="0" t="0" r="0" b="0"/>
              <a:pathLst>
                <a:path w="2695" h="6825">
                  <a:moveTo>
                    <a:pt x="2695" y="0"/>
                  </a:moveTo>
                  <a:lnTo>
                    <a:pt x="0" y="682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8" name="pl26558"/>
            <p:cNvSpPr/>
            <p:nvPr/>
          </p:nvSpPr>
          <p:spPr>
            <a:xfrm>
              <a:off x="8284615" y="12233042"/>
              <a:ext cx="23031" cy="12364"/>
            </a:xfrm>
            <a:custGeom>
              <a:avLst/>
              <a:gdLst/>
              <a:ahLst/>
              <a:cxnLst/>
              <a:rect l="0" t="0" r="0" b="0"/>
              <a:pathLst>
                <a:path w="23031" h="12364">
                  <a:moveTo>
                    <a:pt x="23031" y="0"/>
                  </a:moveTo>
                  <a:lnTo>
                    <a:pt x="0" y="1236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59" name="pl26559"/>
            <p:cNvSpPr/>
            <p:nvPr/>
          </p:nvSpPr>
          <p:spPr>
            <a:xfrm>
              <a:off x="8307647" y="12226261"/>
              <a:ext cx="2829" cy="6780"/>
            </a:xfrm>
            <a:custGeom>
              <a:avLst/>
              <a:gdLst/>
              <a:ahLst/>
              <a:cxnLst/>
              <a:rect l="0" t="0" r="0" b="0"/>
              <a:pathLst>
                <a:path w="2829" h="6780">
                  <a:moveTo>
                    <a:pt x="0" y="6780"/>
                  </a:moveTo>
                  <a:lnTo>
                    <a:pt x="2829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0" name="pl26560"/>
            <p:cNvSpPr/>
            <p:nvPr/>
          </p:nvSpPr>
          <p:spPr>
            <a:xfrm>
              <a:off x="8165224" y="11340992"/>
              <a:ext cx="1421" cy="17300"/>
            </a:xfrm>
            <a:custGeom>
              <a:avLst/>
              <a:gdLst/>
              <a:ahLst/>
              <a:cxnLst/>
              <a:rect l="0" t="0" r="0" b="0"/>
              <a:pathLst>
                <a:path w="1421" h="17300">
                  <a:moveTo>
                    <a:pt x="1421" y="0"/>
                  </a:moveTo>
                  <a:lnTo>
                    <a:pt x="0" y="173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1" name="pl26561"/>
            <p:cNvSpPr/>
            <p:nvPr/>
          </p:nvSpPr>
          <p:spPr>
            <a:xfrm>
              <a:off x="7565476" y="11970652"/>
              <a:ext cx="12642" cy="14322"/>
            </a:xfrm>
            <a:custGeom>
              <a:avLst/>
              <a:gdLst/>
              <a:ahLst/>
              <a:cxnLst/>
              <a:rect l="0" t="0" r="0" b="0"/>
              <a:pathLst>
                <a:path w="12642" h="14322">
                  <a:moveTo>
                    <a:pt x="0" y="0"/>
                  </a:moveTo>
                  <a:lnTo>
                    <a:pt x="12642" y="1432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2" name="pl26562"/>
            <p:cNvSpPr/>
            <p:nvPr/>
          </p:nvSpPr>
          <p:spPr>
            <a:xfrm>
              <a:off x="8437817" y="11582774"/>
              <a:ext cx="89837" cy="33062"/>
            </a:xfrm>
            <a:custGeom>
              <a:avLst/>
              <a:gdLst/>
              <a:ahLst/>
              <a:cxnLst/>
              <a:rect l="0" t="0" r="0" b="0"/>
              <a:pathLst>
                <a:path w="89837" h="33062">
                  <a:moveTo>
                    <a:pt x="0" y="33062"/>
                  </a:moveTo>
                  <a:lnTo>
                    <a:pt x="89837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3" name="pl26563"/>
            <p:cNvSpPr/>
            <p:nvPr/>
          </p:nvSpPr>
          <p:spPr>
            <a:xfrm>
              <a:off x="8428104" y="11615836"/>
              <a:ext cx="9712" cy="18764"/>
            </a:xfrm>
            <a:custGeom>
              <a:avLst/>
              <a:gdLst/>
              <a:ahLst/>
              <a:cxnLst/>
              <a:rect l="0" t="0" r="0" b="0"/>
              <a:pathLst>
                <a:path w="9712" h="18764">
                  <a:moveTo>
                    <a:pt x="9712" y="0"/>
                  </a:moveTo>
                  <a:lnTo>
                    <a:pt x="0" y="18764"/>
                  </a:lnTo>
                </a:path>
              </a:pathLst>
            </a:custGeom>
            <a:ln w="408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4" name="pl26564"/>
            <p:cNvSpPr/>
            <p:nvPr/>
          </p:nvSpPr>
          <p:spPr>
            <a:xfrm>
              <a:off x="8423309" y="11590402"/>
              <a:ext cx="14508" cy="25433"/>
            </a:xfrm>
            <a:custGeom>
              <a:avLst/>
              <a:gdLst/>
              <a:ahLst/>
              <a:cxnLst/>
              <a:rect l="0" t="0" r="0" b="0"/>
              <a:pathLst>
                <a:path w="14508" h="25433">
                  <a:moveTo>
                    <a:pt x="14508" y="254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5" name="pl26565"/>
            <p:cNvSpPr/>
            <p:nvPr/>
          </p:nvSpPr>
          <p:spPr>
            <a:xfrm>
              <a:off x="8428073" y="11600181"/>
              <a:ext cx="9744" cy="15655"/>
            </a:xfrm>
            <a:custGeom>
              <a:avLst/>
              <a:gdLst/>
              <a:ahLst/>
              <a:cxnLst/>
              <a:rect l="0" t="0" r="0" b="0"/>
              <a:pathLst>
                <a:path w="9744" h="15655">
                  <a:moveTo>
                    <a:pt x="9744" y="15655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6" name="pl26566"/>
            <p:cNvSpPr/>
            <p:nvPr/>
          </p:nvSpPr>
          <p:spPr>
            <a:xfrm>
              <a:off x="8437817" y="11615836"/>
              <a:ext cx="24964" cy="4746"/>
            </a:xfrm>
            <a:custGeom>
              <a:avLst/>
              <a:gdLst/>
              <a:ahLst/>
              <a:cxnLst/>
              <a:rect l="0" t="0" r="0" b="0"/>
              <a:pathLst>
                <a:path w="24964" h="4746">
                  <a:moveTo>
                    <a:pt x="0" y="0"/>
                  </a:moveTo>
                  <a:lnTo>
                    <a:pt x="24964" y="4746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7" name="pl26567"/>
            <p:cNvSpPr/>
            <p:nvPr/>
          </p:nvSpPr>
          <p:spPr>
            <a:xfrm>
              <a:off x="8432719" y="11603102"/>
              <a:ext cx="5097" cy="12733"/>
            </a:xfrm>
            <a:custGeom>
              <a:avLst/>
              <a:gdLst/>
              <a:ahLst/>
              <a:cxnLst/>
              <a:rect l="0" t="0" r="0" b="0"/>
              <a:pathLst>
                <a:path w="5097" h="12733">
                  <a:moveTo>
                    <a:pt x="5097" y="12733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8" name="pl26568"/>
            <p:cNvSpPr/>
            <p:nvPr/>
          </p:nvSpPr>
          <p:spPr>
            <a:xfrm>
              <a:off x="8437817" y="11615836"/>
              <a:ext cx="62278" cy="14232"/>
            </a:xfrm>
            <a:custGeom>
              <a:avLst/>
              <a:gdLst/>
              <a:ahLst/>
              <a:cxnLst/>
              <a:rect l="0" t="0" r="0" b="0"/>
              <a:pathLst>
                <a:path w="62278" h="14232">
                  <a:moveTo>
                    <a:pt x="0" y="0"/>
                  </a:moveTo>
                  <a:lnTo>
                    <a:pt x="62278" y="1423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69" name="pl26569"/>
            <p:cNvSpPr/>
            <p:nvPr/>
          </p:nvSpPr>
          <p:spPr>
            <a:xfrm>
              <a:off x="8421095" y="11615836"/>
              <a:ext cx="16722" cy="54012"/>
            </a:xfrm>
            <a:custGeom>
              <a:avLst/>
              <a:gdLst/>
              <a:ahLst/>
              <a:cxnLst/>
              <a:rect l="0" t="0" r="0" b="0"/>
              <a:pathLst>
                <a:path w="16722" h="54012">
                  <a:moveTo>
                    <a:pt x="16722" y="0"/>
                  </a:moveTo>
                  <a:lnTo>
                    <a:pt x="0" y="5401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0" name="pl26570"/>
            <p:cNvSpPr/>
            <p:nvPr/>
          </p:nvSpPr>
          <p:spPr>
            <a:xfrm>
              <a:off x="8437817" y="11615836"/>
              <a:ext cx="25997" cy="14391"/>
            </a:xfrm>
            <a:custGeom>
              <a:avLst/>
              <a:gdLst/>
              <a:ahLst/>
              <a:cxnLst/>
              <a:rect l="0" t="0" r="0" b="0"/>
              <a:pathLst>
                <a:path w="25997" h="14391">
                  <a:moveTo>
                    <a:pt x="0" y="0"/>
                  </a:moveTo>
                  <a:lnTo>
                    <a:pt x="25997" y="1439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1" name="pl26571"/>
            <p:cNvSpPr/>
            <p:nvPr/>
          </p:nvSpPr>
          <p:spPr>
            <a:xfrm>
              <a:off x="8427097" y="11611863"/>
              <a:ext cx="10719" cy="3973"/>
            </a:xfrm>
            <a:custGeom>
              <a:avLst/>
              <a:gdLst/>
              <a:ahLst/>
              <a:cxnLst/>
              <a:rect l="0" t="0" r="0" b="0"/>
              <a:pathLst>
                <a:path w="10719" h="3973">
                  <a:moveTo>
                    <a:pt x="10719" y="3973"/>
                  </a:moveTo>
                  <a:lnTo>
                    <a:pt x="0" y="0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2" name="pl26572"/>
            <p:cNvSpPr/>
            <p:nvPr/>
          </p:nvSpPr>
          <p:spPr>
            <a:xfrm>
              <a:off x="8422786" y="11615703"/>
              <a:ext cx="15030" cy="133"/>
            </a:xfrm>
            <a:custGeom>
              <a:avLst/>
              <a:gdLst/>
              <a:ahLst/>
              <a:cxnLst/>
              <a:rect l="0" t="0" r="0" b="0"/>
              <a:pathLst>
                <a:path w="15030" h="133">
                  <a:moveTo>
                    <a:pt x="15030" y="133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3" name="pl26573"/>
            <p:cNvSpPr/>
            <p:nvPr/>
          </p:nvSpPr>
          <p:spPr>
            <a:xfrm>
              <a:off x="8437817" y="11615836"/>
              <a:ext cx="60959" cy="2441"/>
            </a:xfrm>
            <a:custGeom>
              <a:avLst/>
              <a:gdLst/>
              <a:ahLst/>
              <a:cxnLst/>
              <a:rect l="0" t="0" r="0" b="0"/>
              <a:pathLst>
                <a:path w="60959" h="2441">
                  <a:moveTo>
                    <a:pt x="0" y="0"/>
                  </a:moveTo>
                  <a:lnTo>
                    <a:pt x="60959" y="244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4" name="pl26574"/>
            <p:cNvSpPr/>
            <p:nvPr/>
          </p:nvSpPr>
          <p:spPr>
            <a:xfrm>
              <a:off x="8437817" y="11615836"/>
              <a:ext cx="43828" cy="22589"/>
            </a:xfrm>
            <a:custGeom>
              <a:avLst/>
              <a:gdLst/>
              <a:ahLst/>
              <a:cxnLst/>
              <a:rect l="0" t="0" r="0" b="0"/>
              <a:pathLst>
                <a:path w="43828" h="22589">
                  <a:moveTo>
                    <a:pt x="0" y="0"/>
                  </a:moveTo>
                  <a:lnTo>
                    <a:pt x="43828" y="2258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5" name="pl26575"/>
            <p:cNvSpPr/>
            <p:nvPr/>
          </p:nvSpPr>
          <p:spPr>
            <a:xfrm>
              <a:off x="8437817" y="11604098"/>
              <a:ext cx="17243" cy="11738"/>
            </a:xfrm>
            <a:custGeom>
              <a:avLst/>
              <a:gdLst/>
              <a:ahLst/>
              <a:cxnLst/>
              <a:rect l="0" t="0" r="0" b="0"/>
              <a:pathLst>
                <a:path w="17243" h="11738">
                  <a:moveTo>
                    <a:pt x="0" y="11738"/>
                  </a:moveTo>
                  <a:lnTo>
                    <a:pt x="17243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6" name="pl26576"/>
            <p:cNvSpPr/>
            <p:nvPr/>
          </p:nvSpPr>
          <p:spPr>
            <a:xfrm>
              <a:off x="8437817" y="11615836"/>
              <a:ext cx="13326" cy="5937"/>
            </a:xfrm>
            <a:custGeom>
              <a:avLst/>
              <a:gdLst/>
              <a:ahLst/>
              <a:cxnLst/>
              <a:rect l="0" t="0" r="0" b="0"/>
              <a:pathLst>
                <a:path w="13326" h="5937">
                  <a:moveTo>
                    <a:pt x="0" y="0"/>
                  </a:moveTo>
                  <a:lnTo>
                    <a:pt x="13326" y="593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7" name="pl26577"/>
            <p:cNvSpPr/>
            <p:nvPr/>
          </p:nvSpPr>
          <p:spPr>
            <a:xfrm>
              <a:off x="8437817" y="11612791"/>
              <a:ext cx="17944" cy="3044"/>
            </a:xfrm>
            <a:custGeom>
              <a:avLst/>
              <a:gdLst/>
              <a:ahLst/>
              <a:cxnLst/>
              <a:rect l="0" t="0" r="0" b="0"/>
              <a:pathLst>
                <a:path w="17944" h="3044">
                  <a:moveTo>
                    <a:pt x="0" y="3044"/>
                  </a:moveTo>
                  <a:lnTo>
                    <a:pt x="17944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8" name="pl26578"/>
            <p:cNvSpPr/>
            <p:nvPr/>
          </p:nvSpPr>
          <p:spPr>
            <a:xfrm>
              <a:off x="8437817" y="11607252"/>
              <a:ext cx="64858" cy="8584"/>
            </a:xfrm>
            <a:custGeom>
              <a:avLst/>
              <a:gdLst/>
              <a:ahLst/>
              <a:cxnLst/>
              <a:rect l="0" t="0" r="0" b="0"/>
              <a:pathLst>
                <a:path w="64858" h="8584">
                  <a:moveTo>
                    <a:pt x="0" y="8584"/>
                  </a:moveTo>
                  <a:lnTo>
                    <a:pt x="648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79" name="pl26579"/>
            <p:cNvSpPr/>
            <p:nvPr/>
          </p:nvSpPr>
          <p:spPr>
            <a:xfrm>
              <a:off x="8437817" y="11615836"/>
              <a:ext cx="1540" cy="10817"/>
            </a:xfrm>
            <a:custGeom>
              <a:avLst/>
              <a:gdLst/>
              <a:ahLst/>
              <a:cxnLst/>
              <a:rect l="0" t="0" r="0" b="0"/>
              <a:pathLst>
                <a:path w="1540" h="10817">
                  <a:moveTo>
                    <a:pt x="0" y="0"/>
                  </a:moveTo>
                  <a:lnTo>
                    <a:pt x="1540" y="10817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0" name="pl26580"/>
            <p:cNvSpPr/>
            <p:nvPr/>
          </p:nvSpPr>
          <p:spPr>
            <a:xfrm>
              <a:off x="8437817" y="11605622"/>
              <a:ext cx="32702" cy="10213"/>
            </a:xfrm>
            <a:custGeom>
              <a:avLst/>
              <a:gdLst/>
              <a:ahLst/>
              <a:cxnLst/>
              <a:rect l="0" t="0" r="0" b="0"/>
              <a:pathLst>
                <a:path w="32702" h="10213">
                  <a:moveTo>
                    <a:pt x="0" y="10213"/>
                  </a:moveTo>
                  <a:lnTo>
                    <a:pt x="32702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1" name="pl26581"/>
            <p:cNvSpPr/>
            <p:nvPr/>
          </p:nvSpPr>
          <p:spPr>
            <a:xfrm>
              <a:off x="8383495" y="11615836"/>
              <a:ext cx="54321" cy="87689"/>
            </a:xfrm>
            <a:custGeom>
              <a:avLst/>
              <a:gdLst/>
              <a:ahLst/>
              <a:cxnLst/>
              <a:rect l="0" t="0" r="0" b="0"/>
              <a:pathLst>
                <a:path w="54321" h="87689">
                  <a:moveTo>
                    <a:pt x="54321" y="0"/>
                  </a:moveTo>
                  <a:lnTo>
                    <a:pt x="0" y="8768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2" name="pl26582"/>
            <p:cNvSpPr/>
            <p:nvPr/>
          </p:nvSpPr>
          <p:spPr>
            <a:xfrm>
              <a:off x="8426231" y="11615836"/>
              <a:ext cx="11585" cy="21440"/>
            </a:xfrm>
            <a:custGeom>
              <a:avLst/>
              <a:gdLst/>
              <a:ahLst/>
              <a:cxnLst/>
              <a:rect l="0" t="0" r="0" b="0"/>
              <a:pathLst>
                <a:path w="11585" h="21440">
                  <a:moveTo>
                    <a:pt x="11585" y="0"/>
                  </a:moveTo>
                  <a:lnTo>
                    <a:pt x="0" y="2144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3" name="pl26583"/>
            <p:cNvSpPr/>
            <p:nvPr/>
          </p:nvSpPr>
          <p:spPr>
            <a:xfrm>
              <a:off x="8427890" y="11615836"/>
              <a:ext cx="9927" cy="51790"/>
            </a:xfrm>
            <a:custGeom>
              <a:avLst/>
              <a:gdLst/>
              <a:ahLst/>
              <a:cxnLst/>
              <a:rect l="0" t="0" r="0" b="0"/>
              <a:pathLst>
                <a:path w="9927" h="51790">
                  <a:moveTo>
                    <a:pt x="9927" y="0"/>
                  </a:moveTo>
                  <a:lnTo>
                    <a:pt x="0" y="5179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4" name="pl26584"/>
            <p:cNvSpPr/>
            <p:nvPr/>
          </p:nvSpPr>
          <p:spPr>
            <a:xfrm>
              <a:off x="8437817" y="11565680"/>
              <a:ext cx="43036" cy="50155"/>
            </a:xfrm>
            <a:custGeom>
              <a:avLst/>
              <a:gdLst/>
              <a:ahLst/>
              <a:cxnLst/>
              <a:rect l="0" t="0" r="0" b="0"/>
              <a:pathLst>
                <a:path w="43036" h="50155">
                  <a:moveTo>
                    <a:pt x="0" y="50155"/>
                  </a:moveTo>
                  <a:lnTo>
                    <a:pt x="43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5" name="pl26585"/>
            <p:cNvSpPr/>
            <p:nvPr/>
          </p:nvSpPr>
          <p:spPr>
            <a:xfrm>
              <a:off x="8437817" y="11587949"/>
              <a:ext cx="61036" cy="27887"/>
            </a:xfrm>
            <a:custGeom>
              <a:avLst/>
              <a:gdLst/>
              <a:ahLst/>
              <a:cxnLst/>
              <a:rect l="0" t="0" r="0" b="0"/>
              <a:pathLst>
                <a:path w="61036" h="27887">
                  <a:moveTo>
                    <a:pt x="0" y="27887"/>
                  </a:moveTo>
                  <a:lnTo>
                    <a:pt x="6103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6" name="pl26586"/>
            <p:cNvSpPr/>
            <p:nvPr/>
          </p:nvSpPr>
          <p:spPr>
            <a:xfrm>
              <a:off x="8437817" y="11597103"/>
              <a:ext cx="28218" cy="18732"/>
            </a:xfrm>
            <a:custGeom>
              <a:avLst/>
              <a:gdLst/>
              <a:ahLst/>
              <a:cxnLst/>
              <a:rect l="0" t="0" r="0" b="0"/>
              <a:pathLst>
                <a:path w="28218" h="18732">
                  <a:moveTo>
                    <a:pt x="0" y="18732"/>
                  </a:moveTo>
                  <a:lnTo>
                    <a:pt x="28218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7" name="pl26587"/>
            <p:cNvSpPr/>
            <p:nvPr/>
          </p:nvSpPr>
          <p:spPr>
            <a:xfrm>
              <a:off x="8074722" y="11426276"/>
              <a:ext cx="34421" cy="21190"/>
            </a:xfrm>
            <a:custGeom>
              <a:avLst/>
              <a:gdLst/>
              <a:ahLst/>
              <a:cxnLst/>
              <a:rect l="0" t="0" r="0" b="0"/>
              <a:pathLst>
                <a:path w="34421" h="21190">
                  <a:moveTo>
                    <a:pt x="34421" y="2119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8" name="pl26588"/>
            <p:cNvSpPr/>
            <p:nvPr/>
          </p:nvSpPr>
          <p:spPr>
            <a:xfrm>
              <a:off x="8409766" y="11600883"/>
              <a:ext cx="22541" cy="17128"/>
            </a:xfrm>
            <a:custGeom>
              <a:avLst/>
              <a:gdLst/>
              <a:ahLst/>
              <a:cxnLst/>
              <a:rect l="0" t="0" r="0" b="0"/>
              <a:pathLst>
                <a:path w="22541" h="17128">
                  <a:moveTo>
                    <a:pt x="0" y="0"/>
                  </a:moveTo>
                  <a:lnTo>
                    <a:pt x="22541" y="171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89" name="pl26589"/>
            <p:cNvSpPr/>
            <p:nvPr/>
          </p:nvSpPr>
          <p:spPr>
            <a:xfrm>
              <a:off x="8182903" y="11340307"/>
              <a:ext cx="8567" cy="12507"/>
            </a:xfrm>
            <a:custGeom>
              <a:avLst/>
              <a:gdLst/>
              <a:ahLst/>
              <a:cxnLst/>
              <a:rect l="0" t="0" r="0" b="0"/>
              <a:pathLst>
                <a:path w="8567" h="12507">
                  <a:moveTo>
                    <a:pt x="8567" y="0"/>
                  </a:moveTo>
                  <a:lnTo>
                    <a:pt x="0" y="12507"/>
                  </a:lnTo>
                </a:path>
              </a:pathLst>
            </a:custGeom>
            <a:ln w="408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0" name="pl26590"/>
            <p:cNvSpPr/>
            <p:nvPr/>
          </p:nvSpPr>
          <p:spPr>
            <a:xfrm>
              <a:off x="8177459" y="11340307"/>
              <a:ext cx="14011" cy="20601"/>
            </a:xfrm>
            <a:custGeom>
              <a:avLst/>
              <a:gdLst/>
              <a:ahLst/>
              <a:cxnLst/>
              <a:rect l="0" t="0" r="0" b="0"/>
              <a:pathLst>
                <a:path w="14011" h="20601">
                  <a:moveTo>
                    <a:pt x="14011" y="0"/>
                  </a:moveTo>
                  <a:lnTo>
                    <a:pt x="0" y="20601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1" name="pl26591"/>
            <p:cNvSpPr/>
            <p:nvPr/>
          </p:nvSpPr>
          <p:spPr>
            <a:xfrm>
              <a:off x="8159947" y="11379410"/>
              <a:ext cx="7085" cy="13308"/>
            </a:xfrm>
            <a:custGeom>
              <a:avLst/>
              <a:gdLst/>
              <a:ahLst/>
              <a:cxnLst/>
              <a:rect l="0" t="0" r="0" b="0"/>
              <a:pathLst>
                <a:path w="7085" h="13308">
                  <a:moveTo>
                    <a:pt x="0" y="13308"/>
                  </a:moveTo>
                  <a:lnTo>
                    <a:pt x="708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2" name="pl26592"/>
            <p:cNvSpPr/>
            <p:nvPr/>
          </p:nvSpPr>
          <p:spPr>
            <a:xfrm>
              <a:off x="8159947" y="11383135"/>
              <a:ext cx="6772" cy="9584"/>
            </a:xfrm>
            <a:custGeom>
              <a:avLst/>
              <a:gdLst/>
              <a:ahLst/>
              <a:cxnLst/>
              <a:rect l="0" t="0" r="0" b="0"/>
              <a:pathLst>
                <a:path w="6772" h="9584">
                  <a:moveTo>
                    <a:pt x="0" y="9584"/>
                  </a:moveTo>
                  <a:lnTo>
                    <a:pt x="6772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3" name="pl26593"/>
            <p:cNvSpPr/>
            <p:nvPr/>
          </p:nvSpPr>
          <p:spPr>
            <a:xfrm>
              <a:off x="8159947" y="11392719"/>
              <a:ext cx="5557" cy="13934"/>
            </a:xfrm>
            <a:custGeom>
              <a:avLst/>
              <a:gdLst/>
              <a:ahLst/>
              <a:cxnLst/>
              <a:rect l="0" t="0" r="0" b="0"/>
              <a:pathLst>
                <a:path w="5557" h="13934">
                  <a:moveTo>
                    <a:pt x="0" y="0"/>
                  </a:moveTo>
                  <a:lnTo>
                    <a:pt x="5557" y="13934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4" name="pl26594"/>
            <p:cNvSpPr/>
            <p:nvPr/>
          </p:nvSpPr>
          <p:spPr>
            <a:xfrm>
              <a:off x="8158967" y="11384315"/>
              <a:ext cx="979" cy="8404"/>
            </a:xfrm>
            <a:custGeom>
              <a:avLst/>
              <a:gdLst/>
              <a:ahLst/>
              <a:cxnLst/>
              <a:rect l="0" t="0" r="0" b="0"/>
              <a:pathLst>
                <a:path w="979" h="8404">
                  <a:moveTo>
                    <a:pt x="979" y="8404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5" name="pl26595"/>
            <p:cNvSpPr/>
            <p:nvPr/>
          </p:nvSpPr>
          <p:spPr>
            <a:xfrm>
              <a:off x="8128113" y="11392719"/>
              <a:ext cx="31834" cy="35293"/>
            </a:xfrm>
            <a:custGeom>
              <a:avLst/>
              <a:gdLst/>
              <a:ahLst/>
              <a:cxnLst/>
              <a:rect l="0" t="0" r="0" b="0"/>
              <a:pathLst>
                <a:path w="31834" h="35293">
                  <a:moveTo>
                    <a:pt x="31834" y="0"/>
                  </a:moveTo>
                  <a:lnTo>
                    <a:pt x="0" y="3529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6" name="pl26596"/>
            <p:cNvSpPr/>
            <p:nvPr/>
          </p:nvSpPr>
          <p:spPr>
            <a:xfrm>
              <a:off x="8156853" y="11387921"/>
              <a:ext cx="3093" cy="4797"/>
            </a:xfrm>
            <a:custGeom>
              <a:avLst/>
              <a:gdLst/>
              <a:ahLst/>
              <a:cxnLst/>
              <a:rect l="0" t="0" r="0" b="0"/>
              <a:pathLst>
                <a:path w="3093" h="4797">
                  <a:moveTo>
                    <a:pt x="3093" y="4797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7" name="pl26597"/>
            <p:cNvSpPr/>
            <p:nvPr/>
          </p:nvSpPr>
          <p:spPr>
            <a:xfrm>
              <a:off x="8159947" y="11384923"/>
              <a:ext cx="10796" cy="7796"/>
            </a:xfrm>
            <a:custGeom>
              <a:avLst/>
              <a:gdLst/>
              <a:ahLst/>
              <a:cxnLst/>
              <a:rect l="0" t="0" r="0" b="0"/>
              <a:pathLst>
                <a:path w="10796" h="7796">
                  <a:moveTo>
                    <a:pt x="0" y="7796"/>
                  </a:moveTo>
                  <a:lnTo>
                    <a:pt x="1079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8" name="pl26598"/>
            <p:cNvSpPr/>
            <p:nvPr/>
          </p:nvSpPr>
          <p:spPr>
            <a:xfrm>
              <a:off x="8159947" y="11358293"/>
              <a:ext cx="5277" cy="34426"/>
            </a:xfrm>
            <a:custGeom>
              <a:avLst/>
              <a:gdLst/>
              <a:ahLst/>
              <a:cxnLst/>
              <a:rect l="0" t="0" r="0" b="0"/>
              <a:pathLst>
                <a:path w="5277" h="34426">
                  <a:moveTo>
                    <a:pt x="0" y="34426"/>
                  </a:moveTo>
                  <a:lnTo>
                    <a:pt x="5277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599" name="pl26599"/>
            <p:cNvSpPr/>
            <p:nvPr/>
          </p:nvSpPr>
          <p:spPr>
            <a:xfrm>
              <a:off x="8159947" y="11392719"/>
              <a:ext cx="1024" cy="13093"/>
            </a:xfrm>
            <a:custGeom>
              <a:avLst/>
              <a:gdLst/>
              <a:ahLst/>
              <a:cxnLst/>
              <a:rect l="0" t="0" r="0" b="0"/>
              <a:pathLst>
                <a:path w="1024" h="13093">
                  <a:moveTo>
                    <a:pt x="0" y="0"/>
                  </a:moveTo>
                  <a:lnTo>
                    <a:pt x="1024" y="13093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0" name="pl26600"/>
            <p:cNvSpPr/>
            <p:nvPr/>
          </p:nvSpPr>
          <p:spPr>
            <a:xfrm>
              <a:off x="8159947" y="11392719"/>
              <a:ext cx="4905" cy="11175"/>
            </a:xfrm>
            <a:custGeom>
              <a:avLst/>
              <a:gdLst/>
              <a:ahLst/>
              <a:cxnLst/>
              <a:rect l="0" t="0" r="0" b="0"/>
              <a:pathLst>
                <a:path w="4905" h="11175">
                  <a:moveTo>
                    <a:pt x="0" y="0"/>
                  </a:moveTo>
                  <a:lnTo>
                    <a:pt x="4905" y="11175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1" name="pl26601"/>
            <p:cNvSpPr/>
            <p:nvPr/>
          </p:nvSpPr>
          <p:spPr>
            <a:xfrm>
              <a:off x="8159947" y="11380501"/>
              <a:ext cx="2499" cy="12218"/>
            </a:xfrm>
            <a:custGeom>
              <a:avLst/>
              <a:gdLst/>
              <a:ahLst/>
              <a:cxnLst/>
              <a:rect l="0" t="0" r="0" b="0"/>
              <a:pathLst>
                <a:path w="2499" h="12218">
                  <a:moveTo>
                    <a:pt x="0" y="12218"/>
                  </a:moveTo>
                  <a:lnTo>
                    <a:pt x="2499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2" name="pl26602"/>
            <p:cNvSpPr/>
            <p:nvPr/>
          </p:nvSpPr>
          <p:spPr>
            <a:xfrm>
              <a:off x="8074790" y="11480709"/>
              <a:ext cx="18782" cy="17253"/>
            </a:xfrm>
            <a:custGeom>
              <a:avLst/>
              <a:gdLst/>
              <a:ahLst/>
              <a:cxnLst/>
              <a:rect l="0" t="0" r="0" b="0"/>
              <a:pathLst>
                <a:path w="18782" h="17253">
                  <a:moveTo>
                    <a:pt x="0" y="17253"/>
                  </a:moveTo>
                  <a:lnTo>
                    <a:pt x="18782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3" name="pl26603"/>
            <p:cNvSpPr/>
            <p:nvPr/>
          </p:nvSpPr>
          <p:spPr>
            <a:xfrm>
              <a:off x="8582044" y="11873962"/>
              <a:ext cx="12990" cy="18622"/>
            </a:xfrm>
            <a:custGeom>
              <a:avLst/>
              <a:gdLst/>
              <a:ahLst/>
              <a:cxnLst/>
              <a:rect l="0" t="0" r="0" b="0"/>
              <a:pathLst>
                <a:path w="12990" h="18622">
                  <a:moveTo>
                    <a:pt x="12990" y="18622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4" name="pl26604"/>
            <p:cNvSpPr/>
            <p:nvPr/>
          </p:nvSpPr>
          <p:spPr>
            <a:xfrm>
              <a:off x="7930374" y="12227034"/>
              <a:ext cx="7593" cy="2938"/>
            </a:xfrm>
            <a:custGeom>
              <a:avLst/>
              <a:gdLst/>
              <a:ahLst/>
              <a:cxnLst/>
              <a:rect l="0" t="0" r="0" b="0"/>
              <a:pathLst>
                <a:path w="7593" h="2938">
                  <a:moveTo>
                    <a:pt x="7593" y="2938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5" name="pl26605"/>
            <p:cNvSpPr/>
            <p:nvPr/>
          </p:nvSpPr>
          <p:spPr>
            <a:xfrm>
              <a:off x="7924433" y="12227032"/>
              <a:ext cx="5940" cy="2"/>
            </a:xfrm>
            <a:custGeom>
              <a:avLst/>
              <a:gdLst/>
              <a:ahLst/>
              <a:cxnLst/>
              <a:rect l="0" t="0" r="0" b="0"/>
              <a:pathLst>
                <a:path w="5940" h="2">
                  <a:moveTo>
                    <a:pt x="0" y="0"/>
                  </a:moveTo>
                  <a:lnTo>
                    <a:pt x="5940" y="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6" name="pl26606"/>
            <p:cNvSpPr/>
            <p:nvPr/>
          </p:nvSpPr>
          <p:spPr>
            <a:xfrm>
              <a:off x="7680200" y="11098423"/>
              <a:ext cx="50469" cy="32963"/>
            </a:xfrm>
            <a:custGeom>
              <a:avLst/>
              <a:gdLst/>
              <a:ahLst/>
              <a:cxnLst/>
              <a:rect l="0" t="0" r="0" b="0"/>
              <a:pathLst>
                <a:path w="50469" h="32963">
                  <a:moveTo>
                    <a:pt x="50469" y="0"/>
                  </a:moveTo>
                  <a:lnTo>
                    <a:pt x="0" y="3296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7" name="pl26607"/>
            <p:cNvSpPr/>
            <p:nvPr/>
          </p:nvSpPr>
          <p:spPr>
            <a:xfrm>
              <a:off x="8139751" y="11318964"/>
              <a:ext cx="1964" cy="33608"/>
            </a:xfrm>
            <a:custGeom>
              <a:avLst/>
              <a:gdLst/>
              <a:ahLst/>
              <a:cxnLst/>
              <a:rect l="0" t="0" r="0" b="0"/>
              <a:pathLst>
                <a:path w="1964" h="33608">
                  <a:moveTo>
                    <a:pt x="1964" y="33608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8" name="pl26608"/>
            <p:cNvSpPr/>
            <p:nvPr/>
          </p:nvSpPr>
          <p:spPr>
            <a:xfrm>
              <a:off x="8106064" y="11444990"/>
              <a:ext cx="8423" cy="18170"/>
            </a:xfrm>
            <a:custGeom>
              <a:avLst/>
              <a:gdLst/>
              <a:ahLst/>
              <a:cxnLst/>
              <a:rect l="0" t="0" r="0" b="0"/>
              <a:pathLst>
                <a:path w="8423" h="18170">
                  <a:moveTo>
                    <a:pt x="8423" y="18170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09" name="pl26609"/>
            <p:cNvSpPr/>
            <p:nvPr/>
          </p:nvSpPr>
          <p:spPr>
            <a:xfrm>
              <a:off x="8093780" y="11441755"/>
              <a:ext cx="20706" cy="21404"/>
            </a:xfrm>
            <a:custGeom>
              <a:avLst/>
              <a:gdLst/>
              <a:ahLst/>
              <a:cxnLst/>
              <a:rect l="0" t="0" r="0" b="0"/>
              <a:pathLst>
                <a:path w="20706" h="21404">
                  <a:moveTo>
                    <a:pt x="20706" y="21404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0" name="pl26610"/>
            <p:cNvSpPr/>
            <p:nvPr/>
          </p:nvSpPr>
          <p:spPr>
            <a:xfrm>
              <a:off x="8095948" y="11463160"/>
              <a:ext cx="18538" cy="3534"/>
            </a:xfrm>
            <a:custGeom>
              <a:avLst/>
              <a:gdLst/>
              <a:ahLst/>
              <a:cxnLst/>
              <a:rect l="0" t="0" r="0" b="0"/>
              <a:pathLst>
                <a:path w="18538" h="3534">
                  <a:moveTo>
                    <a:pt x="18538" y="0"/>
                  </a:moveTo>
                  <a:lnTo>
                    <a:pt x="0" y="3534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1" name="pl26611"/>
            <p:cNvSpPr/>
            <p:nvPr/>
          </p:nvSpPr>
          <p:spPr>
            <a:xfrm>
              <a:off x="8114487" y="11455522"/>
              <a:ext cx="18413" cy="7637"/>
            </a:xfrm>
            <a:custGeom>
              <a:avLst/>
              <a:gdLst/>
              <a:ahLst/>
              <a:cxnLst/>
              <a:rect l="0" t="0" r="0" b="0"/>
              <a:pathLst>
                <a:path w="18413" h="7637">
                  <a:moveTo>
                    <a:pt x="0" y="7637"/>
                  </a:moveTo>
                  <a:lnTo>
                    <a:pt x="18413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2" name="pl26612"/>
            <p:cNvSpPr/>
            <p:nvPr/>
          </p:nvSpPr>
          <p:spPr>
            <a:xfrm>
              <a:off x="8102038" y="11463160"/>
              <a:ext cx="12448" cy="21307"/>
            </a:xfrm>
            <a:custGeom>
              <a:avLst/>
              <a:gdLst/>
              <a:ahLst/>
              <a:cxnLst/>
              <a:rect l="0" t="0" r="0" b="0"/>
              <a:pathLst>
                <a:path w="12448" h="21307">
                  <a:moveTo>
                    <a:pt x="12448" y="0"/>
                  </a:moveTo>
                  <a:lnTo>
                    <a:pt x="0" y="21307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3" name="pl26613"/>
            <p:cNvSpPr/>
            <p:nvPr/>
          </p:nvSpPr>
          <p:spPr>
            <a:xfrm>
              <a:off x="8114487" y="11451939"/>
              <a:ext cx="22184" cy="11221"/>
            </a:xfrm>
            <a:custGeom>
              <a:avLst/>
              <a:gdLst/>
              <a:ahLst/>
              <a:cxnLst/>
              <a:rect l="0" t="0" r="0" b="0"/>
              <a:pathLst>
                <a:path w="22184" h="11221">
                  <a:moveTo>
                    <a:pt x="0" y="11221"/>
                  </a:moveTo>
                  <a:lnTo>
                    <a:pt x="22184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4" name="pl26614"/>
            <p:cNvSpPr/>
            <p:nvPr/>
          </p:nvSpPr>
          <p:spPr>
            <a:xfrm>
              <a:off x="8114487" y="11463160"/>
              <a:ext cx="14143" cy="331"/>
            </a:xfrm>
            <a:custGeom>
              <a:avLst/>
              <a:gdLst/>
              <a:ahLst/>
              <a:cxnLst/>
              <a:rect l="0" t="0" r="0" b="0"/>
              <a:pathLst>
                <a:path w="14143" h="331">
                  <a:moveTo>
                    <a:pt x="0" y="0"/>
                  </a:moveTo>
                  <a:lnTo>
                    <a:pt x="14143" y="331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5" name="pl26615"/>
            <p:cNvSpPr/>
            <p:nvPr/>
          </p:nvSpPr>
          <p:spPr>
            <a:xfrm>
              <a:off x="8107851" y="11463160"/>
              <a:ext cx="6636" cy="7587"/>
            </a:xfrm>
            <a:custGeom>
              <a:avLst/>
              <a:gdLst/>
              <a:ahLst/>
              <a:cxnLst/>
              <a:rect l="0" t="0" r="0" b="0"/>
              <a:pathLst>
                <a:path w="6636" h="7587">
                  <a:moveTo>
                    <a:pt x="6636" y="0"/>
                  </a:moveTo>
                  <a:lnTo>
                    <a:pt x="0" y="7587"/>
                  </a:lnTo>
                </a:path>
              </a:pathLst>
            </a:custGeom>
            <a:ln w="41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6" name="pl26616"/>
            <p:cNvSpPr/>
            <p:nvPr/>
          </p:nvSpPr>
          <p:spPr>
            <a:xfrm>
              <a:off x="8110725" y="11463160"/>
              <a:ext cx="3761" cy="8989"/>
            </a:xfrm>
            <a:custGeom>
              <a:avLst/>
              <a:gdLst/>
              <a:ahLst/>
              <a:cxnLst/>
              <a:rect l="0" t="0" r="0" b="0"/>
              <a:pathLst>
                <a:path w="3761" h="8989">
                  <a:moveTo>
                    <a:pt x="3761" y="0"/>
                  </a:moveTo>
                  <a:lnTo>
                    <a:pt x="0" y="8989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7" name="pl26617"/>
            <p:cNvSpPr/>
            <p:nvPr/>
          </p:nvSpPr>
          <p:spPr>
            <a:xfrm>
              <a:off x="8114487" y="11448667"/>
              <a:ext cx="20404" cy="14492"/>
            </a:xfrm>
            <a:custGeom>
              <a:avLst/>
              <a:gdLst/>
              <a:ahLst/>
              <a:cxnLst/>
              <a:rect l="0" t="0" r="0" b="0"/>
              <a:pathLst>
                <a:path w="20404" h="14492">
                  <a:moveTo>
                    <a:pt x="0" y="14492"/>
                  </a:moveTo>
                  <a:lnTo>
                    <a:pt x="20404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8" name="pl26618"/>
            <p:cNvSpPr/>
            <p:nvPr/>
          </p:nvSpPr>
          <p:spPr>
            <a:xfrm>
              <a:off x="8108046" y="11463160"/>
              <a:ext cx="6441" cy="24344"/>
            </a:xfrm>
            <a:custGeom>
              <a:avLst/>
              <a:gdLst/>
              <a:ahLst/>
              <a:cxnLst/>
              <a:rect l="0" t="0" r="0" b="0"/>
              <a:pathLst>
                <a:path w="6441" h="24344">
                  <a:moveTo>
                    <a:pt x="6441" y="0"/>
                  </a:moveTo>
                  <a:lnTo>
                    <a:pt x="0" y="24344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19" name="pl26619"/>
            <p:cNvSpPr/>
            <p:nvPr/>
          </p:nvSpPr>
          <p:spPr>
            <a:xfrm>
              <a:off x="8105895" y="11463160"/>
              <a:ext cx="8591" cy="6388"/>
            </a:xfrm>
            <a:custGeom>
              <a:avLst/>
              <a:gdLst/>
              <a:ahLst/>
              <a:cxnLst/>
              <a:rect l="0" t="0" r="0" b="0"/>
              <a:pathLst>
                <a:path w="8591" h="6388">
                  <a:moveTo>
                    <a:pt x="8591" y="0"/>
                  </a:moveTo>
                  <a:lnTo>
                    <a:pt x="0" y="6388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0" name="pl26620"/>
            <p:cNvSpPr/>
            <p:nvPr/>
          </p:nvSpPr>
          <p:spPr>
            <a:xfrm>
              <a:off x="8097713" y="11463160"/>
              <a:ext cx="16773" cy="17672"/>
            </a:xfrm>
            <a:custGeom>
              <a:avLst/>
              <a:gdLst/>
              <a:ahLst/>
              <a:cxnLst/>
              <a:rect l="0" t="0" r="0" b="0"/>
              <a:pathLst>
                <a:path w="16773" h="17672">
                  <a:moveTo>
                    <a:pt x="16773" y="0"/>
                  </a:moveTo>
                  <a:lnTo>
                    <a:pt x="0" y="17672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1" name="pl26621"/>
            <p:cNvSpPr/>
            <p:nvPr/>
          </p:nvSpPr>
          <p:spPr>
            <a:xfrm>
              <a:off x="8114487" y="11435345"/>
              <a:ext cx="5065" cy="27814"/>
            </a:xfrm>
            <a:custGeom>
              <a:avLst/>
              <a:gdLst/>
              <a:ahLst/>
              <a:cxnLst/>
              <a:rect l="0" t="0" r="0" b="0"/>
              <a:pathLst>
                <a:path w="5065" h="27814">
                  <a:moveTo>
                    <a:pt x="0" y="27814"/>
                  </a:moveTo>
                  <a:lnTo>
                    <a:pt x="5065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2" name="pl26622"/>
            <p:cNvSpPr/>
            <p:nvPr/>
          </p:nvSpPr>
          <p:spPr>
            <a:xfrm>
              <a:off x="8114487" y="11441360"/>
              <a:ext cx="6722" cy="21800"/>
            </a:xfrm>
            <a:custGeom>
              <a:avLst/>
              <a:gdLst/>
              <a:ahLst/>
              <a:cxnLst/>
              <a:rect l="0" t="0" r="0" b="0"/>
              <a:pathLst>
                <a:path w="6722" h="21800">
                  <a:moveTo>
                    <a:pt x="0" y="21800"/>
                  </a:moveTo>
                  <a:lnTo>
                    <a:pt x="6722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3" name="pl26623"/>
            <p:cNvSpPr/>
            <p:nvPr/>
          </p:nvSpPr>
          <p:spPr>
            <a:xfrm>
              <a:off x="8114487" y="11446466"/>
              <a:ext cx="33013" cy="16693"/>
            </a:xfrm>
            <a:custGeom>
              <a:avLst/>
              <a:gdLst/>
              <a:ahLst/>
              <a:cxnLst/>
              <a:rect l="0" t="0" r="0" b="0"/>
              <a:pathLst>
                <a:path w="33013" h="16693">
                  <a:moveTo>
                    <a:pt x="0" y="16693"/>
                  </a:moveTo>
                  <a:lnTo>
                    <a:pt x="33013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4" name="pl26624"/>
            <p:cNvSpPr/>
            <p:nvPr/>
          </p:nvSpPr>
          <p:spPr>
            <a:xfrm>
              <a:off x="8114487" y="11450668"/>
              <a:ext cx="24108" cy="12491"/>
            </a:xfrm>
            <a:custGeom>
              <a:avLst/>
              <a:gdLst/>
              <a:ahLst/>
              <a:cxnLst/>
              <a:rect l="0" t="0" r="0" b="0"/>
              <a:pathLst>
                <a:path w="24108" h="12491">
                  <a:moveTo>
                    <a:pt x="0" y="12491"/>
                  </a:moveTo>
                  <a:lnTo>
                    <a:pt x="24108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5" name="pl26625"/>
            <p:cNvSpPr/>
            <p:nvPr/>
          </p:nvSpPr>
          <p:spPr>
            <a:xfrm>
              <a:off x="8109444" y="11463160"/>
              <a:ext cx="5043" cy="14800"/>
            </a:xfrm>
            <a:custGeom>
              <a:avLst/>
              <a:gdLst/>
              <a:ahLst/>
              <a:cxnLst/>
              <a:rect l="0" t="0" r="0" b="0"/>
              <a:pathLst>
                <a:path w="5043" h="14800">
                  <a:moveTo>
                    <a:pt x="5043" y="0"/>
                  </a:moveTo>
                  <a:lnTo>
                    <a:pt x="0" y="1480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6" name="pl26626"/>
            <p:cNvSpPr/>
            <p:nvPr/>
          </p:nvSpPr>
          <p:spPr>
            <a:xfrm>
              <a:off x="8114487" y="11455526"/>
              <a:ext cx="26953" cy="7633"/>
            </a:xfrm>
            <a:custGeom>
              <a:avLst/>
              <a:gdLst/>
              <a:ahLst/>
              <a:cxnLst/>
              <a:rect l="0" t="0" r="0" b="0"/>
              <a:pathLst>
                <a:path w="26953" h="7633">
                  <a:moveTo>
                    <a:pt x="0" y="7633"/>
                  </a:moveTo>
                  <a:lnTo>
                    <a:pt x="26953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7" name="pl26627"/>
            <p:cNvSpPr/>
            <p:nvPr/>
          </p:nvSpPr>
          <p:spPr>
            <a:xfrm>
              <a:off x="8114487" y="11428012"/>
              <a:ext cx="13625" cy="35147"/>
            </a:xfrm>
            <a:custGeom>
              <a:avLst/>
              <a:gdLst/>
              <a:ahLst/>
              <a:cxnLst/>
              <a:rect l="0" t="0" r="0" b="0"/>
              <a:pathLst>
                <a:path w="13625" h="35147">
                  <a:moveTo>
                    <a:pt x="0" y="35147"/>
                  </a:moveTo>
                  <a:lnTo>
                    <a:pt x="13625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8" name="pl26628"/>
            <p:cNvSpPr/>
            <p:nvPr/>
          </p:nvSpPr>
          <p:spPr>
            <a:xfrm>
              <a:off x="8114487" y="11449701"/>
              <a:ext cx="14281" cy="13459"/>
            </a:xfrm>
            <a:custGeom>
              <a:avLst/>
              <a:gdLst/>
              <a:ahLst/>
              <a:cxnLst/>
              <a:rect l="0" t="0" r="0" b="0"/>
              <a:pathLst>
                <a:path w="14281" h="13459">
                  <a:moveTo>
                    <a:pt x="0" y="13459"/>
                  </a:moveTo>
                  <a:lnTo>
                    <a:pt x="14281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29" name="pl26629"/>
            <p:cNvSpPr/>
            <p:nvPr/>
          </p:nvSpPr>
          <p:spPr>
            <a:xfrm>
              <a:off x="8071779" y="11463160"/>
              <a:ext cx="42708" cy="15359"/>
            </a:xfrm>
            <a:custGeom>
              <a:avLst/>
              <a:gdLst/>
              <a:ahLst/>
              <a:cxnLst/>
              <a:rect l="0" t="0" r="0" b="0"/>
              <a:pathLst>
                <a:path w="42708" h="15359">
                  <a:moveTo>
                    <a:pt x="42708" y="0"/>
                  </a:moveTo>
                  <a:lnTo>
                    <a:pt x="0" y="15359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0" name="pl26630"/>
            <p:cNvSpPr/>
            <p:nvPr/>
          </p:nvSpPr>
          <p:spPr>
            <a:xfrm>
              <a:off x="8078632" y="11463160"/>
              <a:ext cx="35855" cy="18175"/>
            </a:xfrm>
            <a:custGeom>
              <a:avLst/>
              <a:gdLst/>
              <a:ahLst/>
              <a:cxnLst/>
              <a:rect l="0" t="0" r="0" b="0"/>
              <a:pathLst>
                <a:path w="35855" h="18175">
                  <a:moveTo>
                    <a:pt x="35855" y="0"/>
                  </a:moveTo>
                  <a:lnTo>
                    <a:pt x="0" y="181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1" name="pl26631"/>
            <p:cNvSpPr/>
            <p:nvPr/>
          </p:nvSpPr>
          <p:spPr>
            <a:xfrm>
              <a:off x="8057361" y="11463160"/>
              <a:ext cx="57125" cy="37168"/>
            </a:xfrm>
            <a:custGeom>
              <a:avLst/>
              <a:gdLst/>
              <a:ahLst/>
              <a:cxnLst/>
              <a:rect l="0" t="0" r="0" b="0"/>
              <a:pathLst>
                <a:path w="57125" h="37168">
                  <a:moveTo>
                    <a:pt x="57125" y="0"/>
                  </a:moveTo>
                  <a:lnTo>
                    <a:pt x="0" y="3716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2" name="pl26632"/>
            <p:cNvSpPr/>
            <p:nvPr/>
          </p:nvSpPr>
          <p:spPr>
            <a:xfrm>
              <a:off x="8098558" y="11463160"/>
              <a:ext cx="15928" cy="7620"/>
            </a:xfrm>
            <a:custGeom>
              <a:avLst/>
              <a:gdLst/>
              <a:ahLst/>
              <a:cxnLst/>
              <a:rect l="0" t="0" r="0" b="0"/>
              <a:pathLst>
                <a:path w="15928" h="7620">
                  <a:moveTo>
                    <a:pt x="15928" y="0"/>
                  </a:moveTo>
                  <a:lnTo>
                    <a:pt x="0" y="762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3" name="pl26633"/>
            <p:cNvSpPr/>
            <p:nvPr/>
          </p:nvSpPr>
          <p:spPr>
            <a:xfrm>
              <a:off x="8114487" y="11463160"/>
              <a:ext cx="20769" cy="9154"/>
            </a:xfrm>
            <a:custGeom>
              <a:avLst/>
              <a:gdLst/>
              <a:ahLst/>
              <a:cxnLst/>
              <a:rect l="0" t="0" r="0" b="0"/>
              <a:pathLst>
                <a:path w="20769" h="9154">
                  <a:moveTo>
                    <a:pt x="0" y="0"/>
                  </a:moveTo>
                  <a:lnTo>
                    <a:pt x="20769" y="915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4" name="pl26634"/>
            <p:cNvSpPr/>
            <p:nvPr/>
          </p:nvSpPr>
          <p:spPr>
            <a:xfrm>
              <a:off x="8092401" y="11452039"/>
              <a:ext cx="22086" cy="11120"/>
            </a:xfrm>
            <a:custGeom>
              <a:avLst/>
              <a:gdLst/>
              <a:ahLst/>
              <a:cxnLst/>
              <a:rect l="0" t="0" r="0" b="0"/>
              <a:pathLst>
                <a:path w="22086" h="11120">
                  <a:moveTo>
                    <a:pt x="22086" y="11120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5" name="pl26635"/>
            <p:cNvSpPr/>
            <p:nvPr/>
          </p:nvSpPr>
          <p:spPr>
            <a:xfrm>
              <a:off x="8114487" y="11446613"/>
              <a:ext cx="14245" cy="16546"/>
            </a:xfrm>
            <a:custGeom>
              <a:avLst/>
              <a:gdLst/>
              <a:ahLst/>
              <a:cxnLst/>
              <a:rect l="0" t="0" r="0" b="0"/>
              <a:pathLst>
                <a:path w="14245" h="16546">
                  <a:moveTo>
                    <a:pt x="0" y="16546"/>
                  </a:moveTo>
                  <a:lnTo>
                    <a:pt x="1424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6" name="pl26636"/>
            <p:cNvSpPr/>
            <p:nvPr/>
          </p:nvSpPr>
          <p:spPr>
            <a:xfrm>
              <a:off x="8114487" y="11463160"/>
              <a:ext cx="3376" cy="12748"/>
            </a:xfrm>
            <a:custGeom>
              <a:avLst/>
              <a:gdLst/>
              <a:ahLst/>
              <a:cxnLst/>
              <a:rect l="0" t="0" r="0" b="0"/>
              <a:pathLst>
                <a:path w="3376" h="12748">
                  <a:moveTo>
                    <a:pt x="0" y="0"/>
                  </a:moveTo>
                  <a:lnTo>
                    <a:pt x="3376" y="1274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7" name="pl26637"/>
            <p:cNvSpPr/>
            <p:nvPr/>
          </p:nvSpPr>
          <p:spPr>
            <a:xfrm>
              <a:off x="8114487" y="11429567"/>
              <a:ext cx="15995" cy="33592"/>
            </a:xfrm>
            <a:custGeom>
              <a:avLst/>
              <a:gdLst/>
              <a:ahLst/>
              <a:cxnLst/>
              <a:rect l="0" t="0" r="0" b="0"/>
              <a:pathLst>
                <a:path w="15995" h="33592">
                  <a:moveTo>
                    <a:pt x="0" y="33592"/>
                  </a:moveTo>
                  <a:lnTo>
                    <a:pt x="15995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8" name="pl26638"/>
            <p:cNvSpPr/>
            <p:nvPr/>
          </p:nvSpPr>
          <p:spPr>
            <a:xfrm>
              <a:off x="8114487" y="11460967"/>
              <a:ext cx="11352" cy="2192"/>
            </a:xfrm>
            <a:custGeom>
              <a:avLst/>
              <a:gdLst/>
              <a:ahLst/>
              <a:cxnLst/>
              <a:rect l="0" t="0" r="0" b="0"/>
              <a:pathLst>
                <a:path w="11352" h="2192">
                  <a:moveTo>
                    <a:pt x="0" y="2192"/>
                  </a:moveTo>
                  <a:lnTo>
                    <a:pt x="11352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39" name="pl26639"/>
            <p:cNvSpPr/>
            <p:nvPr/>
          </p:nvSpPr>
          <p:spPr>
            <a:xfrm>
              <a:off x="8101172" y="11463160"/>
              <a:ext cx="13315" cy="16710"/>
            </a:xfrm>
            <a:custGeom>
              <a:avLst/>
              <a:gdLst/>
              <a:ahLst/>
              <a:cxnLst/>
              <a:rect l="0" t="0" r="0" b="0"/>
              <a:pathLst>
                <a:path w="13315" h="16710">
                  <a:moveTo>
                    <a:pt x="13315" y="0"/>
                  </a:moveTo>
                  <a:lnTo>
                    <a:pt x="0" y="1671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0" name="pl26640"/>
            <p:cNvSpPr/>
            <p:nvPr/>
          </p:nvSpPr>
          <p:spPr>
            <a:xfrm>
              <a:off x="8114487" y="11463160"/>
              <a:ext cx="34391" cy="1004"/>
            </a:xfrm>
            <a:custGeom>
              <a:avLst/>
              <a:gdLst/>
              <a:ahLst/>
              <a:cxnLst/>
              <a:rect l="0" t="0" r="0" b="0"/>
              <a:pathLst>
                <a:path w="34391" h="1004">
                  <a:moveTo>
                    <a:pt x="0" y="0"/>
                  </a:moveTo>
                  <a:lnTo>
                    <a:pt x="34391" y="100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1" name="pl26641"/>
            <p:cNvSpPr/>
            <p:nvPr/>
          </p:nvSpPr>
          <p:spPr>
            <a:xfrm>
              <a:off x="8108010" y="11463160"/>
              <a:ext cx="6476" cy="4992"/>
            </a:xfrm>
            <a:custGeom>
              <a:avLst/>
              <a:gdLst/>
              <a:ahLst/>
              <a:cxnLst/>
              <a:rect l="0" t="0" r="0" b="0"/>
              <a:pathLst>
                <a:path w="6476" h="4992">
                  <a:moveTo>
                    <a:pt x="6476" y="0"/>
                  </a:moveTo>
                  <a:lnTo>
                    <a:pt x="0" y="4992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2" name="pl26642"/>
            <p:cNvSpPr/>
            <p:nvPr/>
          </p:nvSpPr>
          <p:spPr>
            <a:xfrm>
              <a:off x="8111958" y="11463160"/>
              <a:ext cx="2528" cy="20285"/>
            </a:xfrm>
            <a:custGeom>
              <a:avLst/>
              <a:gdLst/>
              <a:ahLst/>
              <a:cxnLst/>
              <a:rect l="0" t="0" r="0" b="0"/>
              <a:pathLst>
                <a:path w="2528" h="20285">
                  <a:moveTo>
                    <a:pt x="2528" y="0"/>
                  </a:moveTo>
                  <a:lnTo>
                    <a:pt x="0" y="20285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3" name="pl26643"/>
            <p:cNvSpPr/>
            <p:nvPr/>
          </p:nvSpPr>
          <p:spPr>
            <a:xfrm>
              <a:off x="8104204" y="11463160"/>
              <a:ext cx="10282" cy="30552"/>
            </a:xfrm>
            <a:custGeom>
              <a:avLst/>
              <a:gdLst/>
              <a:ahLst/>
              <a:cxnLst/>
              <a:rect l="0" t="0" r="0" b="0"/>
              <a:pathLst>
                <a:path w="10282" h="30552">
                  <a:moveTo>
                    <a:pt x="10282" y="0"/>
                  </a:moveTo>
                  <a:lnTo>
                    <a:pt x="0" y="3055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4" name="pl26644"/>
            <p:cNvSpPr/>
            <p:nvPr/>
          </p:nvSpPr>
          <p:spPr>
            <a:xfrm>
              <a:off x="8093573" y="11463160"/>
              <a:ext cx="20913" cy="17549"/>
            </a:xfrm>
            <a:custGeom>
              <a:avLst/>
              <a:gdLst/>
              <a:ahLst/>
              <a:cxnLst/>
              <a:rect l="0" t="0" r="0" b="0"/>
              <a:pathLst>
                <a:path w="20913" h="17549">
                  <a:moveTo>
                    <a:pt x="20913" y="0"/>
                  </a:moveTo>
                  <a:lnTo>
                    <a:pt x="0" y="17549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5" name="pl26645"/>
            <p:cNvSpPr/>
            <p:nvPr/>
          </p:nvSpPr>
          <p:spPr>
            <a:xfrm>
              <a:off x="8114487" y="11463160"/>
              <a:ext cx="19670" cy="4215"/>
            </a:xfrm>
            <a:custGeom>
              <a:avLst/>
              <a:gdLst/>
              <a:ahLst/>
              <a:cxnLst/>
              <a:rect l="0" t="0" r="0" b="0"/>
              <a:pathLst>
                <a:path w="19670" h="4215">
                  <a:moveTo>
                    <a:pt x="0" y="0"/>
                  </a:moveTo>
                  <a:lnTo>
                    <a:pt x="19670" y="4215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6" name="pl26646"/>
            <p:cNvSpPr/>
            <p:nvPr/>
          </p:nvSpPr>
          <p:spPr>
            <a:xfrm>
              <a:off x="8106248" y="11463160"/>
              <a:ext cx="8238" cy="17800"/>
            </a:xfrm>
            <a:custGeom>
              <a:avLst/>
              <a:gdLst/>
              <a:ahLst/>
              <a:cxnLst/>
              <a:rect l="0" t="0" r="0" b="0"/>
              <a:pathLst>
                <a:path w="8238" h="17800">
                  <a:moveTo>
                    <a:pt x="8238" y="0"/>
                  </a:moveTo>
                  <a:lnTo>
                    <a:pt x="0" y="1780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7" name="pl26647"/>
            <p:cNvSpPr/>
            <p:nvPr/>
          </p:nvSpPr>
          <p:spPr>
            <a:xfrm>
              <a:off x="8114487" y="11449855"/>
              <a:ext cx="27337" cy="13304"/>
            </a:xfrm>
            <a:custGeom>
              <a:avLst/>
              <a:gdLst/>
              <a:ahLst/>
              <a:cxnLst/>
              <a:rect l="0" t="0" r="0" b="0"/>
              <a:pathLst>
                <a:path w="27337" h="13304">
                  <a:moveTo>
                    <a:pt x="0" y="13304"/>
                  </a:moveTo>
                  <a:lnTo>
                    <a:pt x="27337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8" name="pl26648"/>
            <p:cNvSpPr/>
            <p:nvPr/>
          </p:nvSpPr>
          <p:spPr>
            <a:xfrm>
              <a:off x="8114487" y="11463160"/>
              <a:ext cx="21630" cy="3250"/>
            </a:xfrm>
            <a:custGeom>
              <a:avLst/>
              <a:gdLst/>
              <a:ahLst/>
              <a:cxnLst/>
              <a:rect l="0" t="0" r="0" b="0"/>
              <a:pathLst>
                <a:path w="21630" h="3250">
                  <a:moveTo>
                    <a:pt x="0" y="0"/>
                  </a:moveTo>
                  <a:lnTo>
                    <a:pt x="21630" y="325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49" name="pl26649"/>
            <p:cNvSpPr/>
            <p:nvPr/>
          </p:nvSpPr>
          <p:spPr>
            <a:xfrm>
              <a:off x="8090385" y="11463160"/>
              <a:ext cx="24101" cy="5281"/>
            </a:xfrm>
            <a:custGeom>
              <a:avLst/>
              <a:gdLst/>
              <a:ahLst/>
              <a:cxnLst/>
              <a:rect l="0" t="0" r="0" b="0"/>
              <a:pathLst>
                <a:path w="24101" h="5281">
                  <a:moveTo>
                    <a:pt x="24101" y="0"/>
                  </a:moveTo>
                  <a:lnTo>
                    <a:pt x="0" y="5281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0" name="pl26650"/>
            <p:cNvSpPr/>
            <p:nvPr/>
          </p:nvSpPr>
          <p:spPr>
            <a:xfrm>
              <a:off x="8087032" y="11463160"/>
              <a:ext cx="27454" cy="16867"/>
            </a:xfrm>
            <a:custGeom>
              <a:avLst/>
              <a:gdLst/>
              <a:ahLst/>
              <a:cxnLst/>
              <a:rect l="0" t="0" r="0" b="0"/>
              <a:pathLst>
                <a:path w="27454" h="16867">
                  <a:moveTo>
                    <a:pt x="27454" y="0"/>
                  </a:moveTo>
                  <a:lnTo>
                    <a:pt x="0" y="1686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1" name="pl26651"/>
            <p:cNvSpPr/>
            <p:nvPr/>
          </p:nvSpPr>
          <p:spPr>
            <a:xfrm>
              <a:off x="8095903" y="11463160"/>
              <a:ext cx="18584" cy="35634"/>
            </a:xfrm>
            <a:custGeom>
              <a:avLst/>
              <a:gdLst/>
              <a:ahLst/>
              <a:cxnLst/>
              <a:rect l="0" t="0" r="0" b="0"/>
              <a:pathLst>
                <a:path w="18584" h="35634">
                  <a:moveTo>
                    <a:pt x="18584" y="0"/>
                  </a:moveTo>
                  <a:lnTo>
                    <a:pt x="0" y="35634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2" name="pl26652"/>
            <p:cNvSpPr/>
            <p:nvPr/>
          </p:nvSpPr>
          <p:spPr>
            <a:xfrm>
              <a:off x="8099521" y="11438443"/>
              <a:ext cx="14965" cy="24717"/>
            </a:xfrm>
            <a:custGeom>
              <a:avLst/>
              <a:gdLst/>
              <a:ahLst/>
              <a:cxnLst/>
              <a:rect l="0" t="0" r="0" b="0"/>
              <a:pathLst>
                <a:path w="14965" h="24717">
                  <a:moveTo>
                    <a:pt x="14965" y="24717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3" name="pl26653"/>
            <p:cNvSpPr/>
            <p:nvPr/>
          </p:nvSpPr>
          <p:spPr>
            <a:xfrm>
              <a:off x="8440391" y="11847808"/>
              <a:ext cx="24297" cy="36916"/>
            </a:xfrm>
            <a:custGeom>
              <a:avLst/>
              <a:gdLst/>
              <a:ahLst/>
              <a:cxnLst/>
              <a:rect l="0" t="0" r="0" b="0"/>
              <a:pathLst>
                <a:path w="24297" h="36916">
                  <a:moveTo>
                    <a:pt x="24297" y="36916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4" name="pl26654"/>
            <p:cNvSpPr/>
            <p:nvPr/>
          </p:nvSpPr>
          <p:spPr>
            <a:xfrm>
              <a:off x="8464689" y="11840656"/>
              <a:ext cx="11058" cy="44068"/>
            </a:xfrm>
            <a:custGeom>
              <a:avLst/>
              <a:gdLst/>
              <a:ahLst/>
              <a:cxnLst/>
              <a:rect l="0" t="0" r="0" b="0"/>
              <a:pathLst>
                <a:path w="11058" h="44068">
                  <a:moveTo>
                    <a:pt x="0" y="44068"/>
                  </a:moveTo>
                  <a:lnTo>
                    <a:pt x="110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5" name="pl26655"/>
            <p:cNvSpPr/>
            <p:nvPr/>
          </p:nvSpPr>
          <p:spPr>
            <a:xfrm>
              <a:off x="8753901" y="12226561"/>
              <a:ext cx="9959" cy="2167"/>
            </a:xfrm>
            <a:custGeom>
              <a:avLst/>
              <a:gdLst/>
              <a:ahLst/>
              <a:cxnLst/>
              <a:rect l="0" t="0" r="0" b="0"/>
              <a:pathLst>
                <a:path w="9959" h="2167">
                  <a:moveTo>
                    <a:pt x="0" y="0"/>
                  </a:moveTo>
                  <a:lnTo>
                    <a:pt x="9959" y="2167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6" name="pl26656"/>
            <p:cNvSpPr/>
            <p:nvPr/>
          </p:nvSpPr>
          <p:spPr>
            <a:xfrm>
              <a:off x="8112245" y="11425070"/>
              <a:ext cx="7307" cy="10275"/>
            </a:xfrm>
            <a:custGeom>
              <a:avLst/>
              <a:gdLst/>
              <a:ahLst/>
              <a:cxnLst/>
              <a:rect l="0" t="0" r="0" b="0"/>
              <a:pathLst>
                <a:path w="7307" h="10275">
                  <a:moveTo>
                    <a:pt x="0" y="0"/>
                  </a:moveTo>
                  <a:lnTo>
                    <a:pt x="7307" y="10275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7" name="pl26657"/>
            <p:cNvSpPr/>
            <p:nvPr/>
          </p:nvSpPr>
          <p:spPr>
            <a:xfrm>
              <a:off x="7842046" y="11977457"/>
              <a:ext cx="9146" cy="14177"/>
            </a:xfrm>
            <a:custGeom>
              <a:avLst/>
              <a:gdLst/>
              <a:ahLst/>
              <a:cxnLst/>
              <a:rect l="0" t="0" r="0" b="0"/>
              <a:pathLst>
                <a:path w="9146" h="14177">
                  <a:moveTo>
                    <a:pt x="0" y="14177"/>
                  </a:moveTo>
                  <a:lnTo>
                    <a:pt x="9146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8" name="pl26658"/>
            <p:cNvSpPr/>
            <p:nvPr/>
          </p:nvSpPr>
          <p:spPr>
            <a:xfrm>
              <a:off x="8067781" y="11454746"/>
              <a:ext cx="10408" cy="320"/>
            </a:xfrm>
            <a:custGeom>
              <a:avLst/>
              <a:gdLst/>
              <a:ahLst/>
              <a:cxnLst/>
              <a:rect l="0" t="0" r="0" b="0"/>
              <a:pathLst>
                <a:path w="10408" h="320">
                  <a:moveTo>
                    <a:pt x="10408" y="0"/>
                  </a:moveTo>
                  <a:lnTo>
                    <a:pt x="0" y="320"/>
                  </a:lnTo>
                </a:path>
              </a:pathLst>
            </a:custGeom>
            <a:ln w="410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59" name="pl26659"/>
            <p:cNvSpPr/>
            <p:nvPr/>
          </p:nvSpPr>
          <p:spPr>
            <a:xfrm>
              <a:off x="8078189" y="11452039"/>
              <a:ext cx="14211" cy="2706"/>
            </a:xfrm>
            <a:custGeom>
              <a:avLst/>
              <a:gdLst/>
              <a:ahLst/>
              <a:cxnLst/>
              <a:rect l="0" t="0" r="0" b="0"/>
              <a:pathLst>
                <a:path w="14211" h="2706">
                  <a:moveTo>
                    <a:pt x="0" y="2706"/>
                  </a:moveTo>
                  <a:lnTo>
                    <a:pt x="14211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0" name="pl26660"/>
            <p:cNvSpPr/>
            <p:nvPr/>
          </p:nvSpPr>
          <p:spPr>
            <a:xfrm>
              <a:off x="8281395" y="12256090"/>
              <a:ext cx="21710" cy="30972"/>
            </a:xfrm>
            <a:custGeom>
              <a:avLst/>
              <a:gdLst/>
              <a:ahLst/>
              <a:cxnLst/>
              <a:rect l="0" t="0" r="0" b="0"/>
              <a:pathLst>
                <a:path w="21710" h="30972">
                  <a:moveTo>
                    <a:pt x="21710" y="0"/>
                  </a:moveTo>
                  <a:lnTo>
                    <a:pt x="0" y="3097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1" name="pl26661"/>
            <p:cNvSpPr/>
            <p:nvPr/>
          </p:nvSpPr>
          <p:spPr>
            <a:xfrm>
              <a:off x="8300542" y="12256090"/>
              <a:ext cx="2562" cy="28091"/>
            </a:xfrm>
            <a:custGeom>
              <a:avLst/>
              <a:gdLst/>
              <a:ahLst/>
              <a:cxnLst/>
              <a:rect l="0" t="0" r="0" b="0"/>
              <a:pathLst>
                <a:path w="2562" h="28091">
                  <a:moveTo>
                    <a:pt x="2562" y="0"/>
                  </a:moveTo>
                  <a:lnTo>
                    <a:pt x="0" y="2809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2" name="pl26662"/>
            <p:cNvSpPr/>
            <p:nvPr/>
          </p:nvSpPr>
          <p:spPr>
            <a:xfrm>
              <a:off x="8646102" y="12178600"/>
              <a:ext cx="3232" cy="5154"/>
            </a:xfrm>
            <a:custGeom>
              <a:avLst/>
              <a:gdLst/>
              <a:ahLst/>
              <a:cxnLst/>
              <a:rect l="0" t="0" r="0" b="0"/>
              <a:pathLst>
                <a:path w="3232" h="5154">
                  <a:moveTo>
                    <a:pt x="0" y="5154"/>
                  </a:moveTo>
                  <a:lnTo>
                    <a:pt x="3232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3" name="pl26663"/>
            <p:cNvSpPr/>
            <p:nvPr/>
          </p:nvSpPr>
          <p:spPr>
            <a:xfrm>
              <a:off x="8951491" y="11387326"/>
              <a:ext cx="234" cy="19362"/>
            </a:xfrm>
            <a:custGeom>
              <a:avLst/>
              <a:gdLst/>
              <a:ahLst/>
              <a:cxnLst/>
              <a:rect l="0" t="0" r="0" b="0"/>
              <a:pathLst>
                <a:path w="234" h="19362">
                  <a:moveTo>
                    <a:pt x="0" y="0"/>
                  </a:moveTo>
                  <a:lnTo>
                    <a:pt x="234" y="193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4" name="pl26664"/>
            <p:cNvSpPr/>
            <p:nvPr/>
          </p:nvSpPr>
          <p:spPr>
            <a:xfrm>
              <a:off x="8292250" y="11968631"/>
              <a:ext cx="1115" cy="3408"/>
            </a:xfrm>
            <a:custGeom>
              <a:avLst/>
              <a:gdLst/>
              <a:ahLst/>
              <a:cxnLst/>
              <a:rect l="0" t="0" r="0" b="0"/>
              <a:pathLst>
                <a:path w="1115" h="3408">
                  <a:moveTo>
                    <a:pt x="1115" y="0"/>
                  </a:moveTo>
                  <a:lnTo>
                    <a:pt x="0" y="3408"/>
                  </a:lnTo>
                </a:path>
              </a:pathLst>
            </a:custGeom>
            <a:ln w="42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5" name="pl26665"/>
            <p:cNvSpPr/>
            <p:nvPr/>
          </p:nvSpPr>
          <p:spPr>
            <a:xfrm>
              <a:off x="8293365" y="11966834"/>
              <a:ext cx="4180" cy="1797"/>
            </a:xfrm>
            <a:custGeom>
              <a:avLst/>
              <a:gdLst/>
              <a:ahLst/>
              <a:cxnLst/>
              <a:rect l="0" t="0" r="0" b="0"/>
              <a:pathLst>
                <a:path w="4180" h="1797">
                  <a:moveTo>
                    <a:pt x="0" y="1797"/>
                  </a:moveTo>
                  <a:lnTo>
                    <a:pt x="4180" y="0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6" name="pl26666"/>
            <p:cNvSpPr/>
            <p:nvPr/>
          </p:nvSpPr>
          <p:spPr>
            <a:xfrm>
              <a:off x="8291622" y="11968631"/>
              <a:ext cx="1743" cy="433"/>
            </a:xfrm>
            <a:custGeom>
              <a:avLst/>
              <a:gdLst/>
              <a:ahLst/>
              <a:cxnLst/>
              <a:rect l="0" t="0" r="0" b="0"/>
              <a:pathLst>
                <a:path w="1743" h="433">
                  <a:moveTo>
                    <a:pt x="1743" y="0"/>
                  </a:moveTo>
                  <a:lnTo>
                    <a:pt x="0" y="433"/>
                  </a:lnTo>
                </a:path>
              </a:pathLst>
            </a:custGeom>
            <a:ln w="6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7" name="pl26667"/>
            <p:cNvSpPr/>
            <p:nvPr/>
          </p:nvSpPr>
          <p:spPr>
            <a:xfrm>
              <a:off x="7749104" y="12194862"/>
              <a:ext cx="9879" cy="13329"/>
            </a:xfrm>
            <a:custGeom>
              <a:avLst/>
              <a:gdLst/>
              <a:ahLst/>
              <a:cxnLst/>
              <a:rect l="0" t="0" r="0" b="0"/>
              <a:pathLst>
                <a:path w="9879" h="13329">
                  <a:moveTo>
                    <a:pt x="9879" y="0"/>
                  </a:moveTo>
                  <a:lnTo>
                    <a:pt x="0" y="13329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8" name="pl26668"/>
            <p:cNvSpPr/>
            <p:nvPr/>
          </p:nvSpPr>
          <p:spPr>
            <a:xfrm>
              <a:off x="8237638" y="11874474"/>
              <a:ext cx="33107" cy="28527"/>
            </a:xfrm>
            <a:custGeom>
              <a:avLst/>
              <a:gdLst/>
              <a:ahLst/>
              <a:cxnLst/>
              <a:rect l="0" t="0" r="0" b="0"/>
              <a:pathLst>
                <a:path w="33107" h="28527">
                  <a:moveTo>
                    <a:pt x="33107" y="0"/>
                  </a:moveTo>
                  <a:lnTo>
                    <a:pt x="0" y="2852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69" name="pl26669"/>
            <p:cNvSpPr/>
            <p:nvPr/>
          </p:nvSpPr>
          <p:spPr>
            <a:xfrm>
              <a:off x="8439074" y="11824777"/>
              <a:ext cx="56941" cy="72938"/>
            </a:xfrm>
            <a:custGeom>
              <a:avLst/>
              <a:gdLst/>
              <a:ahLst/>
              <a:cxnLst/>
              <a:rect l="0" t="0" r="0" b="0"/>
              <a:pathLst>
                <a:path w="56941" h="72938">
                  <a:moveTo>
                    <a:pt x="0" y="0"/>
                  </a:moveTo>
                  <a:lnTo>
                    <a:pt x="56941" y="7293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0" name="pl26670"/>
            <p:cNvSpPr/>
            <p:nvPr/>
          </p:nvSpPr>
          <p:spPr>
            <a:xfrm>
              <a:off x="8439074" y="11824777"/>
              <a:ext cx="25615" cy="59947"/>
            </a:xfrm>
            <a:custGeom>
              <a:avLst/>
              <a:gdLst/>
              <a:ahLst/>
              <a:cxnLst/>
              <a:rect l="0" t="0" r="0" b="0"/>
              <a:pathLst>
                <a:path w="25615" h="59947">
                  <a:moveTo>
                    <a:pt x="0" y="0"/>
                  </a:moveTo>
                  <a:lnTo>
                    <a:pt x="25615" y="5994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1" name="pl26671"/>
            <p:cNvSpPr/>
            <p:nvPr/>
          </p:nvSpPr>
          <p:spPr>
            <a:xfrm>
              <a:off x="8439074" y="11824777"/>
              <a:ext cx="30363" cy="41864"/>
            </a:xfrm>
            <a:custGeom>
              <a:avLst/>
              <a:gdLst/>
              <a:ahLst/>
              <a:cxnLst/>
              <a:rect l="0" t="0" r="0" b="0"/>
              <a:pathLst>
                <a:path w="30363" h="41864">
                  <a:moveTo>
                    <a:pt x="0" y="0"/>
                  </a:moveTo>
                  <a:lnTo>
                    <a:pt x="30363" y="4186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2" name="pl26672"/>
            <p:cNvSpPr/>
            <p:nvPr/>
          </p:nvSpPr>
          <p:spPr>
            <a:xfrm>
              <a:off x="8301223" y="10903270"/>
              <a:ext cx="9730" cy="8219"/>
            </a:xfrm>
            <a:custGeom>
              <a:avLst/>
              <a:gdLst/>
              <a:ahLst/>
              <a:cxnLst/>
              <a:rect l="0" t="0" r="0" b="0"/>
              <a:pathLst>
                <a:path w="9730" h="8219">
                  <a:moveTo>
                    <a:pt x="0" y="8219"/>
                  </a:moveTo>
                  <a:lnTo>
                    <a:pt x="973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3" name="pl26673"/>
            <p:cNvSpPr/>
            <p:nvPr/>
          </p:nvSpPr>
          <p:spPr>
            <a:xfrm>
              <a:off x="8420044" y="11637277"/>
              <a:ext cx="6187" cy="9773"/>
            </a:xfrm>
            <a:custGeom>
              <a:avLst/>
              <a:gdLst/>
              <a:ahLst/>
              <a:cxnLst/>
              <a:rect l="0" t="0" r="0" b="0"/>
              <a:pathLst>
                <a:path w="6187" h="9773">
                  <a:moveTo>
                    <a:pt x="0" y="9773"/>
                  </a:moveTo>
                  <a:lnTo>
                    <a:pt x="618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4" name="pl26674"/>
            <p:cNvSpPr/>
            <p:nvPr/>
          </p:nvSpPr>
          <p:spPr>
            <a:xfrm>
              <a:off x="8109430" y="11391121"/>
              <a:ext cx="5108" cy="10393"/>
            </a:xfrm>
            <a:custGeom>
              <a:avLst/>
              <a:gdLst/>
              <a:ahLst/>
              <a:cxnLst/>
              <a:rect l="0" t="0" r="0" b="0"/>
              <a:pathLst>
                <a:path w="5108" h="10393">
                  <a:moveTo>
                    <a:pt x="0" y="0"/>
                  </a:moveTo>
                  <a:lnTo>
                    <a:pt x="5108" y="103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5" name="pl26675"/>
            <p:cNvSpPr/>
            <p:nvPr/>
          </p:nvSpPr>
          <p:spPr>
            <a:xfrm>
              <a:off x="8144308" y="11454167"/>
              <a:ext cx="2718" cy="14007"/>
            </a:xfrm>
            <a:custGeom>
              <a:avLst/>
              <a:gdLst/>
              <a:ahLst/>
              <a:cxnLst/>
              <a:rect l="0" t="0" r="0" b="0"/>
              <a:pathLst>
                <a:path w="2718" h="14007">
                  <a:moveTo>
                    <a:pt x="2718" y="0"/>
                  </a:moveTo>
                  <a:lnTo>
                    <a:pt x="0" y="1400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6" name="pl26676"/>
            <p:cNvSpPr/>
            <p:nvPr/>
          </p:nvSpPr>
          <p:spPr>
            <a:xfrm>
              <a:off x="8109144" y="11447466"/>
              <a:ext cx="37883" cy="6700"/>
            </a:xfrm>
            <a:custGeom>
              <a:avLst/>
              <a:gdLst/>
              <a:ahLst/>
              <a:cxnLst/>
              <a:rect l="0" t="0" r="0" b="0"/>
              <a:pathLst>
                <a:path w="37883" h="6700">
                  <a:moveTo>
                    <a:pt x="37883" y="6700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7" name="pl26677"/>
            <p:cNvSpPr/>
            <p:nvPr/>
          </p:nvSpPr>
          <p:spPr>
            <a:xfrm>
              <a:off x="7826647" y="11906627"/>
              <a:ext cx="6667" cy="4290"/>
            </a:xfrm>
            <a:custGeom>
              <a:avLst/>
              <a:gdLst/>
              <a:ahLst/>
              <a:cxnLst/>
              <a:rect l="0" t="0" r="0" b="0"/>
              <a:pathLst>
                <a:path w="6667" h="4290">
                  <a:moveTo>
                    <a:pt x="6667" y="4290"/>
                  </a:moveTo>
                  <a:lnTo>
                    <a:pt x="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8" name="pl26678"/>
            <p:cNvSpPr/>
            <p:nvPr/>
          </p:nvSpPr>
          <p:spPr>
            <a:xfrm>
              <a:off x="7833314" y="11905659"/>
              <a:ext cx="761" cy="5258"/>
            </a:xfrm>
            <a:custGeom>
              <a:avLst/>
              <a:gdLst/>
              <a:ahLst/>
              <a:cxnLst/>
              <a:rect l="0" t="0" r="0" b="0"/>
              <a:pathLst>
                <a:path w="761" h="5258">
                  <a:moveTo>
                    <a:pt x="0" y="5258"/>
                  </a:moveTo>
                  <a:lnTo>
                    <a:pt x="761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79" name="pl26679"/>
            <p:cNvSpPr/>
            <p:nvPr/>
          </p:nvSpPr>
          <p:spPr>
            <a:xfrm>
              <a:off x="8144308" y="11459794"/>
              <a:ext cx="7873" cy="8380"/>
            </a:xfrm>
            <a:custGeom>
              <a:avLst/>
              <a:gdLst/>
              <a:ahLst/>
              <a:cxnLst/>
              <a:rect l="0" t="0" r="0" b="0"/>
              <a:pathLst>
                <a:path w="7873" h="8380">
                  <a:moveTo>
                    <a:pt x="7873" y="0"/>
                  </a:moveTo>
                  <a:lnTo>
                    <a:pt x="0" y="8380"/>
                  </a:lnTo>
                </a:path>
              </a:pathLst>
            </a:custGeom>
            <a:ln w="42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0" name="pl26680"/>
            <p:cNvSpPr/>
            <p:nvPr/>
          </p:nvSpPr>
          <p:spPr>
            <a:xfrm>
              <a:off x="8483698" y="10936751"/>
              <a:ext cx="7075" cy="13340"/>
            </a:xfrm>
            <a:custGeom>
              <a:avLst/>
              <a:gdLst/>
              <a:ahLst/>
              <a:cxnLst/>
              <a:rect l="0" t="0" r="0" b="0"/>
              <a:pathLst>
                <a:path w="7075" h="13340">
                  <a:moveTo>
                    <a:pt x="0" y="13340"/>
                  </a:moveTo>
                  <a:lnTo>
                    <a:pt x="707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1" name="pl26681"/>
            <p:cNvSpPr/>
            <p:nvPr/>
          </p:nvSpPr>
          <p:spPr>
            <a:xfrm>
              <a:off x="8270273" y="11874474"/>
              <a:ext cx="471" cy="468"/>
            </a:xfrm>
            <a:custGeom>
              <a:avLst/>
              <a:gdLst/>
              <a:ahLst/>
              <a:cxnLst/>
              <a:rect l="0" t="0" r="0" b="0"/>
              <a:pathLst>
                <a:path w="471" h="468">
                  <a:moveTo>
                    <a:pt x="0" y="468"/>
                  </a:moveTo>
                  <a:lnTo>
                    <a:pt x="471" y="0"/>
                  </a:lnTo>
                </a:path>
              </a:pathLst>
            </a:custGeom>
            <a:ln w="2981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2" name="pl26682"/>
            <p:cNvSpPr/>
            <p:nvPr/>
          </p:nvSpPr>
          <p:spPr>
            <a:xfrm>
              <a:off x="8265678" y="11874943"/>
              <a:ext cx="4595" cy="9346"/>
            </a:xfrm>
            <a:custGeom>
              <a:avLst/>
              <a:gdLst/>
              <a:ahLst/>
              <a:cxnLst/>
              <a:rect l="0" t="0" r="0" b="0"/>
              <a:pathLst>
                <a:path w="4595" h="9346">
                  <a:moveTo>
                    <a:pt x="4595" y="0"/>
                  </a:moveTo>
                  <a:lnTo>
                    <a:pt x="0" y="9346"/>
                  </a:lnTo>
                </a:path>
              </a:pathLst>
            </a:custGeom>
            <a:ln w="407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3" name="pl26683"/>
            <p:cNvSpPr/>
            <p:nvPr/>
          </p:nvSpPr>
          <p:spPr>
            <a:xfrm>
              <a:off x="8264049" y="11874943"/>
              <a:ext cx="6224" cy="2140"/>
            </a:xfrm>
            <a:custGeom>
              <a:avLst/>
              <a:gdLst/>
              <a:ahLst/>
              <a:cxnLst/>
              <a:rect l="0" t="0" r="0" b="0"/>
              <a:pathLst>
                <a:path w="6224" h="2140">
                  <a:moveTo>
                    <a:pt x="6224" y="0"/>
                  </a:moveTo>
                  <a:lnTo>
                    <a:pt x="0" y="214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4" name="pl26684"/>
            <p:cNvSpPr/>
            <p:nvPr/>
          </p:nvSpPr>
          <p:spPr>
            <a:xfrm>
              <a:off x="8185366" y="11417310"/>
              <a:ext cx="6253" cy="3488"/>
            </a:xfrm>
            <a:custGeom>
              <a:avLst/>
              <a:gdLst/>
              <a:ahLst/>
              <a:cxnLst/>
              <a:rect l="0" t="0" r="0" b="0"/>
              <a:pathLst>
                <a:path w="6253" h="3488">
                  <a:moveTo>
                    <a:pt x="6253" y="0"/>
                  </a:moveTo>
                  <a:lnTo>
                    <a:pt x="0" y="3488"/>
                  </a:lnTo>
                </a:path>
              </a:pathLst>
            </a:custGeom>
            <a:ln w="410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5" name="pl26685"/>
            <p:cNvSpPr/>
            <p:nvPr/>
          </p:nvSpPr>
          <p:spPr>
            <a:xfrm>
              <a:off x="8062219" y="10930292"/>
              <a:ext cx="12094" cy="8061"/>
            </a:xfrm>
            <a:custGeom>
              <a:avLst/>
              <a:gdLst/>
              <a:ahLst/>
              <a:cxnLst/>
              <a:rect l="0" t="0" r="0" b="0"/>
              <a:pathLst>
                <a:path w="12094" h="8061">
                  <a:moveTo>
                    <a:pt x="12094" y="0"/>
                  </a:moveTo>
                  <a:lnTo>
                    <a:pt x="0" y="8061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6" name="pl26686"/>
            <p:cNvSpPr/>
            <p:nvPr/>
          </p:nvSpPr>
          <p:spPr>
            <a:xfrm>
              <a:off x="8025510" y="11500328"/>
              <a:ext cx="31851" cy="17906"/>
            </a:xfrm>
            <a:custGeom>
              <a:avLst/>
              <a:gdLst/>
              <a:ahLst/>
              <a:cxnLst/>
              <a:rect l="0" t="0" r="0" b="0"/>
              <a:pathLst>
                <a:path w="31851" h="17906">
                  <a:moveTo>
                    <a:pt x="0" y="17906"/>
                  </a:moveTo>
                  <a:lnTo>
                    <a:pt x="3185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7" name="pl26687"/>
            <p:cNvSpPr/>
            <p:nvPr/>
          </p:nvSpPr>
          <p:spPr>
            <a:xfrm>
              <a:off x="8527655" y="11566216"/>
              <a:ext cx="40472" cy="16557"/>
            </a:xfrm>
            <a:custGeom>
              <a:avLst/>
              <a:gdLst/>
              <a:ahLst/>
              <a:cxnLst/>
              <a:rect l="0" t="0" r="0" b="0"/>
              <a:pathLst>
                <a:path w="40472" h="16557">
                  <a:moveTo>
                    <a:pt x="40472" y="0"/>
                  </a:moveTo>
                  <a:lnTo>
                    <a:pt x="0" y="1655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8" name="pl26688"/>
            <p:cNvSpPr/>
            <p:nvPr/>
          </p:nvSpPr>
          <p:spPr>
            <a:xfrm>
              <a:off x="8338857" y="11758266"/>
              <a:ext cx="14104" cy="4515"/>
            </a:xfrm>
            <a:custGeom>
              <a:avLst/>
              <a:gdLst/>
              <a:ahLst/>
              <a:cxnLst/>
              <a:rect l="0" t="0" r="0" b="0"/>
              <a:pathLst>
                <a:path w="14104" h="4515">
                  <a:moveTo>
                    <a:pt x="14104" y="0"/>
                  </a:moveTo>
                  <a:lnTo>
                    <a:pt x="0" y="4515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89" name="pl26689"/>
            <p:cNvSpPr/>
            <p:nvPr/>
          </p:nvSpPr>
          <p:spPr>
            <a:xfrm>
              <a:off x="8414982" y="11744247"/>
              <a:ext cx="7982" cy="40455"/>
            </a:xfrm>
            <a:custGeom>
              <a:avLst/>
              <a:gdLst/>
              <a:ahLst/>
              <a:cxnLst/>
              <a:rect l="0" t="0" r="0" b="0"/>
              <a:pathLst>
                <a:path w="7982" h="40455">
                  <a:moveTo>
                    <a:pt x="7982" y="40455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0" name="pl26690"/>
            <p:cNvSpPr/>
            <p:nvPr/>
          </p:nvSpPr>
          <p:spPr>
            <a:xfrm>
              <a:off x="8422965" y="11784702"/>
              <a:ext cx="41724" cy="100021"/>
            </a:xfrm>
            <a:custGeom>
              <a:avLst/>
              <a:gdLst/>
              <a:ahLst/>
              <a:cxnLst/>
              <a:rect l="0" t="0" r="0" b="0"/>
              <a:pathLst>
                <a:path w="41724" h="100021">
                  <a:moveTo>
                    <a:pt x="0" y="0"/>
                  </a:moveTo>
                  <a:lnTo>
                    <a:pt x="41724" y="10002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1" name="pl26691"/>
            <p:cNvSpPr/>
            <p:nvPr/>
          </p:nvSpPr>
          <p:spPr>
            <a:xfrm>
              <a:off x="8423811" y="11673243"/>
              <a:ext cx="12390" cy="121284"/>
            </a:xfrm>
            <a:custGeom>
              <a:avLst/>
              <a:gdLst/>
              <a:ahLst/>
              <a:cxnLst/>
              <a:rect l="0" t="0" r="0" b="0"/>
              <a:pathLst>
                <a:path w="12390" h="121284">
                  <a:moveTo>
                    <a:pt x="12390" y="0"/>
                  </a:moveTo>
                  <a:lnTo>
                    <a:pt x="0" y="1212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2" name="pl26692"/>
            <p:cNvSpPr/>
            <p:nvPr/>
          </p:nvSpPr>
          <p:spPr>
            <a:xfrm>
              <a:off x="7646830" y="11144076"/>
              <a:ext cx="6488" cy="15893"/>
            </a:xfrm>
            <a:custGeom>
              <a:avLst/>
              <a:gdLst/>
              <a:ahLst/>
              <a:cxnLst/>
              <a:rect l="0" t="0" r="0" b="0"/>
              <a:pathLst>
                <a:path w="6488" h="15893">
                  <a:moveTo>
                    <a:pt x="6488" y="0"/>
                  </a:moveTo>
                  <a:lnTo>
                    <a:pt x="0" y="1589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3" name="pl26693"/>
            <p:cNvSpPr/>
            <p:nvPr/>
          </p:nvSpPr>
          <p:spPr>
            <a:xfrm>
              <a:off x="8304551" y="12028606"/>
              <a:ext cx="1525" cy="98713"/>
            </a:xfrm>
            <a:custGeom>
              <a:avLst/>
              <a:gdLst/>
              <a:ahLst/>
              <a:cxnLst/>
              <a:rect l="0" t="0" r="0" b="0"/>
              <a:pathLst>
                <a:path w="1525" h="98713">
                  <a:moveTo>
                    <a:pt x="1525" y="0"/>
                  </a:moveTo>
                  <a:lnTo>
                    <a:pt x="0" y="98713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4" name="pl26694"/>
            <p:cNvSpPr/>
            <p:nvPr/>
          </p:nvSpPr>
          <p:spPr>
            <a:xfrm>
              <a:off x="8300924" y="12028606"/>
              <a:ext cx="5152" cy="22998"/>
            </a:xfrm>
            <a:custGeom>
              <a:avLst/>
              <a:gdLst/>
              <a:ahLst/>
              <a:cxnLst/>
              <a:rect l="0" t="0" r="0" b="0"/>
              <a:pathLst>
                <a:path w="5152" h="22998">
                  <a:moveTo>
                    <a:pt x="5152" y="0"/>
                  </a:moveTo>
                  <a:lnTo>
                    <a:pt x="0" y="229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5" name="pl26695"/>
            <p:cNvSpPr/>
            <p:nvPr/>
          </p:nvSpPr>
          <p:spPr>
            <a:xfrm>
              <a:off x="7805557" y="11744116"/>
              <a:ext cx="9916" cy="897"/>
            </a:xfrm>
            <a:custGeom>
              <a:avLst/>
              <a:gdLst/>
              <a:ahLst/>
              <a:cxnLst/>
              <a:rect l="0" t="0" r="0" b="0"/>
              <a:pathLst>
                <a:path w="9916" h="897">
                  <a:moveTo>
                    <a:pt x="0" y="0"/>
                  </a:moveTo>
                  <a:lnTo>
                    <a:pt x="9916" y="89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6" name="pl26696"/>
            <p:cNvSpPr/>
            <p:nvPr/>
          </p:nvSpPr>
          <p:spPr>
            <a:xfrm>
              <a:off x="8181071" y="11448967"/>
              <a:ext cx="32829" cy="10889"/>
            </a:xfrm>
            <a:custGeom>
              <a:avLst/>
              <a:gdLst/>
              <a:ahLst/>
              <a:cxnLst/>
              <a:rect l="0" t="0" r="0" b="0"/>
              <a:pathLst>
                <a:path w="32829" h="10889">
                  <a:moveTo>
                    <a:pt x="32829" y="1088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7" name="pl26697"/>
            <p:cNvSpPr/>
            <p:nvPr/>
          </p:nvSpPr>
          <p:spPr>
            <a:xfrm>
              <a:off x="8185366" y="11410796"/>
              <a:ext cx="4785" cy="10002"/>
            </a:xfrm>
            <a:custGeom>
              <a:avLst/>
              <a:gdLst/>
              <a:ahLst/>
              <a:cxnLst/>
              <a:rect l="0" t="0" r="0" b="0"/>
              <a:pathLst>
                <a:path w="4785" h="10002">
                  <a:moveTo>
                    <a:pt x="4785" y="0"/>
                  </a:moveTo>
                  <a:lnTo>
                    <a:pt x="0" y="10002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8" name="pl26698"/>
            <p:cNvSpPr/>
            <p:nvPr/>
          </p:nvSpPr>
          <p:spPr>
            <a:xfrm>
              <a:off x="8113279" y="11380381"/>
              <a:ext cx="10754" cy="35421"/>
            </a:xfrm>
            <a:custGeom>
              <a:avLst/>
              <a:gdLst/>
              <a:ahLst/>
              <a:cxnLst/>
              <a:rect l="0" t="0" r="0" b="0"/>
              <a:pathLst>
                <a:path w="10754" h="35421">
                  <a:moveTo>
                    <a:pt x="0" y="0"/>
                  </a:moveTo>
                  <a:lnTo>
                    <a:pt x="10754" y="3542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699" name="pl26699"/>
            <p:cNvSpPr/>
            <p:nvPr/>
          </p:nvSpPr>
          <p:spPr>
            <a:xfrm>
              <a:off x="8438575" y="11575107"/>
              <a:ext cx="18477" cy="33620"/>
            </a:xfrm>
            <a:custGeom>
              <a:avLst/>
              <a:gdLst/>
              <a:ahLst/>
              <a:cxnLst/>
              <a:rect l="0" t="0" r="0" b="0"/>
              <a:pathLst>
                <a:path w="18477" h="33620">
                  <a:moveTo>
                    <a:pt x="0" y="33620"/>
                  </a:moveTo>
                  <a:lnTo>
                    <a:pt x="1847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0" name="pl26700"/>
            <p:cNvSpPr/>
            <p:nvPr/>
          </p:nvSpPr>
          <p:spPr>
            <a:xfrm>
              <a:off x="8436202" y="11608728"/>
              <a:ext cx="2373" cy="64514"/>
            </a:xfrm>
            <a:custGeom>
              <a:avLst/>
              <a:gdLst/>
              <a:ahLst/>
              <a:cxnLst/>
              <a:rect l="0" t="0" r="0" b="0"/>
              <a:pathLst>
                <a:path w="2373" h="64514">
                  <a:moveTo>
                    <a:pt x="2373" y="0"/>
                  </a:moveTo>
                  <a:lnTo>
                    <a:pt x="0" y="6451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1" name="pl26701"/>
            <p:cNvSpPr/>
            <p:nvPr/>
          </p:nvSpPr>
          <p:spPr>
            <a:xfrm>
              <a:off x="8431677" y="11608728"/>
              <a:ext cx="6898" cy="58198"/>
            </a:xfrm>
            <a:custGeom>
              <a:avLst/>
              <a:gdLst/>
              <a:ahLst/>
              <a:cxnLst/>
              <a:rect l="0" t="0" r="0" b="0"/>
              <a:pathLst>
                <a:path w="6898" h="58198">
                  <a:moveTo>
                    <a:pt x="6898" y="0"/>
                  </a:moveTo>
                  <a:lnTo>
                    <a:pt x="0" y="5819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2" name="pl26702"/>
            <p:cNvSpPr/>
            <p:nvPr/>
          </p:nvSpPr>
          <p:spPr>
            <a:xfrm>
              <a:off x="8437063" y="11608728"/>
              <a:ext cx="1512" cy="45908"/>
            </a:xfrm>
            <a:custGeom>
              <a:avLst/>
              <a:gdLst/>
              <a:ahLst/>
              <a:cxnLst/>
              <a:rect l="0" t="0" r="0" b="0"/>
              <a:pathLst>
                <a:path w="1512" h="45908">
                  <a:moveTo>
                    <a:pt x="1512" y="0"/>
                  </a:moveTo>
                  <a:lnTo>
                    <a:pt x="0" y="4590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3" name="pl26703"/>
            <p:cNvSpPr/>
            <p:nvPr/>
          </p:nvSpPr>
          <p:spPr>
            <a:xfrm>
              <a:off x="8955165" y="11482920"/>
              <a:ext cx="20277" cy="3365"/>
            </a:xfrm>
            <a:custGeom>
              <a:avLst/>
              <a:gdLst/>
              <a:ahLst/>
              <a:cxnLst/>
              <a:rect l="0" t="0" r="0" b="0"/>
              <a:pathLst>
                <a:path w="20277" h="3365">
                  <a:moveTo>
                    <a:pt x="0" y="0"/>
                  </a:moveTo>
                  <a:lnTo>
                    <a:pt x="20277" y="336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4" name="pl26704"/>
            <p:cNvSpPr/>
            <p:nvPr/>
          </p:nvSpPr>
          <p:spPr>
            <a:xfrm>
              <a:off x="7509578" y="11657656"/>
              <a:ext cx="10680" cy="7715"/>
            </a:xfrm>
            <a:custGeom>
              <a:avLst/>
              <a:gdLst/>
              <a:ahLst/>
              <a:cxnLst/>
              <a:rect l="0" t="0" r="0" b="0"/>
              <a:pathLst>
                <a:path w="10680" h="7715">
                  <a:moveTo>
                    <a:pt x="0" y="7715"/>
                  </a:moveTo>
                  <a:lnTo>
                    <a:pt x="1068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5" name="pl26705"/>
            <p:cNvSpPr/>
            <p:nvPr/>
          </p:nvSpPr>
          <p:spPr>
            <a:xfrm>
              <a:off x="7488923" y="11665371"/>
              <a:ext cx="20654" cy="16287"/>
            </a:xfrm>
            <a:custGeom>
              <a:avLst/>
              <a:gdLst/>
              <a:ahLst/>
              <a:cxnLst/>
              <a:rect l="0" t="0" r="0" b="0"/>
              <a:pathLst>
                <a:path w="20654" h="16287">
                  <a:moveTo>
                    <a:pt x="20654" y="0"/>
                  </a:moveTo>
                  <a:lnTo>
                    <a:pt x="0" y="16287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6" name="pl26706"/>
            <p:cNvSpPr/>
            <p:nvPr/>
          </p:nvSpPr>
          <p:spPr>
            <a:xfrm>
              <a:off x="8680628" y="11791903"/>
              <a:ext cx="44165" cy="14498"/>
            </a:xfrm>
            <a:custGeom>
              <a:avLst/>
              <a:gdLst/>
              <a:ahLst/>
              <a:cxnLst/>
              <a:rect l="0" t="0" r="0" b="0"/>
              <a:pathLst>
                <a:path w="44165" h="14498">
                  <a:moveTo>
                    <a:pt x="44165" y="1449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7" name="pl26707"/>
            <p:cNvSpPr/>
            <p:nvPr/>
          </p:nvSpPr>
          <p:spPr>
            <a:xfrm>
              <a:off x="8304551" y="12127319"/>
              <a:ext cx="2744" cy="66360"/>
            </a:xfrm>
            <a:custGeom>
              <a:avLst/>
              <a:gdLst/>
              <a:ahLst/>
              <a:cxnLst/>
              <a:rect l="0" t="0" r="0" b="0"/>
              <a:pathLst>
                <a:path w="2744" h="66360">
                  <a:moveTo>
                    <a:pt x="2744" y="66360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8" name="pl26708"/>
            <p:cNvSpPr/>
            <p:nvPr/>
          </p:nvSpPr>
          <p:spPr>
            <a:xfrm>
              <a:off x="7559558" y="11902676"/>
              <a:ext cx="11366" cy="332"/>
            </a:xfrm>
            <a:custGeom>
              <a:avLst/>
              <a:gdLst/>
              <a:ahLst/>
              <a:cxnLst/>
              <a:rect l="0" t="0" r="0" b="0"/>
              <a:pathLst>
                <a:path w="11366" h="332">
                  <a:moveTo>
                    <a:pt x="0" y="0"/>
                  </a:moveTo>
                  <a:lnTo>
                    <a:pt x="11366" y="332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09" name="pl26709"/>
            <p:cNvSpPr/>
            <p:nvPr/>
          </p:nvSpPr>
          <p:spPr>
            <a:xfrm>
              <a:off x="7821636" y="11925494"/>
              <a:ext cx="17976" cy="2015"/>
            </a:xfrm>
            <a:custGeom>
              <a:avLst/>
              <a:gdLst/>
              <a:ahLst/>
              <a:cxnLst/>
              <a:rect l="0" t="0" r="0" b="0"/>
              <a:pathLst>
                <a:path w="17976" h="2015">
                  <a:moveTo>
                    <a:pt x="17976" y="0"/>
                  </a:moveTo>
                  <a:lnTo>
                    <a:pt x="0" y="2015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0" name="pl26710"/>
            <p:cNvSpPr/>
            <p:nvPr/>
          </p:nvSpPr>
          <p:spPr>
            <a:xfrm>
              <a:off x="7833314" y="11910918"/>
              <a:ext cx="6298" cy="14576"/>
            </a:xfrm>
            <a:custGeom>
              <a:avLst/>
              <a:gdLst/>
              <a:ahLst/>
              <a:cxnLst/>
              <a:rect l="0" t="0" r="0" b="0"/>
              <a:pathLst>
                <a:path w="6298" h="14576">
                  <a:moveTo>
                    <a:pt x="6298" y="1457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1" name="pl26711"/>
            <p:cNvSpPr/>
            <p:nvPr/>
          </p:nvSpPr>
          <p:spPr>
            <a:xfrm>
              <a:off x="7830564" y="11925494"/>
              <a:ext cx="9048" cy="11016"/>
            </a:xfrm>
            <a:custGeom>
              <a:avLst/>
              <a:gdLst/>
              <a:ahLst/>
              <a:cxnLst/>
              <a:rect l="0" t="0" r="0" b="0"/>
              <a:pathLst>
                <a:path w="9048" h="11016">
                  <a:moveTo>
                    <a:pt x="9048" y="0"/>
                  </a:moveTo>
                  <a:lnTo>
                    <a:pt x="0" y="1101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2" name="pl26712"/>
            <p:cNvSpPr/>
            <p:nvPr/>
          </p:nvSpPr>
          <p:spPr>
            <a:xfrm>
              <a:off x="7839613" y="11925494"/>
              <a:ext cx="10395" cy="19130"/>
            </a:xfrm>
            <a:custGeom>
              <a:avLst/>
              <a:gdLst/>
              <a:ahLst/>
              <a:cxnLst/>
              <a:rect l="0" t="0" r="0" b="0"/>
              <a:pathLst>
                <a:path w="10395" h="19130">
                  <a:moveTo>
                    <a:pt x="0" y="0"/>
                  </a:moveTo>
                  <a:lnTo>
                    <a:pt x="10395" y="1913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3" name="pl26713"/>
            <p:cNvSpPr/>
            <p:nvPr/>
          </p:nvSpPr>
          <p:spPr>
            <a:xfrm>
              <a:off x="8760351" y="11111666"/>
              <a:ext cx="5595" cy="1863"/>
            </a:xfrm>
            <a:custGeom>
              <a:avLst/>
              <a:gdLst/>
              <a:ahLst/>
              <a:cxnLst/>
              <a:rect l="0" t="0" r="0" b="0"/>
              <a:pathLst>
                <a:path w="5595" h="1863">
                  <a:moveTo>
                    <a:pt x="5595" y="1863"/>
                  </a:moveTo>
                  <a:lnTo>
                    <a:pt x="0" y="0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4" name="pl26714"/>
            <p:cNvSpPr/>
            <p:nvPr/>
          </p:nvSpPr>
          <p:spPr>
            <a:xfrm>
              <a:off x="8144308" y="11468174"/>
              <a:ext cx="2248" cy="4420"/>
            </a:xfrm>
            <a:custGeom>
              <a:avLst/>
              <a:gdLst/>
              <a:ahLst/>
              <a:cxnLst/>
              <a:rect l="0" t="0" r="0" b="0"/>
              <a:pathLst>
                <a:path w="2248" h="4420">
                  <a:moveTo>
                    <a:pt x="2248" y="4420"/>
                  </a:moveTo>
                  <a:lnTo>
                    <a:pt x="0" y="0"/>
                  </a:lnTo>
                </a:path>
              </a:pathLst>
            </a:custGeom>
            <a:ln w="413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5" name="pl26715"/>
            <p:cNvSpPr/>
            <p:nvPr/>
          </p:nvSpPr>
          <p:spPr>
            <a:xfrm>
              <a:off x="8096280" y="11391380"/>
              <a:ext cx="12914" cy="31293"/>
            </a:xfrm>
            <a:custGeom>
              <a:avLst/>
              <a:gdLst/>
              <a:ahLst/>
              <a:cxnLst/>
              <a:rect l="0" t="0" r="0" b="0"/>
              <a:pathLst>
                <a:path w="12914" h="31293">
                  <a:moveTo>
                    <a:pt x="0" y="0"/>
                  </a:moveTo>
                  <a:lnTo>
                    <a:pt x="12914" y="31293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6" name="pl26716"/>
            <p:cNvSpPr/>
            <p:nvPr/>
          </p:nvSpPr>
          <p:spPr>
            <a:xfrm>
              <a:off x="8083934" y="11379140"/>
              <a:ext cx="12345" cy="12240"/>
            </a:xfrm>
            <a:custGeom>
              <a:avLst/>
              <a:gdLst/>
              <a:ahLst/>
              <a:cxnLst/>
              <a:rect l="0" t="0" r="0" b="0"/>
              <a:pathLst>
                <a:path w="12345" h="12240">
                  <a:moveTo>
                    <a:pt x="12345" y="12240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7" name="pl26717"/>
            <p:cNvSpPr/>
            <p:nvPr/>
          </p:nvSpPr>
          <p:spPr>
            <a:xfrm>
              <a:off x="8094224" y="11379000"/>
              <a:ext cx="2056" cy="12380"/>
            </a:xfrm>
            <a:custGeom>
              <a:avLst/>
              <a:gdLst/>
              <a:ahLst/>
              <a:cxnLst/>
              <a:rect l="0" t="0" r="0" b="0"/>
              <a:pathLst>
                <a:path w="2056" h="12380">
                  <a:moveTo>
                    <a:pt x="2056" y="12380"/>
                  </a:moveTo>
                  <a:lnTo>
                    <a:pt x="0" y="0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8" name="pl26718"/>
            <p:cNvSpPr/>
            <p:nvPr/>
          </p:nvSpPr>
          <p:spPr>
            <a:xfrm>
              <a:off x="8090431" y="11376930"/>
              <a:ext cx="5848" cy="14449"/>
            </a:xfrm>
            <a:custGeom>
              <a:avLst/>
              <a:gdLst/>
              <a:ahLst/>
              <a:cxnLst/>
              <a:rect l="0" t="0" r="0" b="0"/>
              <a:pathLst>
                <a:path w="5848" h="14449">
                  <a:moveTo>
                    <a:pt x="5848" y="14449"/>
                  </a:moveTo>
                  <a:lnTo>
                    <a:pt x="0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19" name="pl26719"/>
            <p:cNvSpPr/>
            <p:nvPr/>
          </p:nvSpPr>
          <p:spPr>
            <a:xfrm>
              <a:off x="8086696" y="11380991"/>
              <a:ext cx="9583" cy="10389"/>
            </a:xfrm>
            <a:custGeom>
              <a:avLst/>
              <a:gdLst/>
              <a:ahLst/>
              <a:cxnLst/>
              <a:rect l="0" t="0" r="0" b="0"/>
              <a:pathLst>
                <a:path w="9583" h="10389">
                  <a:moveTo>
                    <a:pt x="9583" y="1038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0" name="pl26720"/>
            <p:cNvSpPr/>
            <p:nvPr/>
          </p:nvSpPr>
          <p:spPr>
            <a:xfrm>
              <a:off x="8649334" y="12178600"/>
              <a:ext cx="9505" cy="5833"/>
            </a:xfrm>
            <a:custGeom>
              <a:avLst/>
              <a:gdLst/>
              <a:ahLst/>
              <a:cxnLst/>
              <a:rect l="0" t="0" r="0" b="0"/>
              <a:pathLst>
                <a:path w="9505" h="5833">
                  <a:moveTo>
                    <a:pt x="9505" y="5833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1" name="pl26721"/>
            <p:cNvSpPr/>
            <p:nvPr/>
          </p:nvSpPr>
          <p:spPr>
            <a:xfrm>
              <a:off x="8824115" y="11719584"/>
              <a:ext cx="753" cy="7061"/>
            </a:xfrm>
            <a:custGeom>
              <a:avLst/>
              <a:gdLst/>
              <a:ahLst/>
              <a:cxnLst/>
              <a:rect l="0" t="0" r="0" b="0"/>
              <a:pathLst>
                <a:path w="753" h="7061">
                  <a:moveTo>
                    <a:pt x="753" y="0"/>
                  </a:moveTo>
                  <a:lnTo>
                    <a:pt x="0" y="7061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2" name="pl26722"/>
            <p:cNvSpPr/>
            <p:nvPr/>
          </p:nvSpPr>
          <p:spPr>
            <a:xfrm>
              <a:off x="8414982" y="11666926"/>
              <a:ext cx="16694" cy="77320"/>
            </a:xfrm>
            <a:custGeom>
              <a:avLst/>
              <a:gdLst/>
              <a:ahLst/>
              <a:cxnLst/>
              <a:rect l="0" t="0" r="0" b="0"/>
              <a:pathLst>
                <a:path w="16694" h="77320">
                  <a:moveTo>
                    <a:pt x="16694" y="0"/>
                  </a:moveTo>
                  <a:lnTo>
                    <a:pt x="0" y="7732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3" name="pl26723"/>
            <p:cNvSpPr/>
            <p:nvPr/>
          </p:nvSpPr>
          <p:spPr>
            <a:xfrm>
              <a:off x="8975273" y="11868429"/>
              <a:ext cx="3520" cy="887"/>
            </a:xfrm>
            <a:custGeom>
              <a:avLst/>
              <a:gdLst/>
              <a:ahLst/>
              <a:cxnLst/>
              <a:rect l="0" t="0" r="0" b="0"/>
              <a:pathLst>
                <a:path w="3520" h="887">
                  <a:moveTo>
                    <a:pt x="0" y="0"/>
                  </a:moveTo>
                  <a:lnTo>
                    <a:pt x="3520" y="887"/>
                  </a:lnTo>
                </a:path>
              </a:pathLst>
            </a:custGeom>
            <a:ln w="408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4" name="pl26724"/>
            <p:cNvSpPr/>
            <p:nvPr/>
          </p:nvSpPr>
          <p:spPr>
            <a:xfrm>
              <a:off x="8024808" y="11422778"/>
              <a:ext cx="37356" cy="11526"/>
            </a:xfrm>
            <a:custGeom>
              <a:avLst/>
              <a:gdLst/>
              <a:ahLst/>
              <a:cxnLst/>
              <a:rect l="0" t="0" r="0" b="0"/>
              <a:pathLst>
                <a:path w="37356" h="11526">
                  <a:moveTo>
                    <a:pt x="0" y="0"/>
                  </a:moveTo>
                  <a:lnTo>
                    <a:pt x="37356" y="11526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5" name="pl26725"/>
            <p:cNvSpPr/>
            <p:nvPr/>
          </p:nvSpPr>
          <p:spPr>
            <a:xfrm>
              <a:off x="8035561" y="11427358"/>
              <a:ext cx="26602" cy="6947"/>
            </a:xfrm>
            <a:custGeom>
              <a:avLst/>
              <a:gdLst/>
              <a:ahLst/>
              <a:cxnLst/>
              <a:rect l="0" t="0" r="0" b="0"/>
              <a:pathLst>
                <a:path w="26602" h="6947">
                  <a:moveTo>
                    <a:pt x="0" y="0"/>
                  </a:moveTo>
                  <a:lnTo>
                    <a:pt x="26602" y="6947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6" name="pl26726"/>
            <p:cNvSpPr/>
            <p:nvPr/>
          </p:nvSpPr>
          <p:spPr>
            <a:xfrm>
              <a:off x="8270273" y="11835484"/>
              <a:ext cx="21525" cy="39458"/>
            </a:xfrm>
            <a:custGeom>
              <a:avLst/>
              <a:gdLst/>
              <a:ahLst/>
              <a:cxnLst/>
              <a:rect l="0" t="0" r="0" b="0"/>
              <a:pathLst>
                <a:path w="21525" h="39458">
                  <a:moveTo>
                    <a:pt x="21525" y="0"/>
                  </a:moveTo>
                  <a:lnTo>
                    <a:pt x="0" y="3945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7" name="pl26727"/>
            <p:cNvSpPr/>
            <p:nvPr/>
          </p:nvSpPr>
          <p:spPr>
            <a:xfrm>
              <a:off x="8291799" y="11835484"/>
              <a:ext cx="2303" cy="2598"/>
            </a:xfrm>
            <a:custGeom>
              <a:avLst/>
              <a:gdLst/>
              <a:ahLst/>
              <a:cxnLst/>
              <a:rect l="0" t="0" r="0" b="0"/>
              <a:pathLst>
                <a:path w="2303" h="2598">
                  <a:moveTo>
                    <a:pt x="0" y="0"/>
                  </a:moveTo>
                  <a:lnTo>
                    <a:pt x="2303" y="2598"/>
                  </a:lnTo>
                </a:path>
              </a:pathLst>
            </a:custGeom>
            <a:ln w="563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8" name="pl26728"/>
            <p:cNvSpPr/>
            <p:nvPr/>
          </p:nvSpPr>
          <p:spPr>
            <a:xfrm>
              <a:off x="8309146" y="11962604"/>
              <a:ext cx="6183" cy="23820"/>
            </a:xfrm>
            <a:custGeom>
              <a:avLst/>
              <a:gdLst/>
              <a:ahLst/>
              <a:cxnLst/>
              <a:rect l="0" t="0" r="0" b="0"/>
              <a:pathLst>
                <a:path w="6183" h="23820">
                  <a:moveTo>
                    <a:pt x="6183" y="2382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29" name="pl26729"/>
            <p:cNvSpPr/>
            <p:nvPr/>
          </p:nvSpPr>
          <p:spPr>
            <a:xfrm>
              <a:off x="8021216" y="12372391"/>
              <a:ext cx="2705" cy="10005"/>
            </a:xfrm>
            <a:custGeom>
              <a:avLst/>
              <a:gdLst/>
              <a:ahLst/>
              <a:cxnLst/>
              <a:rect l="0" t="0" r="0" b="0"/>
              <a:pathLst>
                <a:path w="2705" h="10005">
                  <a:moveTo>
                    <a:pt x="2705" y="10005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0" name="pl26730"/>
            <p:cNvSpPr/>
            <p:nvPr/>
          </p:nvSpPr>
          <p:spPr>
            <a:xfrm>
              <a:off x="8464689" y="11873962"/>
              <a:ext cx="117355" cy="10762"/>
            </a:xfrm>
            <a:custGeom>
              <a:avLst/>
              <a:gdLst/>
              <a:ahLst/>
              <a:cxnLst/>
              <a:rect l="0" t="0" r="0" b="0"/>
              <a:pathLst>
                <a:path w="117355" h="10762">
                  <a:moveTo>
                    <a:pt x="117355" y="0"/>
                  </a:moveTo>
                  <a:lnTo>
                    <a:pt x="0" y="1076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1" name="pl26731"/>
            <p:cNvSpPr/>
            <p:nvPr/>
          </p:nvSpPr>
          <p:spPr>
            <a:xfrm>
              <a:off x="8114538" y="11401514"/>
              <a:ext cx="13574" cy="26498"/>
            </a:xfrm>
            <a:custGeom>
              <a:avLst/>
              <a:gdLst/>
              <a:ahLst/>
              <a:cxnLst/>
              <a:rect l="0" t="0" r="0" b="0"/>
              <a:pathLst>
                <a:path w="13574" h="26498">
                  <a:moveTo>
                    <a:pt x="13574" y="2649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2" name="pl26732"/>
            <p:cNvSpPr/>
            <p:nvPr/>
          </p:nvSpPr>
          <p:spPr>
            <a:xfrm>
              <a:off x="7860051" y="12296416"/>
              <a:ext cx="1833" cy="9783"/>
            </a:xfrm>
            <a:custGeom>
              <a:avLst/>
              <a:gdLst/>
              <a:ahLst/>
              <a:cxnLst/>
              <a:rect l="0" t="0" r="0" b="0"/>
              <a:pathLst>
                <a:path w="1833" h="9783">
                  <a:moveTo>
                    <a:pt x="1833" y="0"/>
                  </a:moveTo>
                  <a:lnTo>
                    <a:pt x="0" y="978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3" name="pl26733"/>
            <p:cNvSpPr/>
            <p:nvPr/>
          </p:nvSpPr>
          <p:spPr>
            <a:xfrm>
              <a:off x="8763520" y="12143692"/>
              <a:ext cx="1320" cy="6506"/>
            </a:xfrm>
            <a:custGeom>
              <a:avLst/>
              <a:gdLst/>
              <a:ahLst/>
              <a:cxnLst/>
              <a:rect l="0" t="0" r="0" b="0"/>
              <a:pathLst>
                <a:path w="1320" h="6506">
                  <a:moveTo>
                    <a:pt x="0" y="6506"/>
                  </a:moveTo>
                  <a:lnTo>
                    <a:pt x="132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4" name="pl26734"/>
            <p:cNvSpPr/>
            <p:nvPr/>
          </p:nvSpPr>
          <p:spPr>
            <a:xfrm>
              <a:off x="8481663" y="12240643"/>
              <a:ext cx="4651" cy="8845"/>
            </a:xfrm>
            <a:custGeom>
              <a:avLst/>
              <a:gdLst/>
              <a:ahLst/>
              <a:cxnLst/>
              <a:rect l="0" t="0" r="0" b="0"/>
              <a:pathLst>
                <a:path w="4651" h="8845">
                  <a:moveTo>
                    <a:pt x="4651" y="0"/>
                  </a:moveTo>
                  <a:lnTo>
                    <a:pt x="0" y="884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5" name="pl26735"/>
            <p:cNvSpPr/>
            <p:nvPr/>
          </p:nvSpPr>
          <p:spPr>
            <a:xfrm>
              <a:off x="8062164" y="11434305"/>
              <a:ext cx="46979" cy="13160"/>
            </a:xfrm>
            <a:custGeom>
              <a:avLst/>
              <a:gdLst/>
              <a:ahLst/>
              <a:cxnLst/>
              <a:rect l="0" t="0" r="0" b="0"/>
              <a:pathLst>
                <a:path w="46979" h="13160">
                  <a:moveTo>
                    <a:pt x="0" y="0"/>
                  </a:moveTo>
                  <a:lnTo>
                    <a:pt x="46979" y="1316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6" name="pl26736"/>
            <p:cNvSpPr/>
            <p:nvPr/>
          </p:nvSpPr>
          <p:spPr>
            <a:xfrm>
              <a:off x="8423811" y="11794527"/>
              <a:ext cx="17162" cy="2350"/>
            </a:xfrm>
            <a:custGeom>
              <a:avLst/>
              <a:gdLst/>
              <a:ahLst/>
              <a:cxnLst/>
              <a:rect l="0" t="0" r="0" b="0"/>
              <a:pathLst>
                <a:path w="17162" h="2350">
                  <a:moveTo>
                    <a:pt x="17162" y="235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7" name="pl26737"/>
            <p:cNvSpPr/>
            <p:nvPr/>
          </p:nvSpPr>
          <p:spPr>
            <a:xfrm>
              <a:off x="7494765" y="11844336"/>
              <a:ext cx="10617" cy="3510"/>
            </a:xfrm>
            <a:custGeom>
              <a:avLst/>
              <a:gdLst/>
              <a:ahLst/>
              <a:cxnLst/>
              <a:rect l="0" t="0" r="0" b="0"/>
              <a:pathLst>
                <a:path w="10617" h="3510">
                  <a:moveTo>
                    <a:pt x="0" y="0"/>
                  </a:moveTo>
                  <a:lnTo>
                    <a:pt x="10617" y="351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8" name="pl26738"/>
            <p:cNvSpPr/>
            <p:nvPr/>
          </p:nvSpPr>
          <p:spPr>
            <a:xfrm>
              <a:off x="8680628" y="11741977"/>
              <a:ext cx="24625" cy="49925"/>
            </a:xfrm>
            <a:custGeom>
              <a:avLst/>
              <a:gdLst/>
              <a:ahLst/>
              <a:cxnLst/>
              <a:rect l="0" t="0" r="0" b="0"/>
              <a:pathLst>
                <a:path w="24625" h="49925">
                  <a:moveTo>
                    <a:pt x="24625" y="0"/>
                  </a:moveTo>
                  <a:lnTo>
                    <a:pt x="0" y="4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39" name="pl26739"/>
            <p:cNvSpPr/>
            <p:nvPr/>
          </p:nvSpPr>
          <p:spPr>
            <a:xfrm>
              <a:off x="8702187" y="11741977"/>
              <a:ext cx="3066" cy="5385"/>
            </a:xfrm>
            <a:custGeom>
              <a:avLst/>
              <a:gdLst/>
              <a:ahLst/>
              <a:cxnLst/>
              <a:rect l="0" t="0" r="0" b="0"/>
              <a:pathLst>
                <a:path w="3066" h="5385">
                  <a:moveTo>
                    <a:pt x="3066" y="0"/>
                  </a:moveTo>
                  <a:lnTo>
                    <a:pt x="0" y="5385"/>
                  </a:lnTo>
                </a:path>
              </a:pathLst>
            </a:custGeom>
            <a:ln w="410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0" name="pl26740"/>
            <p:cNvSpPr/>
            <p:nvPr/>
          </p:nvSpPr>
          <p:spPr>
            <a:xfrm>
              <a:off x="8705253" y="11737472"/>
              <a:ext cx="1075" cy="4505"/>
            </a:xfrm>
            <a:custGeom>
              <a:avLst/>
              <a:gdLst/>
              <a:ahLst/>
              <a:cxnLst/>
              <a:rect l="0" t="0" r="0" b="0"/>
              <a:pathLst>
                <a:path w="1075" h="4505">
                  <a:moveTo>
                    <a:pt x="0" y="4505"/>
                  </a:moveTo>
                  <a:lnTo>
                    <a:pt x="1075" y="0"/>
                  </a:lnTo>
                </a:path>
              </a:pathLst>
            </a:custGeom>
            <a:ln w="413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1" name="pl26741"/>
            <p:cNvSpPr/>
            <p:nvPr/>
          </p:nvSpPr>
          <p:spPr>
            <a:xfrm>
              <a:off x="8264049" y="11874110"/>
              <a:ext cx="10414" cy="2973"/>
            </a:xfrm>
            <a:custGeom>
              <a:avLst/>
              <a:gdLst/>
              <a:ahLst/>
              <a:cxnLst/>
              <a:rect l="0" t="0" r="0" b="0"/>
              <a:pathLst>
                <a:path w="10414" h="2973">
                  <a:moveTo>
                    <a:pt x="10414" y="0"/>
                  </a:moveTo>
                  <a:lnTo>
                    <a:pt x="0" y="2973"/>
                  </a:lnTo>
                </a:path>
              </a:pathLst>
            </a:custGeom>
            <a:ln w="407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2" name="pl26742"/>
            <p:cNvSpPr/>
            <p:nvPr/>
          </p:nvSpPr>
          <p:spPr>
            <a:xfrm>
              <a:off x="8270273" y="11874110"/>
              <a:ext cx="4189" cy="833"/>
            </a:xfrm>
            <a:custGeom>
              <a:avLst/>
              <a:gdLst/>
              <a:ahLst/>
              <a:cxnLst/>
              <a:rect l="0" t="0" r="0" b="0"/>
              <a:pathLst>
                <a:path w="4189" h="833">
                  <a:moveTo>
                    <a:pt x="4189" y="0"/>
                  </a:moveTo>
                  <a:lnTo>
                    <a:pt x="0" y="833"/>
                  </a:lnTo>
                </a:path>
              </a:pathLst>
            </a:custGeom>
            <a:ln w="597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3" name="pl26743"/>
            <p:cNvSpPr/>
            <p:nvPr/>
          </p:nvSpPr>
          <p:spPr>
            <a:xfrm>
              <a:off x="8293795" y="11837728"/>
              <a:ext cx="308" cy="354"/>
            </a:xfrm>
            <a:custGeom>
              <a:avLst/>
              <a:gdLst/>
              <a:ahLst/>
              <a:cxnLst/>
              <a:rect l="0" t="0" r="0" b="0"/>
              <a:pathLst>
                <a:path w="308" h="354">
                  <a:moveTo>
                    <a:pt x="308" y="354"/>
                  </a:moveTo>
                  <a:lnTo>
                    <a:pt x="0" y="0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4" name="pl26744"/>
            <p:cNvSpPr/>
            <p:nvPr/>
          </p:nvSpPr>
          <p:spPr>
            <a:xfrm>
              <a:off x="8088207" y="11432036"/>
              <a:ext cx="12055" cy="12458"/>
            </a:xfrm>
            <a:custGeom>
              <a:avLst/>
              <a:gdLst/>
              <a:ahLst/>
              <a:cxnLst/>
              <a:rect l="0" t="0" r="0" b="0"/>
              <a:pathLst>
                <a:path w="12055" h="12458">
                  <a:moveTo>
                    <a:pt x="0" y="0"/>
                  </a:moveTo>
                  <a:lnTo>
                    <a:pt x="12055" y="12458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5" name="pl26745"/>
            <p:cNvSpPr/>
            <p:nvPr/>
          </p:nvSpPr>
          <p:spPr>
            <a:xfrm>
              <a:off x="7758984" y="12194418"/>
              <a:ext cx="10809" cy="444"/>
            </a:xfrm>
            <a:custGeom>
              <a:avLst/>
              <a:gdLst/>
              <a:ahLst/>
              <a:cxnLst/>
              <a:rect l="0" t="0" r="0" b="0"/>
              <a:pathLst>
                <a:path w="10809" h="444">
                  <a:moveTo>
                    <a:pt x="10809" y="0"/>
                  </a:moveTo>
                  <a:lnTo>
                    <a:pt x="0" y="444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6" name="pl26746"/>
            <p:cNvSpPr/>
            <p:nvPr/>
          </p:nvSpPr>
          <p:spPr>
            <a:xfrm>
              <a:off x="8421268" y="11618011"/>
              <a:ext cx="11039" cy="5136"/>
            </a:xfrm>
            <a:custGeom>
              <a:avLst/>
              <a:gdLst/>
              <a:ahLst/>
              <a:cxnLst/>
              <a:rect l="0" t="0" r="0" b="0"/>
              <a:pathLst>
                <a:path w="11039" h="5136">
                  <a:moveTo>
                    <a:pt x="0" y="5136"/>
                  </a:moveTo>
                  <a:lnTo>
                    <a:pt x="11039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7" name="pl26747"/>
            <p:cNvSpPr/>
            <p:nvPr/>
          </p:nvSpPr>
          <p:spPr>
            <a:xfrm>
              <a:off x="8527853" y="12368718"/>
              <a:ext cx="6076" cy="7870"/>
            </a:xfrm>
            <a:custGeom>
              <a:avLst/>
              <a:gdLst/>
              <a:ahLst/>
              <a:cxnLst/>
              <a:rect l="0" t="0" r="0" b="0"/>
              <a:pathLst>
                <a:path w="6076" h="7870">
                  <a:moveTo>
                    <a:pt x="6076" y="0"/>
                  </a:moveTo>
                  <a:lnTo>
                    <a:pt x="0" y="787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8" name="pl26748"/>
            <p:cNvSpPr/>
            <p:nvPr/>
          </p:nvSpPr>
          <p:spPr>
            <a:xfrm>
              <a:off x="7601724" y="12047871"/>
              <a:ext cx="15" cy="3539"/>
            </a:xfrm>
            <a:custGeom>
              <a:avLst/>
              <a:gdLst/>
              <a:ahLst/>
              <a:cxnLst/>
              <a:rect l="0" t="0" r="0" b="0"/>
              <a:pathLst>
                <a:path w="15" h="3539">
                  <a:moveTo>
                    <a:pt x="0" y="3539"/>
                  </a:moveTo>
                  <a:lnTo>
                    <a:pt x="15" y="0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49" name="pl26749"/>
            <p:cNvSpPr/>
            <p:nvPr/>
          </p:nvSpPr>
          <p:spPr>
            <a:xfrm>
              <a:off x="8041945" y="11500328"/>
              <a:ext cx="15415" cy="10198"/>
            </a:xfrm>
            <a:custGeom>
              <a:avLst/>
              <a:gdLst/>
              <a:ahLst/>
              <a:cxnLst/>
              <a:rect l="0" t="0" r="0" b="0"/>
              <a:pathLst>
                <a:path w="15415" h="10198">
                  <a:moveTo>
                    <a:pt x="0" y="10198"/>
                  </a:moveTo>
                  <a:lnTo>
                    <a:pt x="1541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0" name="pl26750"/>
            <p:cNvSpPr/>
            <p:nvPr/>
          </p:nvSpPr>
          <p:spPr>
            <a:xfrm>
              <a:off x="8103001" y="11422673"/>
              <a:ext cx="6192" cy="12075"/>
            </a:xfrm>
            <a:custGeom>
              <a:avLst/>
              <a:gdLst/>
              <a:ahLst/>
              <a:cxnLst/>
              <a:rect l="0" t="0" r="0" b="0"/>
              <a:pathLst>
                <a:path w="6192" h="12075">
                  <a:moveTo>
                    <a:pt x="0" y="12075"/>
                  </a:moveTo>
                  <a:lnTo>
                    <a:pt x="6192" y="0"/>
                  </a:lnTo>
                </a:path>
              </a:pathLst>
            </a:custGeom>
            <a:ln w="411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1" name="pl26751"/>
            <p:cNvSpPr/>
            <p:nvPr/>
          </p:nvSpPr>
          <p:spPr>
            <a:xfrm>
              <a:off x="8100262" y="11434748"/>
              <a:ext cx="2739" cy="9746"/>
            </a:xfrm>
            <a:custGeom>
              <a:avLst/>
              <a:gdLst/>
              <a:ahLst/>
              <a:cxnLst/>
              <a:rect l="0" t="0" r="0" b="0"/>
              <a:pathLst>
                <a:path w="2739" h="9746">
                  <a:moveTo>
                    <a:pt x="2739" y="0"/>
                  </a:moveTo>
                  <a:lnTo>
                    <a:pt x="0" y="9746"/>
                  </a:lnTo>
                </a:path>
              </a:pathLst>
            </a:custGeom>
            <a:ln w="412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2" name="pl26752"/>
            <p:cNvSpPr/>
            <p:nvPr/>
          </p:nvSpPr>
          <p:spPr>
            <a:xfrm>
              <a:off x="8128768" y="11428958"/>
              <a:ext cx="4111" cy="20742"/>
            </a:xfrm>
            <a:custGeom>
              <a:avLst/>
              <a:gdLst/>
              <a:ahLst/>
              <a:cxnLst/>
              <a:rect l="0" t="0" r="0" b="0"/>
              <a:pathLst>
                <a:path w="4111" h="20742">
                  <a:moveTo>
                    <a:pt x="0" y="20742"/>
                  </a:moveTo>
                  <a:lnTo>
                    <a:pt x="4111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3" name="pl26753"/>
            <p:cNvSpPr/>
            <p:nvPr/>
          </p:nvSpPr>
          <p:spPr>
            <a:xfrm>
              <a:off x="8122884" y="11449701"/>
              <a:ext cx="5883" cy="517"/>
            </a:xfrm>
            <a:custGeom>
              <a:avLst/>
              <a:gdLst/>
              <a:ahLst/>
              <a:cxnLst/>
              <a:rect l="0" t="0" r="0" b="0"/>
              <a:pathLst>
                <a:path w="5883" h="517">
                  <a:moveTo>
                    <a:pt x="5883" y="0"/>
                  </a:moveTo>
                  <a:lnTo>
                    <a:pt x="0" y="517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4" name="pl26754"/>
            <p:cNvSpPr/>
            <p:nvPr/>
          </p:nvSpPr>
          <p:spPr>
            <a:xfrm>
              <a:off x="7825608" y="11936511"/>
              <a:ext cx="4956" cy="4233"/>
            </a:xfrm>
            <a:custGeom>
              <a:avLst/>
              <a:gdLst/>
              <a:ahLst/>
              <a:cxnLst/>
              <a:rect l="0" t="0" r="0" b="0"/>
              <a:pathLst>
                <a:path w="4956" h="4233">
                  <a:moveTo>
                    <a:pt x="4956" y="0"/>
                  </a:moveTo>
                  <a:lnTo>
                    <a:pt x="0" y="4233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5" name="pl26755"/>
            <p:cNvSpPr/>
            <p:nvPr/>
          </p:nvSpPr>
          <p:spPr>
            <a:xfrm>
              <a:off x="8208376" y="11903002"/>
              <a:ext cx="29262" cy="23184"/>
            </a:xfrm>
            <a:custGeom>
              <a:avLst/>
              <a:gdLst/>
              <a:ahLst/>
              <a:cxnLst/>
              <a:rect l="0" t="0" r="0" b="0"/>
              <a:pathLst>
                <a:path w="29262" h="23184">
                  <a:moveTo>
                    <a:pt x="0" y="23184"/>
                  </a:moveTo>
                  <a:lnTo>
                    <a:pt x="29262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6" name="pl26756"/>
            <p:cNvSpPr/>
            <p:nvPr/>
          </p:nvSpPr>
          <p:spPr>
            <a:xfrm>
              <a:off x="7836396" y="11977457"/>
              <a:ext cx="14797" cy="8277"/>
            </a:xfrm>
            <a:custGeom>
              <a:avLst/>
              <a:gdLst/>
              <a:ahLst/>
              <a:cxnLst/>
              <a:rect l="0" t="0" r="0" b="0"/>
              <a:pathLst>
                <a:path w="14797" h="8277">
                  <a:moveTo>
                    <a:pt x="0" y="8277"/>
                  </a:moveTo>
                  <a:lnTo>
                    <a:pt x="1479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7" name="pl26757"/>
            <p:cNvSpPr/>
            <p:nvPr/>
          </p:nvSpPr>
          <p:spPr>
            <a:xfrm>
              <a:off x="8449131" y="11935463"/>
              <a:ext cx="16823" cy="54048"/>
            </a:xfrm>
            <a:custGeom>
              <a:avLst/>
              <a:gdLst/>
              <a:ahLst/>
              <a:cxnLst/>
              <a:rect l="0" t="0" r="0" b="0"/>
              <a:pathLst>
                <a:path w="16823" h="54048">
                  <a:moveTo>
                    <a:pt x="0" y="0"/>
                  </a:moveTo>
                  <a:lnTo>
                    <a:pt x="16823" y="54048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8" name="pl26758"/>
            <p:cNvSpPr/>
            <p:nvPr/>
          </p:nvSpPr>
          <p:spPr>
            <a:xfrm>
              <a:off x="8449131" y="11935463"/>
              <a:ext cx="11334" cy="77687"/>
            </a:xfrm>
            <a:custGeom>
              <a:avLst/>
              <a:gdLst/>
              <a:ahLst/>
              <a:cxnLst/>
              <a:rect l="0" t="0" r="0" b="0"/>
              <a:pathLst>
                <a:path w="11334" h="77687">
                  <a:moveTo>
                    <a:pt x="0" y="0"/>
                  </a:moveTo>
                  <a:lnTo>
                    <a:pt x="11334" y="77687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59" name="pl26759"/>
            <p:cNvSpPr/>
            <p:nvPr/>
          </p:nvSpPr>
          <p:spPr>
            <a:xfrm>
              <a:off x="8449131" y="11935463"/>
              <a:ext cx="25947" cy="45056"/>
            </a:xfrm>
            <a:custGeom>
              <a:avLst/>
              <a:gdLst/>
              <a:ahLst/>
              <a:cxnLst/>
              <a:rect l="0" t="0" r="0" b="0"/>
              <a:pathLst>
                <a:path w="25947" h="45056">
                  <a:moveTo>
                    <a:pt x="0" y="0"/>
                  </a:moveTo>
                  <a:lnTo>
                    <a:pt x="25947" y="4505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0" name="pl26760"/>
            <p:cNvSpPr/>
            <p:nvPr/>
          </p:nvSpPr>
          <p:spPr>
            <a:xfrm>
              <a:off x="8449131" y="11935463"/>
              <a:ext cx="1318" cy="57544"/>
            </a:xfrm>
            <a:custGeom>
              <a:avLst/>
              <a:gdLst/>
              <a:ahLst/>
              <a:cxnLst/>
              <a:rect l="0" t="0" r="0" b="0"/>
              <a:pathLst>
                <a:path w="1318" h="57544">
                  <a:moveTo>
                    <a:pt x="0" y="0"/>
                  </a:moveTo>
                  <a:lnTo>
                    <a:pt x="1318" y="57544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1" name="pl26761"/>
            <p:cNvSpPr/>
            <p:nvPr/>
          </p:nvSpPr>
          <p:spPr>
            <a:xfrm>
              <a:off x="8414982" y="11744247"/>
              <a:ext cx="34148" cy="191216"/>
            </a:xfrm>
            <a:custGeom>
              <a:avLst/>
              <a:gdLst/>
              <a:ahLst/>
              <a:cxnLst/>
              <a:rect l="0" t="0" r="0" b="0"/>
              <a:pathLst>
                <a:path w="34148" h="191216">
                  <a:moveTo>
                    <a:pt x="34148" y="1912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2" name="pl26762"/>
            <p:cNvSpPr/>
            <p:nvPr/>
          </p:nvSpPr>
          <p:spPr>
            <a:xfrm>
              <a:off x="8449131" y="11884724"/>
              <a:ext cx="15557" cy="50739"/>
            </a:xfrm>
            <a:custGeom>
              <a:avLst/>
              <a:gdLst/>
              <a:ahLst/>
              <a:cxnLst/>
              <a:rect l="0" t="0" r="0" b="0"/>
              <a:pathLst>
                <a:path w="15557" h="50739">
                  <a:moveTo>
                    <a:pt x="0" y="50739"/>
                  </a:moveTo>
                  <a:lnTo>
                    <a:pt x="15557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3" name="pl26763"/>
            <p:cNvSpPr/>
            <p:nvPr/>
          </p:nvSpPr>
          <p:spPr>
            <a:xfrm>
              <a:off x="8424775" y="11851475"/>
              <a:ext cx="24356" cy="83988"/>
            </a:xfrm>
            <a:custGeom>
              <a:avLst/>
              <a:gdLst/>
              <a:ahLst/>
              <a:cxnLst/>
              <a:rect l="0" t="0" r="0" b="0"/>
              <a:pathLst>
                <a:path w="24356" h="83988">
                  <a:moveTo>
                    <a:pt x="24356" y="83988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4" name="pl26764"/>
            <p:cNvSpPr/>
            <p:nvPr/>
          </p:nvSpPr>
          <p:spPr>
            <a:xfrm>
              <a:off x="8446195" y="11935463"/>
              <a:ext cx="2936" cy="19184"/>
            </a:xfrm>
            <a:custGeom>
              <a:avLst/>
              <a:gdLst/>
              <a:ahLst/>
              <a:cxnLst/>
              <a:rect l="0" t="0" r="0" b="0"/>
              <a:pathLst>
                <a:path w="2936" h="19184">
                  <a:moveTo>
                    <a:pt x="2936" y="0"/>
                  </a:moveTo>
                  <a:lnTo>
                    <a:pt x="0" y="19184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5" name="pl26765"/>
            <p:cNvSpPr/>
            <p:nvPr/>
          </p:nvSpPr>
          <p:spPr>
            <a:xfrm>
              <a:off x="8449131" y="11935463"/>
              <a:ext cx="1725" cy="43536"/>
            </a:xfrm>
            <a:custGeom>
              <a:avLst/>
              <a:gdLst/>
              <a:ahLst/>
              <a:cxnLst/>
              <a:rect l="0" t="0" r="0" b="0"/>
              <a:pathLst>
                <a:path w="1725" h="43536">
                  <a:moveTo>
                    <a:pt x="0" y="0"/>
                  </a:moveTo>
                  <a:lnTo>
                    <a:pt x="1725" y="43536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6" name="pl26766"/>
            <p:cNvSpPr/>
            <p:nvPr/>
          </p:nvSpPr>
          <p:spPr>
            <a:xfrm>
              <a:off x="8435636" y="11935463"/>
              <a:ext cx="13495" cy="53549"/>
            </a:xfrm>
            <a:custGeom>
              <a:avLst/>
              <a:gdLst/>
              <a:ahLst/>
              <a:cxnLst/>
              <a:rect l="0" t="0" r="0" b="0"/>
              <a:pathLst>
                <a:path w="13495" h="53549">
                  <a:moveTo>
                    <a:pt x="13495" y="0"/>
                  </a:moveTo>
                  <a:lnTo>
                    <a:pt x="0" y="5354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7" name="pl26767"/>
            <p:cNvSpPr/>
            <p:nvPr/>
          </p:nvSpPr>
          <p:spPr>
            <a:xfrm>
              <a:off x="8144308" y="11468174"/>
              <a:ext cx="5678" cy="10300"/>
            </a:xfrm>
            <a:custGeom>
              <a:avLst/>
              <a:gdLst/>
              <a:ahLst/>
              <a:cxnLst/>
              <a:rect l="0" t="0" r="0" b="0"/>
              <a:pathLst>
                <a:path w="5678" h="10300">
                  <a:moveTo>
                    <a:pt x="5678" y="10300"/>
                  </a:moveTo>
                  <a:lnTo>
                    <a:pt x="0" y="0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8" name="pl26768"/>
            <p:cNvSpPr/>
            <p:nvPr/>
          </p:nvSpPr>
          <p:spPr>
            <a:xfrm>
              <a:off x="7653318" y="11131386"/>
              <a:ext cx="26882" cy="12689"/>
            </a:xfrm>
            <a:custGeom>
              <a:avLst/>
              <a:gdLst/>
              <a:ahLst/>
              <a:cxnLst/>
              <a:rect l="0" t="0" r="0" b="0"/>
              <a:pathLst>
                <a:path w="26882" h="12689">
                  <a:moveTo>
                    <a:pt x="26882" y="0"/>
                  </a:moveTo>
                  <a:lnTo>
                    <a:pt x="0" y="12689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69" name="pl26769"/>
            <p:cNvSpPr/>
            <p:nvPr/>
          </p:nvSpPr>
          <p:spPr>
            <a:xfrm>
              <a:off x="8452196" y="11855607"/>
              <a:ext cx="17149" cy="29663"/>
            </a:xfrm>
            <a:custGeom>
              <a:avLst/>
              <a:gdLst/>
              <a:ahLst/>
              <a:cxnLst/>
              <a:rect l="0" t="0" r="0" b="0"/>
              <a:pathLst>
                <a:path w="17149" h="29663">
                  <a:moveTo>
                    <a:pt x="17149" y="29663"/>
                  </a:moveTo>
                  <a:lnTo>
                    <a:pt x="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0" name="pl26770"/>
            <p:cNvSpPr/>
            <p:nvPr/>
          </p:nvSpPr>
          <p:spPr>
            <a:xfrm>
              <a:off x="8998769" y="11687468"/>
              <a:ext cx="2757" cy="10281"/>
            </a:xfrm>
            <a:custGeom>
              <a:avLst/>
              <a:gdLst/>
              <a:ahLst/>
              <a:cxnLst/>
              <a:rect l="0" t="0" r="0" b="0"/>
              <a:pathLst>
                <a:path w="2757" h="10281">
                  <a:moveTo>
                    <a:pt x="2757" y="0"/>
                  </a:moveTo>
                  <a:lnTo>
                    <a:pt x="0" y="1028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1" name="pl26771"/>
            <p:cNvSpPr/>
            <p:nvPr/>
          </p:nvSpPr>
          <p:spPr>
            <a:xfrm>
              <a:off x="8672964" y="11889298"/>
              <a:ext cx="18236" cy="19925"/>
            </a:xfrm>
            <a:custGeom>
              <a:avLst/>
              <a:gdLst/>
              <a:ahLst/>
              <a:cxnLst/>
              <a:rect l="0" t="0" r="0" b="0"/>
              <a:pathLst>
                <a:path w="18236" h="19925">
                  <a:moveTo>
                    <a:pt x="0" y="0"/>
                  </a:moveTo>
                  <a:lnTo>
                    <a:pt x="18236" y="19925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2" name="pl26772"/>
            <p:cNvSpPr/>
            <p:nvPr/>
          </p:nvSpPr>
          <p:spPr>
            <a:xfrm>
              <a:off x="8655375" y="11872388"/>
              <a:ext cx="17589" cy="16910"/>
            </a:xfrm>
            <a:custGeom>
              <a:avLst/>
              <a:gdLst/>
              <a:ahLst/>
              <a:cxnLst/>
              <a:rect l="0" t="0" r="0" b="0"/>
              <a:pathLst>
                <a:path w="17589" h="16910">
                  <a:moveTo>
                    <a:pt x="17589" y="16910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3" name="pl26773"/>
            <p:cNvSpPr/>
            <p:nvPr/>
          </p:nvSpPr>
          <p:spPr>
            <a:xfrm>
              <a:off x="7638026" y="11230424"/>
              <a:ext cx="6138" cy="397"/>
            </a:xfrm>
            <a:custGeom>
              <a:avLst/>
              <a:gdLst/>
              <a:ahLst/>
              <a:cxnLst/>
              <a:rect l="0" t="0" r="0" b="0"/>
              <a:pathLst>
                <a:path w="6138" h="397">
                  <a:moveTo>
                    <a:pt x="6138" y="0"/>
                  </a:moveTo>
                  <a:lnTo>
                    <a:pt x="0" y="397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4" name="pl26774"/>
            <p:cNvSpPr/>
            <p:nvPr/>
          </p:nvSpPr>
          <p:spPr>
            <a:xfrm>
              <a:off x="8481645" y="11638425"/>
              <a:ext cx="34203" cy="14753"/>
            </a:xfrm>
            <a:custGeom>
              <a:avLst/>
              <a:gdLst/>
              <a:ahLst/>
              <a:cxnLst/>
              <a:rect l="0" t="0" r="0" b="0"/>
              <a:pathLst>
                <a:path w="34203" h="14753">
                  <a:moveTo>
                    <a:pt x="0" y="0"/>
                  </a:moveTo>
                  <a:lnTo>
                    <a:pt x="34203" y="1475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5" name="pl26775"/>
            <p:cNvSpPr/>
            <p:nvPr/>
          </p:nvSpPr>
          <p:spPr>
            <a:xfrm>
              <a:off x="8481645" y="11638425"/>
              <a:ext cx="25969" cy="10813"/>
            </a:xfrm>
            <a:custGeom>
              <a:avLst/>
              <a:gdLst/>
              <a:ahLst/>
              <a:cxnLst/>
              <a:rect l="0" t="0" r="0" b="0"/>
              <a:pathLst>
                <a:path w="25969" h="10813">
                  <a:moveTo>
                    <a:pt x="0" y="0"/>
                  </a:moveTo>
                  <a:lnTo>
                    <a:pt x="25969" y="10813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6" name="pl26776"/>
            <p:cNvSpPr/>
            <p:nvPr/>
          </p:nvSpPr>
          <p:spPr>
            <a:xfrm>
              <a:off x="7851193" y="11977457"/>
              <a:ext cx="9199" cy="10404"/>
            </a:xfrm>
            <a:custGeom>
              <a:avLst/>
              <a:gdLst/>
              <a:ahLst/>
              <a:cxnLst/>
              <a:rect l="0" t="0" r="0" b="0"/>
              <a:pathLst>
                <a:path w="9199" h="10404">
                  <a:moveTo>
                    <a:pt x="9199" y="1040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7" name="pl26777"/>
            <p:cNvSpPr/>
            <p:nvPr/>
          </p:nvSpPr>
          <p:spPr>
            <a:xfrm>
              <a:off x="8102662" y="11422673"/>
              <a:ext cx="6531" cy="2345"/>
            </a:xfrm>
            <a:custGeom>
              <a:avLst/>
              <a:gdLst/>
              <a:ahLst/>
              <a:cxnLst/>
              <a:rect l="0" t="0" r="0" b="0"/>
              <a:pathLst>
                <a:path w="6531" h="2345">
                  <a:moveTo>
                    <a:pt x="0" y="2345"/>
                  </a:moveTo>
                  <a:lnTo>
                    <a:pt x="6531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8" name="pl26778"/>
            <p:cNvSpPr/>
            <p:nvPr/>
          </p:nvSpPr>
          <p:spPr>
            <a:xfrm>
              <a:off x="8102662" y="11425019"/>
              <a:ext cx="6481" cy="22447"/>
            </a:xfrm>
            <a:custGeom>
              <a:avLst/>
              <a:gdLst/>
              <a:ahLst/>
              <a:cxnLst/>
              <a:rect l="0" t="0" r="0" b="0"/>
              <a:pathLst>
                <a:path w="6481" h="22447">
                  <a:moveTo>
                    <a:pt x="0" y="0"/>
                  </a:moveTo>
                  <a:lnTo>
                    <a:pt x="6481" y="22447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79" name="pl26779"/>
            <p:cNvSpPr/>
            <p:nvPr/>
          </p:nvSpPr>
          <p:spPr>
            <a:xfrm>
              <a:off x="8746052" y="12226561"/>
              <a:ext cx="7848" cy="6158"/>
            </a:xfrm>
            <a:custGeom>
              <a:avLst/>
              <a:gdLst/>
              <a:ahLst/>
              <a:cxnLst/>
              <a:rect l="0" t="0" r="0" b="0"/>
              <a:pathLst>
                <a:path w="7848" h="6158">
                  <a:moveTo>
                    <a:pt x="0" y="6158"/>
                  </a:moveTo>
                  <a:lnTo>
                    <a:pt x="7848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0" name="pl26780"/>
            <p:cNvSpPr/>
            <p:nvPr/>
          </p:nvSpPr>
          <p:spPr>
            <a:xfrm>
              <a:off x="8448190" y="11819881"/>
              <a:ext cx="81956" cy="95525"/>
            </a:xfrm>
            <a:custGeom>
              <a:avLst/>
              <a:gdLst/>
              <a:ahLst/>
              <a:cxnLst/>
              <a:rect l="0" t="0" r="0" b="0"/>
              <a:pathLst>
                <a:path w="81956" h="95525">
                  <a:moveTo>
                    <a:pt x="0" y="0"/>
                  </a:moveTo>
                  <a:lnTo>
                    <a:pt x="81956" y="95525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1" name="pl26781"/>
            <p:cNvSpPr/>
            <p:nvPr/>
          </p:nvSpPr>
          <p:spPr>
            <a:xfrm>
              <a:off x="8555341" y="11545836"/>
              <a:ext cx="56495" cy="30861"/>
            </a:xfrm>
            <a:custGeom>
              <a:avLst/>
              <a:gdLst/>
              <a:ahLst/>
              <a:cxnLst/>
              <a:rect l="0" t="0" r="0" b="0"/>
              <a:pathLst>
                <a:path w="56495" h="30861">
                  <a:moveTo>
                    <a:pt x="0" y="30861"/>
                  </a:moveTo>
                  <a:lnTo>
                    <a:pt x="56495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2" name="pl26782"/>
            <p:cNvSpPr/>
            <p:nvPr/>
          </p:nvSpPr>
          <p:spPr>
            <a:xfrm>
              <a:off x="8555341" y="11561735"/>
              <a:ext cx="63779" cy="14962"/>
            </a:xfrm>
            <a:custGeom>
              <a:avLst/>
              <a:gdLst/>
              <a:ahLst/>
              <a:cxnLst/>
              <a:rect l="0" t="0" r="0" b="0"/>
              <a:pathLst>
                <a:path w="63779" h="14962">
                  <a:moveTo>
                    <a:pt x="0" y="14962"/>
                  </a:moveTo>
                  <a:lnTo>
                    <a:pt x="63779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3" name="pl26783"/>
            <p:cNvSpPr/>
            <p:nvPr/>
          </p:nvSpPr>
          <p:spPr>
            <a:xfrm>
              <a:off x="8634154" y="11791903"/>
              <a:ext cx="46473" cy="60968"/>
            </a:xfrm>
            <a:custGeom>
              <a:avLst/>
              <a:gdLst/>
              <a:ahLst/>
              <a:cxnLst/>
              <a:rect l="0" t="0" r="0" b="0"/>
              <a:pathLst>
                <a:path w="46473" h="60968">
                  <a:moveTo>
                    <a:pt x="0" y="60968"/>
                  </a:moveTo>
                  <a:lnTo>
                    <a:pt x="46473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4" name="pl26784"/>
            <p:cNvSpPr/>
            <p:nvPr/>
          </p:nvSpPr>
          <p:spPr>
            <a:xfrm>
              <a:off x="8634154" y="11852871"/>
              <a:ext cx="36338" cy="17984"/>
            </a:xfrm>
            <a:custGeom>
              <a:avLst/>
              <a:gdLst/>
              <a:ahLst/>
              <a:cxnLst/>
              <a:rect l="0" t="0" r="0" b="0"/>
              <a:pathLst>
                <a:path w="36338" h="17984">
                  <a:moveTo>
                    <a:pt x="0" y="0"/>
                  </a:moveTo>
                  <a:lnTo>
                    <a:pt x="36338" y="17984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5" name="pl26785"/>
            <p:cNvSpPr/>
            <p:nvPr/>
          </p:nvSpPr>
          <p:spPr>
            <a:xfrm>
              <a:off x="8582044" y="11852871"/>
              <a:ext cx="52109" cy="21090"/>
            </a:xfrm>
            <a:custGeom>
              <a:avLst/>
              <a:gdLst/>
              <a:ahLst/>
              <a:cxnLst/>
              <a:rect l="0" t="0" r="0" b="0"/>
              <a:pathLst>
                <a:path w="52109" h="21090">
                  <a:moveTo>
                    <a:pt x="52109" y="0"/>
                  </a:moveTo>
                  <a:lnTo>
                    <a:pt x="0" y="2109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6" name="pl26786"/>
            <p:cNvSpPr/>
            <p:nvPr/>
          </p:nvSpPr>
          <p:spPr>
            <a:xfrm>
              <a:off x="8634154" y="11852871"/>
              <a:ext cx="21221" cy="19517"/>
            </a:xfrm>
            <a:custGeom>
              <a:avLst/>
              <a:gdLst/>
              <a:ahLst/>
              <a:cxnLst/>
              <a:rect l="0" t="0" r="0" b="0"/>
              <a:pathLst>
                <a:path w="21221" h="19517">
                  <a:moveTo>
                    <a:pt x="0" y="0"/>
                  </a:moveTo>
                  <a:lnTo>
                    <a:pt x="21221" y="19517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7" name="pl26787"/>
            <p:cNvSpPr/>
            <p:nvPr/>
          </p:nvSpPr>
          <p:spPr>
            <a:xfrm>
              <a:off x="7629069" y="11230822"/>
              <a:ext cx="8956" cy="338"/>
            </a:xfrm>
            <a:custGeom>
              <a:avLst/>
              <a:gdLst/>
              <a:ahLst/>
              <a:cxnLst/>
              <a:rect l="0" t="0" r="0" b="0"/>
              <a:pathLst>
                <a:path w="8956" h="338">
                  <a:moveTo>
                    <a:pt x="0" y="338"/>
                  </a:moveTo>
                  <a:lnTo>
                    <a:pt x="8956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8" name="pl26788"/>
            <p:cNvSpPr/>
            <p:nvPr/>
          </p:nvSpPr>
          <p:spPr>
            <a:xfrm>
              <a:off x="8135256" y="11468174"/>
              <a:ext cx="9052" cy="4140"/>
            </a:xfrm>
            <a:custGeom>
              <a:avLst/>
              <a:gdLst/>
              <a:ahLst/>
              <a:cxnLst/>
              <a:rect l="0" t="0" r="0" b="0"/>
              <a:pathLst>
                <a:path w="9052" h="4140">
                  <a:moveTo>
                    <a:pt x="0" y="4140"/>
                  </a:moveTo>
                  <a:lnTo>
                    <a:pt x="9052" y="0"/>
                  </a:lnTo>
                </a:path>
              </a:pathLst>
            </a:custGeom>
            <a:ln w="410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89" name="pl26789"/>
            <p:cNvSpPr/>
            <p:nvPr/>
          </p:nvSpPr>
          <p:spPr>
            <a:xfrm>
              <a:off x="8297545" y="11962604"/>
              <a:ext cx="11600" cy="4230"/>
            </a:xfrm>
            <a:custGeom>
              <a:avLst/>
              <a:gdLst/>
              <a:ahLst/>
              <a:cxnLst/>
              <a:rect l="0" t="0" r="0" b="0"/>
              <a:pathLst>
                <a:path w="11600" h="4230">
                  <a:moveTo>
                    <a:pt x="0" y="4230"/>
                  </a:moveTo>
                  <a:lnTo>
                    <a:pt x="1160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0" name="pl26790"/>
            <p:cNvSpPr/>
            <p:nvPr/>
          </p:nvSpPr>
          <p:spPr>
            <a:xfrm>
              <a:off x="8293314" y="11966834"/>
              <a:ext cx="4231" cy="16240"/>
            </a:xfrm>
            <a:custGeom>
              <a:avLst/>
              <a:gdLst/>
              <a:ahLst/>
              <a:cxnLst/>
              <a:rect l="0" t="0" r="0" b="0"/>
              <a:pathLst>
                <a:path w="4231" h="16240">
                  <a:moveTo>
                    <a:pt x="4231" y="0"/>
                  </a:moveTo>
                  <a:lnTo>
                    <a:pt x="0" y="1624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1" name="pl26791"/>
            <p:cNvSpPr/>
            <p:nvPr/>
          </p:nvSpPr>
          <p:spPr>
            <a:xfrm>
              <a:off x="8297545" y="11921428"/>
              <a:ext cx="10224" cy="45405"/>
            </a:xfrm>
            <a:custGeom>
              <a:avLst/>
              <a:gdLst/>
              <a:ahLst/>
              <a:cxnLst/>
              <a:rect l="0" t="0" r="0" b="0"/>
              <a:pathLst>
                <a:path w="10224" h="45405">
                  <a:moveTo>
                    <a:pt x="0" y="45405"/>
                  </a:moveTo>
                  <a:lnTo>
                    <a:pt x="10224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2" name="pl26792"/>
            <p:cNvSpPr/>
            <p:nvPr/>
          </p:nvSpPr>
          <p:spPr>
            <a:xfrm>
              <a:off x="8092401" y="11444495"/>
              <a:ext cx="7861" cy="7544"/>
            </a:xfrm>
            <a:custGeom>
              <a:avLst/>
              <a:gdLst/>
              <a:ahLst/>
              <a:cxnLst/>
              <a:rect l="0" t="0" r="0" b="0"/>
              <a:pathLst>
                <a:path w="7861" h="7544">
                  <a:moveTo>
                    <a:pt x="0" y="7544"/>
                  </a:moveTo>
                  <a:lnTo>
                    <a:pt x="7861" y="0"/>
                  </a:lnTo>
                </a:path>
              </a:pathLst>
            </a:custGeom>
            <a:ln w="41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3" name="pl26793"/>
            <p:cNvSpPr/>
            <p:nvPr/>
          </p:nvSpPr>
          <p:spPr>
            <a:xfrm>
              <a:off x="8385907" y="11634620"/>
              <a:ext cx="17521" cy="11108"/>
            </a:xfrm>
            <a:custGeom>
              <a:avLst/>
              <a:gdLst/>
              <a:ahLst/>
              <a:cxnLst/>
              <a:rect l="0" t="0" r="0" b="0"/>
              <a:pathLst>
                <a:path w="17521" h="11108">
                  <a:moveTo>
                    <a:pt x="17521" y="0"/>
                  </a:moveTo>
                  <a:lnTo>
                    <a:pt x="0" y="1110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4" name="pl26794"/>
            <p:cNvSpPr/>
            <p:nvPr/>
          </p:nvSpPr>
          <p:spPr>
            <a:xfrm>
              <a:off x="8403429" y="11615836"/>
              <a:ext cx="34387" cy="18783"/>
            </a:xfrm>
            <a:custGeom>
              <a:avLst/>
              <a:gdLst/>
              <a:ahLst/>
              <a:cxnLst/>
              <a:rect l="0" t="0" r="0" b="0"/>
              <a:pathLst>
                <a:path w="34387" h="18783">
                  <a:moveTo>
                    <a:pt x="0" y="18783"/>
                  </a:moveTo>
                  <a:lnTo>
                    <a:pt x="34387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5" name="pl26795"/>
            <p:cNvSpPr/>
            <p:nvPr/>
          </p:nvSpPr>
          <p:spPr>
            <a:xfrm>
              <a:off x="8395074" y="11634620"/>
              <a:ext cx="8354" cy="6377"/>
            </a:xfrm>
            <a:custGeom>
              <a:avLst/>
              <a:gdLst/>
              <a:ahLst/>
              <a:cxnLst/>
              <a:rect l="0" t="0" r="0" b="0"/>
              <a:pathLst>
                <a:path w="8354" h="6377">
                  <a:moveTo>
                    <a:pt x="8354" y="0"/>
                  </a:moveTo>
                  <a:lnTo>
                    <a:pt x="0" y="637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6" name="pl26796"/>
            <p:cNvSpPr/>
            <p:nvPr/>
          </p:nvSpPr>
          <p:spPr>
            <a:xfrm>
              <a:off x="8091832" y="11437674"/>
              <a:ext cx="8429" cy="6820"/>
            </a:xfrm>
            <a:custGeom>
              <a:avLst/>
              <a:gdLst/>
              <a:ahLst/>
              <a:cxnLst/>
              <a:rect l="0" t="0" r="0" b="0"/>
              <a:pathLst>
                <a:path w="8429" h="6820">
                  <a:moveTo>
                    <a:pt x="0" y="0"/>
                  </a:moveTo>
                  <a:lnTo>
                    <a:pt x="8429" y="682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7" name="pl26797"/>
            <p:cNvSpPr/>
            <p:nvPr/>
          </p:nvSpPr>
          <p:spPr>
            <a:xfrm>
              <a:off x="8037707" y="12302346"/>
              <a:ext cx="428" cy="13068"/>
            </a:xfrm>
            <a:custGeom>
              <a:avLst/>
              <a:gdLst/>
              <a:ahLst/>
              <a:cxnLst/>
              <a:rect l="0" t="0" r="0" b="0"/>
              <a:pathLst>
                <a:path w="428" h="13068">
                  <a:moveTo>
                    <a:pt x="0" y="13068"/>
                  </a:moveTo>
                  <a:lnTo>
                    <a:pt x="428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8" name="pl26798"/>
            <p:cNvSpPr/>
            <p:nvPr/>
          </p:nvSpPr>
          <p:spPr>
            <a:xfrm>
              <a:off x="8437817" y="11604141"/>
              <a:ext cx="1294" cy="11694"/>
            </a:xfrm>
            <a:custGeom>
              <a:avLst/>
              <a:gdLst/>
              <a:ahLst/>
              <a:cxnLst/>
              <a:rect l="0" t="0" r="0" b="0"/>
              <a:pathLst>
                <a:path w="1294" h="11694">
                  <a:moveTo>
                    <a:pt x="1294" y="0"/>
                  </a:moveTo>
                  <a:lnTo>
                    <a:pt x="0" y="11694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799" name="pl26799"/>
            <p:cNvSpPr/>
            <p:nvPr/>
          </p:nvSpPr>
          <p:spPr>
            <a:xfrm>
              <a:off x="8439112" y="11589005"/>
              <a:ext cx="8575" cy="15135"/>
            </a:xfrm>
            <a:custGeom>
              <a:avLst/>
              <a:gdLst/>
              <a:ahLst/>
              <a:cxnLst/>
              <a:rect l="0" t="0" r="0" b="0"/>
              <a:pathLst>
                <a:path w="8575" h="15135">
                  <a:moveTo>
                    <a:pt x="0" y="15135"/>
                  </a:moveTo>
                  <a:lnTo>
                    <a:pt x="8575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0" name="pl26800"/>
            <p:cNvSpPr/>
            <p:nvPr/>
          </p:nvSpPr>
          <p:spPr>
            <a:xfrm>
              <a:off x="8438575" y="11604141"/>
              <a:ext cx="536" cy="4586"/>
            </a:xfrm>
            <a:custGeom>
              <a:avLst/>
              <a:gdLst/>
              <a:ahLst/>
              <a:cxnLst/>
              <a:rect l="0" t="0" r="0" b="0"/>
              <a:pathLst>
                <a:path w="536" h="4586">
                  <a:moveTo>
                    <a:pt x="536" y="0"/>
                  </a:moveTo>
                  <a:lnTo>
                    <a:pt x="0" y="4586"/>
                  </a:lnTo>
                </a:path>
              </a:pathLst>
            </a:custGeom>
            <a:ln w="505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1" name="pl26801"/>
            <p:cNvSpPr/>
            <p:nvPr/>
          </p:nvSpPr>
          <p:spPr>
            <a:xfrm>
              <a:off x="8438768" y="11598880"/>
              <a:ext cx="343" cy="5261"/>
            </a:xfrm>
            <a:custGeom>
              <a:avLst/>
              <a:gdLst/>
              <a:ahLst/>
              <a:cxnLst/>
              <a:rect l="0" t="0" r="0" b="0"/>
              <a:pathLst>
                <a:path w="343" h="5261">
                  <a:moveTo>
                    <a:pt x="343" y="5261"/>
                  </a:moveTo>
                  <a:lnTo>
                    <a:pt x="0" y="0"/>
                  </a:lnTo>
                </a:path>
              </a:pathLst>
            </a:custGeom>
            <a:ln w="424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2" name="pl26802"/>
            <p:cNvSpPr/>
            <p:nvPr/>
          </p:nvSpPr>
          <p:spPr>
            <a:xfrm>
              <a:off x="8439112" y="11603819"/>
              <a:ext cx="2194" cy="322"/>
            </a:xfrm>
            <a:custGeom>
              <a:avLst/>
              <a:gdLst/>
              <a:ahLst/>
              <a:cxnLst/>
              <a:rect l="0" t="0" r="0" b="0"/>
              <a:pathLst>
                <a:path w="2194" h="322">
                  <a:moveTo>
                    <a:pt x="0" y="322"/>
                  </a:moveTo>
                  <a:lnTo>
                    <a:pt x="2194" y="0"/>
                  </a:lnTo>
                </a:path>
              </a:pathLst>
            </a:custGeom>
            <a:ln w="480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3" name="pl26803"/>
            <p:cNvSpPr/>
            <p:nvPr/>
          </p:nvSpPr>
          <p:spPr>
            <a:xfrm>
              <a:off x="8360784" y="10854772"/>
              <a:ext cx="1053" cy="5096"/>
            </a:xfrm>
            <a:custGeom>
              <a:avLst/>
              <a:gdLst/>
              <a:ahLst/>
              <a:cxnLst/>
              <a:rect l="0" t="0" r="0" b="0"/>
              <a:pathLst>
                <a:path w="1053" h="5096">
                  <a:moveTo>
                    <a:pt x="0" y="0"/>
                  </a:moveTo>
                  <a:lnTo>
                    <a:pt x="1053" y="5096"/>
                  </a:lnTo>
                </a:path>
              </a:pathLst>
            </a:custGeom>
            <a:ln w="412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4" name="pl26804"/>
            <p:cNvSpPr/>
            <p:nvPr/>
          </p:nvSpPr>
          <p:spPr>
            <a:xfrm>
              <a:off x="7860051" y="12305174"/>
              <a:ext cx="7628" cy="1024"/>
            </a:xfrm>
            <a:custGeom>
              <a:avLst/>
              <a:gdLst/>
              <a:ahLst/>
              <a:cxnLst/>
              <a:rect l="0" t="0" r="0" b="0"/>
              <a:pathLst>
                <a:path w="7628" h="1024">
                  <a:moveTo>
                    <a:pt x="7628" y="0"/>
                  </a:moveTo>
                  <a:lnTo>
                    <a:pt x="0" y="1024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5" name="pl26805"/>
            <p:cNvSpPr/>
            <p:nvPr/>
          </p:nvSpPr>
          <p:spPr>
            <a:xfrm>
              <a:off x="8074314" y="10921264"/>
              <a:ext cx="13992" cy="9028"/>
            </a:xfrm>
            <a:custGeom>
              <a:avLst/>
              <a:gdLst/>
              <a:ahLst/>
              <a:cxnLst/>
              <a:rect l="0" t="0" r="0" b="0"/>
              <a:pathLst>
                <a:path w="13992" h="9028">
                  <a:moveTo>
                    <a:pt x="13992" y="0"/>
                  </a:moveTo>
                  <a:lnTo>
                    <a:pt x="0" y="9028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6" name="pl26806"/>
            <p:cNvSpPr/>
            <p:nvPr/>
          </p:nvSpPr>
          <p:spPr>
            <a:xfrm>
              <a:off x="8498777" y="11618278"/>
              <a:ext cx="58532" cy="3372"/>
            </a:xfrm>
            <a:custGeom>
              <a:avLst/>
              <a:gdLst/>
              <a:ahLst/>
              <a:cxnLst/>
              <a:rect l="0" t="0" r="0" b="0"/>
              <a:pathLst>
                <a:path w="58532" h="3372">
                  <a:moveTo>
                    <a:pt x="58532" y="337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7" name="pl26807"/>
            <p:cNvSpPr/>
            <p:nvPr/>
          </p:nvSpPr>
          <p:spPr>
            <a:xfrm>
              <a:off x="7469706" y="11696623"/>
              <a:ext cx="3290" cy="10009"/>
            </a:xfrm>
            <a:custGeom>
              <a:avLst/>
              <a:gdLst/>
              <a:ahLst/>
              <a:cxnLst/>
              <a:rect l="0" t="0" r="0" b="0"/>
              <a:pathLst>
                <a:path w="3290" h="10009">
                  <a:moveTo>
                    <a:pt x="0" y="0"/>
                  </a:moveTo>
                  <a:lnTo>
                    <a:pt x="3290" y="10009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8" name="pl26808"/>
            <p:cNvSpPr/>
            <p:nvPr/>
          </p:nvSpPr>
          <p:spPr>
            <a:xfrm>
              <a:off x="7458625" y="11696623"/>
              <a:ext cx="11081" cy="3650"/>
            </a:xfrm>
            <a:custGeom>
              <a:avLst/>
              <a:gdLst/>
              <a:ahLst/>
              <a:cxnLst/>
              <a:rect l="0" t="0" r="0" b="0"/>
              <a:pathLst>
                <a:path w="11081" h="3650">
                  <a:moveTo>
                    <a:pt x="11081" y="0"/>
                  </a:moveTo>
                  <a:lnTo>
                    <a:pt x="0" y="365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09" name="pl26809"/>
            <p:cNvSpPr/>
            <p:nvPr/>
          </p:nvSpPr>
          <p:spPr>
            <a:xfrm>
              <a:off x="7469706" y="11681658"/>
              <a:ext cx="19217" cy="14964"/>
            </a:xfrm>
            <a:custGeom>
              <a:avLst/>
              <a:gdLst/>
              <a:ahLst/>
              <a:cxnLst/>
              <a:rect l="0" t="0" r="0" b="0"/>
              <a:pathLst>
                <a:path w="19217" h="14964">
                  <a:moveTo>
                    <a:pt x="0" y="14964"/>
                  </a:moveTo>
                  <a:lnTo>
                    <a:pt x="19217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0" name="pl26810"/>
            <p:cNvSpPr/>
            <p:nvPr/>
          </p:nvSpPr>
          <p:spPr>
            <a:xfrm>
              <a:off x="7628826" y="11144076"/>
              <a:ext cx="24491" cy="1708"/>
            </a:xfrm>
            <a:custGeom>
              <a:avLst/>
              <a:gdLst/>
              <a:ahLst/>
              <a:cxnLst/>
              <a:rect l="0" t="0" r="0" b="0"/>
              <a:pathLst>
                <a:path w="24491" h="1708">
                  <a:moveTo>
                    <a:pt x="0" y="1708"/>
                  </a:moveTo>
                  <a:lnTo>
                    <a:pt x="24491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1" name="pl26811"/>
            <p:cNvSpPr/>
            <p:nvPr/>
          </p:nvSpPr>
          <p:spPr>
            <a:xfrm>
              <a:off x="7497191" y="11491774"/>
              <a:ext cx="7341" cy="5217"/>
            </a:xfrm>
            <a:custGeom>
              <a:avLst/>
              <a:gdLst/>
              <a:ahLst/>
              <a:cxnLst/>
              <a:rect l="0" t="0" r="0" b="0"/>
              <a:pathLst>
                <a:path w="7341" h="5217">
                  <a:moveTo>
                    <a:pt x="0" y="5217"/>
                  </a:moveTo>
                  <a:lnTo>
                    <a:pt x="7341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2" name="pl26812"/>
            <p:cNvSpPr/>
            <p:nvPr/>
          </p:nvSpPr>
          <p:spPr>
            <a:xfrm>
              <a:off x="7689389" y="11795582"/>
              <a:ext cx="3090" cy="6386"/>
            </a:xfrm>
            <a:custGeom>
              <a:avLst/>
              <a:gdLst/>
              <a:ahLst/>
              <a:cxnLst/>
              <a:rect l="0" t="0" r="0" b="0"/>
              <a:pathLst>
                <a:path w="3090" h="6386">
                  <a:moveTo>
                    <a:pt x="3090" y="6386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3" name="pl26813"/>
            <p:cNvSpPr/>
            <p:nvPr/>
          </p:nvSpPr>
          <p:spPr>
            <a:xfrm>
              <a:off x="7692479" y="11798384"/>
              <a:ext cx="1477" cy="3583"/>
            </a:xfrm>
            <a:custGeom>
              <a:avLst/>
              <a:gdLst/>
              <a:ahLst/>
              <a:cxnLst/>
              <a:rect l="0" t="0" r="0" b="0"/>
              <a:pathLst>
                <a:path w="1477" h="3583">
                  <a:moveTo>
                    <a:pt x="0" y="3583"/>
                  </a:moveTo>
                  <a:lnTo>
                    <a:pt x="1477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4" name="pl26814"/>
            <p:cNvSpPr/>
            <p:nvPr/>
          </p:nvSpPr>
          <p:spPr>
            <a:xfrm>
              <a:off x="7488923" y="11681658"/>
              <a:ext cx="6957" cy="7233"/>
            </a:xfrm>
            <a:custGeom>
              <a:avLst/>
              <a:gdLst/>
              <a:ahLst/>
              <a:cxnLst/>
              <a:rect l="0" t="0" r="0" b="0"/>
              <a:pathLst>
                <a:path w="6957" h="7233">
                  <a:moveTo>
                    <a:pt x="6957" y="7233"/>
                  </a:moveTo>
                  <a:lnTo>
                    <a:pt x="0" y="0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5" name="pl26815"/>
            <p:cNvSpPr/>
            <p:nvPr/>
          </p:nvSpPr>
          <p:spPr>
            <a:xfrm>
              <a:off x="7867642" y="11949531"/>
              <a:ext cx="3918" cy="10388"/>
            </a:xfrm>
            <a:custGeom>
              <a:avLst/>
              <a:gdLst/>
              <a:ahLst/>
              <a:cxnLst/>
              <a:rect l="0" t="0" r="0" b="0"/>
              <a:pathLst>
                <a:path w="3918" h="10388">
                  <a:moveTo>
                    <a:pt x="0" y="0"/>
                  </a:moveTo>
                  <a:lnTo>
                    <a:pt x="3918" y="10388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6" name="pl26816"/>
            <p:cNvSpPr/>
            <p:nvPr/>
          </p:nvSpPr>
          <p:spPr>
            <a:xfrm>
              <a:off x="7867642" y="11944794"/>
              <a:ext cx="5581" cy="4736"/>
            </a:xfrm>
            <a:custGeom>
              <a:avLst/>
              <a:gdLst/>
              <a:ahLst/>
              <a:cxnLst/>
              <a:rect l="0" t="0" r="0" b="0"/>
              <a:pathLst>
                <a:path w="5581" h="4736">
                  <a:moveTo>
                    <a:pt x="0" y="4736"/>
                  </a:moveTo>
                  <a:lnTo>
                    <a:pt x="5581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7" name="pl26817"/>
            <p:cNvSpPr/>
            <p:nvPr/>
          </p:nvSpPr>
          <p:spPr>
            <a:xfrm>
              <a:off x="7850009" y="11944624"/>
              <a:ext cx="17633" cy="4906"/>
            </a:xfrm>
            <a:custGeom>
              <a:avLst/>
              <a:gdLst/>
              <a:ahLst/>
              <a:cxnLst/>
              <a:rect l="0" t="0" r="0" b="0"/>
              <a:pathLst>
                <a:path w="17633" h="4906">
                  <a:moveTo>
                    <a:pt x="17633" y="4906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8" name="pl26818"/>
            <p:cNvSpPr/>
            <p:nvPr/>
          </p:nvSpPr>
          <p:spPr>
            <a:xfrm>
              <a:off x="8450857" y="11979000"/>
              <a:ext cx="9609" cy="34151"/>
            </a:xfrm>
            <a:custGeom>
              <a:avLst/>
              <a:gdLst/>
              <a:ahLst/>
              <a:cxnLst/>
              <a:rect l="0" t="0" r="0" b="0"/>
              <a:pathLst>
                <a:path w="9609" h="34151">
                  <a:moveTo>
                    <a:pt x="0" y="0"/>
                  </a:moveTo>
                  <a:lnTo>
                    <a:pt x="9609" y="34151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19" name="pl26819"/>
            <p:cNvSpPr/>
            <p:nvPr/>
          </p:nvSpPr>
          <p:spPr>
            <a:xfrm>
              <a:off x="8289330" y="11983074"/>
              <a:ext cx="3983" cy="11408"/>
            </a:xfrm>
            <a:custGeom>
              <a:avLst/>
              <a:gdLst/>
              <a:ahLst/>
              <a:cxnLst/>
              <a:rect l="0" t="0" r="0" b="0"/>
              <a:pathLst>
                <a:path w="3983" h="11408">
                  <a:moveTo>
                    <a:pt x="0" y="11408"/>
                  </a:moveTo>
                  <a:lnTo>
                    <a:pt x="398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0" name="pl26820"/>
            <p:cNvSpPr/>
            <p:nvPr/>
          </p:nvSpPr>
          <p:spPr>
            <a:xfrm>
              <a:off x="8925663" y="11905188"/>
              <a:ext cx="2042" cy="3715"/>
            </a:xfrm>
            <a:custGeom>
              <a:avLst/>
              <a:gdLst/>
              <a:ahLst/>
              <a:cxnLst/>
              <a:rect l="0" t="0" r="0" b="0"/>
              <a:pathLst>
                <a:path w="2042" h="3715">
                  <a:moveTo>
                    <a:pt x="0" y="3715"/>
                  </a:moveTo>
                  <a:lnTo>
                    <a:pt x="2042" y="0"/>
                  </a:lnTo>
                </a:path>
              </a:pathLst>
            </a:custGeom>
            <a:ln w="40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1" name="pl26821"/>
            <p:cNvSpPr/>
            <p:nvPr/>
          </p:nvSpPr>
          <p:spPr>
            <a:xfrm>
              <a:off x="8144308" y="11453831"/>
              <a:ext cx="14247" cy="14342"/>
            </a:xfrm>
            <a:custGeom>
              <a:avLst/>
              <a:gdLst/>
              <a:ahLst/>
              <a:cxnLst/>
              <a:rect l="0" t="0" r="0" b="0"/>
              <a:pathLst>
                <a:path w="14247" h="14342">
                  <a:moveTo>
                    <a:pt x="14247" y="0"/>
                  </a:moveTo>
                  <a:lnTo>
                    <a:pt x="0" y="14342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2" name="pl26822"/>
            <p:cNvSpPr/>
            <p:nvPr/>
          </p:nvSpPr>
          <p:spPr>
            <a:xfrm>
              <a:off x="8148878" y="11464164"/>
              <a:ext cx="27663" cy="833"/>
            </a:xfrm>
            <a:custGeom>
              <a:avLst/>
              <a:gdLst/>
              <a:ahLst/>
              <a:cxnLst/>
              <a:rect l="0" t="0" r="0" b="0"/>
              <a:pathLst>
                <a:path w="27663" h="833">
                  <a:moveTo>
                    <a:pt x="0" y="0"/>
                  </a:moveTo>
                  <a:lnTo>
                    <a:pt x="27663" y="83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3" name="pl26823"/>
            <p:cNvSpPr/>
            <p:nvPr/>
          </p:nvSpPr>
          <p:spPr>
            <a:xfrm>
              <a:off x="7850009" y="11944624"/>
              <a:ext cx="1184" cy="32832"/>
            </a:xfrm>
            <a:custGeom>
              <a:avLst/>
              <a:gdLst/>
              <a:ahLst/>
              <a:cxnLst/>
              <a:rect l="0" t="0" r="0" b="0"/>
              <a:pathLst>
                <a:path w="1184" h="32832">
                  <a:moveTo>
                    <a:pt x="0" y="0"/>
                  </a:moveTo>
                  <a:lnTo>
                    <a:pt x="1184" y="32832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4" name="pl26824"/>
            <p:cNvSpPr/>
            <p:nvPr/>
          </p:nvSpPr>
          <p:spPr>
            <a:xfrm>
              <a:off x="8390545" y="11744247"/>
              <a:ext cx="24437" cy="15610"/>
            </a:xfrm>
            <a:custGeom>
              <a:avLst/>
              <a:gdLst/>
              <a:ahLst/>
              <a:cxnLst/>
              <a:rect l="0" t="0" r="0" b="0"/>
              <a:pathLst>
                <a:path w="24437" h="15610">
                  <a:moveTo>
                    <a:pt x="0" y="15610"/>
                  </a:moveTo>
                  <a:lnTo>
                    <a:pt x="24437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5" name="pl26825"/>
            <p:cNvSpPr/>
            <p:nvPr/>
          </p:nvSpPr>
          <p:spPr>
            <a:xfrm>
              <a:off x="8122098" y="12394702"/>
              <a:ext cx="6712" cy="1247"/>
            </a:xfrm>
            <a:custGeom>
              <a:avLst/>
              <a:gdLst/>
              <a:ahLst/>
              <a:cxnLst/>
              <a:rect l="0" t="0" r="0" b="0"/>
              <a:pathLst>
                <a:path w="6712" h="1247">
                  <a:moveTo>
                    <a:pt x="0" y="1247"/>
                  </a:moveTo>
                  <a:lnTo>
                    <a:pt x="6712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6" name="pl26826"/>
            <p:cNvSpPr/>
            <p:nvPr/>
          </p:nvSpPr>
          <p:spPr>
            <a:xfrm>
              <a:off x="8475747" y="11840656"/>
              <a:ext cx="39164" cy="28866"/>
            </a:xfrm>
            <a:custGeom>
              <a:avLst/>
              <a:gdLst/>
              <a:ahLst/>
              <a:cxnLst/>
              <a:rect l="0" t="0" r="0" b="0"/>
              <a:pathLst>
                <a:path w="39164" h="28866">
                  <a:moveTo>
                    <a:pt x="0" y="0"/>
                  </a:moveTo>
                  <a:lnTo>
                    <a:pt x="39164" y="28866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7" name="pl26827"/>
            <p:cNvSpPr/>
            <p:nvPr/>
          </p:nvSpPr>
          <p:spPr>
            <a:xfrm>
              <a:off x="8144308" y="11459308"/>
              <a:ext cx="5623" cy="8866"/>
            </a:xfrm>
            <a:custGeom>
              <a:avLst/>
              <a:gdLst/>
              <a:ahLst/>
              <a:cxnLst/>
              <a:rect l="0" t="0" r="0" b="0"/>
              <a:pathLst>
                <a:path w="5623" h="8866">
                  <a:moveTo>
                    <a:pt x="5623" y="0"/>
                  </a:moveTo>
                  <a:lnTo>
                    <a:pt x="0" y="8866"/>
                  </a:lnTo>
                </a:path>
              </a:pathLst>
            </a:custGeom>
            <a:ln w="419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8" name="pl26828"/>
            <p:cNvSpPr/>
            <p:nvPr/>
          </p:nvSpPr>
          <p:spPr>
            <a:xfrm>
              <a:off x="7664019" y="12085037"/>
              <a:ext cx="3870" cy="9051"/>
            </a:xfrm>
            <a:custGeom>
              <a:avLst/>
              <a:gdLst/>
              <a:ahLst/>
              <a:cxnLst/>
              <a:rect l="0" t="0" r="0" b="0"/>
              <a:pathLst>
                <a:path w="3870" h="9051">
                  <a:moveTo>
                    <a:pt x="0" y="9051"/>
                  </a:moveTo>
                  <a:lnTo>
                    <a:pt x="3870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29" name="pl26829"/>
            <p:cNvSpPr/>
            <p:nvPr/>
          </p:nvSpPr>
          <p:spPr>
            <a:xfrm>
              <a:off x="8851775" y="11349819"/>
              <a:ext cx="3672" cy="10375"/>
            </a:xfrm>
            <a:custGeom>
              <a:avLst/>
              <a:gdLst/>
              <a:ahLst/>
              <a:cxnLst/>
              <a:rect l="0" t="0" r="0" b="0"/>
              <a:pathLst>
                <a:path w="3672" h="10375">
                  <a:moveTo>
                    <a:pt x="0" y="0"/>
                  </a:moveTo>
                  <a:lnTo>
                    <a:pt x="3672" y="10375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0" name="pl26830"/>
            <p:cNvSpPr/>
            <p:nvPr/>
          </p:nvSpPr>
          <p:spPr>
            <a:xfrm>
              <a:off x="8843700" y="11341650"/>
              <a:ext cx="8074" cy="8169"/>
            </a:xfrm>
            <a:custGeom>
              <a:avLst/>
              <a:gdLst/>
              <a:ahLst/>
              <a:cxnLst/>
              <a:rect l="0" t="0" r="0" b="0"/>
              <a:pathLst>
                <a:path w="8074" h="8169">
                  <a:moveTo>
                    <a:pt x="8074" y="8169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1" name="pl26831"/>
            <p:cNvSpPr/>
            <p:nvPr/>
          </p:nvSpPr>
          <p:spPr>
            <a:xfrm>
              <a:off x="8851775" y="11328425"/>
              <a:ext cx="11258" cy="21394"/>
            </a:xfrm>
            <a:custGeom>
              <a:avLst/>
              <a:gdLst/>
              <a:ahLst/>
              <a:cxnLst/>
              <a:rect l="0" t="0" r="0" b="0"/>
              <a:pathLst>
                <a:path w="11258" h="21394">
                  <a:moveTo>
                    <a:pt x="0" y="21394"/>
                  </a:moveTo>
                  <a:lnTo>
                    <a:pt x="11258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2" name="pl26832"/>
            <p:cNvSpPr/>
            <p:nvPr/>
          </p:nvSpPr>
          <p:spPr>
            <a:xfrm>
              <a:off x="8481663" y="12249489"/>
              <a:ext cx="1901" cy="10884"/>
            </a:xfrm>
            <a:custGeom>
              <a:avLst/>
              <a:gdLst/>
              <a:ahLst/>
              <a:cxnLst/>
              <a:rect l="0" t="0" r="0" b="0"/>
              <a:pathLst>
                <a:path w="1901" h="10884">
                  <a:moveTo>
                    <a:pt x="1901" y="10884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3" name="pl26833"/>
            <p:cNvSpPr/>
            <p:nvPr/>
          </p:nvSpPr>
          <p:spPr>
            <a:xfrm>
              <a:off x="8161283" y="11348183"/>
              <a:ext cx="6077" cy="16779"/>
            </a:xfrm>
            <a:custGeom>
              <a:avLst/>
              <a:gdLst/>
              <a:ahLst/>
              <a:cxnLst/>
              <a:rect l="0" t="0" r="0" b="0"/>
              <a:pathLst>
                <a:path w="6077" h="16779">
                  <a:moveTo>
                    <a:pt x="6077" y="0"/>
                  </a:moveTo>
                  <a:lnTo>
                    <a:pt x="0" y="1677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4" name="pl26834"/>
            <p:cNvSpPr/>
            <p:nvPr/>
          </p:nvSpPr>
          <p:spPr>
            <a:xfrm>
              <a:off x="8824115" y="11726646"/>
              <a:ext cx="4636" cy="4306"/>
            </a:xfrm>
            <a:custGeom>
              <a:avLst/>
              <a:gdLst/>
              <a:ahLst/>
              <a:cxnLst/>
              <a:rect l="0" t="0" r="0" b="0"/>
              <a:pathLst>
                <a:path w="4636" h="4306">
                  <a:moveTo>
                    <a:pt x="4636" y="4306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5" name="pl26835"/>
            <p:cNvSpPr/>
            <p:nvPr/>
          </p:nvSpPr>
          <p:spPr>
            <a:xfrm>
              <a:off x="8122836" y="11457928"/>
              <a:ext cx="21472" cy="10245"/>
            </a:xfrm>
            <a:custGeom>
              <a:avLst/>
              <a:gdLst/>
              <a:ahLst/>
              <a:cxnLst/>
              <a:rect l="0" t="0" r="0" b="0"/>
              <a:pathLst>
                <a:path w="21472" h="10245">
                  <a:moveTo>
                    <a:pt x="0" y="0"/>
                  </a:moveTo>
                  <a:lnTo>
                    <a:pt x="21472" y="10245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6" name="pl26836"/>
            <p:cNvSpPr/>
            <p:nvPr/>
          </p:nvSpPr>
          <p:spPr>
            <a:xfrm>
              <a:off x="8100262" y="11444495"/>
              <a:ext cx="22574" cy="13433"/>
            </a:xfrm>
            <a:custGeom>
              <a:avLst/>
              <a:gdLst/>
              <a:ahLst/>
              <a:cxnLst/>
              <a:rect l="0" t="0" r="0" b="0"/>
              <a:pathLst>
                <a:path w="22574" h="13433">
                  <a:moveTo>
                    <a:pt x="22574" y="13433"/>
                  </a:moveTo>
                  <a:lnTo>
                    <a:pt x="0" y="0"/>
                  </a:lnTo>
                </a:path>
              </a:pathLst>
            </a:custGeom>
            <a:ln w="409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7" name="pl26837"/>
            <p:cNvSpPr/>
            <p:nvPr/>
          </p:nvSpPr>
          <p:spPr>
            <a:xfrm>
              <a:off x="8109144" y="11447466"/>
              <a:ext cx="13692" cy="10462"/>
            </a:xfrm>
            <a:custGeom>
              <a:avLst/>
              <a:gdLst/>
              <a:ahLst/>
              <a:cxnLst/>
              <a:rect l="0" t="0" r="0" b="0"/>
              <a:pathLst>
                <a:path w="13692" h="10462">
                  <a:moveTo>
                    <a:pt x="13692" y="10462"/>
                  </a:moveTo>
                  <a:lnTo>
                    <a:pt x="0" y="0"/>
                  </a:lnTo>
                </a:path>
              </a:pathLst>
            </a:custGeom>
            <a:ln w="410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8" name="pl26838"/>
            <p:cNvSpPr/>
            <p:nvPr/>
          </p:nvSpPr>
          <p:spPr>
            <a:xfrm>
              <a:off x="8194310" y="11445113"/>
              <a:ext cx="16030" cy="1639"/>
            </a:xfrm>
            <a:custGeom>
              <a:avLst/>
              <a:gdLst/>
              <a:ahLst/>
              <a:cxnLst/>
              <a:rect l="0" t="0" r="0" b="0"/>
              <a:pathLst>
                <a:path w="16030" h="1639">
                  <a:moveTo>
                    <a:pt x="16030" y="1639"/>
                  </a:moveTo>
                  <a:lnTo>
                    <a:pt x="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39" name="pl26839"/>
            <p:cNvSpPr/>
            <p:nvPr/>
          </p:nvSpPr>
          <p:spPr>
            <a:xfrm>
              <a:off x="7486124" y="11668384"/>
              <a:ext cx="2798" cy="13274"/>
            </a:xfrm>
            <a:custGeom>
              <a:avLst/>
              <a:gdLst/>
              <a:ahLst/>
              <a:cxnLst/>
              <a:rect l="0" t="0" r="0" b="0"/>
              <a:pathLst>
                <a:path w="2798" h="13274">
                  <a:moveTo>
                    <a:pt x="2798" y="1327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0" name="pl26840"/>
            <p:cNvSpPr/>
            <p:nvPr/>
          </p:nvSpPr>
          <p:spPr>
            <a:xfrm>
              <a:off x="8700805" y="11075678"/>
              <a:ext cx="5055" cy="582"/>
            </a:xfrm>
            <a:custGeom>
              <a:avLst/>
              <a:gdLst/>
              <a:ahLst/>
              <a:cxnLst/>
              <a:rect l="0" t="0" r="0" b="0"/>
              <a:pathLst>
                <a:path w="5055" h="582">
                  <a:moveTo>
                    <a:pt x="0" y="0"/>
                  </a:moveTo>
                  <a:lnTo>
                    <a:pt x="5055" y="582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1" name="pl26841"/>
            <p:cNvSpPr/>
            <p:nvPr/>
          </p:nvSpPr>
          <p:spPr>
            <a:xfrm>
              <a:off x="8159487" y="11441558"/>
              <a:ext cx="17159" cy="1837"/>
            </a:xfrm>
            <a:custGeom>
              <a:avLst/>
              <a:gdLst/>
              <a:ahLst/>
              <a:cxnLst/>
              <a:rect l="0" t="0" r="0" b="0"/>
              <a:pathLst>
                <a:path w="17159" h="1837">
                  <a:moveTo>
                    <a:pt x="0" y="0"/>
                  </a:moveTo>
                  <a:lnTo>
                    <a:pt x="17159" y="1837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2" name="pl26842"/>
            <p:cNvSpPr/>
            <p:nvPr/>
          </p:nvSpPr>
          <p:spPr>
            <a:xfrm>
              <a:off x="8132900" y="11441558"/>
              <a:ext cx="26586" cy="13964"/>
            </a:xfrm>
            <a:custGeom>
              <a:avLst/>
              <a:gdLst/>
              <a:ahLst/>
              <a:cxnLst/>
              <a:rect l="0" t="0" r="0" b="0"/>
              <a:pathLst>
                <a:path w="26586" h="13964">
                  <a:moveTo>
                    <a:pt x="26586" y="0"/>
                  </a:moveTo>
                  <a:lnTo>
                    <a:pt x="0" y="13964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3" name="pl26843"/>
            <p:cNvSpPr/>
            <p:nvPr/>
          </p:nvSpPr>
          <p:spPr>
            <a:xfrm>
              <a:off x="8136671" y="11441558"/>
              <a:ext cx="22815" cy="10381"/>
            </a:xfrm>
            <a:custGeom>
              <a:avLst/>
              <a:gdLst/>
              <a:ahLst/>
              <a:cxnLst/>
              <a:rect l="0" t="0" r="0" b="0"/>
              <a:pathLst>
                <a:path w="22815" h="10381">
                  <a:moveTo>
                    <a:pt x="22815" y="0"/>
                  </a:moveTo>
                  <a:lnTo>
                    <a:pt x="0" y="10381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4" name="pl26844"/>
            <p:cNvSpPr/>
            <p:nvPr/>
          </p:nvSpPr>
          <p:spPr>
            <a:xfrm>
              <a:off x="8159487" y="11426776"/>
              <a:ext cx="52641" cy="14781"/>
            </a:xfrm>
            <a:custGeom>
              <a:avLst/>
              <a:gdLst/>
              <a:ahLst/>
              <a:cxnLst/>
              <a:rect l="0" t="0" r="0" b="0"/>
              <a:pathLst>
                <a:path w="52641" h="14781">
                  <a:moveTo>
                    <a:pt x="0" y="14781"/>
                  </a:moveTo>
                  <a:lnTo>
                    <a:pt x="52641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5" name="pl26845"/>
            <p:cNvSpPr/>
            <p:nvPr/>
          </p:nvSpPr>
          <p:spPr>
            <a:xfrm>
              <a:off x="8159487" y="11428122"/>
              <a:ext cx="35746" cy="13435"/>
            </a:xfrm>
            <a:custGeom>
              <a:avLst/>
              <a:gdLst/>
              <a:ahLst/>
              <a:cxnLst/>
              <a:rect l="0" t="0" r="0" b="0"/>
              <a:pathLst>
                <a:path w="35746" h="13435">
                  <a:moveTo>
                    <a:pt x="0" y="13435"/>
                  </a:moveTo>
                  <a:lnTo>
                    <a:pt x="35746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6" name="pl26846"/>
            <p:cNvSpPr/>
            <p:nvPr/>
          </p:nvSpPr>
          <p:spPr>
            <a:xfrm>
              <a:off x="8128631" y="11441558"/>
              <a:ext cx="30855" cy="21933"/>
            </a:xfrm>
            <a:custGeom>
              <a:avLst/>
              <a:gdLst/>
              <a:ahLst/>
              <a:cxnLst/>
              <a:rect l="0" t="0" r="0" b="0"/>
              <a:pathLst>
                <a:path w="30855" h="21933">
                  <a:moveTo>
                    <a:pt x="30855" y="0"/>
                  </a:moveTo>
                  <a:lnTo>
                    <a:pt x="0" y="2193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7" name="pl26847"/>
            <p:cNvSpPr/>
            <p:nvPr/>
          </p:nvSpPr>
          <p:spPr>
            <a:xfrm>
              <a:off x="8142815" y="11424407"/>
              <a:ext cx="16672" cy="17150"/>
            </a:xfrm>
            <a:custGeom>
              <a:avLst/>
              <a:gdLst/>
              <a:ahLst/>
              <a:cxnLst/>
              <a:rect l="0" t="0" r="0" b="0"/>
              <a:pathLst>
                <a:path w="16672" h="17150">
                  <a:moveTo>
                    <a:pt x="16672" y="17150"/>
                  </a:moveTo>
                  <a:lnTo>
                    <a:pt x="0" y="0"/>
                  </a:lnTo>
                </a:path>
              </a:pathLst>
            </a:custGeom>
            <a:ln w="409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8" name="pl26848"/>
            <p:cNvSpPr/>
            <p:nvPr/>
          </p:nvSpPr>
          <p:spPr>
            <a:xfrm>
              <a:off x="8147027" y="11441558"/>
              <a:ext cx="12459" cy="12609"/>
            </a:xfrm>
            <a:custGeom>
              <a:avLst/>
              <a:gdLst/>
              <a:ahLst/>
              <a:cxnLst/>
              <a:rect l="0" t="0" r="0" b="0"/>
              <a:pathLst>
                <a:path w="12459" h="12609">
                  <a:moveTo>
                    <a:pt x="12459" y="0"/>
                  </a:moveTo>
                  <a:lnTo>
                    <a:pt x="0" y="12609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49" name="pl26849"/>
            <p:cNvSpPr/>
            <p:nvPr/>
          </p:nvSpPr>
          <p:spPr>
            <a:xfrm>
              <a:off x="8152182" y="11441558"/>
              <a:ext cx="7305" cy="18236"/>
            </a:xfrm>
            <a:custGeom>
              <a:avLst/>
              <a:gdLst/>
              <a:ahLst/>
              <a:cxnLst/>
              <a:rect l="0" t="0" r="0" b="0"/>
              <a:pathLst>
                <a:path w="7305" h="18236">
                  <a:moveTo>
                    <a:pt x="7305" y="0"/>
                  </a:moveTo>
                  <a:lnTo>
                    <a:pt x="0" y="18236"/>
                  </a:lnTo>
                </a:path>
              </a:pathLst>
            </a:custGeom>
            <a:ln w="411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0" name="pl26850"/>
            <p:cNvSpPr/>
            <p:nvPr/>
          </p:nvSpPr>
          <p:spPr>
            <a:xfrm>
              <a:off x="8134892" y="11441558"/>
              <a:ext cx="24594" cy="7109"/>
            </a:xfrm>
            <a:custGeom>
              <a:avLst/>
              <a:gdLst/>
              <a:ahLst/>
              <a:cxnLst/>
              <a:rect l="0" t="0" r="0" b="0"/>
              <a:pathLst>
                <a:path w="24594" h="7109">
                  <a:moveTo>
                    <a:pt x="24594" y="0"/>
                  </a:moveTo>
                  <a:lnTo>
                    <a:pt x="0" y="7109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1" name="pl26851"/>
            <p:cNvSpPr/>
            <p:nvPr/>
          </p:nvSpPr>
          <p:spPr>
            <a:xfrm>
              <a:off x="8147501" y="11441558"/>
              <a:ext cx="11985" cy="4908"/>
            </a:xfrm>
            <a:custGeom>
              <a:avLst/>
              <a:gdLst/>
              <a:ahLst/>
              <a:cxnLst/>
              <a:rect l="0" t="0" r="0" b="0"/>
              <a:pathLst>
                <a:path w="11985" h="4908">
                  <a:moveTo>
                    <a:pt x="11985" y="0"/>
                  </a:moveTo>
                  <a:lnTo>
                    <a:pt x="0" y="4908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2" name="pl26852"/>
            <p:cNvSpPr/>
            <p:nvPr/>
          </p:nvSpPr>
          <p:spPr>
            <a:xfrm>
              <a:off x="8159487" y="11406653"/>
              <a:ext cx="6017" cy="34904"/>
            </a:xfrm>
            <a:custGeom>
              <a:avLst/>
              <a:gdLst/>
              <a:ahLst/>
              <a:cxnLst/>
              <a:rect l="0" t="0" r="0" b="0"/>
              <a:pathLst>
                <a:path w="6017" h="34904">
                  <a:moveTo>
                    <a:pt x="0" y="34904"/>
                  </a:moveTo>
                  <a:lnTo>
                    <a:pt x="6017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3" name="pl26853"/>
            <p:cNvSpPr/>
            <p:nvPr/>
          </p:nvSpPr>
          <p:spPr>
            <a:xfrm>
              <a:off x="8159487" y="11441558"/>
              <a:ext cx="14343" cy="5105"/>
            </a:xfrm>
            <a:custGeom>
              <a:avLst/>
              <a:gdLst/>
              <a:ahLst/>
              <a:cxnLst/>
              <a:rect l="0" t="0" r="0" b="0"/>
              <a:pathLst>
                <a:path w="14343" h="5105">
                  <a:moveTo>
                    <a:pt x="0" y="0"/>
                  </a:moveTo>
                  <a:lnTo>
                    <a:pt x="14343" y="5105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4" name="pl26854"/>
            <p:cNvSpPr/>
            <p:nvPr/>
          </p:nvSpPr>
          <p:spPr>
            <a:xfrm>
              <a:off x="8138595" y="11441558"/>
              <a:ext cx="20891" cy="9110"/>
            </a:xfrm>
            <a:custGeom>
              <a:avLst/>
              <a:gdLst/>
              <a:ahLst/>
              <a:cxnLst/>
              <a:rect l="0" t="0" r="0" b="0"/>
              <a:pathLst>
                <a:path w="20891" h="9110">
                  <a:moveTo>
                    <a:pt x="20891" y="0"/>
                  </a:moveTo>
                  <a:lnTo>
                    <a:pt x="0" y="911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5" name="pl26855"/>
            <p:cNvSpPr/>
            <p:nvPr/>
          </p:nvSpPr>
          <p:spPr>
            <a:xfrm>
              <a:off x="8159487" y="11436938"/>
              <a:ext cx="27181" cy="4619"/>
            </a:xfrm>
            <a:custGeom>
              <a:avLst/>
              <a:gdLst/>
              <a:ahLst/>
              <a:cxnLst/>
              <a:rect l="0" t="0" r="0" b="0"/>
              <a:pathLst>
                <a:path w="27181" h="4619">
                  <a:moveTo>
                    <a:pt x="0" y="4619"/>
                  </a:moveTo>
                  <a:lnTo>
                    <a:pt x="27181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6" name="pl26856"/>
            <p:cNvSpPr/>
            <p:nvPr/>
          </p:nvSpPr>
          <p:spPr>
            <a:xfrm>
              <a:off x="8141440" y="11441558"/>
              <a:ext cx="18046" cy="13968"/>
            </a:xfrm>
            <a:custGeom>
              <a:avLst/>
              <a:gdLst/>
              <a:ahLst/>
              <a:cxnLst/>
              <a:rect l="0" t="0" r="0" b="0"/>
              <a:pathLst>
                <a:path w="18046" h="13968">
                  <a:moveTo>
                    <a:pt x="18046" y="0"/>
                  </a:moveTo>
                  <a:lnTo>
                    <a:pt x="0" y="13968"/>
                  </a:lnTo>
                </a:path>
              </a:pathLst>
            </a:custGeom>
            <a:ln w="407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7" name="pl26857"/>
            <p:cNvSpPr/>
            <p:nvPr/>
          </p:nvSpPr>
          <p:spPr>
            <a:xfrm>
              <a:off x="8124034" y="11415803"/>
              <a:ext cx="35452" cy="25754"/>
            </a:xfrm>
            <a:custGeom>
              <a:avLst/>
              <a:gdLst/>
              <a:ahLst/>
              <a:cxnLst/>
              <a:rect l="0" t="0" r="0" b="0"/>
              <a:pathLst>
                <a:path w="35452" h="25754">
                  <a:moveTo>
                    <a:pt x="35452" y="25754"/>
                  </a:moveTo>
                  <a:lnTo>
                    <a:pt x="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8" name="pl26858"/>
            <p:cNvSpPr/>
            <p:nvPr/>
          </p:nvSpPr>
          <p:spPr>
            <a:xfrm>
              <a:off x="8159487" y="11441558"/>
              <a:ext cx="34822" cy="3555"/>
            </a:xfrm>
            <a:custGeom>
              <a:avLst/>
              <a:gdLst/>
              <a:ahLst/>
              <a:cxnLst/>
              <a:rect l="0" t="0" r="0" b="0"/>
              <a:pathLst>
                <a:path w="34822" h="3555">
                  <a:moveTo>
                    <a:pt x="0" y="0"/>
                  </a:moveTo>
                  <a:lnTo>
                    <a:pt x="34822" y="3555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59" name="pl26859"/>
            <p:cNvSpPr/>
            <p:nvPr/>
          </p:nvSpPr>
          <p:spPr>
            <a:xfrm>
              <a:off x="8128768" y="11441558"/>
              <a:ext cx="30718" cy="8143"/>
            </a:xfrm>
            <a:custGeom>
              <a:avLst/>
              <a:gdLst/>
              <a:ahLst/>
              <a:cxnLst/>
              <a:rect l="0" t="0" r="0" b="0"/>
              <a:pathLst>
                <a:path w="30718" h="8143">
                  <a:moveTo>
                    <a:pt x="30718" y="0"/>
                  </a:moveTo>
                  <a:lnTo>
                    <a:pt x="0" y="8143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0" name="pl26860"/>
            <p:cNvSpPr/>
            <p:nvPr/>
          </p:nvSpPr>
          <p:spPr>
            <a:xfrm>
              <a:off x="8159487" y="11434558"/>
              <a:ext cx="7450" cy="6999"/>
            </a:xfrm>
            <a:custGeom>
              <a:avLst/>
              <a:gdLst/>
              <a:ahLst/>
              <a:cxnLst/>
              <a:rect l="0" t="0" r="0" b="0"/>
              <a:pathLst>
                <a:path w="7450" h="6999">
                  <a:moveTo>
                    <a:pt x="0" y="6999"/>
                  </a:moveTo>
                  <a:lnTo>
                    <a:pt x="7450" y="0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1" name="pl26861"/>
            <p:cNvSpPr/>
            <p:nvPr/>
          </p:nvSpPr>
          <p:spPr>
            <a:xfrm>
              <a:off x="8159487" y="11431486"/>
              <a:ext cx="10100" cy="10071"/>
            </a:xfrm>
            <a:custGeom>
              <a:avLst/>
              <a:gdLst/>
              <a:ahLst/>
              <a:cxnLst/>
              <a:rect l="0" t="0" r="0" b="0"/>
              <a:pathLst>
                <a:path w="10100" h="10071">
                  <a:moveTo>
                    <a:pt x="0" y="10071"/>
                  </a:moveTo>
                  <a:lnTo>
                    <a:pt x="10100" y="0"/>
                  </a:lnTo>
                </a:path>
              </a:pathLst>
            </a:custGeom>
            <a:ln w="40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2" name="pl26862"/>
            <p:cNvSpPr/>
            <p:nvPr/>
          </p:nvSpPr>
          <p:spPr>
            <a:xfrm>
              <a:off x="8159487" y="11405812"/>
              <a:ext cx="1484" cy="35745"/>
            </a:xfrm>
            <a:custGeom>
              <a:avLst/>
              <a:gdLst/>
              <a:ahLst/>
              <a:cxnLst/>
              <a:rect l="0" t="0" r="0" b="0"/>
              <a:pathLst>
                <a:path w="1484" h="35745">
                  <a:moveTo>
                    <a:pt x="0" y="35745"/>
                  </a:moveTo>
                  <a:lnTo>
                    <a:pt x="1484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3" name="pl26863"/>
            <p:cNvSpPr/>
            <p:nvPr/>
          </p:nvSpPr>
          <p:spPr>
            <a:xfrm>
              <a:off x="8159487" y="11420799"/>
              <a:ext cx="25878" cy="20758"/>
            </a:xfrm>
            <a:custGeom>
              <a:avLst/>
              <a:gdLst/>
              <a:ahLst/>
              <a:cxnLst/>
              <a:rect l="0" t="0" r="0" b="0"/>
              <a:pathLst>
                <a:path w="25878" h="20758">
                  <a:moveTo>
                    <a:pt x="0" y="20758"/>
                  </a:moveTo>
                  <a:lnTo>
                    <a:pt x="25878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4" name="pl26864"/>
            <p:cNvSpPr/>
            <p:nvPr/>
          </p:nvSpPr>
          <p:spPr>
            <a:xfrm>
              <a:off x="8159487" y="11437949"/>
              <a:ext cx="11051" cy="3608"/>
            </a:xfrm>
            <a:custGeom>
              <a:avLst/>
              <a:gdLst/>
              <a:ahLst/>
              <a:cxnLst/>
              <a:rect l="0" t="0" r="0" b="0"/>
              <a:pathLst>
                <a:path w="11051" h="3608">
                  <a:moveTo>
                    <a:pt x="0" y="3608"/>
                  </a:moveTo>
                  <a:lnTo>
                    <a:pt x="11051" y="0"/>
                  </a:lnTo>
                </a:path>
              </a:pathLst>
            </a:custGeom>
            <a:ln w="409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5" name="pl26865"/>
            <p:cNvSpPr/>
            <p:nvPr/>
          </p:nvSpPr>
          <p:spPr>
            <a:xfrm>
              <a:off x="8159487" y="11441558"/>
              <a:ext cx="21584" cy="7409"/>
            </a:xfrm>
            <a:custGeom>
              <a:avLst/>
              <a:gdLst/>
              <a:ahLst/>
              <a:cxnLst/>
              <a:rect l="0" t="0" r="0" b="0"/>
              <a:pathLst>
                <a:path w="21584" h="7409">
                  <a:moveTo>
                    <a:pt x="0" y="0"/>
                  </a:moveTo>
                  <a:lnTo>
                    <a:pt x="21584" y="7409"/>
                  </a:lnTo>
                </a:path>
              </a:pathLst>
            </a:custGeom>
            <a:ln w="408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6" name="pl26866"/>
            <p:cNvSpPr/>
            <p:nvPr/>
          </p:nvSpPr>
          <p:spPr>
            <a:xfrm>
              <a:off x="8159487" y="11438640"/>
              <a:ext cx="19106" cy="2917"/>
            </a:xfrm>
            <a:custGeom>
              <a:avLst/>
              <a:gdLst/>
              <a:ahLst/>
              <a:cxnLst/>
              <a:rect l="0" t="0" r="0" b="0"/>
              <a:pathLst>
                <a:path w="19106" h="2917">
                  <a:moveTo>
                    <a:pt x="0" y="2917"/>
                  </a:moveTo>
                  <a:lnTo>
                    <a:pt x="19106" y="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7" name="pl26867"/>
            <p:cNvSpPr/>
            <p:nvPr/>
          </p:nvSpPr>
          <p:spPr>
            <a:xfrm>
              <a:off x="8125839" y="11441558"/>
              <a:ext cx="33647" cy="19409"/>
            </a:xfrm>
            <a:custGeom>
              <a:avLst/>
              <a:gdLst/>
              <a:ahLst/>
              <a:cxnLst/>
              <a:rect l="0" t="0" r="0" b="0"/>
              <a:pathLst>
                <a:path w="33647" h="19409">
                  <a:moveTo>
                    <a:pt x="33647" y="0"/>
                  </a:moveTo>
                  <a:lnTo>
                    <a:pt x="0" y="19409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8" name="pl26868"/>
            <p:cNvSpPr/>
            <p:nvPr/>
          </p:nvSpPr>
          <p:spPr>
            <a:xfrm>
              <a:off x="8159487" y="11441558"/>
              <a:ext cx="17055" cy="23440"/>
            </a:xfrm>
            <a:custGeom>
              <a:avLst/>
              <a:gdLst/>
              <a:ahLst/>
              <a:cxnLst/>
              <a:rect l="0" t="0" r="0" b="0"/>
              <a:pathLst>
                <a:path w="17055" h="23440">
                  <a:moveTo>
                    <a:pt x="0" y="0"/>
                  </a:moveTo>
                  <a:lnTo>
                    <a:pt x="17055" y="234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69" name="pl26869"/>
            <p:cNvSpPr/>
            <p:nvPr/>
          </p:nvSpPr>
          <p:spPr>
            <a:xfrm>
              <a:off x="8159487" y="11417083"/>
              <a:ext cx="44100" cy="24474"/>
            </a:xfrm>
            <a:custGeom>
              <a:avLst/>
              <a:gdLst/>
              <a:ahLst/>
              <a:cxnLst/>
              <a:rect l="0" t="0" r="0" b="0"/>
              <a:pathLst>
                <a:path w="44100" h="24474">
                  <a:moveTo>
                    <a:pt x="0" y="24474"/>
                  </a:moveTo>
                  <a:lnTo>
                    <a:pt x="44100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0" name="pl26870"/>
            <p:cNvSpPr/>
            <p:nvPr/>
          </p:nvSpPr>
          <p:spPr>
            <a:xfrm>
              <a:off x="8158556" y="11441558"/>
              <a:ext cx="930" cy="12273"/>
            </a:xfrm>
            <a:custGeom>
              <a:avLst/>
              <a:gdLst/>
              <a:ahLst/>
              <a:cxnLst/>
              <a:rect l="0" t="0" r="0" b="0"/>
              <a:pathLst>
                <a:path w="930" h="12273">
                  <a:moveTo>
                    <a:pt x="930" y="0"/>
                  </a:moveTo>
                  <a:lnTo>
                    <a:pt x="0" y="12273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1" name="pl26871"/>
            <p:cNvSpPr/>
            <p:nvPr/>
          </p:nvSpPr>
          <p:spPr>
            <a:xfrm>
              <a:off x="8148878" y="11441558"/>
              <a:ext cx="10608" cy="22606"/>
            </a:xfrm>
            <a:custGeom>
              <a:avLst/>
              <a:gdLst/>
              <a:ahLst/>
              <a:cxnLst/>
              <a:rect l="0" t="0" r="0" b="0"/>
              <a:pathLst>
                <a:path w="10608" h="22606">
                  <a:moveTo>
                    <a:pt x="10608" y="0"/>
                  </a:moveTo>
                  <a:lnTo>
                    <a:pt x="0" y="22606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2" name="pl26872"/>
            <p:cNvSpPr/>
            <p:nvPr/>
          </p:nvSpPr>
          <p:spPr>
            <a:xfrm>
              <a:off x="8159487" y="11403895"/>
              <a:ext cx="5365" cy="37662"/>
            </a:xfrm>
            <a:custGeom>
              <a:avLst/>
              <a:gdLst/>
              <a:ahLst/>
              <a:cxnLst/>
              <a:rect l="0" t="0" r="0" b="0"/>
              <a:pathLst>
                <a:path w="5365" h="37662">
                  <a:moveTo>
                    <a:pt x="0" y="37662"/>
                  </a:moveTo>
                  <a:lnTo>
                    <a:pt x="5365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3" name="pl26873"/>
            <p:cNvSpPr/>
            <p:nvPr/>
          </p:nvSpPr>
          <p:spPr>
            <a:xfrm>
              <a:off x="8159487" y="11424120"/>
              <a:ext cx="5576" cy="17437"/>
            </a:xfrm>
            <a:custGeom>
              <a:avLst/>
              <a:gdLst/>
              <a:ahLst/>
              <a:cxnLst/>
              <a:rect l="0" t="0" r="0" b="0"/>
              <a:pathLst>
                <a:path w="5576" h="17437">
                  <a:moveTo>
                    <a:pt x="0" y="17437"/>
                  </a:moveTo>
                  <a:lnTo>
                    <a:pt x="5576" y="0"/>
                  </a:lnTo>
                </a:path>
              </a:pathLst>
            </a:custGeom>
            <a:ln w="410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4" name="pl26874"/>
            <p:cNvSpPr/>
            <p:nvPr/>
          </p:nvSpPr>
          <p:spPr>
            <a:xfrm>
              <a:off x="8149932" y="11441558"/>
              <a:ext cx="9554" cy="17750"/>
            </a:xfrm>
            <a:custGeom>
              <a:avLst/>
              <a:gdLst/>
              <a:ahLst/>
              <a:cxnLst/>
              <a:rect l="0" t="0" r="0" b="0"/>
              <a:pathLst>
                <a:path w="9554" h="17750">
                  <a:moveTo>
                    <a:pt x="9554" y="0"/>
                  </a:moveTo>
                  <a:lnTo>
                    <a:pt x="0" y="17750"/>
                  </a:lnTo>
                </a:path>
              </a:pathLst>
            </a:custGeom>
            <a:ln w="408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5" name="pl26875"/>
            <p:cNvSpPr/>
            <p:nvPr/>
          </p:nvSpPr>
          <p:spPr>
            <a:xfrm>
              <a:off x="8141825" y="11441558"/>
              <a:ext cx="17661" cy="8297"/>
            </a:xfrm>
            <a:custGeom>
              <a:avLst/>
              <a:gdLst/>
              <a:ahLst/>
              <a:cxnLst/>
              <a:rect l="0" t="0" r="0" b="0"/>
              <a:pathLst>
                <a:path w="17661" h="8297">
                  <a:moveTo>
                    <a:pt x="17661" y="0"/>
                  </a:moveTo>
                  <a:lnTo>
                    <a:pt x="0" y="8297"/>
                  </a:lnTo>
                </a:path>
              </a:pathLst>
            </a:custGeom>
            <a:ln w="409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6" name="pl26876"/>
            <p:cNvSpPr/>
            <p:nvPr/>
          </p:nvSpPr>
          <p:spPr>
            <a:xfrm>
              <a:off x="8159487" y="11433798"/>
              <a:ext cx="15393" cy="7759"/>
            </a:xfrm>
            <a:custGeom>
              <a:avLst/>
              <a:gdLst/>
              <a:ahLst/>
              <a:cxnLst/>
              <a:rect l="0" t="0" r="0" b="0"/>
              <a:pathLst>
                <a:path w="15393" h="7759">
                  <a:moveTo>
                    <a:pt x="0" y="7759"/>
                  </a:moveTo>
                  <a:lnTo>
                    <a:pt x="15393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7" name="pl26877"/>
            <p:cNvSpPr/>
            <p:nvPr/>
          </p:nvSpPr>
          <p:spPr>
            <a:xfrm>
              <a:off x="8178593" y="11437468"/>
              <a:ext cx="25159" cy="1172"/>
            </a:xfrm>
            <a:custGeom>
              <a:avLst/>
              <a:gdLst/>
              <a:ahLst/>
              <a:cxnLst/>
              <a:rect l="0" t="0" r="0" b="0"/>
              <a:pathLst>
                <a:path w="25159" h="1172">
                  <a:moveTo>
                    <a:pt x="25159" y="0"/>
                  </a:moveTo>
                  <a:lnTo>
                    <a:pt x="0" y="1172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8" name="pl26878"/>
            <p:cNvSpPr/>
            <p:nvPr/>
          </p:nvSpPr>
          <p:spPr>
            <a:xfrm>
              <a:off x="8481663" y="12249489"/>
              <a:ext cx="5021" cy="3308"/>
            </a:xfrm>
            <a:custGeom>
              <a:avLst/>
              <a:gdLst/>
              <a:ahLst/>
              <a:cxnLst/>
              <a:rect l="0" t="0" r="0" b="0"/>
              <a:pathLst>
                <a:path w="5021" h="3308">
                  <a:moveTo>
                    <a:pt x="5021" y="3308"/>
                  </a:moveTo>
                  <a:lnTo>
                    <a:pt x="0" y="0"/>
                  </a:lnTo>
                </a:path>
              </a:pathLst>
            </a:custGeom>
            <a:ln w="407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79" name="pl26879"/>
            <p:cNvSpPr/>
            <p:nvPr/>
          </p:nvSpPr>
          <p:spPr>
            <a:xfrm>
              <a:off x="8063551" y="11481335"/>
              <a:ext cx="15080" cy="9547"/>
            </a:xfrm>
            <a:custGeom>
              <a:avLst/>
              <a:gdLst/>
              <a:ahLst/>
              <a:cxnLst/>
              <a:rect l="0" t="0" r="0" b="0"/>
              <a:pathLst>
                <a:path w="15080" h="9547">
                  <a:moveTo>
                    <a:pt x="0" y="9547"/>
                  </a:moveTo>
                  <a:lnTo>
                    <a:pt x="15080" y="0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0" name="pl26880"/>
            <p:cNvSpPr/>
            <p:nvPr/>
          </p:nvSpPr>
          <p:spPr>
            <a:xfrm>
              <a:off x="8521349" y="12376588"/>
              <a:ext cx="6504" cy="3378"/>
            </a:xfrm>
            <a:custGeom>
              <a:avLst/>
              <a:gdLst/>
              <a:ahLst/>
              <a:cxnLst/>
              <a:rect l="0" t="0" r="0" b="0"/>
              <a:pathLst>
                <a:path w="6504" h="3378">
                  <a:moveTo>
                    <a:pt x="0" y="3378"/>
                  </a:moveTo>
                  <a:lnTo>
                    <a:pt x="6504" y="0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1" name="pl26881"/>
            <p:cNvSpPr/>
            <p:nvPr/>
          </p:nvSpPr>
          <p:spPr>
            <a:xfrm>
              <a:off x="8470519" y="11576697"/>
              <a:ext cx="84822" cy="28925"/>
            </a:xfrm>
            <a:custGeom>
              <a:avLst/>
              <a:gdLst/>
              <a:ahLst/>
              <a:cxnLst/>
              <a:rect l="0" t="0" r="0" b="0"/>
              <a:pathLst>
                <a:path w="84822" h="28925">
                  <a:moveTo>
                    <a:pt x="0" y="28925"/>
                  </a:moveTo>
                  <a:lnTo>
                    <a:pt x="84822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2" name="pl26882"/>
            <p:cNvSpPr/>
            <p:nvPr/>
          </p:nvSpPr>
          <p:spPr>
            <a:xfrm>
              <a:off x="8435570" y="11584964"/>
              <a:ext cx="2246" cy="30871"/>
            </a:xfrm>
            <a:custGeom>
              <a:avLst/>
              <a:gdLst/>
              <a:ahLst/>
              <a:cxnLst/>
              <a:rect l="0" t="0" r="0" b="0"/>
              <a:pathLst>
                <a:path w="2246" h="30871">
                  <a:moveTo>
                    <a:pt x="0" y="0"/>
                  </a:moveTo>
                  <a:lnTo>
                    <a:pt x="2246" y="30871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3" name="pl26883"/>
            <p:cNvSpPr/>
            <p:nvPr/>
          </p:nvSpPr>
          <p:spPr>
            <a:xfrm>
              <a:off x="8670492" y="11870855"/>
              <a:ext cx="51122" cy="30514"/>
            </a:xfrm>
            <a:custGeom>
              <a:avLst/>
              <a:gdLst/>
              <a:ahLst/>
              <a:cxnLst/>
              <a:rect l="0" t="0" r="0" b="0"/>
              <a:pathLst>
                <a:path w="51122" h="30514">
                  <a:moveTo>
                    <a:pt x="51122" y="30514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4" name="pl26884"/>
            <p:cNvSpPr/>
            <p:nvPr/>
          </p:nvSpPr>
          <p:spPr>
            <a:xfrm>
              <a:off x="7738349" y="11040035"/>
              <a:ext cx="1156" cy="829"/>
            </a:xfrm>
            <a:custGeom>
              <a:avLst/>
              <a:gdLst/>
              <a:ahLst/>
              <a:cxnLst/>
              <a:rect l="0" t="0" r="0" b="0"/>
              <a:pathLst>
                <a:path w="1156" h="829">
                  <a:moveTo>
                    <a:pt x="1156" y="0"/>
                  </a:moveTo>
                  <a:lnTo>
                    <a:pt x="0" y="829"/>
                  </a:lnTo>
                </a:path>
              </a:pathLst>
            </a:custGeom>
            <a:ln w="415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5" name="pl26885"/>
            <p:cNvSpPr/>
            <p:nvPr/>
          </p:nvSpPr>
          <p:spPr>
            <a:xfrm>
              <a:off x="8134157" y="11467376"/>
              <a:ext cx="10151" cy="798"/>
            </a:xfrm>
            <a:custGeom>
              <a:avLst/>
              <a:gdLst/>
              <a:ahLst/>
              <a:cxnLst/>
              <a:rect l="0" t="0" r="0" b="0"/>
              <a:pathLst>
                <a:path w="10151" h="798">
                  <a:moveTo>
                    <a:pt x="0" y="0"/>
                  </a:moveTo>
                  <a:lnTo>
                    <a:pt x="10151" y="798"/>
                  </a:lnTo>
                </a:path>
              </a:pathLst>
            </a:custGeom>
            <a:ln w="418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6" name="pl26886"/>
            <p:cNvSpPr/>
            <p:nvPr/>
          </p:nvSpPr>
          <p:spPr>
            <a:xfrm>
              <a:off x="8880828" y="12041901"/>
              <a:ext cx="11573" cy="16735"/>
            </a:xfrm>
            <a:custGeom>
              <a:avLst/>
              <a:gdLst/>
              <a:ahLst/>
              <a:cxnLst/>
              <a:rect l="0" t="0" r="0" b="0"/>
              <a:pathLst>
                <a:path w="11573" h="16735">
                  <a:moveTo>
                    <a:pt x="0" y="16735"/>
                  </a:moveTo>
                  <a:lnTo>
                    <a:pt x="11573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7" name="pl26887"/>
            <p:cNvSpPr/>
            <p:nvPr/>
          </p:nvSpPr>
          <p:spPr>
            <a:xfrm>
              <a:off x="8870889" y="12058637"/>
              <a:ext cx="9939" cy="16302"/>
            </a:xfrm>
            <a:custGeom>
              <a:avLst/>
              <a:gdLst/>
              <a:ahLst/>
              <a:cxnLst/>
              <a:rect l="0" t="0" r="0" b="0"/>
              <a:pathLst>
                <a:path w="9939" h="16302">
                  <a:moveTo>
                    <a:pt x="9939" y="0"/>
                  </a:moveTo>
                  <a:lnTo>
                    <a:pt x="0" y="16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8" name="pl26888"/>
            <p:cNvSpPr/>
            <p:nvPr/>
          </p:nvSpPr>
          <p:spPr>
            <a:xfrm>
              <a:off x="8392762" y="12406066"/>
              <a:ext cx="6555" cy="10257"/>
            </a:xfrm>
            <a:custGeom>
              <a:avLst/>
              <a:gdLst/>
              <a:ahLst/>
              <a:cxnLst/>
              <a:rect l="0" t="0" r="0" b="0"/>
              <a:pathLst>
                <a:path w="6555" h="10257">
                  <a:moveTo>
                    <a:pt x="0" y="10257"/>
                  </a:moveTo>
                  <a:lnTo>
                    <a:pt x="6555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89" name="pl26889"/>
            <p:cNvSpPr/>
            <p:nvPr/>
          </p:nvSpPr>
          <p:spPr>
            <a:xfrm>
              <a:off x="8352961" y="11703525"/>
              <a:ext cx="30534" cy="54740"/>
            </a:xfrm>
            <a:custGeom>
              <a:avLst/>
              <a:gdLst/>
              <a:ahLst/>
              <a:cxnLst/>
              <a:rect l="0" t="0" r="0" b="0"/>
              <a:pathLst>
                <a:path w="30534" h="54740">
                  <a:moveTo>
                    <a:pt x="30534" y="0"/>
                  </a:moveTo>
                  <a:lnTo>
                    <a:pt x="0" y="5474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0" name="pl26890"/>
            <p:cNvSpPr/>
            <p:nvPr/>
          </p:nvSpPr>
          <p:spPr>
            <a:xfrm>
              <a:off x="8899662" y="11259564"/>
              <a:ext cx="10709" cy="12522"/>
            </a:xfrm>
            <a:custGeom>
              <a:avLst/>
              <a:gdLst/>
              <a:ahLst/>
              <a:cxnLst/>
              <a:rect l="0" t="0" r="0" b="0"/>
              <a:pathLst>
                <a:path w="10709" h="12522">
                  <a:moveTo>
                    <a:pt x="10709" y="12522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1" name="pl26891"/>
            <p:cNvSpPr/>
            <p:nvPr/>
          </p:nvSpPr>
          <p:spPr>
            <a:xfrm>
              <a:off x="8423811" y="11654637"/>
              <a:ext cx="13251" cy="139890"/>
            </a:xfrm>
            <a:custGeom>
              <a:avLst/>
              <a:gdLst/>
              <a:ahLst/>
              <a:cxnLst/>
              <a:rect l="0" t="0" r="0" b="0"/>
              <a:pathLst>
                <a:path w="13251" h="139890">
                  <a:moveTo>
                    <a:pt x="13251" y="0"/>
                  </a:moveTo>
                  <a:lnTo>
                    <a:pt x="0" y="13989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2" name="pl26892"/>
            <p:cNvSpPr/>
            <p:nvPr/>
          </p:nvSpPr>
          <p:spPr>
            <a:xfrm>
              <a:off x="8487784" y="11824325"/>
              <a:ext cx="60500" cy="29017"/>
            </a:xfrm>
            <a:custGeom>
              <a:avLst/>
              <a:gdLst/>
              <a:ahLst/>
              <a:cxnLst/>
              <a:rect l="0" t="0" r="0" b="0"/>
              <a:pathLst>
                <a:path w="60500" h="29017">
                  <a:moveTo>
                    <a:pt x="60500" y="29017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3" name="pl26893"/>
            <p:cNvSpPr/>
            <p:nvPr/>
          </p:nvSpPr>
          <p:spPr>
            <a:xfrm>
              <a:off x="8432307" y="11615836"/>
              <a:ext cx="5509" cy="2174"/>
            </a:xfrm>
            <a:custGeom>
              <a:avLst/>
              <a:gdLst/>
              <a:ahLst/>
              <a:cxnLst/>
              <a:rect l="0" t="0" r="0" b="0"/>
              <a:pathLst>
                <a:path w="5509" h="2174">
                  <a:moveTo>
                    <a:pt x="0" y="2174"/>
                  </a:moveTo>
                  <a:lnTo>
                    <a:pt x="5509" y="0"/>
                  </a:lnTo>
                </a:path>
              </a:pathLst>
            </a:custGeom>
            <a:ln w="423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4" name="pl26894"/>
            <p:cNvSpPr/>
            <p:nvPr/>
          </p:nvSpPr>
          <p:spPr>
            <a:xfrm>
              <a:off x="8466035" y="11581537"/>
              <a:ext cx="21672" cy="15566"/>
            </a:xfrm>
            <a:custGeom>
              <a:avLst/>
              <a:gdLst/>
              <a:ahLst/>
              <a:cxnLst/>
              <a:rect l="0" t="0" r="0" b="0"/>
              <a:pathLst>
                <a:path w="21672" h="15566">
                  <a:moveTo>
                    <a:pt x="0" y="15566"/>
                  </a:moveTo>
                  <a:lnTo>
                    <a:pt x="2167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5" name="pl26895"/>
            <p:cNvSpPr/>
            <p:nvPr/>
          </p:nvSpPr>
          <p:spPr>
            <a:xfrm>
              <a:off x="8466035" y="11563185"/>
              <a:ext cx="51946" cy="33918"/>
            </a:xfrm>
            <a:custGeom>
              <a:avLst/>
              <a:gdLst/>
              <a:ahLst/>
              <a:cxnLst/>
              <a:rect l="0" t="0" r="0" b="0"/>
              <a:pathLst>
                <a:path w="51946" h="33918">
                  <a:moveTo>
                    <a:pt x="0" y="33918"/>
                  </a:moveTo>
                  <a:lnTo>
                    <a:pt x="51946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6" name="pl26896"/>
            <p:cNvSpPr/>
            <p:nvPr/>
          </p:nvSpPr>
          <p:spPr>
            <a:xfrm>
              <a:off x="8986944" y="11579405"/>
              <a:ext cx="9845" cy="2071"/>
            </a:xfrm>
            <a:custGeom>
              <a:avLst/>
              <a:gdLst/>
              <a:ahLst/>
              <a:cxnLst/>
              <a:rect l="0" t="0" r="0" b="0"/>
              <a:pathLst>
                <a:path w="9845" h="2071">
                  <a:moveTo>
                    <a:pt x="0" y="0"/>
                  </a:moveTo>
                  <a:lnTo>
                    <a:pt x="9845" y="2071"/>
                  </a:lnTo>
                </a:path>
              </a:pathLst>
            </a:custGeom>
            <a:ln w="406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7" name="pl26897"/>
            <p:cNvSpPr/>
            <p:nvPr/>
          </p:nvSpPr>
          <p:spPr>
            <a:xfrm>
              <a:off x="7674062" y="12156798"/>
              <a:ext cx="19222" cy="14316"/>
            </a:xfrm>
            <a:custGeom>
              <a:avLst/>
              <a:gdLst/>
              <a:ahLst/>
              <a:cxnLst/>
              <a:rect l="0" t="0" r="0" b="0"/>
              <a:pathLst>
                <a:path w="19222" h="14316">
                  <a:moveTo>
                    <a:pt x="19222" y="14316"/>
                  </a:moveTo>
                  <a:lnTo>
                    <a:pt x="0" y="0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8" name="pl26898"/>
            <p:cNvSpPr/>
            <p:nvPr/>
          </p:nvSpPr>
          <p:spPr>
            <a:xfrm>
              <a:off x="8144308" y="11468174"/>
              <a:ext cx="12477" cy="27966"/>
            </a:xfrm>
            <a:custGeom>
              <a:avLst/>
              <a:gdLst/>
              <a:ahLst/>
              <a:cxnLst/>
              <a:rect l="0" t="0" r="0" b="0"/>
              <a:pathLst>
                <a:path w="12477" h="27966">
                  <a:moveTo>
                    <a:pt x="12477" y="27966"/>
                  </a:moveTo>
                  <a:lnTo>
                    <a:pt x="0" y="0"/>
                  </a:lnTo>
                </a:path>
              </a:pathLst>
            </a:custGeom>
            <a:ln w="4070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899" name="pl26899"/>
            <p:cNvSpPr/>
            <p:nvPr/>
          </p:nvSpPr>
          <p:spPr>
            <a:xfrm>
              <a:off x="8136118" y="11466411"/>
              <a:ext cx="8190" cy="1763"/>
            </a:xfrm>
            <a:custGeom>
              <a:avLst/>
              <a:gdLst/>
              <a:ahLst/>
              <a:cxnLst/>
              <a:rect l="0" t="0" r="0" b="0"/>
              <a:pathLst>
                <a:path w="8190" h="1763">
                  <a:moveTo>
                    <a:pt x="0" y="0"/>
                  </a:moveTo>
                  <a:lnTo>
                    <a:pt x="8190" y="1763"/>
                  </a:lnTo>
                </a:path>
              </a:pathLst>
            </a:custGeom>
            <a:ln w="434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0" name="pl26900"/>
            <p:cNvSpPr/>
            <p:nvPr/>
          </p:nvSpPr>
          <p:spPr>
            <a:xfrm>
              <a:off x="7851150" y="11977457"/>
              <a:ext cx="42" cy="20055"/>
            </a:xfrm>
            <a:custGeom>
              <a:avLst/>
              <a:gdLst/>
              <a:ahLst/>
              <a:cxnLst/>
              <a:rect l="0" t="0" r="0" b="0"/>
              <a:pathLst>
                <a:path w="42" h="20055">
                  <a:moveTo>
                    <a:pt x="0" y="20055"/>
                  </a:moveTo>
                  <a:lnTo>
                    <a:pt x="42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1" name="pl26901"/>
            <p:cNvSpPr/>
            <p:nvPr/>
          </p:nvSpPr>
          <p:spPr>
            <a:xfrm>
              <a:off x="8074371" y="11468441"/>
              <a:ext cx="16013" cy="5378"/>
            </a:xfrm>
            <a:custGeom>
              <a:avLst/>
              <a:gdLst/>
              <a:ahLst/>
              <a:cxnLst/>
              <a:rect l="0" t="0" r="0" b="0"/>
              <a:pathLst>
                <a:path w="16013" h="5378">
                  <a:moveTo>
                    <a:pt x="16013" y="0"/>
                  </a:moveTo>
                  <a:lnTo>
                    <a:pt x="0" y="5378"/>
                  </a:lnTo>
                </a:path>
              </a:pathLst>
            </a:custGeom>
            <a:ln w="4078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2" name="pl26902"/>
            <p:cNvSpPr/>
            <p:nvPr/>
          </p:nvSpPr>
          <p:spPr>
            <a:xfrm>
              <a:off x="8148878" y="11464164"/>
              <a:ext cx="28881" cy="26149"/>
            </a:xfrm>
            <a:custGeom>
              <a:avLst/>
              <a:gdLst/>
              <a:ahLst/>
              <a:cxnLst/>
              <a:rect l="0" t="0" r="0" b="0"/>
              <a:pathLst>
                <a:path w="28881" h="26149">
                  <a:moveTo>
                    <a:pt x="28881" y="26149"/>
                  </a:moveTo>
                  <a:lnTo>
                    <a:pt x="0" y="0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3" name="pl26903"/>
            <p:cNvSpPr/>
            <p:nvPr/>
          </p:nvSpPr>
          <p:spPr>
            <a:xfrm>
              <a:off x="8420555" y="11669848"/>
              <a:ext cx="539" cy="17106"/>
            </a:xfrm>
            <a:custGeom>
              <a:avLst/>
              <a:gdLst/>
              <a:ahLst/>
              <a:cxnLst/>
              <a:rect l="0" t="0" r="0" b="0"/>
              <a:pathLst>
                <a:path w="539" h="17106">
                  <a:moveTo>
                    <a:pt x="0" y="17106"/>
                  </a:moveTo>
                  <a:lnTo>
                    <a:pt x="539" y="0"/>
                  </a:lnTo>
                </a:path>
              </a:pathLst>
            </a:custGeom>
            <a:ln w="4073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4" name="pl26904"/>
            <p:cNvSpPr/>
            <p:nvPr/>
          </p:nvSpPr>
          <p:spPr>
            <a:xfrm>
              <a:off x="8416775" y="11686954"/>
              <a:ext cx="3780" cy="17428"/>
            </a:xfrm>
            <a:custGeom>
              <a:avLst/>
              <a:gdLst/>
              <a:ahLst/>
              <a:cxnLst/>
              <a:rect l="0" t="0" r="0" b="0"/>
              <a:pathLst>
                <a:path w="3780" h="17428">
                  <a:moveTo>
                    <a:pt x="3780" y="0"/>
                  </a:moveTo>
                  <a:lnTo>
                    <a:pt x="0" y="17428"/>
                  </a:lnTo>
                </a:path>
              </a:pathLst>
            </a:custGeom>
            <a:ln w="4069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5" name="pl26905"/>
            <p:cNvSpPr/>
            <p:nvPr/>
          </p:nvSpPr>
          <p:spPr>
            <a:xfrm>
              <a:off x="8333055" y="11811063"/>
              <a:ext cx="7698" cy="18512"/>
            </a:xfrm>
            <a:custGeom>
              <a:avLst/>
              <a:gdLst/>
              <a:ahLst/>
              <a:cxnLst/>
              <a:rect l="0" t="0" r="0" b="0"/>
              <a:pathLst>
                <a:path w="7698" h="18512">
                  <a:moveTo>
                    <a:pt x="0" y="18512"/>
                  </a:moveTo>
                  <a:lnTo>
                    <a:pt x="7698" y="0"/>
                  </a:lnTo>
                </a:path>
              </a:pathLst>
            </a:custGeom>
            <a:ln w="4112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6" name="pl26906"/>
            <p:cNvSpPr/>
            <p:nvPr/>
          </p:nvSpPr>
          <p:spPr>
            <a:xfrm>
              <a:off x="8333055" y="11758266"/>
              <a:ext cx="19905" cy="71308"/>
            </a:xfrm>
            <a:custGeom>
              <a:avLst/>
              <a:gdLst/>
              <a:ahLst/>
              <a:cxnLst/>
              <a:rect l="0" t="0" r="0" b="0"/>
              <a:pathLst>
                <a:path w="19905" h="71308">
                  <a:moveTo>
                    <a:pt x="0" y="71308"/>
                  </a:moveTo>
                  <a:lnTo>
                    <a:pt x="19905" y="0"/>
                  </a:lnTo>
                </a:path>
              </a:pathLst>
            </a:custGeom>
            <a:ln w="406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7" name="pl26907"/>
            <p:cNvSpPr/>
            <p:nvPr/>
          </p:nvSpPr>
          <p:spPr>
            <a:xfrm>
              <a:off x="8307770" y="11829575"/>
              <a:ext cx="25285" cy="91853"/>
            </a:xfrm>
            <a:custGeom>
              <a:avLst/>
              <a:gdLst/>
              <a:ahLst/>
              <a:cxnLst/>
              <a:rect l="0" t="0" r="0" b="0"/>
              <a:pathLst>
                <a:path w="25285" h="91853">
                  <a:moveTo>
                    <a:pt x="25285" y="0"/>
                  </a:moveTo>
                  <a:lnTo>
                    <a:pt x="0" y="91853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8" name="pl26908"/>
            <p:cNvSpPr/>
            <p:nvPr/>
          </p:nvSpPr>
          <p:spPr>
            <a:xfrm>
              <a:off x="8321268" y="11829575"/>
              <a:ext cx="11787" cy="59578"/>
            </a:xfrm>
            <a:custGeom>
              <a:avLst/>
              <a:gdLst/>
              <a:ahLst/>
              <a:cxnLst/>
              <a:rect l="0" t="0" r="0" b="0"/>
              <a:pathLst>
                <a:path w="11787" h="59578">
                  <a:moveTo>
                    <a:pt x="11787" y="0"/>
                  </a:moveTo>
                  <a:lnTo>
                    <a:pt x="0" y="59578"/>
                  </a:lnTo>
                </a:path>
              </a:pathLst>
            </a:custGeom>
            <a:ln w="4067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09" name="pl26909"/>
            <p:cNvSpPr/>
            <p:nvPr/>
          </p:nvSpPr>
          <p:spPr>
            <a:xfrm>
              <a:off x="8328709" y="11829575"/>
              <a:ext cx="4345" cy="37302"/>
            </a:xfrm>
            <a:custGeom>
              <a:avLst/>
              <a:gdLst/>
              <a:ahLst/>
              <a:cxnLst/>
              <a:rect l="0" t="0" r="0" b="0"/>
              <a:pathLst>
                <a:path w="4345" h="37302">
                  <a:moveTo>
                    <a:pt x="4345" y="0"/>
                  </a:moveTo>
                  <a:lnTo>
                    <a:pt x="0" y="37302"/>
                  </a:lnTo>
                </a:path>
              </a:pathLst>
            </a:custGeom>
            <a:ln w="4065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0" name="pl26910"/>
            <p:cNvSpPr/>
            <p:nvPr/>
          </p:nvSpPr>
          <p:spPr>
            <a:xfrm>
              <a:off x="8139422" y="11370029"/>
              <a:ext cx="2997" cy="16187"/>
            </a:xfrm>
            <a:custGeom>
              <a:avLst/>
              <a:gdLst/>
              <a:ahLst/>
              <a:cxnLst/>
              <a:rect l="0" t="0" r="0" b="0"/>
              <a:pathLst>
                <a:path w="2997" h="16187">
                  <a:moveTo>
                    <a:pt x="2997" y="16187"/>
                  </a:moveTo>
                  <a:lnTo>
                    <a:pt x="0" y="0"/>
                  </a:lnTo>
                </a:path>
              </a:pathLst>
            </a:custGeom>
            <a:ln w="4076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1" name="pl26911"/>
            <p:cNvSpPr/>
            <p:nvPr/>
          </p:nvSpPr>
          <p:spPr>
            <a:xfrm>
              <a:off x="8131197" y="11386217"/>
              <a:ext cx="11221" cy="13720"/>
            </a:xfrm>
            <a:custGeom>
              <a:avLst/>
              <a:gdLst/>
              <a:ahLst/>
              <a:cxnLst/>
              <a:rect l="0" t="0" r="0" b="0"/>
              <a:pathLst>
                <a:path w="11221" h="13720">
                  <a:moveTo>
                    <a:pt x="11221" y="0"/>
                  </a:moveTo>
                  <a:lnTo>
                    <a:pt x="0" y="13720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2" name="pl26912"/>
            <p:cNvSpPr/>
            <p:nvPr/>
          </p:nvSpPr>
          <p:spPr>
            <a:xfrm>
              <a:off x="8142419" y="11386217"/>
              <a:ext cx="9648" cy="13659"/>
            </a:xfrm>
            <a:custGeom>
              <a:avLst/>
              <a:gdLst/>
              <a:ahLst/>
              <a:cxnLst/>
              <a:rect l="0" t="0" r="0" b="0"/>
              <a:pathLst>
                <a:path w="9648" h="13659">
                  <a:moveTo>
                    <a:pt x="0" y="0"/>
                  </a:moveTo>
                  <a:lnTo>
                    <a:pt x="9648" y="13659"/>
                  </a:lnTo>
                </a:path>
              </a:pathLst>
            </a:custGeom>
            <a:ln w="4094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3" name="pl26913"/>
            <p:cNvSpPr/>
            <p:nvPr/>
          </p:nvSpPr>
          <p:spPr>
            <a:xfrm>
              <a:off x="8141715" y="11352572"/>
              <a:ext cx="704" cy="33644"/>
            </a:xfrm>
            <a:custGeom>
              <a:avLst/>
              <a:gdLst/>
              <a:ahLst/>
              <a:cxnLst/>
              <a:rect l="0" t="0" r="0" b="0"/>
              <a:pathLst>
                <a:path w="704" h="33644">
                  <a:moveTo>
                    <a:pt x="704" y="33644"/>
                  </a:moveTo>
                  <a:lnTo>
                    <a:pt x="0" y="0"/>
                  </a:lnTo>
                </a:path>
              </a:pathLst>
            </a:custGeom>
            <a:ln w="4071" cap="rnd">
              <a:solidFill>
                <a:srgbClr val="999999">
                  <a:alpha val="1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14" name="pt26914"/>
            <p:cNvSpPr/>
            <p:nvPr/>
          </p:nvSpPr>
          <p:spPr>
            <a:xfrm>
              <a:off x="8286536" y="10878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15" name="pt26915"/>
            <p:cNvSpPr/>
            <p:nvPr/>
          </p:nvSpPr>
          <p:spPr>
            <a:xfrm>
              <a:off x="8072454" y="11411380"/>
              <a:ext cx="67219" cy="67219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16" name="pt26916"/>
            <p:cNvSpPr/>
            <p:nvPr/>
          </p:nvSpPr>
          <p:spPr>
            <a:xfrm>
              <a:off x="8678674" y="11762514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17" name="pt26917"/>
            <p:cNvSpPr/>
            <p:nvPr/>
          </p:nvSpPr>
          <p:spPr>
            <a:xfrm>
              <a:off x="8152229" y="1141897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18" name="pt26918"/>
            <p:cNvSpPr/>
            <p:nvPr/>
          </p:nvSpPr>
          <p:spPr>
            <a:xfrm>
              <a:off x="8775704" y="1115176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19" name="pg26919"/>
            <p:cNvSpPr/>
            <p:nvPr/>
          </p:nvSpPr>
          <p:spPr>
            <a:xfrm>
              <a:off x="8268807" y="11922265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0" name="pt26920"/>
            <p:cNvSpPr/>
            <p:nvPr/>
          </p:nvSpPr>
          <p:spPr>
            <a:xfrm>
              <a:off x="8130062" y="11456515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1" name="pl26921"/>
            <p:cNvSpPr/>
            <p:nvPr/>
          </p:nvSpPr>
          <p:spPr>
            <a:xfrm>
              <a:off x="8274953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2" name="pl26922"/>
            <p:cNvSpPr/>
            <p:nvPr/>
          </p:nvSpPr>
          <p:spPr>
            <a:xfrm>
              <a:off x="8274953" y="113817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3" name="pl26923"/>
            <p:cNvSpPr/>
            <p:nvPr/>
          </p:nvSpPr>
          <p:spPr>
            <a:xfrm>
              <a:off x="8264840" y="11406119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4" name="pl26924"/>
            <p:cNvSpPr/>
            <p:nvPr/>
          </p:nvSpPr>
          <p:spPr>
            <a:xfrm>
              <a:off x="8299370" y="1137158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25" name="pt26925"/>
            <p:cNvSpPr/>
            <p:nvPr/>
          </p:nvSpPr>
          <p:spPr>
            <a:xfrm>
              <a:off x="8108463" y="1140454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6" name="pg26926"/>
            <p:cNvSpPr/>
            <p:nvPr/>
          </p:nvSpPr>
          <p:spPr>
            <a:xfrm>
              <a:off x="7850567" y="1129002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7" name="pt26927"/>
            <p:cNvSpPr/>
            <p:nvPr/>
          </p:nvSpPr>
          <p:spPr>
            <a:xfrm>
              <a:off x="8640288" y="11751563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8" name="pt26928"/>
            <p:cNvSpPr/>
            <p:nvPr/>
          </p:nvSpPr>
          <p:spPr>
            <a:xfrm>
              <a:off x="8056363" y="11404338"/>
              <a:ext cx="74834" cy="74834"/>
            </a:xfrm>
            <a:prstGeom prst="ellipse">
              <a:avLst/>
            </a:prstGeom>
            <a:solidFill>
              <a:srgbClr val="7570B3">
                <a:alpha val="67058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29" name="pt26929"/>
            <p:cNvSpPr/>
            <p:nvPr/>
          </p:nvSpPr>
          <p:spPr>
            <a:xfrm>
              <a:off x="8668577" y="117137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0" name="pt26930"/>
            <p:cNvSpPr/>
            <p:nvPr/>
          </p:nvSpPr>
          <p:spPr>
            <a:xfrm>
              <a:off x="8309000" y="12248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1" name="pt26931"/>
            <p:cNvSpPr/>
            <p:nvPr/>
          </p:nvSpPr>
          <p:spPr>
            <a:xfrm>
              <a:off x="8389174" y="117962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2" name="pg26932"/>
            <p:cNvSpPr/>
            <p:nvPr/>
          </p:nvSpPr>
          <p:spPr>
            <a:xfrm>
              <a:off x="8307145" y="1177745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3" name="pt26933"/>
            <p:cNvSpPr/>
            <p:nvPr/>
          </p:nvSpPr>
          <p:spPr>
            <a:xfrm>
              <a:off x="8494045" y="1154916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4" name="pt26934"/>
            <p:cNvSpPr/>
            <p:nvPr/>
          </p:nvSpPr>
          <p:spPr>
            <a:xfrm>
              <a:off x="8765309" y="111568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5" name="pg26935"/>
            <p:cNvSpPr/>
            <p:nvPr/>
          </p:nvSpPr>
          <p:spPr>
            <a:xfrm>
              <a:off x="8382840" y="11582334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6" name="pt26936"/>
            <p:cNvSpPr/>
            <p:nvPr/>
          </p:nvSpPr>
          <p:spPr>
            <a:xfrm>
              <a:off x="8541347" y="109512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7" name="pt26937"/>
            <p:cNvSpPr/>
            <p:nvPr/>
          </p:nvSpPr>
          <p:spPr>
            <a:xfrm>
              <a:off x="8064718" y="11489689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8" name="pt26938"/>
            <p:cNvSpPr/>
            <p:nvPr/>
          </p:nvSpPr>
          <p:spPr>
            <a:xfrm>
              <a:off x="8071531" y="1144227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39" name="pg26939"/>
            <p:cNvSpPr/>
            <p:nvPr/>
          </p:nvSpPr>
          <p:spPr>
            <a:xfrm>
              <a:off x="8274417" y="1194510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48833"/>
                  </a:lnTo>
                  <a:lnTo>
                    <a:pt x="488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0" name="pt26940"/>
            <p:cNvSpPr/>
            <p:nvPr/>
          </p:nvSpPr>
          <p:spPr>
            <a:xfrm>
              <a:off x="8398892" y="115659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1" name="pt26941"/>
            <p:cNvSpPr/>
            <p:nvPr/>
          </p:nvSpPr>
          <p:spPr>
            <a:xfrm>
              <a:off x="7826442" y="1227258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2" name="pt26942"/>
            <p:cNvSpPr/>
            <p:nvPr/>
          </p:nvSpPr>
          <p:spPr>
            <a:xfrm>
              <a:off x="8441538" y="1196509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3" name="pt26943"/>
            <p:cNvSpPr/>
            <p:nvPr/>
          </p:nvSpPr>
          <p:spPr>
            <a:xfrm>
              <a:off x="8255833" y="11987120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4" name="pt26944"/>
            <p:cNvSpPr/>
            <p:nvPr/>
          </p:nvSpPr>
          <p:spPr>
            <a:xfrm>
              <a:off x="8184007" y="113981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45" name="pl26945"/>
            <p:cNvSpPr/>
            <p:nvPr/>
          </p:nvSpPr>
          <p:spPr>
            <a:xfrm>
              <a:off x="7923943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6" name="pl26946"/>
            <p:cNvSpPr/>
            <p:nvPr/>
          </p:nvSpPr>
          <p:spPr>
            <a:xfrm>
              <a:off x="7923943" y="1230826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7" name="pl26947"/>
            <p:cNvSpPr/>
            <p:nvPr/>
          </p:nvSpPr>
          <p:spPr>
            <a:xfrm>
              <a:off x="7913829" y="1233267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8" name="pl26948"/>
            <p:cNvSpPr/>
            <p:nvPr/>
          </p:nvSpPr>
          <p:spPr>
            <a:xfrm>
              <a:off x="7948360" y="1229814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49" name="pg26949"/>
            <p:cNvSpPr/>
            <p:nvPr/>
          </p:nvSpPr>
          <p:spPr>
            <a:xfrm>
              <a:off x="8205866" y="113858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50" name="pt26950"/>
            <p:cNvSpPr/>
            <p:nvPr/>
          </p:nvSpPr>
          <p:spPr>
            <a:xfrm>
              <a:off x="8426856" y="1197954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51" name="pt26951"/>
            <p:cNvSpPr/>
            <p:nvPr/>
          </p:nvSpPr>
          <p:spPr>
            <a:xfrm>
              <a:off x="8450662" y="119561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52" name="pl26952"/>
            <p:cNvSpPr/>
            <p:nvPr/>
          </p:nvSpPr>
          <p:spPr>
            <a:xfrm>
              <a:off x="8086232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3" name="pl26953"/>
            <p:cNvSpPr/>
            <p:nvPr/>
          </p:nvSpPr>
          <p:spPr>
            <a:xfrm>
              <a:off x="8086232" y="11424958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4" name="pl26954"/>
            <p:cNvSpPr/>
            <p:nvPr/>
          </p:nvSpPr>
          <p:spPr>
            <a:xfrm>
              <a:off x="8068502" y="11467760"/>
              <a:ext cx="121063" cy="0"/>
            </a:xfrm>
            <a:custGeom>
              <a:avLst/>
              <a:gdLst/>
              <a:ahLst/>
              <a:cxnLst/>
              <a:rect l="0" t="0" r="0" b="0"/>
              <a:pathLst>
                <a:path w="121063">
                  <a:moveTo>
                    <a:pt x="0" y="0"/>
                  </a:moveTo>
                  <a:lnTo>
                    <a:pt x="121063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5" name="pl26955"/>
            <p:cNvSpPr/>
            <p:nvPr/>
          </p:nvSpPr>
          <p:spPr>
            <a:xfrm>
              <a:off x="8129034" y="11407228"/>
              <a:ext cx="0" cy="121063"/>
            </a:xfrm>
            <a:custGeom>
              <a:avLst/>
              <a:gdLst/>
              <a:ahLst/>
              <a:cxnLst/>
              <a:rect l="0" t="0" r="0" b="0"/>
              <a:pathLst>
                <a:path h="121063">
                  <a:moveTo>
                    <a:pt x="0" y="12106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6" name="pt26956"/>
            <p:cNvSpPr/>
            <p:nvPr/>
          </p:nvSpPr>
          <p:spPr>
            <a:xfrm>
              <a:off x="8345450" y="1161930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57" name="pt26957"/>
            <p:cNvSpPr/>
            <p:nvPr/>
          </p:nvSpPr>
          <p:spPr>
            <a:xfrm>
              <a:off x="8361490" y="116213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58" name="pl26958"/>
            <p:cNvSpPr/>
            <p:nvPr/>
          </p:nvSpPr>
          <p:spPr>
            <a:xfrm>
              <a:off x="8426033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59" name="pl26959"/>
            <p:cNvSpPr/>
            <p:nvPr/>
          </p:nvSpPr>
          <p:spPr>
            <a:xfrm>
              <a:off x="8426033" y="1196859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0" name="pl26960"/>
            <p:cNvSpPr/>
            <p:nvPr/>
          </p:nvSpPr>
          <p:spPr>
            <a:xfrm>
              <a:off x="8415919" y="1199300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1" name="pl26961"/>
            <p:cNvSpPr/>
            <p:nvPr/>
          </p:nvSpPr>
          <p:spPr>
            <a:xfrm>
              <a:off x="8450450" y="1195847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2" name="pl26962"/>
            <p:cNvSpPr/>
            <p:nvPr/>
          </p:nvSpPr>
          <p:spPr>
            <a:xfrm>
              <a:off x="8163032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3" name="pl26963"/>
            <p:cNvSpPr/>
            <p:nvPr/>
          </p:nvSpPr>
          <p:spPr>
            <a:xfrm>
              <a:off x="8163032" y="11379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4" name="pl26964"/>
            <p:cNvSpPr/>
            <p:nvPr/>
          </p:nvSpPr>
          <p:spPr>
            <a:xfrm>
              <a:off x="8152918" y="1140404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5" name="pl26965"/>
            <p:cNvSpPr/>
            <p:nvPr/>
          </p:nvSpPr>
          <p:spPr>
            <a:xfrm>
              <a:off x="8187449" y="1136950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6" name="pt26966"/>
            <p:cNvSpPr/>
            <p:nvPr/>
          </p:nvSpPr>
          <p:spPr>
            <a:xfrm>
              <a:off x="8269378" y="11813312"/>
              <a:ext cx="48833" cy="48833"/>
            </a:xfrm>
            <a:prstGeom prst="ellipse">
              <a:avLst/>
            </a:prstGeom>
            <a:solidFill>
              <a:srgbClr val="A6761D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67" name="pt26967"/>
            <p:cNvSpPr/>
            <p:nvPr/>
          </p:nvSpPr>
          <p:spPr>
            <a:xfrm>
              <a:off x="8097163" y="1140341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68" name="pl26968"/>
            <p:cNvSpPr/>
            <p:nvPr/>
          </p:nvSpPr>
          <p:spPr>
            <a:xfrm>
              <a:off x="7835545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69" name="pl26969"/>
            <p:cNvSpPr/>
            <p:nvPr/>
          </p:nvSpPr>
          <p:spPr>
            <a:xfrm>
              <a:off x="7835545" y="1094190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0" name="pl26970"/>
            <p:cNvSpPr/>
            <p:nvPr/>
          </p:nvSpPr>
          <p:spPr>
            <a:xfrm>
              <a:off x="7825431" y="109663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1" name="pl26971"/>
            <p:cNvSpPr/>
            <p:nvPr/>
          </p:nvSpPr>
          <p:spPr>
            <a:xfrm>
              <a:off x="7859962" y="109317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2" name="pl26972"/>
            <p:cNvSpPr/>
            <p:nvPr/>
          </p:nvSpPr>
          <p:spPr>
            <a:xfrm>
              <a:off x="8083121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122375"/>
                  </a:moveTo>
                  <a:lnTo>
                    <a:pt x="122375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3" name="pl26973"/>
            <p:cNvSpPr/>
            <p:nvPr/>
          </p:nvSpPr>
          <p:spPr>
            <a:xfrm>
              <a:off x="8083121" y="11406986"/>
              <a:ext cx="122375" cy="122375"/>
            </a:xfrm>
            <a:custGeom>
              <a:avLst/>
              <a:gdLst/>
              <a:ahLst/>
              <a:cxnLst/>
              <a:rect l="0" t="0" r="0" b="0"/>
              <a:pathLst>
                <a:path w="122375" h="122375">
                  <a:moveTo>
                    <a:pt x="0" y="0"/>
                  </a:moveTo>
                  <a:lnTo>
                    <a:pt x="122375" y="122375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4" name="pl26974"/>
            <p:cNvSpPr/>
            <p:nvPr/>
          </p:nvSpPr>
          <p:spPr>
            <a:xfrm>
              <a:off x="8057776" y="11468174"/>
              <a:ext cx="173065" cy="0"/>
            </a:xfrm>
            <a:custGeom>
              <a:avLst/>
              <a:gdLst/>
              <a:ahLst/>
              <a:cxnLst/>
              <a:rect l="0" t="0" r="0" b="0"/>
              <a:pathLst>
                <a:path w="173065">
                  <a:moveTo>
                    <a:pt x="0" y="0"/>
                  </a:moveTo>
                  <a:lnTo>
                    <a:pt x="173065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5" name="pl26975"/>
            <p:cNvSpPr/>
            <p:nvPr/>
          </p:nvSpPr>
          <p:spPr>
            <a:xfrm>
              <a:off x="8144308" y="11381642"/>
              <a:ext cx="0" cy="173065"/>
            </a:xfrm>
            <a:custGeom>
              <a:avLst/>
              <a:gdLst/>
              <a:ahLst/>
              <a:cxnLst/>
              <a:rect l="0" t="0" r="0" b="0"/>
              <a:pathLst>
                <a:path h="173065">
                  <a:moveTo>
                    <a:pt x="0" y="17306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3019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6" name="pl26976"/>
            <p:cNvSpPr/>
            <p:nvPr/>
          </p:nvSpPr>
          <p:spPr>
            <a:xfrm>
              <a:off x="8370010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7" name="pl26977"/>
            <p:cNvSpPr/>
            <p:nvPr/>
          </p:nvSpPr>
          <p:spPr>
            <a:xfrm>
              <a:off x="8370010" y="11699274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8" name="pl26978"/>
            <p:cNvSpPr/>
            <p:nvPr/>
          </p:nvSpPr>
          <p:spPr>
            <a:xfrm>
              <a:off x="8351381" y="11744247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79" name="pl26979"/>
            <p:cNvSpPr/>
            <p:nvPr/>
          </p:nvSpPr>
          <p:spPr>
            <a:xfrm>
              <a:off x="8414982" y="11680646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0" name="pt26980"/>
            <p:cNvSpPr/>
            <p:nvPr/>
          </p:nvSpPr>
          <p:spPr>
            <a:xfrm>
              <a:off x="7662394" y="1115062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81" name="pl26981"/>
            <p:cNvSpPr/>
            <p:nvPr/>
          </p:nvSpPr>
          <p:spPr>
            <a:xfrm>
              <a:off x="7660063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2" name="pl26982"/>
            <p:cNvSpPr/>
            <p:nvPr/>
          </p:nvSpPr>
          <p:spPr>
            <a:xfrm>
              <a:off x="7660063" y="110861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3" name="pl26983"/>
            <p:cNvSpPr/>
            <p:nvPr/>
          </p:nvSpPr>
          <p:spPr>
            <a:xfrm>
              <a:off x="7649950" y="111105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4" name="pl26984"/>
            <p:cNvSpPr/>
            <p:nvPr/>
          </p:nvSpPr>
          <p:spPr>
            <a:xfrm>
              <a:off x="7684480" y="110760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5" name="pt26985"/>
            <p:cNvSpPr/>
            <p:nvPr/>
          </p:nvSpPr>
          <p:spPr>
            <a:xfrm>
              <a:off x="8110324" y="11447956"/>
              <a:ext cx="67219" cy="67219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86" name="pl26986"/>
            <p:cNvSpPr/>
            <p:nvPr/>
          </p:nvSpPr>
          <p:spPr>
            <a:xfrm>
              <a:off x="7802230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7" name="pl26987"/>
            <p:cNvSpPr/>
            <p:nvPr/>
          </p:nvSpPr>
          <p:spPr>
            <a:xfrm>
              <a:off x="7802230" y="118822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8" name="pl26988"/>
            <p:cNvSpPr/>
            <p:nvPr/>
          </p:nvSpPr>
          <p:spPr>
            <a:xfrm>
              <a:off x="7792117" y="11906627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89" name="pl26989"/>
            <p:cNvSpPr/>
            <p:nvPr/>
          </p:nvSpPr>
          <p:spPr>
            <a:xfrm>
              <a:off x="7826647" y="1187209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0" name="pl26990"/>
            <p:cNvSpPr/>
            <p:nvPr/>
          </p:nvSpPr>
          <p:spPr>
            <a:xfrm>
              <a:off x="8536372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1" name="pl26991"/>
            <p:cNvSpPr/>
            <p:nvPr/>
          </p:nvSpPr>
          <p:spPr>
            <a:xfrm>
              <a:off x="8536372" y="1096014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2" name="pl26992"/>
            <p:cNvSpPr/>
            <p:nvPr/>
          </p:nvSpPr>
          <p:spPr>
            <a:xfrm>
              <a:off x="8526258" y="1098456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3" name="pl26993"/>
            <p:cNvSpPr/>
            <p:nvPr/>
          </p:nvSpPr>
          <p:spPr>
            <a:xfrm>
              <a:off x="8560789" y="10950033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994" name="pt26994"/>
            <p:cNvSpPr/>
            <p:nvPr/>
          </p:nvSpPr>
          <p:spPr>
            <a:xfrm>
              <a:off x="8017746" y="11467210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95" name="pt26995"/>
            <p:cNvSpPr/>
            <p:nvPr/>
          </p:nvSpPr>
          <p:spPr>
            <a:xfrm>
              <a:off x="8054980" y="11414402"/>
              <a:ext cx="48833" cy="48833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96" name="pt26996"/>
            <p:cNvSpPr/>
            <p:nvPr/>
          </p:nvSpPr>
          <p:spPr>
            <a:xfrm>
              <a:off x="8041987" y="109008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97" name="pt26997"/>
            <p:cNvSpPr/>
            <p:nvPr/>
          </p:nvSpPr>
          <p:spPr>
            <a:xfrm>
              <a:off x="8270941" y="1209371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98" name="pt26998"/>
            <p:cNvSpPr/>
            <p:nvPr/>
          </p:nvSpPr>
          <p:spPr>
            <a:xfrm>
              <a:off x="8115005" y="1134561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6999" name="pt26999"/>
            <p:cNvSpPr/>
            <p:nvPr/>
          </p:nvSpPr>
          <p:spPr>
            <a:xfrm>
              <a:off x="7525113" y="1135754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00" name="pt27000"/>
            <p:cNvSpPr/>
            <p:nvPr/>
          </p:nvSpPr>
          <p:spPr>
            <a:xfrm>
              <a:off x="7796879" y="117234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01" name="pl27001"/>
            <p:cNvSpPr/>
            <p:nvPr/>
          </p:nvSpPr>
          <p:spPr>
            <a:xfrm>
              <a:off x="8375646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2" name="pl27002"/>
            <p:cNvSpPr/>
            <p:nvPr/>
          </p:nvSpPr>
          <p:spPr>
            <a:xfrm>
              <a:off x="8375646" y="1236848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3" name="pl27003"/>
            <p:cNvSpPr/>
            <p:nvPr/>
          </p:nvSpPr>
          <p:spPr>
            <a:xfrm>
              <a:off x="8365532" y="1239290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4" name="pl27004"/>
            <p:cNvSpPr/>
            <p:nvPr/>
          </p:nvSpPr>
          <p:spPr>
            <a:xfrm>
              <a:off x="8400062" y="1235837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5" name="pg27005"/>
            <p:cNvSpPr/>
            <p:nvPr/>
          </p:nvSpPr>
          <p:spPr>
            <a:xfrm>
              <a:off x="8041712" y="1143043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06" name="pl27006"/>
            <p:cNvSpPr/>
            <p:nvPr/>
          </p:nvSpPr>
          <p:spPr>
            <a:xfrm>
              <a:off x="8049576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7" name="pl27007"/>
            <p:cNvSpPr/>
            <p:nvPr/>
          </p:nvSpPr>
          <p:spPr>
            <a:xfrm>
              <a:off x="8049576" y="1142612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8" name="pl27008"/>
            <p:cNvSpPr/>
            <p:nvPr/>
          </p:nvSpPr>
          <p:spPr>
            <a:xfrm>
              <a:off x="8039462" y="1145053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09" name="pl27009"/>
            <p:cNvSpPr/>
            <p:nvPr/>
          </p:nvSpPr>
          <p:spPr>
            <a:xfrm>
              <a:off x="8073993" y="11416008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0" name="pg27010"/>
            <p:cNvSpPr/>
            <p:nvPr/>
          </p:nvSpPr>
          <p:spPr>
            <a:xfrm>
              <a:off x="8257900" y="11830382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33609"/>
                  </a:moveTo>
                  <a:lnTo>
                    <a:pt x="33609" y="0"/>
                  </a:lnTo>
                  <a:lnTo>
                    <a:pt x="67219" y="33609"/>
                  </a:lnTo>
                  <a:lnTo>
                    <a:pt x="33609" y="67219"/>
                  </a:lnTo>
                  <a:close/>
                </a:path>
              </a:pathLst>
            </a:cu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11" name="pt27011"/>
            <p:cNvSpPr/>
            <p:nvPr/>
          </p:nvSpPr>
          <p:spPr>
            <a:xfrm>
              <a:off x="7448579" y="1168221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12" name="pl27012"/>
            <p:cNvSpPr/>
            <p:nvPr/>
          </p:nvSpPr>
          <p:spPr>
            <a:xfrm>
              <a:off x="8058776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100835"/>
                  </a:moveTo>
                  <a:lnTo>
                    <a:pt x="100835" y="0"/>
                  </a:lnTo>
                </a:path>
              </a:pathLst>
            </a:custGeom>
            <a:ln w="8181" cap="rnd">
              <a:solidFill>
                <a:srgbClr val="E7298A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3" name="pl27013"/>
            <p:cNvSpPr/>
            <p:nvPr/>
          </p:nvSpPr>
          <p:spPr>
            <a:xfrm>
              <a:off x="8058776" y="11372255"/>
              <a:ext cx="100835" cy="100835"/>
            </a:xfrm>
            <a:custGeom>
              <a:avLst/>
              <a:gdLst/>
              <a:ahLst/>
              <a:cxnLst/>
              <a:rect l="0" t="0" r="0" b="0"/>
              <a:pathLst>
                <a:path w="100835" h="100835">
                  <a:moveTo>
                    <a:pt x="0" y="0"/>
                  </a:moveTo>
                  <a:lnTo>
                    <a:pt x="100835" y="100835"/>
                  </a:lnTo>
                </a:path>
              </a:pathLst>
            </a:custGeom>
            <a:ln w="8181" cap="rnd">
              <a:solidFill>
                <a:srgbClr val="E7298A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4" name="pl27014"/>
            <p:cNvSpPr/>
            <p:nvPr/>
          </p:nvSpPr>
          <p:spPr>
            <a:xfrm>
              <a:off x="8037892" y="11422673"/>
              <a:ext cx="142603" cy="0"/>
            </a:xfrm>
            <a:custGeom>
              <a:avLst/>
              <a:gdLst/>
              <a:ahLst/>
              <a:cxnLst/>
              <a:rect l="0" t="0" r="0" b="0"/>
              <a:pathLst>
                <a:path w="142603">
                  <a:moveTo>
                    <a:pt x="0" y="0"/>
                  </a:moveTo>
                  <a:lnTo>
                    <a:pt x="142603" y="0"/>
                  </a:lnTo>
                </a:path>
              </a:pathLst>
            </a:custGeom>
            <a:ln w="8181" cap="rnd">
              <a:solidFill>
                <a:srgbClr val="E7298A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5" name="pl27015"/>
            <p:cNvSpPr/>
            <p:nvPr/>
          </p:nvSpPr>
          <p:spPr>
            <a:xfrm>
              <a:off x="8109194" y="11351371"/>
              <a:ext cx="0" cy="142603"/>
            </a:xfrm>
            <a:custGeom>
              <a:avLst/>
              <a:gdLst/>
              <a:ahLst/>
              <a:cxnLst/>
              <a:rect l="0" t="0" r="0" b="0"/>
              <a:pathLst>
                <a:path h="142603">
                  <a:moveTo>
                    <a:pt x="0" y="142603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7298A">
                  <a:alpha val="14901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6" name="pl27016"/>
            <p:cNvSpPr/>
            <p:nvPr/>
          </p:nvSpPr>
          <p:spPr>
            <a:xfrm>
              <a:off x="8093780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7" name="pl27017"/>
            <p:cNvSpPr/>
            <p:nvPr/>
          </p:nvSpPr>
          <p:spPr>
            <a:xfrm>
              <a:off x="8093780" y="1136252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8" name="pl27018"/>
            <p:cNvSpPr/>
            <p:nvPr/>
          </p:nvSpPr>
          <p:spPr>
            <a:xfrm>
              <a:off x="8078281" y="11399937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19" name="pl27019"/>
            <p:cNvSpPr/>
            <p:nvPr/>
          </p:nvSpPr>
          <p:spPr>
            <a:xfrm>
              <a:off x="8131197" y="11347021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0" name="pl27020"/>
            <p:cNvSpPr/>
            <p:nvPr/>
          </p:nvSpPr>
          <p:spPr>
            <a:xfrm>
              <a:off x="8505729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1" name="pl27021"/>
            <p:cNvSpPr/>
            <p:nvPr/>
          </p:nvSpPr>
          <p:spPr>
            <a:xfrm>
              <a:off x="8505729" y="1189099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2" name="pl27022"/>
            <p:cNvSpPr/>
            <p:nvPr/>
          </p:nvSpPr>
          <p:spPr>
            <a:xfrm>
              <a:off x="8495615" y="1191540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3" name="pl27023"/>
            <p:cNvSpPr/>
            <p:nvPr/>
          </p:nvSpPr>
          <p:spPr>
            <a:xfrm>
              <a:off x="8530146" y="1188087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4" name="pl27024"/>
            <p:cNvSpPr/>
            <p:nvPr/>
          </p:nvSpPr>
          <p:spPr>
            <a:xfrm>
              <a:off x="8359324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128974"/>
                  </a:moveTo>
                  <a:lnTo>
                    <a:pt x="12897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5" name="pl27025"/>
            <p:cNvSpPr/>
            <p:nvPr/>
          </p:nvSpPr>
          <p:spPr>
            <a:xfrm>
              <a:off x="8359324" y="11730040"/>
              <a:ext cx="128974" cy="128974"/>
            </a:xfrm>
            <a:custGeom>
              <a:avLst/>
              <a:gdLst/>
              <a:ahLst/>
              <a:cxnLst/>
              <a:rect l="0" t="0" r="0" b="0"/>
              <a:pathLst>
                <a:path w="128974" h="128974">
                  <a:moveTo>
                    <a:pt x="0" y="0"/>
                  </a:moveTo>
                  <a:lnTo>
                    <a:pt x="128974" y="12897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6" name="pl27026"/>
            <p:cNvSpPr/>
            <p:nvPr/>
          </p:nvSpPr>
          <p:spPr>
            <a:xfrm>
              <a:off x="8332613" y="11794527"/>
              <a:ext cx="182397" cy="0"/>
            </a:xfrm>
            <a:custGeom>
              <a:avLst/>
              <a:gdLst/>
              <a:ahLst/>
              <a:cxnLst/>
              <a:rect l="0" t="0" r="0" b="0"/>
              <a:pathLst>
                <a:path w="182397">
                  <a:moveTo>
                    <a:pt x="0" y="0"/>
                  </a:moveTo>
                  <a:lnTo>
                    <a:pt x="182397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7" name="pl27027"/>
            <p:cNvSpPr/>
            <p:nvPr/>
          </p:nvSpPr>
          <p:spPr>
            <a:xfrm>
              <a:off x="8423811" y="11703329"/>
              <a:ext cx="0" cy="182397"/>
            </a:xfrm>
            <a:custGeom>
              <a:avLst/>
              <a:gdLst/>
              <a:ahLst/>
              <a:cxnLst/>
              <a:rect l="0" t="0" r="0" b="0"/>
              <a:pathLst>
                <a:path h="182397">
                  <a:moveTo>
                    <a:pt x="0" y="182397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28" name="pt27028"/>
            <p:cNvSpPr/>
            <p:nvPr/>
          </p:nvSpPr>
          <p:spPr>
            <a:xfrm>
              <a:off x="8191779" y="1138529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29" name="pl27029"/>
            <p:cNvSpPr/>
            <p:nvPr/>
          </p:nvSpPr>
          <p:spPr>
            <a:xfrm>
              <a:off x="8097162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109811"/>
                  </a:moveTo>
                  <a:lnTo>
                    <a:pt x="109811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0" name="pl27030"/>
            <p:cNvSpPr/>
            <p:nvPr/>
          </p:nvSpPr>
          <p:spPr>
            <a:xfrm>
              <a:off x="8097162" y="11344971"/>
              <a:ext cx="109811" cy="109811"/>
            </a:xfrm>
            <a:custGeom>
              <a:avLst/>
              <a:gdLst/>
              <a:ahLst/>
              <a:cxnLst/>
              <a:rect l="0" t="0" r="0" b="0"/>
              <a:pathLst>
                <a:path w="109811" h="109811">
                  <a:moveTo>
                    <a:pt x="0" y="0"/>
                  </a:moveTo>
                  <a:lnTo>
                    <a:pt x="109811" y="109811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1" name="pl27031"/>
            <p:cNvSpPr/>
            <p:nvPr/>
          </p:nvSpPr>
          <p:spPr>
            <a:xfrm>
              <a:off x="8074420" y="11399876"/>
              <a:ext cx="155296" cy="0"/>
            </a:xfrm>
            <a:custGeom>
              <a:avLst/>
              <a:gdLst/>
              <a:ahLst/>
              <a:cxnLst/>
              <a:rect l="0" t="0" r="0" b="0"/>
              <a:pathLst>
                <a:path w="155296">
                  <a:moveTo>
                    <a:pt x="0" y="0"/>
                  </a:moveTo>
                  <a:lnTo>
                    <a:pt x="155296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2" name="pl27032"/>
            <p:cNvSpPr/>
            <p:nvPr/>
          </p:nvSpPr>
          <p:spPr>
            <a:xfrm>
              <a:off x="8152068" y="11322228"/>
              <a:ext cx="0" cy="155296"/>
            </a:xfrm>
            <a:custGeom>
              <a:avLst/>
              <a:gdLst/>
              <a:ahLst/>
              <a:cxnLst/>
              <a:rect l="0" t="0" r="0" b="0"/>
              <a:pathLst>
                <a:path h="155296">
                  <a:moveTo>
                    <a:pt x="0" y="155296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3" name="pl27033"/>
            <p:cNvSpPr/>
            <p:nvPr/>
          </p:nvSpPr>
          <p:spPr>
            <a:xfrm>
              <a:off x="7985196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4" name="pl27034"/>
            <p:cNvSpPr/>
            <p:nvPr/>
          </p:nvSpPr>
          <p:spPr>
            <a:xfrm>
              <a:off x="7985196" y="114437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5" name="pl27035"/>
            <p:cNvSpPr/>
            <p:nvPr/>
          </p:nvSpPr>
          <p:spPr>
            <a:xfrm>
              <a:off x="7975082" y="1146815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6" name="pl27036"/>
            <p:cNvSpPr/>
            <p:nvPr/>
          </p:nvSpPr>
          <p:spPr>
            <a:xfrm>
              <a:off x="8009613" y="1143362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37" name="pt27037"/>
            <p:cNvSpPr/>
            <p:nvPr/>
          </p:nvSpPr>
          <p:spPr>
            <a:xfrm>
              <a:off x="8043169" y="1149779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38" name="pt27038"/>
            <p:cNvSpPr/>
            <p:nvPr/>
          </p:nvSpPr>
          <p:spPr>
            <a:xfrm>
              <a:off x="8198724" y="1140566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39" name="pl27039"/>
            <p:cNvSpPr/>
            <p:nvPr/>
          </p:nvSpPr>
          <p:spPr>
            <a:xfrm>
              <a:off x="8055289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A6761D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0" name="pl27040"/>
            <p:cNvSpPr/>
            <p:nvPr/>
          </p:nvSpPr>
          <p:spPr>
            <a:xfrm>
              <a:off x="8055289" y="1139952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A6761D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1" name="pl27041"/>
            <p:cNvSpPr/>
            <p:nvPr/>
          </p:nvSpPr>
          <p:spPr>
            <a:xfrm>
              <a:off x="8036661" y="11444495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A6761D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2" name="pl27042"/>
            <p:cNvSpPr/>
            <p:nvPr/>
          </p:nvSpPr>
          <p:spPr>
            <a:xfrm>
              <a:off x="8100262" y="11380894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3" name="pt27043"/>
            <p:cNvSpPr/>
            <p:nvPr/>
          </p:nvSpPr>
          <p:spPr>
            <a:xfrm>
              <a:off x="8612272" y="110028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44" name="pt27044"/>
            <p:cNvSpPr/>
            <p:nvPr/>
          </p:nvSpPr>
          <p:spPr>
            <a:xfrm>
              <a:off x="7689848" y="111155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45" name="pt27045"/>
            <p:cNvSpPr/>
            <p:nvPr/>
          </p:nvSpPr>
          <p:spPr>
            <a:xfrm>
              <a:off x="7664972" y="11771165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46" name="pl27046"/>
            <p:cNvSpPr/>
            <p:nvPr/>
          </p:nvSpPr>
          <p:spPr>
            <a:xfrm>
              <a:off x="8324393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7" name="pl27047"/>
            <p:cNvSpPr/>
            <p:nvPr/>
          </p:nvSpPr>
          <p:spPr>
            <a:xfrm>
              <a:off x="8324393" y="11739956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0"/>
                  </a:moveTo>
                  <a:lnTo>
                    <a:pt x="74834" y="7483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8" name="pl27048"/>
            <p:cNvSpPr/>
            <p:nvPr/>
          </p:nvSpPr>
          <p:spPr>
            <a:xfrm>
              <a:off x="8308894" y="11777374"/>
              <a:ext cx="105832" cy="0"/>
            </a:xfrm>
            <a:custGeom>
              <a:avLst/>
              <a:gdLst/>
              <a:ahLst/>
              <a:cxnLst/>
              <a:rect l="0" t="0" r="0" b="0"/>
              <a:pathLst>
                <a:path w="105832">
                  <a:moveTo>
                    <a:pt x="0" y="0"/>
                  </a:moveTo>
                  <a:lnTo>
                    <a:pt x="105832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49" name="pl27049"/>
            <p:cNvSpPr/>
            <p:nvPr/>
          </p:nvSpPr>
          <p:spPr>
            <a:xfrm>
              <a:off x="8361811" y="11724457"/>
              <a:ext cx="0" cy="105832"/>
            </a:xfrm>
            <a:custGeom>
              <a:avLst/>
              <a:gdLst/>
              <a:ahLst/>
              <a:cxnLst/>
              <a:rect l="0" t="0" r="0" b="0"/>
              <a:pathLst>
                <a:path h="105832">
                  <a:moveTo>
                    <a:pt x="0" y="10583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0" name="pl27050"/>
            <p:cNvSpPr/>
            <p:nvPr/>
          </p:nvSpPr>
          <p:spPr>
            <a:xfrm>
              <a:off x="8262674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89944"/>
                  </a:moveTo>
                  <a:lnTo>
                    <a:pt x="8994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1" name="pl27051"/>
            <p:cNvSpPr/>
            <p:nvPr/>
          </p:nvSpPr>
          <p:spPr>
            <a:xfrm>
              <a:off x="8262674" y="12188070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0"/>
                  </a:moveTo>
                  <a:lnTo>
                    <a:pt x="89944" y="8994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2" name="pl27052"/>
            <p:cNvSpPr/>
            <p:nvPr/>
          </p:nvSpPr>
          <p:spPr>
            <a:xfrm>
              <a:off x="8244046" y="12233042"/>
              <a:ext cx="127201" cy="0"/>
            </a:xfrm>
            <a:custGeom>
              <a:avLst/>
              <a:gdLst/>
              <a:ahLst/>
              <a:cxnLst/>
              <a:rect l="0" t="0" r="0" b="0"/>
              <a:pathLst>
                <a:path w="127201">
                  <a:moveTo>
                    <a:pt x="0" y="0"/>
                  </a:moveTo>
                  <a:lnTo>
                    <a:pt x="12720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3" name="pl27053"/>
            <p:cNvSpPr/>
            <p:nvPr/>
          </p:nvSpPr>
          <p:spPr>
            <a:xfrm>
              <a:off x="8307647" y="12169441"/>
              <a:ext cx="0" cy="127201"/>
            </a:xfrm>
            <a:custGeom>
              <a:avLst/>
              <a:gdLst/>
              <a:ahLst/>
              <a:cxnLst/>
              <a:rect l="0" t="0" r="0" b="0"/>
              <a:pathLst>
                <a:path h="127201">
                  <a:moveTo>
                    <a:pt x="0" y="12720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4" name="pl27054"/>
            <p:cNvSpPr/>
            <p:nvPr/>
          </p:nvSpPr>
          <p:spPr>
            <a:xfrm>
              <a:off x="8142229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5" name="pl27055"/>
            <p:cNvSpPr/>
            <p:nvPr/>
          </p:nvSpPr>
          <p:spPr>
            <a:xfrm>
              <a:off x="8142229" y="1131657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6" name="pl27056"/>
            <p:cNvSpPr/>
            <p:nvPr/>
          </p:nvSpPr>
          <p:spPr>
            <a:xfrm>
              <a:off x="8132115" y="1134099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7" name="pl27057"/>
            <p:cNvSpPr/>
            <p:nvPr/>
          </p:nvSpPr>
          <p:spPr>
            <a:xfrm>
              <a:off x="8166645" y="1130646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8" name="pl27058"/>
            <p:cNvSpPr/>
            <p:nvPr/>
          </p:nvSpPr>
          <p:spPr>
            <a:xfrm>
              <a:off x="7541059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59" name="pl27059"/>
            <p:cNvSpPr/>
            <p:nvPr/>
          </p:nvSpPr>
          <p:spPr>
            <a:xfrm>
              <a:off x="7541059" y="1194623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0" name="pl27060"/>
            <p:cNvSpPr/>
            <p:nvPr/>
          </p:nvSpPr>
          <p:spPr>
            <a:xfrm>
              <a:off x="7530945" y="1197065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1" name="pl27061"/>
            <p:cNvSpPr/>
            <p:nvPr/>
          </p:nvSpPr>
          <p:spPr>
            <a:xfrm>
              <a:off x="7565476" y="1193612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2" name="pl27062"/>
            <p:cNvSpPr/>
            <p:nvPr/>
          </p:nvSpPr>
          <p:spPr>
            <a:xfrm>
              <a:off x="8364757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146120"/>
                  </a:moveTo>
                  <a:lnTo>
                    <a:pt x="14612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3" name="pl27063"/>
            <p:cNvSpPr/>
            <p:nvPr/>
          </p:nvSpPr>
          <p:spPr>
            <a:xfrm>
              <a:off x="8364757" y="11542776"/>
              <a:ext cx="146120" cy="146120"/>
            </a:xfrm>
            <a:custGeom>
              <a:avLst/>
              <a:gdLst/>
              <a:ahLst/>
              <a:cxnLst/>
              <a:rect l="0" t="0" r="0" b="0"/>
              <a:pathLst>
                <a:path w="146120" h="146120">
                  <a:moveTo>
                    <a:pt x="0" y="0"/>
                  </a:moveTo>
                  <a:lnTo>
                    <a:pt x="146120" y="14612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4" name="pl27064"/>
            <p:cNvSpPr/>
            <p:nvPr/>
          </p:nvSpPr>
          <p:spPr>
            <a:xfrm>
              <a:off x="8334494" y="11615836"/>
              <a:ext cx="206645" cy="0"/>
            </a:xfrm>
            <a:custGeom>
              <a:avLst/>
              <a:gdLst/>
              <a:ahLst/>
              <a:cxnLst/>
              <a:rect l="0" t="0" r="0" b="0"/>
              <a:pathLst>
                <a:path w="206645">
                  <a:moveTo>
                    <a:pt x="0" y="0"/>
                  </a:moveTo>
                  <a:lnTo>
                    <a:pt x="206645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5" name="pl27065"/>
            <p:cNvSpPr/>
            <p:nvPr/>
          </p:nvSpPr>
          <p:spPr>
            <a:xfrm>
              <a:off x="8437817" y="11512513"/>
              <a:ext cx="0" cy="206645"/>
            </a:xfrm>
            <a:custGeom>
              <a:avLst/>
              <a:gdLst/>
              <a:ahLst/>
              <a:cxnLst/>
              <a:rect l="0" t="0" r="0" b="0"/>
              <a:pathLst>
                <a:path h="206645">
                  <a:moveTo>
                    <a:pt x="0" y="20664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66" name="pt27066"/>
            <p:cNvSpPr/>
            <p:nvPr/>
          </p:nvSpPr>
          <p:spPr>
            <a:xfrm>
              <a:off x="8099291" y="11421913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67" name="pt27067"/>
            <p:cNvSpPr/>
            <p:nvPr/>
          </p:nvSpPr>
          <p:spPr>
            <a:xfrm>
              <a:off x="8066341" y="11404664"/>
              <a:ext cx="85604" cy="85604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68" name="pt27068"/>
            <p:cNvSpPr/>
            <p:nvPr/>
          </p:nvSpPr>
          <p:spPr>
            <a:xfrm>
              <a:off x="7669540" y="11773967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69" name="pt27069"/>
            <p:cNvSpPr/>
            <p:nvPr/>
          </p:nvSpPr>
          <p:spPr>
            <a:xfrm>
              <a:off x="7434208" y="1167585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70" name="pl27070"/>
            <p:cNvSpPr/>
            <p:nvPr/>
          </p:nvSpPr>
          <p:spPr>
            <a:xfrm>
              <a:off x="8385349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1" name="pl27071"/>
            <p:cNvSpPr/>
            <p:nvPr/>
          </p:nvSpPr>
          <p:spPr>
            <a:xfrm>
              <a:off x="8385349" y="115764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2" name="pl27072"/>
            <p:cNvSpPr/>
            <p:nvPr/>
          </p:nvSpPr>
          <p:spPr>
            <a:xfrm>
              <a:off x="8375235" y="116008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3" name="pl27073"/>
            <p:cNvSpPr/>
            <p:nvPr/>
          </p:nvSpPr>
          <p:spPr>
            <a:xfrm>
              <a:off x="8409766" y="115663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4" name="pt27074"/>
            <p:cNvSpPr/>
            <p:nvPr/>
          </p:nvSpPr>
          <p:spPr>
            <a:xfrm>
              <a:off x="8157861" y="11306697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75" name="pt27075"/>
            <p:cNvSpPr/>
            <p:nvPr/>
          </p:nvSpPr>
          <p:spPr>
            <a:xfrm>
              <a:off x="8106460" y="11339232"/>
              <a:ext cx="106973" cy="10697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76" name="pt27076"/>
            <p:cNvSpPr/>
            <p:nvPr/>
          </p:nvSpPr>
          <p:spPr>
            <a:xfrm>
              <a:off x="8050374" y="114735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77" name="pt27077"/>
            <p:cNvSpPr/>
            <p:nvPr/>
          </p:nvSpPr>
          <p:spPr>
            <a:xfrm>
              <a:off x="8570618" y="118681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78" name="pl27078"/>
            <p:cNvSpPr/>
            <p:nvPr/>
          </p:nvSpPr>
          <p:spPr>
            <a:xfrm>
              <a:off x="7913551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79" name="pl27079"/>
            <p:cNvSpPr/>
            <p:nvPr/>
          </p:nvSpPr>
          <p:spPr>
            <a:xfrm>
              <a:off x="7913551" y="122055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0" name="pl27080"/>
            <p:cNvSpPr/>
            <p:nvPr/>
          </p:nvSpPr>
          <p:spPr>
            <a:xfrm>
              <a:off x="7903437" y="122299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1" name="pl27081"/>
            <p:cNvSpPr/>
            <p:nvPr/>
          </p:nvSpPr>
          <p:spPr>
            <a:xfrm>
              <a:off x="7937968" y="1219544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2" name="pl27082"/>
            <p:cNvSpPr/>
            <p:nvPr/>
          </p:nvSpPr>
          <p:spPr>
            <a:xfrm>
              <a:off x="7900017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3" name="pl27083"/>
            <p:cNvSpPr/>
            <p:nvPr/>
          </p:nvSpPr>
          <p:spPr>
            <a:xfrm>
              <a:off x="7900017" y="1220261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4" name="pl27084"/>
            <p:cNvSpPr/>
            <p:nvPr/>
          </p:nvSpPr>
          <p:spPr>
            <a:xfrm>
              <a:off x="7889903" y="1222703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5" name="pl27085"/>
            <p:cNvSpPr/>
            <p:nvPr/>
          </p:nvSpPr>
          <p:spPr>
            <a:xfrm>
              <a:off x="7924433" y="1219250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6" name="pt27086"/>
            <p:cNvSpPr/>
            <p:nvPr/>
          </p:nvSpPr>
          <p:spPr>
            <a:xfrm>
              <a:off x="8471598" y="118732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87" name="pt27087"/>
            <p:cNvSpPr/>
            <p:nvPr/>
          </p:nvSpPr>
          <p:spPr>
            <a:xfrm>
              <a:off x="7706253" y="110740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88" name="pl27088"/>
            <p:cNvSpPr/>
            <p:nvPr/>
          </p:nvSpPr>
          <p:spPr>
            <a:xfrm>
              <a:off x="8108105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89" name="pl27089"/>
            <p:cNvSpPr/>
            <p:nvPr/>
          </p:nvSpPr>
          <p:spPr>
            <a:xfrm>
              <a:off x="8108105" y="1131896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0" name="pl27090"/>
            <p:cNvSpPr/>
            <p:nvPr/>
          </p:nvSpPr>
          <p:spPr>
            <a:xfrm>
              <a:off x="8094184" y="11352572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1" name="pl27091"/>
            <p:cNvSpPr/>
            <p:nvPr/>
          </p:nvSpPr>
          <p:spPr>
            <a:xfrm>
              <a:off x="8141715" y="11305041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092" name="pt27092"/>
            <p:cNvSpPr/>
            <p:nvPr/>
          </p:nvSpPr>
          <p:spPr>
            <a:xfrm>
              <a:off x="8029092" y="11377765"/>
              <a:ext cx="170789" cy="170789"/>
            </a:xfrm>
            <a:prstGeom prst="ellipse">
              <a:avLst/>
            </a:prstGeom>
            <a:solidFill>
              <a:srgbClr val="7570B3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3" name="pg27093"/>
            <p:cNvSpPr/>
            <p:nvPr/>
          </p:nvSpPr>
          <p:spPr>
            <a:xfrm>
              <a:off x="8419716" y="11839752"/>
              <a:ext cx="89944" cy="89944"/>
            </a:xfrm>
            <a:custGeom>
              <a:avLst/>
              <a:gdLst/>
              <a:ahLst/>
              <a:cxnLst/>
              <a:rect l="0" t="0" r="0" b="0"/>
              <a:pathLst>
                <a:path w="89944" h="89944">
                  <a:moveTo>
                    <a:pt x="0" y="44972"/>
                  </a:moveTo>
                  <a:lnTo>
                    <a:pt x="44972" y="0"/>
                  </a:lnTo>
                  <a:lnTo>
                    <a:pt x="89944" y="44972"/>
                  </a:lnTo>
                  <a:lnTo>
                    <a:pt x="44972" y="89944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4" name="pt27094"/>
            <p:cNvSpPr/>
            <p:nvPr/>
          </p:nvSpPr>
          <p:spPr>
            <a:xfrm>
              <a:off x="8720291" y="1219295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5" name="pg27095"/>
            <p:cNvSpPr/>
            <p:nvPr/>
          </p:nvSpPr>
          <p:spPr>
            <a:xfrm>
              <a:off x="8116019" y="11312695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6" name="pg27096"/>
            <p:cNvSpPr/>
            <p:nvPr/>
          </p:nvSpPr>
          <p:spPr>
            <a:xfrm>
              <a:off x="8069154" y="11446496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7" name="pt27097"/>
            <p:cNvSpPr/>
            <p:nvPr/>
          </p:nvSpPr>
          <p:spPr>
            <a:xfrm>
              <a:off x="8124574" y="11457497"/>
              <a:ext cx="48833" cy="48833"/>
            </a:xfrm>
            <a:prstGeom prst="ellipse">
              <a:avLst/>
            </a:prstGeom>
            <a:solidFill>
              <a:srgbClr val="D95F02">
                <a:alpha val="2352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8" name="pt27098"/>
            <p:cNvSpPr/>
            <p:nvPr/>
          </p:nvSpPr>
          <p:spPr>
            <a:xfrm>
              <a:off x="8403656" y="11575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099" name="pt27099"/>
            <p:cNvSpPr/>
            <p:nvPr/>
          </p:nvSpPr>
          <p:spPr>
            <a:xfrm>
              <a:off x="8087828" y="1140065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0" name="pt27100"/>
            <p:cNvSpPr/>
            <p:nvPr/>
          </p:nvSpPr>
          <p:spPr>
            <a:xfrm>
              <a:off x="7996799" y="1234797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1" name="pt27101"/>
            <p:cNvSpPr/>
            <p:nvPr/>
          </p:nvSpPr>
          <p:spPr>
            <a:xfrm>
              <a:off x="7480116" y="114673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2" name="pt27102"/>
            <p:cNvSpPr/>
            <p:nvPr/>
          </p:nvSpPr>
          <p:spPr>
            <a:xfrm>
              <a:off x="8491432" y="1162876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3" name="pt27103"/>
            <p:cNvSpPr/>
            <p:nvPr/>
          </p:nvSpPr>
          <p:spPr>
            <a:xfrm>
              <a:off x="7817630" y="119672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4" name="pt27104"/>
            <p:cNvSpPr/>
            <p:nvPr/>
          </p:nvSpPr>
          <p:spPr>
            <a:xfrm>
              <a:off x="7809659" y="1188124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05" name="pl27105"/>
            <p:cNvSpPr/>
            <p:nvPr/>
          </p:nvSpPr>
          <p:spPr>
            <a:xfrm>
              <a:off x="8044579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6" name="pl27106"/>
            <p:cNvSpPr/>
            <p:nvPr/>
          </p:nvSpPr>
          <p:spPr>
            <a:xfrm>
              <a:off x="8044579" y="11421136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7" name="pl27107"/>
            <p:cNvSpPr/>
            <p:nvPr/>
          </p:nvSpPr>
          <p:spPr>
            <a:xfrm>
              <a:off x="8030658" y="11454746"/>
              <a:ext cx="95062" cy="0"/>
            </a:xfrm>
            <a:custGeom>
              <a:avLst/>
              <a:gdLst/>
              <a:ahLst/>
              <a:cxnLst/>
              <a:rect l="0" t="0" r="0" b="0"/>
              <a:pathLst>
                <a:path w="95062">
                  <a:moveTo>
                    <a:pt x="0" y="0"/>
                  </a:moveTo>
                  <a:lnTo>
                    <a:pt x="95062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8" name="pl27108"/>
            <p:cNvSpPr/>
            <p:nvPr/>
          </p:nvSpPr>
          <p:spPr>
            <a:xfrm>
              <a:off x="8078189" y="11407214"/>
              <a:ext cx="0" cy="95062"/>
            </a:xfrm>
            <a:custGeom>
              <a:avLst/>
              <a:gdLst/>
              <a:ahLst/>
              <a:cxnLst/>
              <a:rect l="0" t="0" r="0" b="0"/>
              <a:pathLst>
                <a:path h="95062">
                  <a:moveTo>
                    <a:pt x="0" y="95062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09" name="pt27109"/>
            <p:cNvSpPr/>
            <p:nvPr/>
          </p:nvSpPr>
          <p:spPr>
            <a:xfrm>
              <a:off x="8142615" y="11354994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0" name="pt27110"/>
            <p:cNvSpPr/>
            <p:nvPr/>
          </p:nvSpPr>
          <p:spPr>
            <a:xfrm>
              <a:off x="8103062" y="11418329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1" name="pt27111"/>
            <p:cNvSpPr/>
            <p:nvPr/>
          </p:nvSpPr>
          <p:spPr>
            <a:xfrm>
              <a:off x="8587420" y="1152141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2" name="pt27112"/>
            <p:cNvSpPr/>
            <p:nvPr/>
          </p:nvSpPr>
          <p:spPr>
            <a:xfrm>
              <a:off x="8265688" y="12218673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3" name="pt27113"/>
            <p:cNvSpPr/>
            <p:nvPr/>
          </p:nvSpPr>
          <p:spPr>
            <a:xfrm>
              <a:off x="8875245" y="1123514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4" name="pt27114"/>
            <p:cNvSpPr/>
            <p:nvPr/>
          </p:nvSpPr>
          <p:spPr>
            <a:xfrm>
              <a:off x="8037802" y="1091393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5" name="pt27115"/>
            <p:cNvSpPr/>
            <p:nvPr/>
          </p:nvSpPr>
          <p:spPr>
            <a:xfrm>
              <a:off x="8267833" y="11947623"/>
              <a:ext cx="48833" cy="48833"/>
            </a:xfrm>
            <a:prstGeom prst="ellipse">
              <a:avLst/>
            </a:pr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6" name="pl27116"/>
            <p:cNvSpPr/>
            <p:nvPr/>
          </p:nvSpPr>
          <p:spPr>
            <a:xfrm>
              <a:off x="8267833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7" name="pl27117"/>
            <p:cNvSpPr/>
            <p:nvPr/>
          </p:nvSpPr>
          <p:spPr>
            <a:xfrm>
              <a:off x="8267833" y="1194762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18" name="pg27118"/>
            <p:cNvSpPr/>
            <p:nvPr/>
          </p:nvSpPr>
          <p:spPr>
            <a:xfrm>
              <a:off x="8621685" y="1215933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19" name="pt27119"/>
            <p:cNvSpPr/>
            <p:nvPr/>
          </p:nvSpPr>
          <p:spPr>
            <a:xfrm>
              <a:off x="8404108" y="117805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0" name="pt27120"/>
            <p:cNvSpPr/>
            <p:nvPr/>
          </p:nvSpPr>
          <p:spPr>
            <a:xfrm>
              <a:off x="7847143" y="1193550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1" name="pt27121"/>
            <p:cNvSpPr/>
            <p:nvPr/>
          </p:nvSpPr>
          <p:spPr>
            <a:xfrm>
              <a:off x="8927074" y="1136290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2" name="pt27122"/>
            <p:cNvSpPr/>
            <p:nvPr/>
          </p:nvSpPr>
          <p:spPr>
            <a:xfrm>
              <a:off x="7643473" y="120606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3" name="pt27123"/>
            <p:cNvSpPr/>
            <p:nvPr/>
          </p:nvSpPr>
          <p:spPr>
            <a:xfrm>
              <a:off x="7831672" y="10947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4" name="pt27124"/>
            <p:cNvSpPr/>
            <p:nvPr/>
          </p:nvSpPr>
          <p:spPr>
            <a:xfrm>
              <a:off x="8149294" y="11319205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5" name="pt27125"/>
            <p:cNvSpPr/>
            <p:nvPr/>
          </p:nvSpPr>
          <p:spPr>
            <a:xfrm>
              <a:off x="8432636" y="115506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6" name="pg27126"/>
            <p:cNvSpPr/>
            <p:nvPr/>
          </p:nvSpPr>
          <p:spPr>
            <a:xfrm>
              <a:off x="8255948" y="1193121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7" name="pt27127"/>
            <p:cNvSpPr/>
            <p:nvPr/>
          </p:nvSpPr>
          <p:spPr>
            <a:xfrm>
              <a:off x="8463291" y="115571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8" name="pt27128"/>
            <p:cNvSpPr/>
            <p:nvPr/>
          </p:nvSpPr>
          <p:spPr>
            <a:xfrm>
              <a:off x="8494244" y="123429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29" name="pg27129"/>
            <p:cNvSpPr/>
            <p:nvPr/>
          </p:nvSpPr>
          <p:spPr>
            <a:xfrm>
              <a:off x="8609506" y="1098308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0" name="pt27130"/>
            <p:cNvSpPr/>
            <p:nvPr/>
          </p:nvSpPr>
          <p:spPr>
            <a:xfrm>
              <a:off x="8681444" y="1105184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1" name="pt27131"/>
            <p:cNvSpPr/>
            <p:nvPr/>
          </p:nvSpPr>
          <p:spPr>
            <a:xfrm>
              <a:off x="7725374" y="1216125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2" name="pt27132"/>
            <p:cNvSpPr/>
            <p:nvPr/>
          </p:nvSpPr>
          <p:spPr>
            <a:xfrm>
              <a:off x="8204029" y="1186939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3" name="pl27133"/>
            <p:cNvSpPr/>
            <p:nvPr/>
          </p:nvSpPr>
          <p:spPr>
            <a:xfrm>
              <a:off x="8237136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4" name="pl27134"/>
            <p:cNvSpPr/>
            <p:nvPr/>
          </p:nvSpPr>
          <p:spPr>
            <a:xfrm>
              <a:off x="8237136" y="1184086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35" name="pt27135"/>
            <p:cNvSpPr/>
            <p:nvPr/>
          </p:nvSpPr>
          <p:spPr>
            <a:xfrm>
              <a:off x="8241261" y="1185987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6" name="pt27136"/>
            <p:cNvSpPr/>
            <p:nvPr/>
          </p:nvSpPr>
          <p:spPr>
            <a:xfrm>
              <a:off x="8438365" y="115961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7" name="pt27137"/>
            <p:cNvSpPr/>
            <p:nvPr/>
          </p:nvSpPr>
          <p:spPr>
            <a:xfrm>
              <a:off x="7801191" y="1191632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8" name="pt27138"/>
            <p:cNvSpPr/>
            <p:nvPr/>
          </p:nvSpPr>
          <p:spPr>
            <a:xfrm>
              <a:off x="8337421" y="10835451"/>
              <a:ext cx="48833" cy="48833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39" name="pt27139"/>
            <p:cNvSpPr/>
            <p:nvPr/>
          </p:nvSpPr>
          <p:spPr>
            <a:xfrm>
              <a:off x="8178518" y="11393166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0" name="pt27140"/>
            <p:cNvSpPr/>
            <p:nvPr/>
          </p:nvSpPr>
          <p:spPr>
            <a:xfrm>
              <a:off x="8398734" y="11784438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1" name="pt27141"/>
            <p:cNvSpPr/>
            <p:nvPr/>
          </p:nvSpPr>
          <p:spPr>
            <a:xfrm>
              <a:off x="8391165" y="1181786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2" name="pt27142"/>
            <p:cNvSpPr/>
            <p:nvPr/>
          </p:nvSpPr>
          <p:spPr>
            <a:xfrm>
              <a:off x="8276806" y="108870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3" name="pt27143"/>
            <p:cNvSpPr/>
            <p:nvPr/>
          </p:nvSpPr>
          <p:spPr>
            <a:xfrm>
              <a:off x="8161623" y="11394513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4" name="pt27144"/>
            <p:cNvSpPr/>
            <p:nvPr/>
          </p:nvSpPr>
          <p:spPr>
            <a:xfrm>
              <a:off x="8095021" y="11429882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5" name="pt27145"/>
            <p:cNvSpPr/>
            <p:nvPr/>
          </p:nvSpPr>
          <p:spPr>
            <a:xfrm>
              <a:off x="8636882" y="1183724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46" name="pl27146"/>
            <p:cNvSpPr/>
            <p:nvPr/>
          </p:nvSpPr>
          <p:spPr>
            <a:xfrm>
              <a:off x="8395627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7" name="pl27147"/>
            <p:cNvSpPr/>
            <p:nvPr/>
          </p:nvSpPr>
          <p:spPr>
            <a:xfrm>
              <a:off x="8395627" y="1162263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8" name="pl27148"/>
            <p:cNvSpPr/>
            <p:nvPr/>
          </p:nvSpPr>
          <p:spPr>
            <a:xfrm>
              <a:off x="8385514" y="1164705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49" name="pl27149"/>
            <p:cNvSpPr/>
            <p:nvPr/>
          </p:nvSpPr>
          <p:spPr>
            <a:xfrm>
              <a:off x="8420044" y="11612519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50" name="pt27150"/>
            <p:cNvSpPr/>
            <p:nvPr/>
          </p:nvSpPr>
          <p:spPr>
            <a:xfrm>
              <a:off x="8043364" y="1143064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1" name="pt27151"/>
            <p:cNvSpPr/>
            <p:nvPr/>
          </p:nvSpPr>
          <p:spPr>
            <a:xfrm>
              <a:off x="8105397" y="11386990"/>
              <a:ext cx="74834" cy="74834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2" name="pg27152"/>
            <p:cNvSpPr/>
            <p:nvPr/>
          </p:nvSpPr>
          <p:spPr>
            <a:xfrm>
              <a:off x="8423270" y="1156458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24416"/>
                  </a:moveTo>
                  <a:lnTo>
                    <a:pt x="24416" y="0"/>
                  </a:lnTo>
                  <a:lnTo>
                    <a:pt x="48833" y="24416"/>
                  </a:lnTo>
                  <a:lnTo>
                    <a:pt x="24416" y="48833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3" name="pt27153"/>
            <p:cNvSpPr/>
            <p:nvPr/>
          </p:nvSpPr>
          <p:spPr>
            <a:xfrm>
              <a:off x="8013719" y="1227792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4" name="pt27154"/>
            <p:cNvSpPr/>
            <p:nvPr/>
          </p:nvSpPr>
          <p:spPr>
            <a:xfrm>
              <a:off x="8083434" y="11446330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5" name="pt27155"/>
            <p:cNvSpPr/>
            <p:nvPr/>
          </p:nvSpPr>
          <p:spPr>
            <a:xfrm>
              <a:off x="8288301" y="1221687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6" name="pg27156"/>
            <p:cNvSpPr/>
            <p:nvPr/>
          </p:nvSpPr>
          <p:spPr>
            <a:xfrm>
              <a:off x="7788752" y="1188953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7" name="pt27157"/>
            <p:cNvSpPr/>
            <p:nvPr/>
          </p:nvSpPr>
          <p:spPr>
            <a:xfrm>
              <a:off x="8085013" y="1136670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8" name="pt27158"/>
            <p:cNvSpPr/>
            <p:nvPr/>
          </p:nvSpPr>
          <p:spPr>
            <a:xfrm>
              <a:off x="8109610" y="11416749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59" name="pt27159"/>
            <p:cNvSpPr/>
            <p:nvPr/>
          </p:nvSpPr>
          <p:spPr>
            <a:xfrm>
              <a:off x="7848806" y="1192037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0" name="pt27160"/>
            <p:cNvSpPr/>
            <p:nvPr/>
          </p:nvSpPr>
          <p:spPr>
            <a:xfrm>
              <a:off x="7795897" y="11873500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1" name="pt27161"/>
            <p:cNvSpPr/>
            <p:nvPr/>
          </p:nvSpPr>
          <p:spPr>
            <a:xfrm>
              <a:off x="8118572" y="11426184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2" name="pt27162"/>
            <p:cNvSpPr/>
            <p:nvPr/>
          </p:nvSpPr>
          <p:spPr>
            <a:xfrm>
              <a:off x="7724687" y="121837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3" name="pt27163"/>
            <p:cNvSpPr/>
            <p:nvPr/>
          </p:nvSpPr>
          <p:spPr>
            <a:xfrm>
              <a:off x="8409017" y="1179001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4" name="pt27164"/>
            <p:cNvSpPr/>
            <p:nvPr/>
          </p:nvSpPr>
          <p:spPr>
            <a:xfrm>
              <a:off x="8459281" y="109256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5" name="pt27165"/>
            <p:cNvSpPr/>
            <p:nvPr/>
          </p:nvSpPr>
          <p:spPr>
            <a:xfrm>
              <a:off x="7781864" y="117114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6" name="pt27166"/>
            <p:cNvSpPr/>
            <p:nvPr/>
          </p:nvSpPr>
          <p:spPr>
            <a:xfrm>
              <a:off x="8276507" y="1202718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7" name="pt27167"/>
            <p:cNvSpPr/>
            <p:nvPr/>
          </p:nvSpPr>
          <p:spPr>
            <a:xfrm>
              <a:off x="8230439" y="1184347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8" name="pt27168"/>
            <p:cNvSpPr/>
            <p:nvPr/>
          </p:nvSpPr>
          <p:spPr>
            <a:xfrm>
              <a:off x="8142302" y="11358718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69" name="pl27169"/>
            <p:cNvSpPr/>
            <p:nvPr/>
          </p:nvSpPr>
          <p:spPr>
            <a:xfrm>
              <a:off x="7713932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0" name="pl27170"/>
            <p:cNvSpPr/>
            <p:nvPr/>
          </p:nvSpPr>
          <p:spPr>
            <a:xfrm>
              <a:off x="7713932" y="11016447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1" name="pl27171"/>
            <p:cNvSpPr/>
            <p:nvPr/>
          </p:nvSpPr>
          <p:spPr>
            <a:xfrm>
              <a:off x="7703818" y="11040864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2" name="pl27172"/>
            <p:cNvSpPr/>
            <p:nvPr/>
          </p:nvSpPr>
          <p:spPr>
            <a:xfrm>
              <a:off x="7738349" y="1100633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173" name="pt27173"/>
            <p:cNvSpPr/>
            <p:nvPr/>
          </p:nvSpPr>
          <p:spPr>
            <a:xfrm>
              <a:off x="8080928" y="1136790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4" name="pt27174"/>
            <p:cNvSpPr/>
            <p:nvPr/>
          </p:nvSpPr>
          <p:spPr>
            <a:xfrm>
              <a:off x="8444245" y="12212071"/>
              <a:ext cx="74834" cy="7483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5" name="pg27175"/>
            <p:cNvSpPr/>
            <p:nvPr/>
          </p:nvSpPr>
          <p:spPr>
            <a:xfrm>
              <a:off x="8227471" y="11832141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6" name="pt27176"/>
            <p:cNvSpPr/>
            <p:nvPr/>
          </p:nvSpPr>
          <p:spPr>
            <a:xfrm>
              <a:off x="8167202" y="1139289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7" name="pt27177"/>
            <p:cNvSpPr/>
            <p:nvPr/>
          </p:nvSpPr>
          <p:spPr>
            <a:xfrm>
              <a:off x="8086309" y="11447732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8" name="pt27178"/>
            <p:cNvSpPr/>
            <p:nvPr/>
          </p:nvSpPr>
          <p:spPr>
            <a:xfrm>
              <a:off x="8408302" y="1157868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79" name="pt27179"/>
            <p:cNvSpPr/>
            <p:nvPr/>
          </p:nvSpPr>
          <p:spPr>
            <a:xfrm>
              <a:off x="8255897" y="11945657"/>
              <a:ext cx="74834" cy="74834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0" name="pg27180"/>
            <p:cNvSpPr/>
            <p:nvPr/>
          </p:nvSpPr>
          <p:spPr>
            <a:xfrm>
              <a:off x="8023921" y="1087210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1" name="pt27181"/>
            <p:cNvSpPr/>
            <p:nvPr/>
          </p:nvSpPr>
          <p:spPr>
            <a:xfrm>
              <a:off x="8421778" y="1193023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2" name="pt27182"/>
            <p:cNvSpPr/>
            <p:nvPr/>
          </p:nvSpPr>
          <p:spPr>
            <a:xfrm>
              <a:off x="8101282" y="11415058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3" name="pt27183"/>
            <p:cNvSpPr/>
            <p:nvPr/>
          </p:nvSpPr>
          <p:spPr>
            <a:xfrm>
              <a:off x="8001093" y="11493817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4" name="pt27184"/>
            <p:cNvSpPr/>
            <p:nvPr/>
          </p:nvSpPr>
          <p:spPr>
            <a:xfrm>
              <a:off x="7495841" y="1163323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5" name="pt27185"/>
            <p:cNvSpPr/>
            <p:nvPr/>
          </p:nvSpPr>
          <p:spPr>
            <a:xfrm>
              <a:off x="8083629" y="11463087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6" name="pt27186"/>
            <p:cNvSpPr/>
            <p:nvPr/>
          </p:nvSpPr>
          <p:spPr>
            <a:xfrm>
              <a:off x="8543711" y="1154180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7" name="pt27187"/>
            <p:cNvSpPr/>
            <p:nvPr/>
          </p:nvSpPr>
          <p:spPr>
            <a:xfrm>
              <a:off x="8315544" y="1172084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8" name="pt27188"/>
            <p:cNvSpPr/>
            <p:nvPr/>
          </p:nvSpPr>
          <p:spPr>
            <a:xfrm>
              <a:off x="7461708" y="1164396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89" name="pt27189"/>
            <p:cNvSpPr/>
            <p:nvPr/>
          </p:nvSpPr>
          <p:spPr>
            <a:xfrm>
              <a:off x="8385547" y="11747285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0" name="pt27190"/>
            <p:cNvSpPr/>
            <p:nvPr/>
          </p:nvSpPr>
          <p:spPr>
            <a:xfrm>
              <a:off x="7528613" y="113558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1" name="pg27191"/>
            <p:cNvSpPr/>
            <p:nvPr/>
          </p:nvSpPr>
          <p:spPr>
            <a:xfrm>
              <a:off x="8390937" y="11620976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2" name="pt27192"/>
            <p:cNvSpPr/>
            <p:nvPr/>
          </p:nvSpPr>
          <p:spPr>
            <a:xfrm>
              <a:off x="8615725" y="12144990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3" name="pg27193"/>
            <p:cNvSpPr/>
            <p:nvPr/>
          </p:nvSpPr>
          <p:spPr>
            <a:xfrm>
              <a:off x="8073012" y="114315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4" name="pt27194"/>
            <p:cNvSpPr/>
            <p:nvPr/>
          </p:nvSpPr>
          <p:spPr>
            <a:xfrm>
              <a:off x="8076284" y="11385215"/>
              <a:ext cx="48833" cy="48833"/>
            </a:xfrm>
            <a:prstGeom prst="ellipse">
              <a:avLst/>
            </a:prstGeom>
            <a:solidFill>
              <a:srgbClr val="7570B3">
                <a:alpha val="1647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5" name="pt27195"/>
            <p:cNvSpPr/>
            <p:nvPr/>
          </p:nvSpPr>
          <p:spPr>
            <a:xfrm>
              <a:off x="7615901" y="1110665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6" name="pt27196"/>
            <p:cNvSpPr/>
            <p:nvPr/>
          </p:nvSpPr>
          <p:spPr>
            <a:xfrm>
              <a:off x="8831030" y="1133577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7" name="pt27197"/>
            <p:cNvSpPr/>
            <p:nvPr/>
          </p:nvSpPr>
          <p:spPr>
            <a:xfrm>
              <a:off x="8475679" y="1160565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8" name="pt27198"/>
            <p:cNvSpPr/>
            <p:nvPr/>
          </p:nvSpPr>
          <p:spPr>
            <a:xfrm>
              <a:off x="8268659" y="11991189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199" name="pt27199"/>
            <p:cNvSpPr/>
            <p:nvPr/>
          </p:nvSpPr>
          <p:spPr>
            <a:xfrm>
              <a:off x="7781141" y="117196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00" name="pt27200"/>
            <p:cNvSpPr/>
            <p:nvPr/>
          </p:nvSpPr>
          <p:spPr>
            <a:xfrm>
              <a:off x="8189483" y="1143544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01" name="pl27201"/>
            <p:cNvSpPr/>
            <p:nvPr/>
          </p:nvSpPr>
          <p:spPr>
            <a:xfrm>
              <a:off x="8165734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2" name="pl27202"/>
            <p:cNvSpPr/>
            <p:nvPr/>
          </p:nvSpPr>
          <p:spPr>
            <a:xfrm>
              <a:off x="8165734" y="11386379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3" name="pl27203"/>
            <p:cNvSpPr/>
            <p:nvPr/>
          </p:nvSpPr>
          <p:spPr>
            <a:xfrm>
              <a:off x="8155620" y="1141079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4" name="pl27204"/>
            <p:cNvSpPr/>
            <p:nvPr/>
          </p:nvSpPr>
          <p:spPr>
            <a:xfrm>
              <a:off x="8190151" y="11376265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50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5" name="pl27205"/>
            <p:cNvSpPr/>
            <p:nvPr/>
          </p:nvSpPr>
          <p:spPr>
            <a:xfrm>
              <a:off x="8088863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6" name="pl27206"/>
            <p:cNvSpPr/>
            <p:nvPr/>
          </p:nvSpPr>
          <p:spPr>
            <a:xfrm>
              <a:off x="8088863" y="1135596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7" name="pl27207"/>
            <p:cNvSpPr/>
            <p:nvPr/>
          </p:nvSpPr>
          <p:spPr>
            <a:xfrm>
              <a:off x="8078749" y="1138038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8" name="pl27208"/>
            <p:cNvSpPr/>
            <p:nvPr/>
          </p:nvSpPr>
          <p:spPr>
            <a:xfrm>
              <a:off x="8113279" y="1134585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09" name="pl27209"/>
            <p:cNvSpPr/>
            <p:nvPr/>
          </p:nvSpPr>
          <p:spPr>
            <a:xfrm>
              <a:off x="8395773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0" name="pl27210"/>
            <p:cNvSpPr/>
            <p:nvPr/>
          </p:nvSpPr>
          <p:spPr>
            <a:xfrm>
              <a:off x="8395773" y="11565926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1" name="pt27211"/>
            <p:cNvSpPr/>
            <p:nvPr/>
          </p:nvSpPr>
          <p:spPr>
            <a:xfrm>
              <a:off x="8414351" y="11574463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2" name="pl27212"/>
            <p:cNvSpPr/>
            <p:nvPr/>
          </p:nvSpPr>
          <p:spPr>
            <a:xfrm>
              <a:off x="8414351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3" name="pl27213"/>
            <p:cNvSpPr/>
            <p:nvPr/>
          </p:nvSpPr>
          <p:spPr>
            <a:xfrm>
              <a:off x="8414351" y="11574463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14" name="pt27214"/>
            <p:cNvSpPr/>
            <p:nvPr/>
          </p:nvSpPr>
          <p:spPr>
            <a:xfrm>
              <a:off x="8867985" y="120174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15" name="pt27215"/>
            <p:cNvSpPr/>
            <p:nvPr/>
          </p:nvSpPr>
          <p:spPr>
            <a:xfrm>
              <a:off x="8930748" y="1145850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16" name="pt27216"/>
            <p:cNvSpPr/>
            <p:nvPr/>
          </p:nvSpPr>
          <p:spPr>
            <a:xfrm>
              <a:off x="8073297" y="11456415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17" name="pt27217"/>
            <p:cNvSpPr/>
            <p:nvPr/>
          </p:nvSpPr>
          <p:spPr>
            <a:xfrm>
              <a:off x="8370657" y="116165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18" name="pt27218"/>
            <p:cNvSpPr/>
            <p:nvPr/>
          </p:nvSpPr>
          <p:spPr>
            <a:xfrm>
              <a:off x="8406782" y="1181419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19" name="pg27219"/>
            <p:cNvSpPr/>
            <p:nvPr/>
          </p:nvSpPr>
          <p:spPr>
            <a:xfrm>
              <a:off x="8065225" y="11372613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0" name="pt27220"/>
            <p:cNvSpPr/>
            <p:nvPr/>
          </p:nvSpPr>
          <p:spPr>
            <a:xfrm>
              <a:off x="7475969" y="11631762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1" name="pt27221"/>
            <p:cNvSpPr/>
            <p:nvPr/>
          </p:nvSpPr>
          <p:spPr>
            <a:xfrm>
              <a:off x="8700376" y="1178198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2" name="pt27222"/>
            <p:cNvSpPr/>
            <p:nvPr/>
          </p:nvSpPr>
          <p:spPr>
            <a:xfrm>
              <a:off x="8483198" y="116248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3" name="pt27223"/>
            <p:cNvSpPr/>
            <p:nvPr/>
          </p:nvSpPr>
          <p:spPr>
            <a:xfrm>
              <a:off x="8273686" y="121600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4" name="pt27224"/>
            <p:cNvSpPr/>
            <p:nvPr/>
          </p:nvSpPr>
          <p:spPr>
            <a:xfrm>
              <a:off x="8274160" y="1188781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5" name="pt27225"/>
            <p:cNvSpPr/>
            <p:nvPr/>
          </p:nvSpPr>
          <p:spPr>
            <a:xfrm>
              <a:off x="8087599" y="11407750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6" name="pt27226"/>
            <p:cNvSpPr/>
            <p:nvPr/>
          </p:nvSpPr>
          <p:spPr>
            <a:xfrm>
              <a:off x="7535141" y="118782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7" name="pt27227"/>
            <p:cNvSpPr/>
            <p:nvPr/>
          </p:nvSpPr>
          <p:spPr>
            <a:xfrm>
              <a:off x="7799273" y="11885155"/>
              <a:ext cx="80678" cy="80678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8" name="pt27228"/>
            <p:cNvSpPr/>
            <p:nvPr/>
          </p:nvSpPr>
          <p:spPr>
            <a:xfrm>
              <a:off x="8741530" y="11089112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29" name="pt27229"/>
            <p:cNvSpPr/>
            <p:nvPr/>
          </p:nvSpPr>
          <p:spPr>
            <a:xfrm>
              <a:off x="8113891" y="11412857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0" name="pt27230"/>
            <p:cNvSpPr/>
            <p:nvPr/>
          </p:nvSpPr>
          <p:spPr>
            <a:xfrm>
              <a:off x="8115334" y="1129454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1" name="pt27231"/>
            <p:cNvSpPr/>
            <p:nvPr/>
          </p:nvSpPr>
          <p:spPr>
            <a:xfrm>
              <a:off x="8131895" y="11373044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2" name="pt27232"/>
            <p:cNvSpPr/>
            <p:nvPr/>
          </p:nvSpPr>
          <p:spPr>
            <a:xfrm>
              <a:off x="8122140" y="11448178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3" name="pt27233"/>
            <p:cNvSpPr/>
            <p:nvPr/>
          </p:nvSpPr>
          <p:spPr>
            <a:xfrm>
              <a:off x="8149413" y="1142224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4" name="pt27234"/>
            <p:cNvSpPr/>
            <p:nvPr/>
          </p:nvSpPr>
          <p:spPr>
            <a:xfrm>
              <a:off x="8280534" y="122154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5" name="pt27235"/>
            <p:cNvSpPr/>
            <p:nvPr/>
          </p:nvSpPr>
          <p:spPr>
            <a:xfrm>
              <a:off x="8125357" y="11350705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6" name="pt27236"/>
            <p:cNvSpPr/>
            <p:nvPr/>
          </p:nvSpPr>
          <p:spPr>
            <a:xfrm>
              <a:off x="8260199" y="1222099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7" name="pt27237"/>
            <p:cNvSpPr/>
            <p:nvPr/>
          </p:nvSpPr>
          <p:spPr>
            <a:xfrm>
              <a:off x="8104986" y="11417059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8" name="pt27238"/>
            <p:cNvSpPr/>
            <p:nvPr/>
          </p:nvSpPr>
          <p:spPr>
            <a:xfrm>
              <a:off x="8053477" y="11348577"/>
              <a:ext cx="85604" cy="8560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39" name="pt27239"/>
            <p:cNvSpPr/>
            <p:nvPr/>
          </p:nvSpPr>
          <p:spPr>
            <a:xfrm>
              <a:off x="8085027" y="11453544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0" name="pt27240"/>
            <p:cNvSpPr/>
            <p:nvPr/>
          </p:nvSpPr>
          <p:spPr>
            <a:xfrm>
              <a:off x="8634423" y="1216001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1" name="pt27241"/>
            <p:cNvSpPr/>
            <p:nvPr/>
          </p:nvSpPr>
          <p:spPr>
            <a:xfrm>
              <a:off x="8800452" y="1169516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2" name="pt27242"/>
            <p:cNvSpPr/>
            <p:nvPr/>
          </p:nvSpPr>
          <p:spPr>
            <a:xfrm>
              <a:off x="8398067" y="116333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3" name="pg27243"/>
            <p:cNvSpPr/>
            <p:nvPr/>
          </p:nvSpPr>
          <p:spPr>
            <a:xfrm>
              <a:off x="8090824" y="1133052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4" name="pt27244"/>
            <p:cNvSpPr/>
            <p:nvPr/>
          </p:nvSpPr>
          <p:spPr>
            <a:xfrm>
              <a:off x="8950856" y="118440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5" name="pt27245"/>
            <p:cNvSpPr/>
            <p:nvPr/>
          </p:nvSpPr>
          <p:spPr>
            <a:xfrm>
              <a:off x="8387485" y="1163623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6" name="pt27246"/>
            <p:cNvSpPr/>
            <p:nvPr/>
          </p:nvSpPr>
          <p:spPr>
            <a:xfrm>
              <a:off x="8287659" y="11855544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7" name="pt27247"/>
            <p:cNvSpPr/>
            <p:nvPr/>
          </p:nvSpPr>
          <p:spPr>
            <a:xfrm>
              <a:off x="8000391" y="11398362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8" name="pt27248"/>
            <p:cNvSpPr/>
            <p:nvPr/>
          </p:nvSpPr>
          <p:spPr>
            <a:xfrm>
              <a:off x="8011144" y="11402941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49" name="pt27249"/>
            <p:cNvSpPr/>
            <p:nvPr/>
          </p:nvSpPr>
          <p:spPr>
            <a:xfrm>
              <a:off x="8153058" y="11403329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0" name="pl27250"/>
            <p:cNvSpPr/>
            <p:nvPr/>
          </p:nvSpPr>
          <p:spPr>
            <a:xfrm>
              <a:off x="8258190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1" name="pl27251"/>
            <p:cNvSpPr/>
            <p:nvPr/>
          </p:nvSpPr>
          <p:spPr>
            <a:xfrm>
              <a:off x="8258190" y="1180187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7570B3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52" name="pt27252"/>
            <p:cNvSpPr/>
            <p:nvPr/>
          </p:nvSpPr>
          <p:spPr>
            <a:xfrm>
              <a:off x="8790505" y="11693037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3" name="pt27253"/>
            <p:cNvSpPr/>
            <p:nvPr/>
          </p:nvSpPr>
          <p:spPr>
            <a:xfrm>
              <a:off x="8290913" y="11962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4" name="pt27254"/>
            <p:cNvSpPr/>
            <p:nvPr/>
          </p:nvSpPr>
          <p:spPr>
            <a:xfrm>
              <a:off x="7999505" y="1235798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5" name="pt27255"/>
            <p:cNvSpPr/>
            <p:nvPr/>
          </p:nvSpPr>
          <p:spPr>
            <a:xfrm>
              <a:off x="8107831" y="11421916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6" name="pt27256"/>
            <p:cNvSpPr/>
            <p:nvPr/>
          </p:nvSpPr>
          <p:spPr>
            <a:xfrm>
              <a:off x="8927309" y="113822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7" name="pt27257"/>
            <p:cNvSpPr/>
            <p:nvPr/>
          </p:nvSpPr>
          <p:spPr>
            <a:xfrm>
              <a:off x="8544627" y="11836544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8" name="pt27258"/>
            <p:cNvSpPr/>
            <p:nvPr/>
          </p:nvSpPr>
          <p:spPr>
            <a:xfrm>
              <a:off x="8090695" y="11390595"/>
              <a:ext cx="74834" cy="74834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59" name="pt27259"/>
            <p:cNvSpPr/>
            <p:nvPr/>
          </p:nvSpPr>
          <p:spPr>
            <a:xfrm>
              <a:off x="7837467" y="1227199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0" name="pl27260"/>
            <p:cNvSpPr/>
            <p:nvPr/>
          </p:nvSpPr>
          <p:spPr>
            <a:xfrm>
              <a:off x="8739103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1" name="pl27261"/>
            <p:cNvSpPr/>
            <p:nvPr/>
          </p:nvSpPr>
          <p:spPr>
            <a:xfrm>
              <a:off x="8739103" y="1212578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62" name="pt27262"/>
            <p:cNvSpPr/>
            <p:nvPr/>
          </p:nvSpPr>
          <p:spPr>
            <a:xfrm>
              <a:off x="8086617" y="11378386"/>
              <a:ext cx="74834" cy="74834"/>
            </a:xfrm>
            <a:prstGeom prst="ellipse">
              <a:avLst/>
            </a:prstGeom>
            <a:solidFill>
              <a:srgbClr val="D95F02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3" name="pt27263"/>
            <p:cNvSpPr/>
            <p:nvPr/>
          </p:nvSpPr>
          <p:spPr>
            <a:xfrm>
              <a:off x="8903289" y="1188077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4" name="pt27264"/>
            <p:cNvSpPr/>
            <p:nvPr/>
          </p:nvSpPr>
          <p:spPr>
            <a:xfrm>
              <a:off x="8059518" y="11354723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5" name="pt27265"/>
            <p:cNvSpPr/>
            <p:nvPr/>
          </p:nvSpPr>
          <p:spPr>
            <a:xfrm>
              <a:off x="8735935" y="11087249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6" name="pt27266"/>
            <p:cNvSpPr/>
            <p:nvPr/>
          </p:nvSpPr>
          <p:spPr>
            <a:xfrm>
              <a:off x="8311334" y="11803276"/>
              <a:ext cx="67219" cy="67219"/>
            </a:xfrm>
            <a:prstGeom prst="ellipse">
              <a:avLst/>
            </a:pr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7" name="pt27267"/>
            <p:cNvSpPr/>
            <p:nvPr/>
          </p:nvSpPr>
          <p:spPr>
            <a:xfrm>
              <a:off x="8461898" y="1221622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8" name="pt27268"/>
            <p:cNvSpPr/>
            <p:nvPr/>
          </p:nvSpPr>
          <p:spPr>
            <a:xfrm>
              <a:off x="8123243" y="11354312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69" name="pt27269"/>
            <p:cNvSpPr/>
            <p:nvPr/>
          </p:nvSpPr>
          <p:spPr>
            <a:xfrm>
              <a:off x="8024747" y="11396888"/>
              <a:ext cx="74834" cy="7483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0" name="pt27270"/>
            <p:cNvSpPr/>
            <p:nvPr/>
          </p:nvSpPr>
          <p:spPr>
            <a:xfrm>
              <a:off x="8304293" y="1184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1" name="pt27271"/>
            <p:cNvSpPr/>
            <p:nvPr/>
          </p:nvSpPr>
          <p:spPr>
            <a:xfrm>
              <a:off x="8416557" y="1177246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2" name="pt27272"/>
            <p:cNvSpPr/>
            <p:nvPr/>
          </p:nvSpPr>
          <p:spPr>
            <a:xfrm>
              <a:off x="7470348" y="11819919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3" name="pg27273"/>
            <p:cNvSpPr/>
            <p:nvPr/>
          </p:nvSpPr>
          <p:spPr>
            <a:xfrm>
              <a:off x="8137859" y="11346952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4" name="pt27274"/>
            <p:cNvSpPr/>
            <p:nvPr/>
          </p:nvSpPr>
          <p:spPr>
            <a:xfrm>
              <a:off x="8439398" y="1160581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5" name="pt27275"/>
            <p:cNvSpPr/>
            <p:nvPr/>
          </p:nvSpPr>
          <p:spPr>
            <a:xfrm>
              <a:off x="8098468" y="11425801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6" name="pt27276"/>
            <p:cNvSpPr/>
            <p:nvPr/>
          </p:nvSpPr>
          <p:spPr>
            <a:xfrm>
              <a:off x="8739444" y="1220431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7" name="pg27277"/>
            <p:cNvSpPr/>
            <p:nvPr/>
          </p:nvSpPr>
          <p:spPr>
            <a:xfrm>
              <a:off x="8667836" y="11704560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8" name="pt27278"/>
            <p:cNvSpPr/>
            <p:nvPr/>
          </p:nvSpPr>
          <p:spPr>
            <a:xfrm>
              <a:off x="8402681" y="1158744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79" name="pg27279"/>
            <p:cNvSpPr/>
            <p:nvPr/>
          </p:nvSpPr>
          <p:spPr>
            <a:xfrm>
              <a:off x="8237046" y="11836693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0" name="pg27280"/>
            <p:cNvSpPr/>
            <p:nvPr/>
          </p:nvSpPr>
          <p:spPr>
            <a:xfrm>
              <a:off x="8260494" y="11804473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1" name="pt27281"/>
            <p:cNvSpPr/>
            <p:nvPr/>
          </p:nvSpPr>
          <p:spPr>
            <a:xfrm>
              <a:off x="8063790" y="11407619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2" name="pt27282"/>
            <p:cNvSpPr/>
            <p:nvPr/>
          </p:nvSpPr>
          <p:spPr>
            <a:xfrm>
              <a:off x="8160700" y="11411503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3" name="pt27283"/>
            <p:cNvSpPr/>
            <p:nvPr/>
          </p:nvSpPr>
          <p:spPr>
            <a:xfrm>
              <a:off x="7745376" y="121700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4" name="pt27284"/>
            <p:cNvSpPr/>
            <p:nvPr/>
          </p:nvSpPr>
          <p:spPr>
            <a:xfrm>
              <a:off x="8396851" y="1159873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5" name="pt27285"/>
            <p:cNvSpPr/>
            <p:nvPr/>
          </p:nvSpPr>
          <p:spPr>
            <a:xfrm>
              <a:off x="8509512" y="1234430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86" name="pl27286"/>
            <p:cNvSpPr/>
            <p:nvPr/>
          </p:nvSpPr>
          <p:spPr>
            <a:xfrm>
              <a:off x="7577307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7" name="pl27287"/>
            <p:cNvSpPr/>
            <p:nvPr/>
          </p:nvSpPr>
          <p:spPr>
            <a:xfrm>
              <a:off x="7577307" y="1202699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8" name="pl27288"/>
            <p:cNvSpPr/>
            <p:nvPr/>
          </p:nvSpPr>
          <p:spPr>
            <a:xfrm>
              <a:off x="7567193" y="12051410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89" name="pl27289"/>
            <p:cNvSpPr/>
            <p:nvPr/>
          </p:nvSpPr>
          <p:spPr>
            <a:xfrm>
              <a:off x="7601724" y="1201688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0" name="pl27290"/>
            <p:cNvSpPr/>
            <p:nvPr/>
          </p:nvSpPr>
          <p:spPr>
            <a:xfrm>
              <a:off x="8017529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1" name="pl27291"/>
            <p:cNvSpPr/>
            <p:nvPr/>
          </p:nvSpPr>
          <p:spPr>
            <a:xfrm>
              <a:off x="8017529" y="11486110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2" name="pl27292"/>
            <p:cNvSpPr/>
            <p:nvPr/>
          </p:nvSpPr>
          <p:spPr>
            <a:xfrm>
              <a:off x="8007415" y="11510526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3" name="pl27293"/>
            <p:cNvSpPr/>
            <p:nvPr/>
          </p:nvSpPr>
          <p:spPr>
            <a:xfrm>
              <a:off x="8041945" y="11475996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294" name="pt27294"/>
            <p:cNvSpPr/>
            <p:nvPr/>
          </p:nvSpPr>
          <p:spPr>
            <a:xfrm>
              <a:off x="8069392" y="11401139"/>
              <a:ext cx="67219" cy="67219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95" name="pt27295"/>
            <p:cNvSpPr/>
            <p:nvPr/>
          </p:nvSpPr>
          <p:spPr>
            <a:xfrm>
              <a:off x="8088429" y="11409362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96" name="pt27296"/>
            <p:cNvSpPr/>
            <p:nvPr/>
          </p:nvSpPr>
          <p:spPr>
            <a:xfrm>
              <a:off x="7796955" y="1190290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97" name="pt27297"/>
            <p:cNvSpPr/>
            <p:nvPr/>
          </p:nvSpPr>
          <p:spPr>
            <a:xfrm>
              <a:off x="8143850" y="11327298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98" name="pt27298"/>
            <p:cNvSpPr/>
            <p:nvPr/>
          </p:nvSpPr>
          <p:spPr>
            <a:xfrm>
              <a:off x="8183959" y="1190176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299" name="pt27299"/>
            <p:cNvSpPr/>
            <p:nvPr/>
          </p:nvSpPr>
          <p:spPr>
            <a:xfrm>
              <a:off x="7811979" y="1196131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0" name="pt27300"/>
            <p:cNvSpPr/>
            <p:nvPr/>
          </p:nvSpPr>
          <p:spPr>
            <a:xfrm>
              <a:off x="8846472" y="1205052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1" name="pt27301"/>
            <p:cNvSpPr/>
            <p:nvPr/>
          </p:nvSpPr>
          <p:spPr>
            <a:xfrm>
              <a:off x="8397136" y="11883468"/>
              <a:ext cx="103990" cy="103990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2" name="pt27302"/>
            <p:cNvSpPr/>
            <p:nvPr/>
          </p:nvSpPr>
          <p:spPr>
            <a:xfrm>
              <a:off x="8666784" y="1188480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3" name="pt27303"/>
            <p:cNvSpPr/>
            <p:nvPr/>
          </p:nvSpPr>
          <p:spPr>
            <a:xfrm>
              <a:off x="8049955" y="11449403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4" name="pt27304"/>
            <p:cNvSpPr/>
            <p:nvPr/>
          </p:nvSpPr>
          <p:spPr>
            <a:xfrm>
              <a:off x="7622413" y="111355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5" name="pt27305"/>
            <p:cNvSpPr/>
            <p:nvPr/>
          </p:nvSpPr>
          <p:spPr>
            <a:xfrm>
              <a:off x="8131615" y="11324683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6" name="pt27306"/>
            <p:cNvSpPr/>
            <p:nvPr/>
          </p:nvSpPr>
          <p:spPr>
            <a:xfrm>
              <a:off x="7919741" y="1231457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7" name="pt27307"/>
            <p:cNvSpPr/>
            <p:nvPr/>
          </p:nvSpPr>
          <p:spPr>
            <a:xfrm>
              <a:off x="8125570" y="11454058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8" name="pt27308"/>
            <p:cNvSpPr/>
            <p:nvPr/>
          </p:nvSpPr>
          <p:spPr>
            <a:xfrm>
              <a:off x="8142520" y="1141014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09" name="pt27309"/>
            <p:cNvSpPr/>
            <p:nvPr/>
          </p:nvSpPr>
          <p:spPr>
            <a:xfrm>
              <a:off x="7553701" y="119605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0" name="pt27310"/>
            <p:cNvSpPr/>
            <p:nvPr/>
          </p:nvSpPr>
          <p:spPr>
            <a:xfrm>
              <a:off x="8145171" y="1140707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1" name="pt27311"/>
            <p:cNvSpPr/>
            <p:nvPr/>
          </p:nvSpPr>
          <p:spPr>
            <a:xfrm>
              <a:off x="7637398" y="11088584"/>
              <a:ext cx="85604" cy="8560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2" name="pt27312"/>
            <p:cNvSpPr/>
            <p:nvPr/>
          </p:nvSpPr>
          <p:spPr>
            <a:xfrm>
              <a:off x="8398369" y="1159128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3" name="pt27313"/>
            <p:cNvSpPr/>
            <p:nvPr/>
          </p:nvSpPr>
          <p:spPr>
            <a:xfrm>
              <a:off x="8047362" y="11454103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4" name="pt27314"/>
            <p:cNvSpPr/>
            <p:nvPr/>
          </p:nvSpPr>
          <p:spPr>
            <a:xfrm>
              <a:off x="8127361" y="11372203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5" name="pt27315"/>
            <p:cNvSpPr/>
            <p:nvPr/>
          </p:nvSpPr>
          <p:spPr>
            <a:xfrm>
              <a:off x="8041214" y="11443918"/>
              <a:ext cx="74834" cy="74834"/>
            </a:xfrm>
            <a:prstGeom prst="ellipse">
              <a:avLst/>
            </a:prstGeom>
            <a:solidFill>
              <a:srgbClr val="7570B3">
                <a:alpha val="6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6" name="pt27316"/>
            <p:cNvSpPr/>
            <p:nvPr/>
          </p:nvSpPr>
          <p:spPr>
            <a:xfrm>
              <a:off x="8444929" y="118608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7" name="pg27317"/>
            <p:cNvSpPr/>
            <p:nvPr/>
          </p:nvSpPr>
          <p:spPr>
            <a:xfrm>
              <a:off x="8968642" y="11649497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8" name="pt27318"/>
            <p:cNvSpPr/>
            <p:nvPr/>
          </p:nvSpPr>
          <p:spPr>
            <a:xfrm>
              <a:off x="8639355" y="1185568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19" name="pt27319"/>
            <p:cNvSpPr/>
            <p:nvPr/>
          </p:nvSpPr>
          <p:spPr>
            <a:xfrm>
              <a:off x="8465167" y="11584668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0" name="pt27320"/>
            <p:cNvSpPr/>
            <p:nvPr/>
          </p:nvSpPr>
          <p:spPr>
            <a:xfrm>
              <a:off x="8132799" y="11451268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1" name="pt27321"/>
            <p:cNvSpPr/>
            <p:nvPr/>
          </p:nvSpPr>
          <p:spPr>
            <a:xfrm>
              <a:off x="7619748" y="11206007"/>
              <a:ext cx="48833" cy="48833"/>
            </a:xfrm>
            <a:prstGeom prst="ellipse">
              <a:avLst/>
            </a:prstGeom>
            <a:solidFill>
              <a:srgbClr val="7570B3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2" name="pt27322"/>
            <p:cNvSpPr/>
            <p:nvPr/>
          </p:nvSpPr>
          <p:spPr>
            <a:xfrm>
              <a:off x="8069807" y="11354583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3" name="pt27323"/>
            <p:cNvSpPr/>
            <p:nvPr/>
          </p:nvSpPr>
          <p:spPr>
            <a:xfrm>
              <a:off x="8117314" y="11457643"/>
              <a:ext cx="48833" cy="48833"/>
            </a:xfrm>
            <a:prstGeom prst="ellipse">
              <a:avLst/>
            </a:prstGeom>
            <a:solidFill>
              <a:srgbClr val="D95F02">
                <a:alpha val="2313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4" name="pt27324"/>
            <p:cNvSpPr/>
            <p:nvPr/>
          </p:nvSpPr>
          <p:spPr>
            <a:xfrm>
              <a:off x="8444228" y="1160100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5" name="pt27325"/>
            <p:cNvSpPr/>
            <p:nvPr/>
          </p:nvSpPr>
          <p:spPr>
            <a:xfrm>
              <a:off x="7835976" y="1196344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6" name="pt27326"/>
            <p:cNvSpPr/>
            <p:nvPr/>
          </p:nvSpPr>
          <p:spPr>
            <a:xfrm>
              <a:off x="8147948" y="11383381"/>
              <a:ext cx="74834" cy="74834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7" name="pg27327"/>
            <p:cNvSpPr/>
            <p:nvPr/>
          </p:nvSpPr>
          <p:spPr>
            <a:xfrm>
              <a:off x="8006968" y="11442140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8" name="pt27328"/>
            <p:cNvSpPr/>
            <p:nvPr/>
          </p:nvSpPr>
          <p:spPr>
            <a:xfrm>
              <a:off x="8430644" y="115796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29" name="pt27329"/>
            <p:cNvSpPr/>
            <p:nvPr/>
          </p:nvSpPr>
          <p:spPr>
            <a:xfrm>
              <a:off x="8426726" y="115973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0" name="pt27330"/>
            <p:cNvSpPr/>
            <p:nvPr/>
          </p:nvSpPr>
          <p:spPr>
            <a:xfrm>
              <a:off x="8129457" y="11368999"/>
              <a:ext cx="48833" cy="48833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1" name="pt27331"/>
            <p:cNvSpPr/>
            <p:nvPr/>
          </p:nvSpPr>
          <p:spPr>
            <a:xfrm>
              <a:off x="8104393" y="12370285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2" name="pt27332"/>
            <p:cNvSpPr/>
            <p:nvPr/>
          </p:nvSpPr>
          <p:spPr>
            <a:xfrm>
              <a:off x="8431344" y="115883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3" name="pt27333"/>
            <p:cNvSpPr/>
            <p:nvPr/>
          </p:nvSpPr>
          <p:spPr>
            <a:xfrm>
              <a:off x="8069053" y="11391409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4" name="pt27334"/>
            <p:cNvSpPr/>
            <p:nvPr/>
          </p:nvSpPr>
          <p:spPr>
            <a:xfrm>
              <a:off x="8721635" y="12208303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5" name="pt27335"/>
            <p:cNvSpPr/>
            <p:nvPr/>
          </p:nvSpPr>
          <p:spPr>
            <a:xfrm>
              <a:off x="8594704" y="1153731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6" name="pt27336"/>
            <p:cNvSpPr/>
            <p:nvPr/>
          </p:nvSpPr>
          <p:spPr>
            <a:xfrm>
              <a:off x="8414580" y="11786271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7" name="pt27337"/>
            <p:cNvSpPr/>
            <p:nvPr/>
          </p:nvSpPr>
          <p:spPr>
            <a:xfrm>
              <a:off x="8146121" y="11413532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8" name="pt27338"/>
            <p:cNvSpPr/>
            <p:nvPr/>
          </p:nvSpPr>
          <p:spPr>
            <a:xfrm>
              <a:off x="8517924" y="11539280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39" name="pt27339"/>
            <p:cNvSpPr/>
            <p:nvPr/>
          </p:nvSpPr>
          <p:spPr>
            <a:xfrm>
              <a:off x="8147461" y="11415357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0" name="pt27340"/>
            <p:cNvSpPr/>
            <p:nvPr/>
          </p:nvSpPr>
          <p:spPr>
            <a:xfrm>
              <a:off x="8074142" y="11446364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1" name="pt27341"/>
            <p:cNvSpPr/>
            <p:nvPr/>
          </p:nvSpPr>
          <p:spPr>
            <a:xfrm>
              <a:off x="8679507" y="11758542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2" name="pt27342"/>
            <p:cNvSpPr/>
            <p:nvPr/>
          </p:nvSpPr>
          <p:spPr>
            <a:xfrm>
              <a:off x="8490495" y="1184510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3" name="pt27343"/>
            <p:cNvSpPr/>
            <p:nvPr/>
          </p:nvSpPr>
          <p:spPr>
            <a:xfrm>
              <a:off x="8478259" y="1158283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4" name="pt27344"/>
            <p:cNvSpPr/>
            <p:nvPr/>
          </p:nvSpPr>
          <p:spPr>
            <a:xfrm>
              <a:off x="8593815" y="11812532"/>
              <a:ext cx="80678" cy="80678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5" name="pt27345"/>
            <p:cNvSpPr/>
            <p:nvPr/>
          </p:nvSpPr>
          <p:spPr>
            <a:xfrm>
              <a:off x="7604653" y="11206743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6" name="pt27346"/>
            <p:cNvSpPr/>
            <p:nvPr/>
          </p:nvSpPr>
          <p:spPr>
            <a:xfrm>
              <a:off x="8097839" y="11434897"/>
              <a:ext cx="74834" cy="74834"/>
            </a:xfrm>
            <a:prstGeom prst="ellipse">
              <a:avLst/>
            </a:prstGeom>
            <a:solidFill>
              <a:srgbClr val="D95F02">
                <a:alpha val="5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47" name="pl27347"/>
            <p:cNvSpPr/>
            <p:nvPr/>
          </p:nvSpPr>
          <p:spPr>
            <a:xfrm>
              <a:off x="8254743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8" name="pl27348"/>
            <p:cNvSpPr/>
            <p:nvPr/>
          </p:nvSpPr>
          <p:spPr>
            <a:xfrm>
              <a:off x="8254743" y="11924032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0"/>
                  </a:moveTo>
                  <a:lnTo>
                    <a:pt x="85604" y="85604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49" name="pl27349"/>
            <p:cNvSpPr/>
            <p:nvPr/>
          </p:nvSpPr>
          <p:spPr>
            <a:xfrm>
              <a:off x="8416889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0" name="pl27350"/>
            <p:cNvSpPr/>
            <p:nvPr/>
          </p:nvSpPr>
          <p:spPr>
            <a:xfrm>
              <a:off x="8416889" y="11579402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51" name="pg27351"/>
            <p:cNvSpPr/>
            <p:nvPr/>
          </p:nvSpPr>
          <p:spPr>
            <a:xfrm>
              <a:off x="8038073" y="11389307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2" name="pg27352"/>
            <p:cNvSpPr/>
            <p:nvPr/>
          </p:nvSpPr>
          <p:spPr>
            <a:xfrm>
              <a:off x="8349101" y="11571888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3" name="pt27353"/>
            <p:cNvSpPr/>
            <p:nvPr/>
          </p:nvSpPr>
          <p:spPr>
            <a:xfrm>
              <a:off x="7808391" y="11934655"/>
              <a:ext cx="85604" cy="8560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4" name="pt27354"/>
            <p:cNvSpPr/>
            <p:nvPr/>
          </p:nvSpPr>
          <p:spPr>
            <a:xfrm>
              <a:off x="8067415" y="1141325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5" name="pt27355"/>
            <p:cNvSpPr/>
            <p:nvPr/>
          </p:nvSpPr>
          <p:spPr>
            <a:xfrm>
              <a:off x="8091315" y="11409196"/>
              <a:ext cx="74834" cy="74834"/>
            </a:xfrm>
            <a:prstGeom prst="ellipse">
              <a:avLst/>
            </a:prstGeom>
            <a:solidFill>
              <a:srgbClr val="D95F02">
                <a:alpha val="4392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6" name="pt27356"/>
            <p:cNvSpPr/>
            <p:nvPr/>
          </p:nvSpPr>
          <p:spPr>
            <a:xfrm>
              <a:off x="8084253" y="11442298"/>
              <a:ext cx="67219" cy="67219"/>
            </a:xfrm>
            <a:prstGeom prst="ellipse">
              <a:avLst/>
            </a:prstGeom>
            <a:solidFill>
              <a:srgbClr val="D95F02">
                <a:alpha val="3843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7" name="pt27357"/>
            <p:cNvSpPr/>
            <p:nvPr/>
          </p:nvSpPr>
          <p:spPr>
            <a:xfrm>
              <a:off x="8621765" y="11838779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8" name="pt27358"/>
            <p:cNvSpPr/>
            <p:nvPr/>
          </p:nvSpPr>
          <p:spPr>
            <a:xfrm>
              <a:off x="8013290" y="1229099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59" name="pt27359"/>
            <p:cNvSpPr/>
            <p:nvPr/>
          </p:nvSpPr>
          <p:spPr>
            <a:xfrm>
              <a:off x="8096873" y="11395958"/>
              <a:ext cx="67219" cy="67219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0" name="pt27360"/>
            <p:cNvSpPr/>
            <p:nvPr/>
          </p:nvSpPr>
          <p:spPr>
            <a:xfrm>
              <a:off x="8144984" y="11405031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1" name="pt27361"/>
            <p:cNvSpPr/>
            <p:nvPr/>
          </p:nvSpPr>
          <p:spPr>
            <a:xfrm>
              <a:off x="8066014" y="11352513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2" name="pt27362"/>
            <p:cNvSpPr/>
            <p:nvPr/>
          </p:nvSpPr>
          <p:spPr>
            <a:xfrm>
              <a:off x="8972372" y="1155705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3" name="pg27363"/>
            <p:cNvSpPr/>
            <p:nvPr/>
          </p:nvSpPr>
          <p:spPr>
            <a:xfrm>
              <a:off x="8396309" y="11561339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4" name="pl27364"/>
            <p:cNvSpPr/>
            <p:nvPr/>
          </p:nvSpPr>
          <p:spPr>
            <a:xfrm>
              <a:off x="8336368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5" name="pl27365"/>
            <p:cNvSpPr/>
            <p:nvPr/>
          </p:nvSpPr>
          <p:spPr>
            <a:xfrm>
              <a:off x="8336368" y="10830355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6" name="pl27366"/>
            <p:cNvSpPr/>
            <p:nvPr/>
          </p:nvSpPr>
          <p:spPr>
            <a:xfrm>
              <a:off x="8326254" y="10854772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7" name="pl27367"/>
            <p:cNvSpPr/>
            <p:nvPr/>
          </p:nvSpPr>
          <p:spPr>
            <a:xfrm>
              <a:off x="8360784" y="10820241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368" name="pt27368"/>
            <p:cNvSpPr/>
            <p:nvPr/>
          </p:nvSpPr>
          <p:spPr>
            <a:xfrm>
              <a:off x="7843263" y="12280758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69" name="pt27369"/>
            <p:cNvSpPr/>
            <p:nvPr/>
          </p:nvSpPr>
          <p:spPr>
            <a:xfrm>
              <a:off x="8063889" y="1089684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0" name="pt27370"/>
            <p:cNvSpPr/>
            <p:nvPr/>
          </p:nvSpPr>
          <p:spPr>
            <a:xfrm>
              <a:off x="8445020" y="1184222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1" name="pt27371"/>
            <p:cNvSpPr/>
            <p:nvPr/>
          </p:nvSpPr>
          <p:spPr>
            <a:xfrm>
              <a:off x="8392358" y="1167996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2" name="pt27372"/>
            <p:cNvSpPr/>
            <p:nvPr/>
          </p:nvSpPr>
          <p:spPr>
            <a:xfrm>
              <a:off x="8532893" y="1159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3" name="pg27373"/>
            <p:cNvSpPr/>
            <p:nvPr/>
          </p:nvSpPr>
          <p:spPr>
            <a:xfrm>
              <a:off x="7419313" y="11638434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4" name="pt27374"/>
            <p:cNvSpPr/>
            <p:nvPr/>
          </p:nvSpPr>
          <p:spPr>
            <a:xfrm>
              <a:off x="8092230" y="11427357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5" name="pt27375"/>
            <p:cNvSpPr/>
            <p:nvPr/>
          </p:nvSpPr>
          <p:spPr>
            <a:xfrm>
              <a:off x="7480966" y="1182343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6" name="pt27376"/>
            <p:cNvSpPr/>
            <p:nvPr/>
          </p:nvSpPr>
          <p:spPr>
            <a:xfrm>
              <a:off x="8819283" y="113172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7" name="pt27377"/>
            <p:cNvSpPr/>
            <p:nvPr/>
          </p:nvSpPr>
          <p:spPr>
            <a:xfrm>
              <a:off x="8286059" y="1220184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8" name="pt27378"/>
            <p:cNvSpPr/>
            <p:nvPr/>
          </p:nvSpPr>
          <p:spPr>
            <a:xfrm>
              <a:off x="8414941" y="1160223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79" name="pt27379"/>
            <p:cNvSpPr/>
            <p:nvPr/>
          </p:nvSpPr>
          <p:spPr>
            <a:xfrm>
              <a:off x="7604409" y="111213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0" name="pt27380"/>
            <p:cNvSpPr/>
            <p:nvPr/>
          </p:nvSpPr>
          <p:spPr>
            <a:xfrm>
              <a:off x="7472774" y="11472575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1" name="pt27381"/>
            <p:cNvSpPr/>
            <p:nvPr/>
          </p:nvSpPr>
          <p:spPr>
            <a:xfrm>
              <a:off x="8256978" y="1226264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2" name="pg27382"/>
            <p:cNvSpPr/>
            <p:nvPr/>
          </p:nvSpPr>
          <p:spPr>
            <a:xfrm>
              <a:off x="7658869" y="11768358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3" name="pt27383"/>
            <p:cNvSpPr/>
            <p:nvPr/>
          </p:nvSpPr>
          <p:spPr>
            <a:xfrm>
              <a:off x="8802284" y="1116500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4" name="pt27384"/>
            <p:cNvSpPr/>
            <p:nvPr/>
          </p:nvSpPr>
          <p:spPr>
            <a:xfrm>
              <a:off x="7471464" y="1166447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5" name="pt27385"/>
            <p:cNvSpPr/>
            <p:nvPr/>
          </p:nvSpPr>
          <p:spPr>
            <a:xfrm>
              <a:off x="8142933" y="11431388"/>
              <a:ext cx="67219" cy="67219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6" name="pt27386"/>
            <p:cNvSpPr/>
            <p:nvPr/>
          </p:nvSpPr>
          <p:spPr>
            <a:xfrm>
              <a:off x="7830224" y="11912114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7" name="pt27387"/>
            <p:cNvSpPr/>
            <p:nvPr/>
          </p:nvSpPr>
          <p:spPr>
            <a:xfrm>
              <a:off x="8417247" y="11945390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8" name="pt27388"/>
            <p:cNvSpPr/>
            <p:nvPr/>
          </p:nvSpPr>
          <p:spPr>
            <a:xfrm>
              <a:off x="8264913" y="1197006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89" name="pt27389"/>
            <p:cNvSpPr/>
            <p:nvPr/>
          </p:nvSpPr>
          <p:spPr>
            <a:xfrm>
              <a:off x="8901247" y="1188448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0" name="pt27390"/>
            <p:cNvSpPr/>
            <p:nvPr/>
          </p:nvSpPr>
          <p:spPr>
            <a:xfrm>
              <a:off x="8067562" y="11446261"/>
              <a:ext cx="67219" cy="67219"/>
            </a:xfrm>
            <a:prstGeom prst="ellipse">
              <a:avLst/>
            </a:prstGeom>
            <a:solidFill>
              <a:srgbClr val="D95F02">
                <a:alpha val="1372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1" name="pt27391"/>
            <p:cNvSpPr/>
            <p:nvPr/>
          </p:nvSpPr>
          <p:spPr>
            <a:xfrm>
              <a:off x="8169977" y="11383473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2" name="pt27392"/>
            <p:cNvSpPr/>
            <p:nvPr/>
          </p:nvSpPr>
          <p:spPr>
            <a:xfrm>
              <a:off x="8124947" y="11420222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3" name="pt27393"/>
            <p:cNvSpPr/>
            <p:nvPr/>
          </p:nvSpPr>
          <p:spPr>
            <a:xfrm>
              <a:off x="8108539" y="11423825"/>
              <a:ext cx="80678" cy="80678"/>
            </a:xfrm>
            <a:prstGeom prst="ellipse">
              <a:avLst/>
            </a:prstGeom>
            <a:solidFill>
              <a:srgbClr val="D95F02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4" name="pt27394"/>
            <p:cNvSpPr/>
            <p:nvPr/>
          </p:nvSpPr>
          <p:spPr>
            <a:xfrm>
              <a:off x="8954376" y="11844900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5" name="pt27395"/>
            <p:cNvSpPr/>
            <p:nvPr/>
          </p:nvSpPr>
          <p:spPr>
            <a:xfrm>
              <a:off x="7539994" y="1137724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6" name="pt27396"/>
            <p:cNvSpPr/>
            <p:nvPr/>
          </p:nvSpPr>
          <p:spPr>
            <a:xfrm>
              <a:off x="7896764" y="12193424"/>
              <a:ext cx="67219" cy="67219"/>
            </a:xfrm>
            <a:prstGeom prst="ellipse">
              <a:avLst/>
            </a:prstGeom>
            <a:solidFill>
              <a:srgbClr val="7570B3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7" name="pt27397"/>
            <p:cNvSpPr/>
            <p:nvPr/>
          </p:nvSpPr>
          <p:spPr>
            <a:xfrm>
              <a:off x="7812591" y="11907207"/>
              <a:ext cx="74834" cy="74834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8" name="pt27398"/>
            <p:cNvSpPr/>
            <p:nvPr/>
          </p:nvSpPr>
          <p:spPr>
            <a:xfrm>
              <a:off x="8131242" y="11370285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399" name="pt27399"/>
            <p:cNvSpPr/>
            <p:nvPr/>
          </p:nvSpPr>
          <p:spPr>
            <a:xfrm>
              <a:off x="8083593" y="11443735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0" name="pt27400"/>
            <p:cNvSpPr/>
            <p:nvPr/>
          </p:nvSpPr>
          <p:spPr>
            <a:xfrm>
              <a:off x="8404297" y="1175788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1" name="pg27401"/>
            <p:cNvSpPr/>
            <p:nvPr/>
          </p:nvSpPr>
          <p:spPr>
            <a:xfrm>
              <a:off x="7568856" y="1200990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9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2" name="pg27402"/>
            <p:cNvSpPr/>
            <p:nvPr/>
          </p:nvSpPr>
          <p:spPr>
            <a:xfrm>
              <a:off x="8305973" y="1172481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3" name="pg27403"/>
            <p:cNvSpPr/>
            <p:nvPr/>
          </p:nvSpPr>
          <p:spPr>
            <a:xfrm>
              <a:off x="8114671" y="11365931"/>
              <a:ext cx="100785" cy="87282"/>
            </a:xfrm>
            <a:custGeom>
              <a:avLst/>
              <a:gdLst/>
              <a:ahLst/>
              <a:cxnLst/>
              <a:rect l="0" t="0" r="0" b="0"/>
              <a:pathLst>
                <a:path w="100785" h="87282">
                  <a:moveTo>
                    <a:pt x="50392" y="0"/>
                  </a:moveTo>
                  <a:lnTo>
                    <a:pt x="100785" y="87282"/>
                  </a:lnTo>
                  <a:lnTo>
                    <a:pt x="0" y="87282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4" name="pt27404"/>
            <p:cNvSpPr/>
            <p:nvPr/>
          </p:nvSpPr>
          <p:spPr>
            <a:xfrm>
              <a:off x="8087541" y="11459029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5" name="pg27405"/>
            <p:cNvSpPr/>
            <p:nvPr/>
          </p:nvSpPr>
          <p:spPr>
            <a:xfrm>
              <a:off x="8345280" y="1170759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6" name="pt27406"/>
            <p:cNvSpPr/>
            <p:nvPr/>
          </p:nvSpPr>
          <p:spPr>
            <a:xfrm>
              <a:off x="8097681" y="12371533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7" name="pt27407"/>
            <p:cNvSpPr/>
            <p:nvPr/>
          </p:nvSpPr>
          <p:spPr>
            <a:xfrm>
              <a:off x="8424275" y="1177665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8" name="pt27408"/>
            <p:cNvSpPr/>
            <p:nvPr/>
          </p:nvSpPr>
          <p:spPr>
            <a:xfrm>
              <a:off x="8129198" y="11450124"/>
              <a:ext cx="48833" cy="48833"/>
            </a:xfrm>
            <a:prstGeom prst="ellipse">
              <a:avLst/>
            </a:prstGeom>
            <a:solidFill>
              <a:srgbClr val="7570B3">
                <a:alpha val="2823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09" name="pt27409"/>
            <p:cNvSpPr/>
            <p:nvPr/>
          </p:nvSpPr>
          <p:spPr>
            <a:xfrm>
              <a:off x="8438330" y="11803238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0" name="pt27410"/>
            <p:cNvSpPr/>
            <p:nvPr/>
          </p:nvSpPr>
          <p:spPr>
            <a:xfrm>
              <a:off x="8112515" y="11421891"/>
              <a:ext cx="74834" cy="74834"/>
            </a:xfrm>
            <a:prstGeom prst="ellipse">
              <a:avLst/>
            </a:pr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1" name="pt27411"/>
            <p:cNvSpPr/>
            <p:nvPr/>
          </p:nvSpPr>
          <p:spPr>
            <a:xfrm>
              <a:off x="7639602" y="1206967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2" name="pg27412"/>
            <p:cNvSpPr/>
            <p:nvPr/>
          </p:nvSpPr>
          <p:spPr>
            <a:xfrm>
              <a:off x="8965885" y="11659778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3" name="pt27413"/>
            <p:cNvSpPr/>
            <p:nvPr/>
          </p:nvSpPr>
          <p:spPr>
            <a:xfrm>
              <a:off x="8814357" y="11312402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4" name="pt27414"/>
            <p:cNvSpPr/>
            <p:nvPr/>
          </p:nvSpPr>
          <p:spPr>
            <a:xfrm>
              <a:off x="8420516" y="1176092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5" name="pt27415"/>
            <p:cNvSpPr/>
            <p:nvPr/>
          </p:nvSpPr>
          <p:spPr>
            <a:xfrm>
              <a:off x="8079788" y="11469295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6" name="pt27416"/>
            <p:cNvSpPr/>
            <p:nvPr/>
          </p:nvSpPr>
          <p:spPr>
            <a:xfrm>
              <a:off x="8459147" y="12235956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17" name="pl27417"/>
            <p:cNvSpPr/>
            <p:nvPr/>
          </p:nvSpPr>
          <p:spPr>
            <a:xfrm>
              <a:off x="8142944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8" name="pl27418"/>
            <p:cNvSpPr/>
            <p:nvPr/>
          </p:nvSpPr>
          <p:spPr>
            <a:xfrm>
              <a:off x="8142944" y="1132376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19" name="pl27419"/>
            <p:cNvSpPr/>
            <p:nvPr/>
          </p:nvSpPr>
          <p:spPr>
            <a:xfrm>
              <a:off x="8132830" y="1134818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0" name="pl27420"/>
            <p:cNvSpPr/>
            <p:nvPr/>
          </p:nvSpPr>
          <p:spPr>
            <a:xfrm>
              <a:off x="8167361" y="1131365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7570B3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1" name="pt27421"/>
            <p:cNvSpPr/>
            <p:nvPr/>
          </p:nvSpPr>
          <p:spPr>
            <a:xfrm>
              <a:off x="8804335" y="1170653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22" name="pt27422"/>
            <p:cNvSpPr/>
            <p:nvPr/>
          </p:nvSpPr>
          <p:spPr>
            <a:xfrm>
              <a:off x="8059963" y="11447099"/>
              <a:ext cx="67219" cy="67219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23" name="pt27423"/>
            <p:cNvSpPr/>
            <p:nvPr/>
          </p:nvSpPr>
          <p:spPr>
            <a:xfrm>
              <a:off x="8085419" y="11420511"/>
              <a:ext cx="74834" cy="74834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24" name="pl27424"/>
            <p:cNvSpPr/>
            <p:nvPr/>
          </p:nvSpPr>
          <p:spPr>
            <a:xfrm>
              <a:off x="8185923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5" name="pl27425"/>
            <p:cNvSpPr/>
            <p:nvPr/>
          </p:nvSpPr>
          <p:spPr>
            <a:xfrm>
              <a:off x="8185923" y="1142233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6" name="pl27426"/>
            <p:cNvSpPr/>
            <p:nvPr/>
          </p:nvSpPr>
          <p:spPr>
            <a:xfrm>
              <a:off x="8175810" y="1144675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7" name="pl27427"/>
            <p:cNvSpPr/>
            <p:nvPr/>
          </p:nvSpPr>
          <p:spPr>
            <a:xfrm>
              <a:off x="8210340" y="1141222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E6AB02">
                  <a:alpha val="1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8" name="pl27428"/>
            <p:cNvSpPr/>
            <p:nvPr/>
          </p:nvSpPr>
          <p:spPr>
            <a:xfrm>
              <a:off x="8411219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29" name="pl27429"/>
            <p:cNvSpPr/>
            <p:nvPr/>
          </p:nvSpPr>
          <p:spPr>
            <a:xfrm>
              <a:off x="8411219" y="11964596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0" name="pl27430"/>
            <p:cNvSpPr/>
            <p:nvPr/>
          </p:nvSpPr>
          <p:spPr>
            <a:xfrm>
              <a:off x="8401105" y="11989013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1" name="pl27431"/>
            <p:cNvSpPr/>
            <p:nvPr/>
          </p:nvSpPr>
          <p:spPr>
            <a:xfrm>
              <a:off x="8435636" y="11954482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2" name="pt27432"/>
            <p:cNvSpPr/>
            <p:nvPr/>
          </p:nvSpPr>
          <p:spPr>
            <a:xfrm>
              <a:off x="8395477" y="11790099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33" name="pg27433"/>
            <p:cNvSpPr/>
            <p:nvPr/>
          </p:nvSpPr>
          <p:spPr>
            <a:xfrm>
              <a:off x="7434596" y="11618926"/>
              <a:ext cx="108655" cy="94098"/>
            </a:xfrm>
            <a:custGeom>
              <a:avLst/>
              <a:gdLst/>
              <a:ahLst/>
              <a:cxnLst/>
              <a:rect l="0" t="0" r="0" b="0"/>
              <a:pathLst>
                <a:path w="108655" h="94098">
                  <a:moveTo>
                    <a:pt x="54327" y="0"/>
                  </a:moveTo>
                  <a:lnTo>
                    <a:pt x="108655" y="94098"/>
                  </a:lnTo>
                  <a:lnTo>
                    <a:pt x="0" y="94098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34" name="pt27434"/>
            <p:cNvSpPr/>
            <p:nvPr/>
          </p:nvSpPr>
          <p:spPr>
            <a:xfrm>
              <a:off x="8276125" y="1225976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35" name="pt27435"/>
            <p:cNvSpPr/>
            <p:nvPr/>
          </p:nvSpPr>
          <p:spPr>
            <a:xfrm>
              <a:off x="8384061" y="1178313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36" name="pt27436"/>
            <p:cNvSpPr/>
            <p:nvPr/>
          </p:nvSpPr>
          <p:spPr>
            <a:xfrm>
              <a:off x="8267205" y="11944648"/>
              <a:ext cx="48833" cy="48833"/>
            </a:xfrm>
            <a:prstGeom prst="ellipse">
              <a:avLst/>
            </a:pr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7" name="pl27437"/>
            <p:cNvSpPr/>
            <p:nvPr/>
          </p:nvSpPr>
          <p:spPr>
            <a:xfrm>
              <a:off x="8267205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8" name="pl27438"/>
            <p:cNvSpPr/>
            <p:nvPr/>
          </p:nvSpPr>
          <p:spPr>
            <a:xfrm>
              <a:off x="8267205" y="1194464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39" name="pt27439"/>
            <p:cNvSpPr/>
            <p:nvPr/>
          </p:nvSpPr>
          <p:spPr>
            <a:xfrm>
              <a:off x="8138030" y="11356084"/>
              <a:ext cx="48833" cy="48833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40" name="pt27440"/>
            <p:cNvSpPr/>
            <p:nvPr/>
          </p:nvSpPr>
          <p:spPr>
            <a:xfrm>
              <a:off x="8676388" y="1105126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41" name="pt27441"/>
            <p:cNvSpPr/>
            <p:nvPr/>
          </p:nvSpPr>
          <p:spPr>
            <a:xfrm>
              <a:off x="8454174" y="11790715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42" name="pl27442"/>
            <p:cNvSpPr/>
            <p:nvPr/>
          </p:nvSpPr>
          <p:spPr>
            <a:xfrm>
              <a:off x="8080685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157603"/>
                  </a:moveTo>
                  <a:lnTo>
                    <a:pt x="15760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3" name="pl27443"/>
            <p:cNvSpPr/>
            <p:nvPr/>
          </p:nvSpPr>
          <p:spPr>
            <a:xfrm>
              <a:off x="8080685" y="11362756"/>
              <a:ext cx="157603" cy="157603"/>
            </a:xfrm>
            <a:custGeom>
              <a:avLst/>
              <a:gdLst/>
              <a:ahLst/>
              <a:cxnLst/>
              <a:rect l="0" t="0" r="0" b="0"/>
              <a:pathLst>
                <a:path w="157603" h="157603">
                  <a:moveTo>
                    <a:pt x="0" y="0"/>
                  </a:moveTo>
                  <a:lnTo>
                    <a:pt x="157603" y="15760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4" name="pl27444"/>
            <p:cNvSpPr/>
            <p:nvPr/>
          </p:nvSpPr>
          <p:spPr>
            <a:xfrm>
              <a:off x="8048044" y="11441558"/>
              <a:ext cx="222885" cy="0"/>
            </a:xfrm>
            <a:custGeom>
              <a:avLst/>
              <a:gdLst/>
              <a:ahLst/>
              <a:cxnLst/>
              <a:rect l="0" t="0" r="0" b="0"/>
              <a:pathLst>
                <a:path w="222885">
                  <a:moveTo>
                    <a:pt x="0" y="0"/>
                  </a:moveTo>
                  <a:lnTo>
                    <a:pt x="222885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5" name="pl27445"/>
            <p:cNvSpPr/>
            <p:nvPr/>
          </p:nvSpPr>
          <p:spPr>
            <a:xfrm>
              <a:off x="8159487" y="11330115"/>
              <a:ext cx="0" cy="222885"/>
            </a:xfrm>
            <a:custGeom>
              <a:avLst/>
              <a:gdLst/>
              <a:ahLst/>
              <a:cxnLst/>
              <a:rect l="0" t="0" r="0" b="0"/>
              <a:pathLst>
                <a:path h="222885">
                  <a:moveTo>
                    <a:pt x="0" y="222885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6" name="pl27446"/>
            <p:cNvSpPr/>
            <p:nvPr/>
          </p:nvSpPr>
          <p:spPr>
            <a:xfrm>
              <a:off x="8179335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7" name="pl27447"/>
            <p:cNvSpPr/>
            <p:nvPr/>
          </p:nvSpPr>
          <p:spPr>
            <a:xfrm>
              <a:off x="8179335" y="11413051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8" name="pl27448"/>
            <p:cNvSpPr/>
            <p:nvPr/>
          </p:nvSpPr>
          <p:spPr>
            <a:xfrm>
              <a:off x="8169222" y="11437468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49" name="pl27449"/>
            <p:cNvSpPr/>
            <p:nvPr/>
          </p:nvSpPr>
          <p:spPr>
            <a:xfrm>
              <a:off x="8203752" y="11402937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0" name="pt27450"/>
            <p:cNvSpPr/>
            <p:nvPr/>
          </p:nvSpPr>
          <p:spPr>
            <a:xfrm>
              <a:off x="8462267" y="12228380"/>
              <a:ext cx="48833" cy="48833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51" name="pt27451"/>
            <p:cNvSpPr/>
            <p:nvPr/>
          </p:nvSpPr>
          <p:spPr>
            <a:xfrm>
              <a:off x="8039134" y="11466466"/>
              <a:ext cx="48833" cy="48833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52" name="pt27452"/>
            <p:cNvSpPr/>
            <p:nvPr/>
          </p:nvSpPr>
          <p:spPr>
            <a:xfrm>
              <a:off x="7649645" y="12132381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53" name="pt27453"/>
            <p:cNvSpPr/>
            <p:nvPr/>
          </p:nvSpPr>
          <p:spPr>
            <a:xfrm>
              <a:off x="8496932" y="1235555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54" name="pl27454"/>
            <p:cNvSpPr/>
            <p:nvPr/>
          </p:nvSpPr>
          <p:spPr>
            <a:xfrm>
              <a:off x="8951025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5" name="pl27455"/>
            <p:cNvSpPr/>
            <p:nvPr/>
          </p:nvSpPr>
          <p:spPr>
            <a:xfrm>
              <a:off x="8951025" y="11461868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6" name="pl27456"/>
            <p:cNvSpPr/>
            <p:nvPr/>
          </p:nvSpPr>
          <p:spPr>
            <a:xfrm>
              <a:off x="8940911" y="11486285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7" name="pl27457"/>
            <p:cNvSpPr/>
            <p:nvPr/>
          </p:nvSpPr>
          <p:spPr>
            <a:xfrm>
              <a:off x="8975442" y="11451754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1B9E77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58" name="pt27458"/>
            <p:cNvSpPr/>
            <p:nvPr/>
          </p:nvSpPr>
          <p:spPr>
            <a:xfrm>
              <a:off x="8436910" y="11572013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59" name="pg27459"/>
            <p:cNvSpPr/>
            <p:nvPr/>
          </p:nvSpPr>
          <p:spPr>
            <a:xfrm>
              <a:off x="8402686" y="11546993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0" name="pt27460"/>
            <p:cNvSpPr/>
            <p:nvPr/>
          </p:nvSpPr>
          <p:spPr>
            <a:xfrm>
              <a:off x="8697197" y="1187695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1" name="pt27461"/>
            <p:cNvSpPr/>
            <p:nvPr/>
          </p:nvSpPr>
          <p:spPr>
            <a:xfrm>
              <a:off x="8118590" y="11468621"/>
              <a:ext cx="48833" cy="48833"/>
            </a:xfrm>
            <a:prstGeom prst="ellipse">
              <a:avLst/>
            </a:prstGeom>
            <a:solidFill>
              <a:srgbClr val="7570B3">
                <a:alpha val="2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2" name="pt27462"/>
            <p:cNvSpPr/>
            <p:nvPr/>
          </p:nvSpPr>
          <p:spPr>
            <a:xfrm>
              <a:off x="7715089" y="11015618"/>
              <a:ext cx="48833" cy="48833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3" name="pt27463"/>
            <p:cNvSpPr/>
            <p:nvPr/>
          </p:nvSpPr>
          <p:spPr>
            <a:xfrm>
              <a:off x="8096740" y="11429959"/>
              <a:ext cx="74834" cy="74834"/>
            </a:xfrm>
            <a:prstGeom prst="ellipse">
              <a:avLst/>
            </a:prstGeom>
            <a:solidFill>
              <a:srgbClr val="7570B3">
                <a:alpha val="35294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4" name="pt27464"/>
            <p:cNvSpPr/>
            <p:nvPr/>
          </p:nvSpPr>
          <p:spPr>
            <a:xfrm>
              <a:off x="8847219" y="1202502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5" name="pt27465"/>
            <p:cNvSpPr/>
            <p:nvPr/>
          </p:nvSpPr>
          <p:spPr>
            <a:xfrm>
              <a:off x="8449665" y="117821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6" name="pt27466"/>
            <p:cNvSpPr/>
            <p:nvPr/>
          </p:nvSpPr>
          <p:spPr>
            <a:xfrm>
              <a:off x="8418586" y="1182199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7" name="pt27467"/>
            <p:cNvSpPr/>
            <p:nvPr/>
          </p:nvSpPr>
          <p:spPr>
            <a:xfrm>
              <a:off x="8681911" y="11713055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8" name="pt27468"/>
            <p:cNvSpPr/>
            <p:nvPr/>
          </p:nvSpPr>
          <p:spPr>
            <a:xfrm>
              <a:off x="8493565" y="1153876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69" name="pt27469"/>
            <p:cNvSpPr/>
            <p:nvPr/>
          </p:nvSpPr>
          <p:spPr>
            <a:xfrm>
              <a:off x="8368345" y="1239190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0" name="pt27470"/>
            <p:cNvSpPr/>
            <p:nvPr/>
          </p:nvSpPr>
          <p:spPr>
            <a:xfrm>
              <a:off x="8349885" y="1166991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1" name="pt27471"/>
            <p:cNvSpPr/>
            <p:nvPr/>
          </p:nvSpPr>
          <p:spPr>
            <a:xfrm>
              <a:off x="8885954" y="11247670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2" name="pt27472"/>
            <p:cNvSpPr/>
            <p:nvPr/>
          </p:nvSpPr>
          <p:spPr>
            <a:xfrm>
              <a:off x="8050305" y="11401859"/>
              <a:ext cx="48833" cy="48833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3" name="pt27473"/>
            <p:cNvSpPr/>
            <p:nvPr/>
          </p:nvSpPr>
          <p:spPr>
            <a:xfrm>
              <a:off x="8081831" y="11456544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4" name="pg27474"/>
            <p:cNvSpPr/>
            <p:nvPr/>
          </p:nvSpPr>
          <p:spPr>
            <a:xfrm>
              <a:off x="8391798" y="11602370"/>
              <a:ext cx="90529" cy="78400"/>
            </a:xfrm>
            <a:custGeom>
              <a:avLst/>
              <a:gdLst/>
              <a:ahLst/>
              <a:cxnLst/>
              <a:rect l="0" t="0" r="0" b="0"/>
              <a:pathLst>
                <a:path w="90529" h="78400">
                  <a:moveTo>
                    <a:pt x="45264" y="0"/>
                  </a:moveTo>
                  <a:lnTo>
                    <a:pt x="90529" y="78400"/>
                  </a:lnTo>
                  <a:lnTo>
                    <a:pt x="0" y="7840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5" name="pt27475"/>
            <p:cNvSpPr/>
            <p:nvPr/>
          </p:nvSpPr>
          <p:spPr>
            <a:xfrm>
              <a:off x="8523867" y="11828926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6" name="pt27476"/>
            <p:cNvSpPr/>
            <p:nvPr/>
          </p:nvSpPr>
          <p:spPr>
            <a:xfrm>
              <a:off x="8466356" y="10912334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7" name="pg27477"/>
            <p:cNvSpPr/>
            <p:nvPr/>
          </p:nvSpPr>
          <p:spPr>
            <a:xfrm>
              <a:off x="8394890" y="11580594"/>
              <a:ext cx="74834" cy="74834"/>
            </a:xfrm>
            <a:custGeom>
              <a:avLst/>
              <a:gdLst/>
              <a:ahLst/>
              <a:cxnLst/>
              <a:rect l="0" t="0" r="0" b="0"/>
              <a:pathLst>
                <a:path w="74834" h="74834">
                  <a:moveTo>
                    <a:pt x="0" y="74834"/>
                  </a:moveTo>
                  <a:lnTo>
                    <a:pt x="74834" y="74834"/>
                  </a:lnTo>
                  <a:lnTo>
                    <a:pt x="74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8" name="pg27478"/>
            <p:cNvSpPr/>
            <p:nvPr/>
          </p:nvSpPr>
          <p:spPr>
            <a:xfrm>
              <a:off x="8392622" y="11603667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67219"/>
                  </a:lnTo>
                  <a:lnTo>
                    <a:pt x="67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94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79" name="pt27479"/>
            <p:cNvSpPr/>
            <p:nvPr/>
          </p:nvSpPr>
          <p:spPr>
            <a:xfrm>
              <a:off x="8108215" y="11416246"/>
              <a:ext cx="67219" cy="67219"/>
            </a:xfrm>
            <a:prstGeom prst="ellipse">
              <a:avLst/>
            </a:prstGeom>
            <a:solidFill>
              <a:srgbClr val="D95F02">
                <a:alpha val="1254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0" name="pt27480"/>
            <p:cNvSpPr/>
            <p:nvPr/>
          </p:nvSpPr>
          <p:spPr>
            <a:xfrm>
              <a:off x="8394280" y="11634017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1" name="pt27481"/>
            <p:cNvSpPr/>
            <p:nvPr/>
          </p:nvSpPr>
          <p:spPr>
            <a:xfrm>
              <a:off x="8456436" y="11541263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2" name="pt27482"/>
            <p:cNvSpPr/>
            <p:nvPr/>
          </p:nvSpPr>
          <p:spPr>
            <a:xfrm>
              <a:off x="8474437" y="1156353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3" name="pt27483"/>
            <p:cNvSpPr/>
            <p:nvPr/>
          </p:nvSpPr>
          <p:spPr>
            <a:xfrm>
              <a:off x="7546508" y="11878592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4" name="pt27484"/>
            <p:cNvSpPr/>
            <p:nvPr/>
          </p:nvSpPr>
          <p:spPr>
            <a:xfrm>
              <a:off x="8365707" y="12372456"/>
              <a:ext cx="67219" cy="67219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5" name="pt27485"/>
            <p:cNvSpPr/>
            <p:nvPr/>
          </p:nvSpPr>
          <p:spPr>
            <a:xfrm>
              <a:off x="8428618" y="11559686"/>
              <a:ext cx="74834" cy="74834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6" name="pt27486"/>
            <p:cNvSpPr/>
            <p:nvPr/>
          </p:nvSpPr>
          <p:spPr>
            <a:xfrm>
              <a:off x="8962527" y="1155498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7" name="pt27487"/>
            <p:cNvSpPr/>
            <p:nvPr/>
          </p:nvSpPr>
          <p:spPr>
            <a:xfrm>
              <a:off x="8150463" y="11409381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8" name="pt27488"/>
            <p:cNvSpPr/>
            <p:nvPr/>
          </p:nvSpPr>
          <p:spPr>
            <a:xfrm>
              <a:off x="7604416" y="11197212"/>
              <a:ext cx="67219" cy="67219"/>
            </a:xfrm>
            <a:prstGeom prst="ellipse">
              <a:avLst/>
            </a:prstGeom>
            <a:solidFill>
              <a:srgbClr val="7570B3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89" name="pl27489"/>
            <p:cNvSpPr/>
            <p:nvPr/>
          </p:nvSpPr>
          <p:spPr>
            <a:xfrm>
              <a:off x="8062279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48833"/>
                  </a:moveTo>
                  <a:lnTo>
                    <a:pt x="48833" y="0"/>
                  </a:lnTo>
                </a:path>
              </a:pathLst>
            </a:custGeom>
            <a:ln w="8181" cap="rnd">
              <a:solidFill>
                <a:srgbClr val="D95F02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0" name="pl27490"/>
            <p:cNvSpPr/>
            <p:nvPr/>
          </p:nvSpPr>
          <p:spPr>
            <a:xfrm>
              <a:off x="8062279" y="11356574"/>
              <a:ext cx="48833" cy="48833"/>
            </a:xfrm>
            <a:custGeom>
              <a:avLst/>
              <a:gdLst/>
              <a:ahLst/>
              <a:cxnLst/>
              <a:rect l="0" t="0" r="0" b="0"/>
              <a:pathLst>
                <a:path w="48833" h="48833">
                  <a:moveTo>
                    <a:pt x="0" y="0"/>
                  </a:moveTo>
                  <a:lnTo>
                    <a:pt x="48833" y="48833"/>
                  </a:lnTo>
                </a:path>
              </a:pathLst>
            </a:custGeom>
            <a:ln w="8181" cap="rnd">
              <a:solidFill>
                <a:srgbClr val="D95F02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1" name="pl27491"/>
            <p:cNvSpPr/>
            <p:nvPr/>
          </p:nvSpPr>
          <p:spPr>
            <a:xfrm>
              <a:off x="8052165" y="11380991"/>
              <a:ext cx="69061" cy="0"/>
            </a:xfrm>
            <a:custGeom>
              <a:avLst/>
              <a:gdLst/>
              <a:ahLst/>
              <a:cxnLst/>
              <a:rect l="0" t="0" r="0" b="0"/>
              <a:pathLst>
                <a:path w="69061">
                  <a:moveTo>
                    <a:pt x="0" y="0"/>
                  </a:moveTo>
                  <a:lnTo>
                    <a:pt x="69061" y="0"/>
                  </a:lnTo>
                </a:path>
              </a:pathLst>
            </a:custGeom>
            <a:ln w="8181" cap="rnd">
              <a:solidFill>
                <a:srgbClr val="D95F02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2" name="pl27492"/>
            <p:cNvSpPr/>
            <p:nvPr/>
          </p:nvSpPr>
          <p:spPr>
            <a:xfrm>
              <a:off x="8086696" y="11346460"/>
              <a:ext cx="0" cy="69061"/>
            </a:xfrm>
            <a:custGeom>
              <a:avLst/>
              <a:gdLst/>
              <a:ahLst/>
              <a:cxnLst/>
              <a:rect l="0" t="0" r="0" b="0"/>
              <a:pathLst>
                <a:path h="69061">
                  <a:moveTo>
                    <a:pt x="0" y="6906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D95F02">
                  <a:alpha val="13333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493" name="pt27493"/>
            <p:cNvSpPr/>
            <p:nvPr/>
          </p:nvSpPr>
          <p:spPr>
            <a:xfrm>
              <a:off x="8838616" y="11304008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4" name="pt27494"/>
            <p:cNvSpPr/>
            <p:nvPr/>
          </p:nvSpPr>
          <p:spPr>
            <a:xfrm>
              <a:off x="7668867" y="12146697"/>
              <a:ext cx="48833" cy="48833"/>
            </a:xfrm>
            <a:prstGeom prst="ellipse">
              <a:avLst/>
            </a:pr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5" name="pt27495"/>
            <p:cNvSpPr/>
            <p:nvPr/>
          </p:nvSpPr>
          <p:spPr>
            <a:xfrm>
              <a:off x="8254920" y="11374445"/>
              <a:ext cx="67219" cy="67219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6" name="pt27496"/>
            <p:cNvSpPr/>
            <p:nvPr/>
          </p:nvSpPr>
          <p:spPr>
            <a:xfrm>
              <a:off x="8132369" y="11471724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7" name="pt27497"/>
            <p:cNvSpPr/>
            <p:nvPr/>
          </p:nvSpPr>
          <p:spPr>
            <a:xfrm>
              <a:off x="8098700" y="11428993"/>
              <a:ext cx="74834" cy="74834"/>
            </a:xfrm>
            <a:prstGeom prst="ellipse">
              <a:avLst/>
            </a:prstGeom>
            <a:solidFill>
              <a:srgbClr val="7570B3">
                <a:alpha val="64705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8" name="pt27498"/>
            <p:cNvSpPr/>
            <p:nvPr/>
          </p:nvSpPr>
          <p:spPr>
            <a:xfrm>
              <a:off x="7826733" y="11973096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499" name="pt27499"/>
            <p:cNvSpPr/>
            <p:nvPr/>
          </p:nvSpPr>
          <p:spPr>
            <a:xfrm>
              <a:off x="8050046" y="11428102"/>
              <a:ext cx="80678" cy="80678"/>
            </a:xfrm>
            <a:prstGeom prst="ellipse">
              <a:avLst/>
            </a:prstGeom>
            <a:solidFill>
              <a:srgbClr val="D95F02">
                <a:alpha val="13333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0" name="pt27500"/>
            <p:cNvSpPr/>
            <p:nvPr/>
          </p:nvSpPr>
          <p:spPr>
            <a:xfrm>
              <a:off x="8153343" y="11465897"/>
              <a:ext cx="48833" cy="48833"/>
            </a:xfrm>
            <a:prstGeom prst="ellipse">
              <a:avLst/>
            </a:pr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1" name="pt27501"/>
            <p:cNvSpPr/>
            <p:nvPr/>
          </p:nvSpPr>
          <p:spPr>
            <a:xfrm>
              <a:off x="8062615" y="11455610"/>
              <a:ext cx="48833" cy="48833"/>
            </a:xfrm>
            <a:prstGeom prst="ellipse">
              <a:avLst/>
            </a:prstGeom>
            <a:solidFill>
              <a:srgbClr val="D95F02">
                <a:alpha val="14117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2" name="pt27502"/>
            <p:cNvSpPr/>
            <p:nvPr/>
          </p:nvSpPr>
          <p:spPr>
            <a:xfrm>
              <a:off x="8062293" y="11465185"/>
              <a:ext cx="67219" cy="67219"/>
            </a:xfrm>
            <a:prstGeom prst="ellipse">
              <a:avLst/>
            </a:prstGeom>
            <a:solidFill>
              <a:srgbClr val="7570B3">
                <a:alpha val="14509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3" name="pl27503"/>
            <p:cNvSpPr/>
            <p:nvPr/>
          </p:nvSpPr>
          <p:spPr>
            <a:xfrm>
              <a:off x="8386945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67219"/>
                  </a:moveTo>
                  <a:lnTo>
                    <a:pt x="67219" y="0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4" name="pl27504"/>
            <p:cNvSpPr/>
            <p:nvPr/>
          </p:nvSpPr>
          <p:spPr>
            <a:xfrm>
              <a:off x="8386945" y="11653345"/>
              <a:ext cx="67219" cy="67219"/>
            </a:xfrm>
            <a:custGeom>
              <a:avLst/>
              <a:gdLst/>
              <a:ahLst/>
              <a:cxnLst/>
              <a:rect l="0" t="0" r="0" b="0"/>
              <a:pathLst>
                <a:path w="67219" h="67219">
                  <a:moveTo>
                    <a:pt x="0" y="0"/>
                  </a:moveTo>
                  <a:lnTo>
                    <a:pt x="67219" y="67219"/>
                  </a:lnTo>
                </a:path>
              </a:pathLst>
            </a:custGeom>
            <a:ln w="8181" cap="rnd">
              <a:solidFill>
                <a:srgbClr val="E6AB02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05" name="pt27505"/>
            <p:cNvSpPr/>
            <p:nvPr/>
          </p:nvSpPr>
          <p:spPr>
            <a:xfrm>
              <a:off x="8065912" y="11404833"/>
              <a:ext cx="67219" cy="67219"/>
            </a:xfrm>
            <a:prstGeom prst="ellipse">
              <a:avLst/>
            </a:prstGeom>
            <a:solidFill>
              <a:srgbClr val="7570B3">
                <a:alpha val="1568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6" name="pg27506"/>
            <p:cNvSpPr/>
            <p:nvPr/>
          </p:nvSpPr>
          <p:spPr>
            <a:xfrm>
              <a:off x="8731956" y="12105720"/>
              <a:ext cx="65767" cy="56956"/>
            </a:xfrm>
            <a:custGeom>
              <a:avLst/>
              <a:gdLst/>
              <a:ahLst/>
              <a:cxnLst/>
              <a:rect l="0" t="0" r="0" b="0"/>
              <a:pathLst>
                <a:path w="65767" h="56956">
                  <a:moveTo>
                    <a:pt x="32883" y="0"/>
                  </a:moveTo>
                  <a:lnTo>
                    <a:pt x="65767" y="56956"/>
                  </a:lnTo>
                  <a:lnTo>
                    <a:pt x="0" y="56956"/>
                  </a:lnTo>
                  <a:close/>
                </a:path>
              </a:pathLst>
            </a:custGeom>
            <a:solidFill>
              <a:srgbClr val="D95F02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7" name="pg27507"/>
            <p:cNvSpPr/>
            <p:nvPr/>
          </p:nvSpPr>
          <p:spPr>
            <a:xfrm>
              <a:off x="8290253" y="11786773"/>
              <a:ext cx="85604" cy="85604"/>
            </a:xfrm>
            <a:custGeom>
              <a:avLst/>
              <a:gdLst/>
              <a:ahLst/>
              <a:cxnLst/>
              <a:rect l="0" t="0" r="0" b="0"/>
              <a:pathLst>
                <a:path w="85604" h="85604">
                  <a:moveTo>
                    <a:pt x="0" y="85604"/>
                  </a:moveTo>
                  <a:lnTo>
                    <a:pt x="85604" y="85604"/>
                  </a:lnTo>
                  <a:lnTo>
                    <a:pt x="85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9E77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8" name="pg27508"/>
            <p:cNvSpPr/>
            <p:nvPr/>
          </p:nvSpPr>
          <p:spPr>
            <a:xfrm>
              <a:off x="8102080" y="11345878"/>
              <a:ext cx="80678" cy="80678"/>
            </a:xfrm>
            <a:custGeom>
              <a:avLst/>
              <a:gdLst/>
              <a:ahLst/>
              <a:cxnLst/>
              <a:rect l="0" t="0" r="0" b="0"/>
              <a:pathLst>
                <a:path w="80678" h="80678">
                  <a:moveTo>
                    <a:pt x="0" y="80678"/>
                  </a:moveTo>
                  <a:lnTo>
                    <a:pt x="80678" y="80678"/>
                  </a:lnTo>
                  <a:lnTo>
                    <a:pt x="80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0B3">
                <a:alpha val="12156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09" name="tx27509"/>
            <p:cNvSpPr/>
            <p:nvPr/>
          </p:nvSpPr>
          <p:spPr>
            <a:xfrm>
              <a:off x="2356296" y="854122"/>
              <a:ext cx="400232" cy="8183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Cycle 1</a:t>
              </a:r>
            </a:p>
          </p:txBody>
        </p:sp>
        <p:sp>
          <p:nvSpPr>
            <p:cNvPr id="27510" name="tx27510"/>
            <p:cNvSpPr/>
            <p:nvPr/>
          </p:nvSpPr>
          <p:spPr>
            <a:xfrm>
              <a:off x="4256273" y="854122"/>
              <a:ext cx="400232" cy="8183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Cycle 4</a:t>
              </a:r>
            </a:p>
          </p:txBody>
        </p:sp>
        <p:sp>
          <p:nvSpPr>
            <p:cNvPr id="27511" name="tx27511"/>
            <p:cNvSpPr/>
            <p:nvPr/>
          </p:nvSpPr>
          <p:spPr>
            <a:xfrm>
              <a:off x="6156250" y="854122"/>
              <a:ext cx="400232" cy="8183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Cycle 7</a:t>
              </a:r>
            </a:p>
          </p:txBody>
        </p:sp>
        <p:sp>
          <p:nvSpPr>
            <p:cNvPr id="27512" name="tx27512"/>
            <p:cNvSpPr/>
            <p:nvPr/>
          </p:nvSpPr>
          <p:spPr>
            <a:xfrm>
              <a:off x="8024451" y="854122"/>
              <a:ext cx="463783" cy="8183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Cycle 10</a:t>
              </a:r>
            </a:p>
          </p:txBody>
        </p:sp>
        <p:sp>
          <p:nvSpPr>
            <p:cNvPr id="27513" name="tx27513"/>
            <p:cNvSpPr/>
            <p:nvPr/>
          </p:nvSpPr>
          <p:spPr>
            <a:xfrm>
              <a:off x="493410" y="1852289"/>
              <a:ext cx="1144645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Informal (0.7) | Nonstress</a:t>
              </a:r>
            </a:p>
          </p:txBody>
        </p:sp>
        <p:sp>
          <p:nvSpPr>
            <p:cNvPr id="27514" name="tx27514"/>
            <p:cNvSpPr/>
            <p:nvPr/>
          </p:nvSpPr>
          <p:spPr>
            <a:xfrm>
              <a:off x="662848" y="3797036"/>
              <a:ext cx="975207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Informal (0.7) | Stress</a:t>
              </a:r>
            </a:p>
          </p:txBody>
        </p:sp>
        <p:sp>
          <p:nvSpPr>
            <p:cNvPr id="27515" name="tx27515"/>
            <p:cNvSpPr/>
            <p:nvPr/>
          </p:nvSpPr>
          <p:spPr>
            <a:xfrm>
              <a:off x="182880" y="5741784"/>
              <a:ext cx="1455176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moderate (0.8) | Nonstress</a:t>
              </a:r>
            </a:p>
          </p:txBody>
        </p:sp>
        <p:sp>
          <p:nvSpPr>
            <p:cNvPr id="27516" name="tx27516"/>
            <p:cNvSpPr/>
            <p:nvPr/>
          </p:nvSpPr>
          <p:spPr>
            <a:xfrm>
              <a:off x="352318" y="7686531"/>
              <a:ext cx="1285737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moderate (0.8) | Stress</a:t>
              </a:r>
            </a:p>
          </p:txBody>
        </p:sp>
        <p:sp>
          <p:nvSpPr>
            <p:cNvPr id="27517" name="tx27517"/>
            <p:cNvSpPr/>
            <p:nvPr/>
          </p:nvSpPr>
          <p:spPr>
            <a:xfrm>
              <a:off x="188549" y="9631279"/>
              <a:ext cx="1449506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optimistic (0.9) | Nonstress</a:t>
              </a:r>
            </a:p>
          </p:txBody>
        </p:sp>
        <p:sp>
          <p:nvSpPr>
            <p:cNvPr id="27518" name="tx27518"/>
            <p:cNvSpPr/>
            <p:nvPr/>
          </p:nvSpPr>
          <p:spPr>
            <a:xfrm>
              <a:off x="357987" y="11576026"/>
              <a:ext cx="1280068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optimistic (0.9) | Stress</a:t>
              </a:r>
            </a:p>
          </p:txBody>
        </p:sp>
        <p:sp>
          <p:nvSpPr>
            <p:cNvPr id="27519" name="tx27519"/>
            <p:cNvSpPr/>
            <p:nvPr/>
          </p:nvSpPr>
          <p:spPr>
            <a:xfrm>
              <a:off x="9246700" y="4206482"/>
              <a:ext cx="772027" cy="909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Yield loss (%)</a:t>
              </a:r>
            </a:p>
          </p:txBody>
        </p:sp>
        <p:sp>
          <p:nvSpPr>
            <p:cNvPr id="27520" name="pt27520"/>
            <p:cNvSpPr/>
            <p:nvPr/>
          </p:nvSpPr>
          <p:spPr>
            <a:xfrm>
              <a:off x="9333859" y="4461237"/>
              <a:ext cx="45138" cy="45138"/>
            </a:xfrm>
            <a:prstGeom prst="ellipse">
              <a:avLst/>
            </a:prstGeom>
            <a:solidFill>
              <a:srgbClr val="000000">
                <a:alpha val="12156"/>
              </a:srgbClr>
            </a:solidFill>
            <a:ln w="8181" cap="rnd">
              <a:solidFill>
                <a:srgbClr val="000000">
                  <a:alpha val="12156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1" name="pt27521"/>
            <p:cNvSpPr/>
            <p:nvPr/>
          </p:nvSpPr>
          <p:spPr>
            <a:xfrm>
              <a:off x="9333859" y="4680693"/>
              <a:ext cx="45138" cy="45138"/>
            </a:xfrm>
            <a:prstGeom prst="ellipse">
              <a:avLst/>
            </a:prstGeom>
            <a:solidFill>
              <a:srgbClr val="000000">
                <a:alpha val="34117"/>
              </a:srgbClr>
            </a:solidFill>
            <a:ln w="8181" cap="rnd">
              <a:solidFill>
                <a:srgbClr val="000000">
                  <a:alpha val="34117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2" name="pt27522"/>
            <p:cNvSpPr/>
            <p:nvPr/>
          </p:nvSpPr>
          <p:spPr>
            <a:xfrm>
              <a:off x="9333859" y="4900149"/>
              <a:ext cx="45138" cy="45138"/>
            </a:xfrm>
            <a:prstGeom prst="ellipse">
              <a:avLst/>
            </a:prstGeom>
            <a:solidFill>
              <a:srgbClr val="000000">
                <a:alpha val="56078"/>
              </a:srgbClr>
            </a:solidFill>
            <a:ln w="8181" cap="rnd">
              <a:solidFill>
                <a:srgbClr val="000000">
                  <a:alpha val="56078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3" name="pt27523"/>
            <p:cNvSpPr/>
            <p:nvPr/>
          </p:nvSpPr>
          <p:spPr>
            <a:xfrm>
              <a:off x="9333859" y="5119605"/>
              <a:ext cx="45138" cy="45138"/>
            </a:xfrm>
            <a:prstGeom prst="ellipse">
              <a:avLst/>
            </a:prstGeom>
            <a:solidFill>
              <a:srgbClr val="000000">
                <a:alpha val="78039"/>
              </a:srgbClr>
            </a:solidFill>
            <a:ln w="8181" cap="rnd">
              <a:solidFill>
                <a:srgbClr val="000000">
                  <a:alpha val="78039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4" name="pt27524"/>
            <p:cNvSpPr/>
            <p:nvPr/>
          </p:nvSpPr>
          <p:spPr>
            <a:xfrm>
              <a:off x="9333859" y="5339061"/>
              <a:ext cx="45138" cy="45138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25" name="tx27525"/>
            <p:cNvSpPr/>
            <p:nvPr/>
          </p:nvSpPr>
          <p:spPr>
            <a:xfrm>
              <a:off x="9529419" y="4447413"/>
              <a:ext cx="5650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27526" name="tx27526"/>
            <p:cNvSpPr/>
            <p:nvPr/>
          </p:nvSpPr>
          <p:spPr>
            <a:xfrm>
              <a:off x="9529419" y="4666869"/>
              <a:ext cx="11301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25</a:t>
              </a:r>
            </a:p>
          </p:txBody>
        </p:sp>
        <p:sp>
          <p:nvSpPr>
            <p:cNvPr id="27527" name="tx27527"/>
            <p:cNvSpPr/>
            <p:nvPr/>
          </p:nvSpPr>
          <p:spPr>
            <a:xfrm>
              <a:off x="9529419" y="4886325"/>
              <a:ext cx="11301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50</a:t>
              </a:r>
            </a:p>
          </p:txBody>
        </p:sp>
        <p:sp>
          <p:nvSpPr>
            <p:cNvPr id="27528" name="tx27528"/>
            <p:cNvSpPr/>
            <p:nvPr/>
          </p:nvSpPr>
          <p:spPr>
            <a:xfrm>
              <a:off x="9529419" y="5105781"/>
              <a:ext cx="11301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75</a:t>
              </a:r>
            </a:p>
          </p:txBody>
        </p:sp>
        <p:sp>
          <p:nvSpPr>
            <p:cNvPr id="27529" name="tx27529"/>
            <p:cNvSpPr/>
            <p:nvPr/>
          </p:nvSpPr>
          <p:spPr>
            <a:xfrm>
              <a:off x="9529419" y="5325237"/>
              <a:ext cx="16952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100</a:t>
              </a:r>
            </a:p>
          </p:txBody>
        </p:sp>
        <p:sp>
          <p:nvSpPr>
            <p:cNvPr id="27530" name="tx27530"/>
            <p:cNvSpPr/>
            <p:nvPr/>
          </p:nvSpPr>
          <p:spPr>
            <a:xfrm>
              <a:off x="9246700" y="5576148"/>
              <a:ext cx="402701" cy="909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Region</a:t>
              </a:r>
            </a:p>
          </p:txBody>
        </p:sp>
        <p:sp>
          <p:nvSpPr>
            <p:cNvPr id="27531" name="pt27531"/>
            <p:cNvSpPr/>
            <p:nvPr/>
          </p:nvSpPr>
          <p:spPr>
            <a:xfrm>
              <a:off x="9311686" y="5808729"/>
              <a:ext cx="89485" cy="89485"/>
            </a:xfrm>
            <a:prstGeom prst="ellipse">
              <a:avLst/>
            </a:prstGeom>
            <a:solidFill>
              <a:srgbClr val="66A61E">
                <a:alpha val="100000"/>
              </a:srgbClr>
            </a:solidFill>
            <a:ln w="8181" cap="rnd">
              <a:solidFill>
                <a:srgbClr val="66A61E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2" name="pt27532"/>
            <p:cNvSpPr/>
            <p:nvPr/>
          </p:nvSpPr>
          <p:spPr>
            <a:xfrm>
              <a:off x="9311686" y="6028185"/>
              <a:ext cx="89485" cy="89485"/>
            </a:xfrm>
            <a:prstGeom prst="ellipse">
              <a:avLst/>
            </a:prstGeom>
            <a:solidFill>
              <a:srgbClr val="E6AB02">
                <a:alpha val="100000"/>
              </a:srgbClr>
            </a:solidFill>
            <a:ln w="8181" cap="rnd">
              <a:solidFill>
                <a:srgbClr val="E6AB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3" name="pt27533"/>
            <p:cNvSpPr/>
            <p:nvPr/>
          </p:nvSpPr>
          <p:spPr>
            <a:xfrm>
              <a:off x="9311686" y="6247641"/>
              <a:ext cx="89485" cy="89485"/>
            </a:xfrm>
            <a:prstGeom prst="ellipse">
              <a:avLst/>
            </a:prstGeom>
            <a:solidFill>
              <a:srgbClr val="1B9E77">
                <a:alpha val="100000"/>
              </a:srgbClr>
            </a:solidFill>
            <a:ln w="8181" cap="rnd">
              <a:solidFill>
                <a:srgbClr val="1B9E77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4" name="pt27534"/>
            <p:cNvSpPr/>
            <p:nvPr/>
          </p:nvSpPr>
          <p:spPr>
            <a:xfrm>
              <a:off x="9311686" y="6467097"/>
              <a:ext cx="89485" cy="89485"/>
            </a:xfrm>
            <a:prstGeom prst="ellipse">
              <a:avLst/>
            </a:prstGeom>
            <a:solidFill>
              <a:srgbClr val="E7298A">
                <a:alpha val="100000"/>
              </a:srgbClr>
            </a:solidFill>
            <a:ln w="8181" cap="rnd">
              <a:solidFill>
                <a:srgbClr val="E7298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5" name="pt27535"/>
            <p:cNvSpPr/>
            <p:nvPr/>
          </p:nvSpPr>
          <p:spPr>
            <a:xfrm>
              <a:off x="9311686" y="6686553"/>
              <a:ext cx="89485" cy="89485"/>
            </a:xfrm>
            <a:prstGeom prst="ellipse">
              <a:avLst/>
            </a:prstGeom>
            <a:solidFill>
              <a:srgbClr val="7570B3">
                <a:alpha val="100000"/>
              </a:srgbClr>
            </a:solidFill>
            <a:ln w="8181" cap="rnd">
              <a:solidFill>
                <a:srgbClr val="7570B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6" name="pt27536"/>
            <p:cNvSpPr/>
            <p:nvPr/>
          </p:nvSpPr>
          <p:spPr>
            <a:xfrm>
              <a:off x="9311686" y="6906009"/>
              <a:ext cx="89485" cy="89485"/>
            </a:xfrm>
            <a:prstGeom prst="ellipse">
              <a:avLst/>
            </a:prstGeom>
            <a:solidFill>
              <a:srgbClr val="A6761D">
                <a:alpha val="100000"/>
              </a:srgbClr>
            </a:solidFill>
            <a:ln w="8181" cap="rnd">
              <a:solidFill>
                <a:srgbClr val="A6761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7" name="pt27537"/>
            <p:cNvSpPr/>
            <p:nvPr/>
          </p:nvSpPr>
          <p:spPr>
            <a:xfrm>
              <a:off x="9311686" y="7125465"/>
              <a:ext cx="89485" cy="89485"/>
            </a:xfrm>
            <a:prstGeom prst="ellipse">
              <a:avLst/>
            </a:prstGeom>
            <a:solidFill>
              <a:srgbClr val="D95F02">
                <a:alpha val="100000"/>
              </a:srgbClr>
            </a:solidFill>
            <a:ln w="8181" cap="rnd">
              <a:solidFill>
                <a:srgbClr val="D95F0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38" name="tx27538"/>
            <p:cNvSpPr/>
            <p:nvPr/>
          </p:nvSpPr>
          <p:spPr>
            <a:xfrm>
              <a:off x="9529419" y="5817079"/>
              <a:ext cx="429127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Apurimac</a:t>
              </a:r>
            </a:p>
          </p:txBody>
        </p:sp>
        <p:sp>
          <p:nvSpPr>
            <p:cNvPr id="27539" name="tx27539"/>
            <p:cNvSpPr/>
            <p:nvPr/>
          </p:nvSpPr>
          <p:spPr>
            <a:xfrm>
              <a:off x="9529419" y="6036535"/>
              <a:ext cx="444489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Ayacucho</a:t>
              </a:r>
            </a:p>
          </p:txBody>
        </p:sp>
        <p:sp>
          <p:nvSpPr>
            <p:cNvPr id="27540" name="tx27540"/>
            <p:cNvSpPr/>
            <p:nvPr/>
          </p:nvSpPr>
          <p:spPr>
            <a:xfrm>
              <a:off x="9529419" y="6255991"/>
              <a:ext cx="610087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Huancavelica</a:t>
              </a:r>
            </a:p>
          </p:txBody>
        </p:sp>
        <p:sp>
          <p:nvSpPr>
            <p:cNvPr id="27541" name="tx27541"/>
            <p:cNvSpPr/>
            <p:nvPr/>
          </p:nvSpPr>
          <p:spPr>
            <a:xfrm>
              <a:off x="9529419" y="6475447"/>
              <a:ext cx="406725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Huanuco</a:t>
              </a:r>
            </a:p>
          </p:txBody>
        </p:sp>
        <p:sp>
          <p:nvSpPr>
            <p:cNvPr id="27542" name="tx27542"/>
            <p:cNvSpPr/>
            <p:nvPr/>
          </p:nvSpPr>
          <p:spPr>
            <a:xfrm>
              <a:off x="9529419" y="6694903"/>
              <a:ext cx="242956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Junin</a:t>
              </a:r>
            </a:p>
          </p:txBody>
        </p:sp>
        <p:sp>
          <p:nvSpPr>
            <p:cNvPr id="27543" name="tx27543"/>
            <p:cNvSpPr/>
            <p:nvPr/>
          </p:nvSpPr>
          <p:spPr>
            <a:xfrm>
              <a:off x="9529419" y="6914359"/>
              <a:ext cx="220187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Lima</a:t>
              </a:r>
            </a:p>
          </p:txBody>
        </p:sp>
        <p:sp>
          <p:nvSpPr>
            <p:cNvPr id="27544" name="tx27544"/>
            <p:cNvSpPr/>
            <p:nvPr/>
          </p:nvSpPr>
          <p:spPr>
            <a:xfrm>
              <a:off x="9529419" y="7133815"/>
              <a:ext cx="282458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Pasco</a:t>
              </a:r>
            </a:p>
          </p:txBody>
        </p:sp>
        <p:sp>
          <p:nvSpPr>
            <p:cNvPr id="27545" name="tx27545"/>
            <p:cNvSpPr/>
            <p:nvPr/>
          </p:nvSpPr>
          <p:spPr>
            <a:xfrm>
              <a:off x="9246700" y="7384726"/>
              <a:ext cx="579272" cy="9098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Node type</a:t>
              </a:r>
            </a:p>
          </p:txBody>
        </p:sp>
        <p:sp>
          <p:nvSpPr>
            <p:cNvPr id="27546" name="pg27546"/>
            <p:cNvSpPr/>
            <p:nvPr/>
          </p:nvSpPr>
          <p:spPr>
            <a:xfrm>
              <a:off x="9296170" y="7592469"/>
              <a:ext cx="120516" cy="104370"/>
            </a:xfrm>
            <a:custGeom>
              <a:avLst/>
              <a:gdLst/>
              <a:ahLst/>
              <a:cxnLst/>
              <a:rect l="0" t="0" r="0" b="0"/>
              <a:pathLst>
                <a:path w="120516" h="104370">
                  <a:moveTo>
                    <a:pt x="60258" y="0"/>
                  </a:moveTo>
                  <a:lnTo>
                    <a:pt x="120516" y="104370"/>
                  </a:lnTo>
                  <a:lnTo>
                    <a:pt x="0" y="10437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47" name="pl27547"/>
            <p:cNvSpPr/>
            <p:nvPr/>
          </p:nvSpPr>
          <p:spPr>
            <a:xfrm>
              <a:off x="9293152" y="7881506"/>
              <a:ext cx="126551" cy="0"/>
            </a:xfrm>
            <a:custGeom>
              <a:avLst/>
              <a:gdLst/>
              <a:ahLst/>
              <a:cxnLst/>
              <a:rect l="0" t="0" r="0" b="0"/>
              <a:pathLst>
                <a:path w="126551">
                  <a:moveTo>
                    <a:pt x="0" y="0"/>
                  </a:moveTo>
                  <a:lnTo>
                    <a:pt x="126551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8" name="pl27548"/>
            <p:cNvSpPr/>
            <p:nvPr/>
          </p:nvSpPr>
          <p:spPr>
            <a:xfrm>
              <a:off x="9356428" y="7818230"/>
              <a:ext cx="0" cy="126551"/>
            </a:xfrm>
            <a:custGeom>
              <a:avLst/>
              <a:gdLst/>
              <a:ahLst/>
              <a:cxnLst/>
              <a:rect l="0" t="0" r="0" b="0"/>
              <a:pathLst>
                <a:path h="126551">
                  <a:moveTo>
                    <a:pt x="0" y="12655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49" name="pt27549"/>
            <p:cNvSpPr/>
            <p:nvPr/>
          </p:nvSpPr>
          <p:spPr>
            <a:xfrm>
              <a:off x="9311686" y="8056219"/>
              <a:ext cx="89485" cy="89485"/>
            </a:xfrm>
            <a:prstGeom prst="ellipse">
              <a:avLst/>
            </a:pr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50" name="pl27550"/>
            <p:cNvSpPr/>
            <p:nvPr/>
          </p:nvSpPr>
          <p:spPr>
            <a:xfrm>
              <a:off x="9311686" y="8275675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89485"/>
                  </a:moveTo>
                  <a:lnTo>
                    <a:pt x="89485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1" name="pl27551"/>
            <p:cNvSpPr/>
            <p:nvPr/>
          </p:nvSpPr>
          <p:spPr>
            <a:xfrm>
              <a:off x="9311686" y="8275675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0"/>
                  </a:moveTo>
                  <a:lnTo>
                    <a:pt x="89485" y="89485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2" name="pt27552"/>
            <p:cNvSpPr/>
            <p:nvPr/>
          </p:nvSpPr>
          <p:spPr>
            <a:xfrm>
              <a:off x="9311686" y="8495131"/>
              <a:ext cx="89485" cy="89485"/>
            </a:xfrm>
            <a:prstGeom prst="ellipse">
              <a:avLst/>
            </a:pr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3" name="pl27553"/>
            <p:cNvSpPr/>
            <p:nvPr/>
          </p:nvSpPr>
          <p:spPr>
            <a:xfrm>
              <a:off x="9311686" y="8495131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89485"/>
                  </a:moveTo>
                  <a:lnTo>
                    <a:pt x="89485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4" name="pl27554"/>
            <p:cNvSpPr/>
            <p:nvPr/>
          </p:nvSpPr>
          <p:spPr>
            <a:xfrm>
              <a:off x="9311686" y="8495131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0"/>
                  </a:moveTo>
                  <a:lnTo>
                    <a:pt x="89485" y="89485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5" name="pg27555"/>
            <p:cNvSpPr/>
            <p:nvPr/>
          </p:nvSpPr>
          <p:spPr>
            <a:xfrm>
              <a:off x="9311686" y="8714587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44742"/>
                  </a:moveTo>
                  <a:lnTo>
                    <a:pt x="44742" y="0"/>
                  </a:lnTo>
                  <a:lnTo>
                    <a:pt x="89485" y="44742"/>
                  </a:lnTo>
                  <a:lnTo>
                    <a:pt x="44742" y="89485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56" name="pg27556"/>
            <p:cNvSpPr/>
            <p:nvPr/>
          </p:nvSpPr>
          <p:spPr>
            <a:xfrm>
              <a:off x="9311686" y="8934043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89485"/>
                  </a:moveTo>
                  <a:lnTo>
                    <a:pt x="89485" y="89485"/>
                  </a:lnTo>
                  <a:lnTo>
                    <a:pt x="89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27557" name="pl27557"/>
            <p:cNvSpPr/>
            <p:nvPr/>
          </p:nvSpPr>
          <p:spPr>
            <a:xfrm>
              <a:off x="9311686" y="9153499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89485"/>
                  </a:moveTo>
                  <a:lnTo>
                    <a:pt x="89485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8" name="pl27558"/>
            <p:cNvSpPr/>
            <p:nvPr/>
          </p:nvSpPr>
          <p:spPr>
            <a:xfrm>
              <a:off x="9311686" y="9153499"/>
              <a:ext cx="89485" cy="89485"/>
            </a:xfrm>
            <a:custGeom>
              <a:avLst/>
              <a:gdLst/>
              <a:ahLst/>
              <a:cxnLst/>
              <a:rect l="0" t="0" r="0" b="0"/>
              <a:pathLst>
                <a:path w="89485" h="89485">
                  <a:moveTo>
                    <a:pt x="0" y="0"/>
                  </a:moveTo>
                  <a:lnTo>
                    <a:pt x="89485" y="89485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59" name="pl27559"/>
            <p:cNvSpPr/>
            <p:nvPr/>
          </p:nvSpPr>
          <p:spPr>
            <a:xfrm>
              <a:off x="9293152" y="9198242"/>
              <a:ext cx="126551" cy="0"/>
            </a:xfrm>
            <a:custGeom>
              <a:avLst/>
              <a:gdLst/>
              <a:ahLst/>
              <a:cxnLst/>
              <a:rect l="0" t="0" r="0" b="0"/>
              <a:pathLst>
                <a:path w="126551">
                  <a:moveTo>
                    <a:pt x="0" y="0"/>
                  </a:moveTo>
                  <a:lnTo>
                    <a:pt x="126551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0" name="pl27560"/>
            <p:cNvSpPr/>
            <p:nvPr/>
          </p:nvSpPr>
          <p:spPr>
            <a:xfrm>
              <a:off x="9356428" y="9134966"/>
              <a:ext cx="0" cy="126551"/>
            </a:xfrm>
            <a:custGeom>
              <a:avLst/>
              <a:gdLst/>
              <a:ahLst/>
              <a:cxnLst/>
              <a:rect l="0" t="0" r="0" b="0"/>
              <a:pathLst>
                <a:path h="126551">
                  <a:moveTo>
                    <a:pt x="0" y="126551"/>
                  </a:moveTo>
                  <a:lnTo>
                    <a:pt x="0" y="0"/>
                  </a:lnTo>
                </a:path>
              </a:pathLst>
            </a:custGeom>
            <a:ln w="8181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561" name="tx27561"/>
            <p:cNvSpPr/>
            <p:nvPr/>
          </p:nvSpPr>
          <p:spPr>
            <a:xfrm>
              <a:off x="9529419" y="7625657"/>
              <a:ext cx="457565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Custodian</a:t>
              </a:r>
            </a:p>
          </p:txBody>
        </p:sp>
        <p:sp>
          <p:nvSpPr>
            <p:cNvPr id="27562" name="tx27562"/>
            <p:cNvSpPr/>
            <p:nvPr/>
          </p:nvSpPr>
          <p:spPr>
            <a:xfrm>
              <a:off x="9529419" y="7845113"/>
              <a:ext cx="559064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Farm_assoc</a:t>
              </a:r>
            </a:p>
          </p:txBody>
        </p:sp>
        <p:sp>
          <p:nvSpPr>
            <p:cNvPr id="27563" name="tx27563"/>
            <p:cNvSpPr/>
            <p:nvPr/>
          </p:nvSpPr>
          <p:spPr>
            <a:xfrm>
              <a:off x="9529419" y="8064569"/>
              <a:ext cx="327355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Farmer</a:t>
              </a:r>
            </a:p>
          </p:txBody>
        </p:sp>
        <p:sp>
          <p:nvSpPr>
            <p:cNvPr id="27564" name="tx27564"/>
            <p:cNvSpPr/>
            <p:nvPr/>
          </p:nvSpPr>
          <p:spPr>
            <a:xfrm>
              <a:off x="9529419" y="8284025"/>
              <a:ext cx="559064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Government</a:t>
              </a:r>
            </a:p>
          </p:txBody>
        </p:sp>
        <p:sp>
          <p:nvSpPr>
            <p:cNvPr id="27565" name="tx27565"/>
            <p:cNvSpPr/>
            <p:nvPr/>
          </p:nvSpPr>
          <p:spPr>
            <a:xfrm>
              <a:off x="9529419" y="8503481"/>
              <a:ext cx="231343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NGO</a:t>
              </a:r>
            </a:p>
          </p:txBody>
        </p:sp>
        <p:sp>
          <p:nvSpPr>
            <p:cNvPr id="27566" name="tx27566"/>
            <p:cNvSpPr/>
            <p:nvPr/>
          </p:nvSpPr>
          <p:spPr>
            <a:xfrm>
              <a:off x="9529419" y="8722937"/>
              <a:ext cx="254111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Other</a:t>
              </a:r>
            </a:p>
          </p:txBody>
        </p:sp>
        <p:sp>
          <p:nvSpPr>
            <p:cNvPr id="27567" name="tx27567"/>
            <p:cNvSpPr/>
            <p:nvPr/>
          </p:nvSpPr>
          <p:spPr>
            <a:xfrm>
              <a:off x="9529419" y="8942393"/>
              <a:ext cx="711860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Seed_specialist</a:t>
              </a:r>
            </a:p>
          </p:txBody>
        </p:sp>
        <p:sp>
          <p:nvSpPr>
            <p:cNvPr id="27568" name="tx27568"/>
            <p:cNvSpPr/>
            <p:nvPr/>
          </p:nvSpPr>
          <p:spPr>
            <a:xfrm>
              <a:off x="9529419" y="9161849"/>
              <a:ext cx="295534" cy="72786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Trader</a:t>
              </a:r>
            </a:p>
          </p:txBody>
        </p:sp>
        <p:sp>
          <p:nvSpPr>
            <p:cNvPr id="27569" name="tx27569"/>
            <p:cNvSpPr/>
            <p:nvPr/>
          </p:nvSpPr>
          <p:spPr>
            <a:xfrm>
              <a:off x="1638056" y="677460"/>
              <a:ext cx="6444691" cy="127284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Figure 2. Seed-health transmission across cycles (node opacity = yield loss)</a:t>
              </a: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82880" y="182880"/>
            <a:ext cx="10058400" cy="4572000"/>
            <a:chOff x="182880" y="182880"/>
            <a:chExt cx="10058400" cy="4572000"/>
          </a:xfrm>
        </p:grpSpPr>
        <p:sp>
          <p:nvSpPr>
            <p:cNvPr id="3" name="rc3"/>
            <p:cNvSpPr/>
            <p:nvPr/>
          </p:nvSpPr>
          <p:spPr>
            <a:xfrm>
              <a:off x="182880" y="182880"/>
              <a:ext cx="10058400" cy="4572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82880" y="182880"/>
              <a:ext cx="10058400" cy="457200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4782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641774" y="738267"/>
              <a:ext cx="3875909" cy="358039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g6"/>
            <p:cNvSpPr/>
            <p:nvPr/>
          </p:nvSpPr>
          <p:spPr>
            <a:xfrm>
              <a:off x="817951" y="929515"/>
              <a:ext cx="3523554" cy="2871515"/>
            </a:xfrm>
            <a:custGeom>
              <a:avLst/>
              <a:gdLst/>
              <a:ahLst/>
              <a:cxnLst/>
              <a:rect l="0" t="0" r="0" b="0"/>
              <a:pathLst>
                <a:path w="3523554" h="2871515">
                  <a:moveTo>
                    <a:pt x="0" y="0"/>
                  </a:moveTo>
                  <a:lnTo>
                    <a:pt x="391506" y="1574831"/>
                  </a:lnTo>
                  <a:lnTo>
                    <a:pt x="783012" y="2135024"/>
                  </a:lnTo>
                  <a:lnTo>
                    <a:pt x="1174518" y="2270033"/>
                  </a:lnTo>
                  <a:lnTo>
                    <a:pt x="1566024" y="2308087"/>
                  </a:lnTo>
                  <a:lnTo>
                    <a:pt x="1957530" y="2335542"/>
                  </a:lnTo>
                  <a:lnTo>
                    <a:pt x="2349036" y="2388328"/>
                  </a:lnTo>
                  <a:lnTo>
                    <a:pt x="2740542" y="2437790"/>
                  </a:lnTo>
                  <a:lnTo>
                    <a:pt x="3132048" y="2430120"/>
                  </a:lnTo>
                  <a:lnTo>
                    <a:pt x="3523554" y="2488188"/>
                  </a:lnTo>
                  <a:lnTo>
                    <a:pt x="3523554" y="2871515"/>
                  </a:lnTo>
                  <a:lnTo>
                    <a:pt x="3132048" y="2827694"/>
                  </a:lnTo>
                  <a:lnTo>
                    <a:pt x="2740542" y="2806087"/>
                  </a:lnTo>
                  <a:lnTo>
                    <a:pt x="2349036" y="2764280"/>
                  </a:lnTo>
                  <a:lnTo>
                    <a:pt x="1957530" y="2702148"/>
                  </a:lnTo>
                  <a:lnTo>
                    <a:pt x="1566024" y="2652096"/>
                  </a:lnTo>
                  <a:lnTo>
                    <a:pt x="1174518" y="2566843"/>
                  </a:lnTo>
                  <a:lnTo>
                    <a:pt x="783012" y="2385805"/>
                  </a:lnTo>
                  <a:lnTo>
                    <a:pt x="391506" y="1792397"/>
                  </a:lnTo>
                  <a:lnTo>
                    <a:pt x="0" y="61428"/>
                  </a:lnTo>
                  <a:close/>
                </a:path>
              </a:pathLst>
            </a:custGeom>
            <a:solidFill>
              <a:srgbClr val="B2182B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817951" y="929515"/>
              <a:ext cx="3523554" cy="2488188"/>
            </a:xfrm>
            <a:custGeom>
              <a:avLst/>
              <a:gdLst/>
              <a:ahLst/>
              <a:cxnLst/>
              <a:rect l="0" t="0" r="0" b="0"/>
              <a:pathLst>
                <a:path w="3523554" h="2488188">
                  <a:moveTo>
                    <a:pt x="0" y="0"/>
                  </a:moveTo>
                  <a:lnTo>
                    <a:pt x="391506" y="1574831"/>
                  </a:lnTo>
                  <a:lnTo>
                    <a:pt x="783012" y="2135024"/>
                  </a:lnTo>
                  <a:lnTo>
                    <a:pt x="1174518" y="2270033"/>
                  </a:lnTo>
                  <a:lnTo>
                    <a:pt x="1566024" y="2308087"/>
                  </a:lnTo>
                  <a:lnTo>
                    <a:pt x="1957530" y="2335542"/>
                  </a:lnTo>
                  <a:lnTo>
                    <a:pt x="2349036" y="2388328"/>
                  </a:lnTo>
                  <a:lnTo>
                    <a:pt x="2740542" y="2437790"/>
                  </a:lnTo>
                  <a:lnTo>
                    <a:pt x="3132048" y="2430120"/>
                  </a:lnTo>
                  <a:lnTo>
                    <a:pt x="3523554" y="2488188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817951" y="990944"/>
              <a:ext cx="3523554" cy="2810086"/>
            </a:xfrm>
            <a:custGeom>
              <a:avLst/>
              <a:gdLst/>
              <a:ahLst/>
              <a:cxnLst/>
              <a:rect l="0" t="0" r="0" b="0"/>
              <a:pathLst>
                <a:path w="3523554" h="2810086">
                  <a:moveTo>
                    <a:pt x="3523554" y="2810086"/>
                  </a:moveTo>
                  <a:lnTo>
                    <a:pt x="3132048" y="2766265"/>
                  </a:lnTo>
                  <a:lnTo>
                    <a:pt x="2740542" y="2744658"/>
                  </a:lnTo>
                  <a:lnTo>
                    <a:pt x="2349036" y="2702851"/>
                  </a:lnTo>
                  <a:lnTo>
                    <a:pt x="1957530" y="2640719"/>
                  </a:lnTo>
                  <a:lnTo>
                    <a:pt x="1566024" y="2590667"/>
                  </a:lnTo>
                  <a:lnTo>
                    <a:pt x="1174518" y="2505414"/>
                  </a:lnTo>
                  <a:lnTo>
                    <a:pt x="783012" y="2324376"/>
                  </a:lnTo>
                  <a:lnTo>
                    <a:pt x="391506" y="1730968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9" name="pg9"/>
            <p:cNvSpPr/>
            <p:nvPr/>
          </p:nvSpPr>
          <p:spPr>
            <a:xfrm>
              <a:off x="817951" y="1988396"/>
              <a:ext cx="3523554" cy="1983625"/>
            </a:xfrm>
            <a:custGeom>
              <a:avLst/>
              <a:gdLst/>
              <a:ahLst/>
              <a:cxnLst/>
              <a:rect l="0" t="0" r="0" b="0"/>
              <a:pathLst>
                <a:path w="3523554" h="1983625">
                  <a:moveTo>
                    <a:pt x="0" y="0"/>
                  </a:moveTo>
                  <a:lnTo>
                    <a:pt x="391506" y="1185097"/>
                  </a:lnTo>
                  <a:lnTo>
                    <a:pt x="783012" y="1541543"/>
                  </a:lnTo>
                  <a:lnTo>
                    <a:pt x="1174518" y="1648765"/>
                  </a:lnTo>
                  <a:lnTo>
                    <a:pt x="1566024" y="1664571"/>
                  </a:lnTo>
                  <a:lnTo>
                    <a:pt x="1957530" y="1716204"/>
                  </a:lnTo>
                  <a:lnTo>
                    <a:pt x="2349036" y="1750104"/>
                  </a:lnTo>
                  <a:lnTo>
                    <a:pt x="2740542" y="1754455"/>
                  </a:lnTo>
                  <a:lnTo>
                    <a:pt x="3132048" y="1802456"/>
                  </a:lnTo>
                  <a:lnTo>
                    <a:pt x="3523554" y="1859045"/>
                  </a:lnTo>
                  <a:lnTo>
                    <a:pt x="3523554" y="1983625"/>
                  </a:lnTo>
                  <a:lnTo>
                    <a:pt x="3132048" y="1962215"/>
                  </a:lnTo>
                  <a:lnTo>
                    <a:pt x="2740542" y="1941973"/>
                  </a:lnTo>
                  <a:lnTo>
                    <a:pt x="2349036" y="1908691"/>
                  </a:lnTo>
                  <a:lnTo>
                    <a:pt x="1957530" y="1881465"/>
                  </a:lnTo>
                  <a:lnTo>
                    <a:pt x="1566024" y="1842676"/>
                  </a:lnTo>
                  <a:lnTo>
                    <a:pt x="1174518" y="1807681"/>
                  </a:lnTo>
                  <a:lnTo>
                    <a:pt x="783012" y="1708065"/>
                  </a:lnTo>
                  <a:lnTo>
                    <a:pt x="391506" y="1332780"/>
                  </a:lnTo>
                  <a:lnTo>
                    <a:pt x="0" y="44320"/>
                  </a:lnTo>
                  <a:close/>
                </a:path>
              </a:pathLst>
            </a:custGeom>
            <a:solidFill>
              <a:srgbClr val="EF8A6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817951" y="1988396"/>
              <a:ext cx="3523554" cy="1859045"/>
            </a:xfrm>
            <a:custGeom>
              <a:avLst/>
              <a:gdLst/>
              <a:ahLst/>
              <a:cxnLst/>
              <a:rect l="0" t="0" r="0" b="0"/>
              <a:pathLst>
                <a:path w="3523554" h="1859045">
                  <a:moveTo>
                    <a:pt x="0" y="0"/>
                  </a:moveTo>
                  <a:lnTo>
                    <a:pt x="391506" y="1185097"/>
                  </a:lnTo>
                  <a:lnTo>
                    <a:pt x="783012" y="1541543"/>
                  </a:lnTo>
                  <a:lnTo>
                    <a:pt x="1174518" y="1648765"/>
                  </a:lnTo>
                  <a:lnTo>
                    <a:pt x="1566024" y="1664571"/>
                  </a:lnTo>
                  <a:lnTo>
                    <a:pt x="1957530" y="1716204"/>
                  </a:lnTo>
                  <a:lnTo>
                    <a:pt x="2349036" y="1750104"/>
                  </a:lnTo>
                  <a:lnTo>
                    <a:pt x="2740542" y="1754455"/>
                  </a:lnTo>
                  <a:lnTo>
                    <a:pt x="3132048" y="1802456"/>
                  </a:lnTo>
                  <a:lnTo>
                    <a:pt x="3523554" y="1859045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817951" y="2032716"/>
              <a:ext cx="3523554" cy="1939304"/>
            </a:xfrm>
            <a:custGeom>
              <a:avLst/>
              <a:gdLst/>
              <a:ahLst/>
              <a:cxnLst/>
              <a:rect l="0" t="0" r="0" b="0"/>
              <a:pathLst>
                <a:path w="3523554" h="1939304">
                  <a:moveTo>
                    <a:pt x="3523554" y="1939304"/>
                  </a:moveTo>
                  <a:lnTo>
                    <a:pt x="3132048" y="1917895"/>
                  </a:lnTo>
                  <a:lnTo>
                    <a:pt x="2740542" y="1897652"/>
                  </a:lnTo>
                  <a:lnTo>
                    <a:pt x="2349036" y="1864370"/>
                  </a:lnTo>
                  <a:lnTo>
                    <a:pt x="1957530" y="1837145"/>
                  </a:lnTo>
                  <a:lnTo>
                    <a:pt x="1566024" y="1798356"/>
                  </a:lnTo>
                  <a:lnTo>
                    <a:pt x="1174518" y="1763361"/>
                  </a:lnTo>
                  <a:lnTo>
                    <a:pt x="783012" y="1663744"/>
                  </a:lnTo>
                  <a:lnTo>
                    <a:pt x="391506" y="128846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12" name="pg12"/>
            <p:cNvSpPr/>
            <p:nvPr/>
          </p:nvSpPr>
          <p:spPr>
            <a:xfrm>
              <a:off x="817951" y="3014267"/>
              <a:ext cx="3523554" cy="1080534"/>
            </a:xfrm>
            <a:custGeom>
              <a:avLst/>
              <a:gdLst/>
              <a:ahLst/>
              <a:cxnLst/>
              <a:rect l="0" t="0" r="0" b="0"/>
              <a:pathLst>
                <a:path w="3523554" h="1080534">
                  <a:moveTo>
                    <a:pt x="0" y="0"/>
                  </a:moveTo>
                  <a:lnTo>
                    <a:pt x="391506" y="717418"/>
                  </a:lnTo>
                  <a:lnTo>
                    <a:pt x="783012" y="938671"/>
                  </a:lnTo>
                  <a:lnTo>
                    <a:pt x="1174518" y="988601"/>
                  </a:lnTo>
                  <a:lnTo>
                    <a:pt x="1566024" y="995446"/>
                  </a:lnTo>
                  <a:lnTo>
                    <a:pt x="1957530" y="964174"/>
                  </a:lnTo>
                  <a:lnTo>
                    <a:pt x="2349036" y="945590"/>
                  </a:lnTo>
                  <a:lnTo>
                    <a:pt x="2740542" y="960651"/>
                  </a:lnTo>
                  <a:lnTo>
                    <a:pt x="3132048" y="968875"/>
                  </a:lnTo>
                  <a:lnTo>
                    <a:pt x="3523554" y="981575"/>
                  </a:lnTo>
                  <a:lnTo>
                    <a:pt x="3523554" y="1044424"/>
                  </a:lnTo>
                  <a:lnTo>
                    <a:pt x="3132048" y="1037406"/>
                  </a:lnTo>
                  <a:lnTo>
                    <a:pt x="2740542" y="1034176"/>
                  </a:lnTo>
                  <a:lnTo>
                    <a:pt x="2349036" y="1042329"/>
                  </a:lnTo>
                  <a:lnTo>
                    <a:pt x="1957530" y="1062652"/>
                  </a:lnTo>
                  <a:lnTo>
                    <a:pt x="1566024" y="1080534"/>
                  </a:lnTo>
                  <a:lnTo>
                    <a:pt x="1174518" y="1076274"/>
                  </a:lnTo>
                  <a:lnTo>
                    <a:pt x="783012" y="1011494"/>
                  </a:lnTo>
                  <a:lnTo>
                    <a:pt x="391506" y="786839"/>
                  </a:lnTo>
                  <a:lnTo>
                    <a:pt x="0" y="29840"/>
                  </a:lnTo>
                  <a:close/>
                </a:path>
              </a:pathLst>
            </a:custGeom>
            <a:solidFill>
              <a:srgbClr val="2166AC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817951" y="3014267"/>
              <a:ext cx="3523554" cy="995446"/>
            </a:xfrm>
            <a:custGeom>
              <a:avLst/>
              <a:gdLst/>
              <a:ahLst/>
              <a:cxnLst/>
              <a:rect l="0" t="0" r="0" b="0"/>
              <a:pathLst>
                <a:path w="3523554" h="995446">
                  <a:moveTo>
                    <a:pt x="0" y="0"/>
                  </a:moveTo>
                  <a:lnTo>
                    <a:pt x="391506" y="717418"/>
                  </a:lnTo>
                  <a:lnTo>
                    <a:pt x="783012" y="938671"/>
                  </a:lnTo>
                  <a:lnTo>
                    <a:pt x="1174518" y="988601"/>
                  </a:lnTo>
                  <a:lnTo>
                    <a:pt x="1566024" y="995446"/>
                  </a:lnTo>
                  <a:lnTo>
                    <a:pt x="1957530" y="964174"/>
                  </a:lnTo>
                  <a:lnTo>
                    <a:pt x="2349036" y="945590"/>
                  </a:lnTo>
                  <a:lnTo>
                    <a:pt x="2740542" y="960651"/>
                  </a:lnTo>
                  <a:lnTo>
                    <a:pt x="3132048" y="968875"/>
                  </a:lnTo>
                  <a:lnTo>
                    <a:pt x="3523554" y="981575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817951" y="3044107"/>
              <a:ext cx="3523554" cy="1050694"/>
            </a:xfrm>
            <a:custGeom>
              <a:avLst/>
              <a:gdLst/>
              <a:ahLst/>
              <a:cxnLst/>
              <a:rect l="0" t="0" r="0" b="0"/>
              <a:pathLst>
                <a:path w="3523554" h="1050694">
                  <a:moveTo>
                    <a:pt x="3523554" y="1014584"/>
                  </a:moveTo>
                  <a:lnTo>
                    <a:pt x="3132048" y="1007566"/>
                  </a:lnTo>
                  <a:lnTo>
                    <a:pt x="2740542" y="1004336"/>
                  </a:lnTo>
                  <a:lnTo>
                    <a:pt x="2349036" y="1012489"/>
                  </a:lnTo>
                  <a:lnTo>
                    <a:pt x="1957530" y="1032812"/>
                  </a:lnTo>
                  <a:lnTo>
                    <a:pt x="1566024" y="1050694"/>
                  </a:lnTo>
                  <a:lnTo>
                    <a:pt x="1174518" y="1046434"/>
                  </a:lnTo>
                  <a:lnTo>
                    <a:pt x="783012" y="981654"/>
                  </a:lnTo>
                  <a:lnTo>
                    <a:pt x="391506" y="756999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817951" y="960504"/>
              <a:ext cx="3523554" cy="2697370"/>
            </a:xfrm>
            <a:custGeom>
              <a:avLst/>
              <a:gdLst/>
              <a:ahLst/>
              <a:cxnLst/>
              <a:rect l="0" t="0" r="0" b="0"/>
              <a:pathLst>
                <a:path w="3523554" h="2697370">
                  <a:moveTo>
                    <a:pt x="0" y="0"/>
                  </a:moveTo>
                  <a:lnTo>
                    <a:pt x="391506" y="1666918"/>
                  </a:lnTo>
                  <a:lnTo>
                    <a:pt x="783012" y="2237987"/>
                  </a:lnTo>
                  <a:lnTo>
                    <a:pt x="1174518" y="2413649"/>
                  </a:lnTo>
                  <a:lnTo>
                    <a:pt x="1566024" y="2492062"/>
                  </a:lnTo>
                  <a:lnTo>
                    <a:pt x="1957530" y="2539720"/>
                  </a:lnTo>
                  <a:lnTo>
                    <a:pt x="2349036" y="2584529"/>
                  </a:lnTo>
                  <a:lnTo>
                    <a:pt x="2740542" y="2629802"/>
                  </a:lnTo>
                  <a:lnTo>
                    <a:pt x="3132048" y="2664114"/>
                  </a:lnTo>
                  <a:lnTo>
                    <a:pt x="3523554" y="2697370"/>
                  </a:lnTo>
                </a:path>
              </a:pathLst>
            </a:custGeom>
            <a:ln w="24391" cap="flat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817951" y="2011340"/>
              <a:ext cx="3523554" cy="1909428"/>
            </a:xfrm>
            <a:custGeom>
              <a:avLst/>
              <a:gdLst/>
              <a:ahLst/>
              <a:cxnLst/>
              <a:rect l="0" t="0" r="0" b="0"/>
              <a:pathLst>
                <a:path w="3523554" h="1909428">
                  <a:moveTo>
                    <a:pt x="0" y="0"/>
                  </a:moveTo>
                  <a:lnTo>
                    <a:pt x="391506" y="1230481"/>
                  </a:lnTo>
                  <a:lnTo>
                    <a:pt x="783012" y="1601774"/>
                  </a:lnTo>
                  <a:lnTo>
                    <a:pt x="1174518" y="1704059"/>
                  </a:lnTo>
                  <a:lnTo>
                    <a:pt x="1566024" y="1744518"/>
                  </a:lnTo>
                  <a:lnTo>
                    <a:pt x="1957530" y="1782853"/>
                  </a:lnTo>
                  <a:lnTo>
                    <a:pt x="2349036" y="1817971"/>
                  </a:lnTo>
                  <a:lnTo>
                    <a:pt x="2740542" y="1852253"/>
                  </a:lnTo>
                  <a:lnTo>
                    <a:pt x="3132048" y="1882871"/>
                  </a:lnTo>
                  <a:lnTo>
                    <a:pt x="3523554" y="1909428"/>
                  </a:lnTo>
                </a:path>
              </a:pathLst>
            </a:custGeom>
            <a:ln w="24391" cap="flat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817951" y="3029011"/>
              <a:ext cx="3523554" cy="1025535"/>
            </a:xfrm>
            <a:custGeom>
              <a:avLst/>
              <a:gdLst/>
              <a:ahLst/>
              <a:cxnLst/>
              <a:rect l="0" t="0" r="0" b="0"/>
              <a:pathLst>
                <a:path w="3523554" h="1025535">
                  <a:moveTo>
                    <a:pt x="0" y="0"/>
                  </a:moveTo>
                  <a:lnTo>
                    <a:pt x="391506" y="742638"/>
                  </a:lnTo>
                  <a:lnTo>
                    <a:pt x="783012" y="965067"/>
                  </a:lnTo>
                  <a:lnTo>
                    <a:pt x="1174518" y="1024985"/>
                  </a:lnTo>
                  <a:lnTo>
                    <a:pt x="1566024" y="1025535"/>
                  </a:lnTo>
                  <a:lnTo>
                    <a:pt x="1957530" y="1002371"/>
                  </a:lnTo>
                  <a:lnTo>
                    <a:pt x="2349036" y="989155"/>
                  </a:lnTo>
                  <a:lnTo>
                    <a:pt x="2740542" y="989690"/>
                  </a:lnTo>
                  <a:lnTo>
                    <a:pt x="3132048" y="995230"/>
                  </a:lnTo>
                  <a:lnTo>
                    <a:pt x="3523554" y="1002836"/>
                  </a:lnTo>
                </a:path>
              </a:pathLst>
            </a:custGeom>
            <a:ln w="24391" cap="flat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t18"/>
            <p:cNvSpPr/>
            <p:nvPr/>
          </p:nvSpPr>
          <p:spPr>
            <a:xfrm>
              <a:off x="795427" y="93797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t19"/>
            <p:cNvSpPr/>
            <p:nvPr/>
          </p:nvSpPr>
          <p:spPr>
            <a:xfrm>
              <a:off x="1186933" y="2604898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t20"/>
            <p:cNvSpPr/>
            <p:nvPr/>
          </p:nvSpPr>
          <p:spPr>
            <a:xfrm>
              <a:off x="1578439" y="3175966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t21"/>
            <p:cNvSpPr/>
            <p:nvPr/>
          </p:nvSpPr>
          <p:spPr>
            <a:xfrm>
              <a:off x="1969945" y="335162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t22"/>
            <p:cNvSpPr/>
            <p:nvPr/>
          </p:nvSpPr>
          <p:spPr>
            <a:xfrm>
              <a:off x="2361451" y="3430042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t23"/>
            <p:cNvSpPr/>
            <p:nvPr/>
          </p:nvSpPr>
          <p:spPr>
            <a:xfrm>
              <a:off x="2752957" y="3477700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t24"/>
            <p:cNvSpPr/>
            <p:nvPr/>
          </p:nvSpPr>
          <p:spPr>
            <a:xfrm>
              <a:off x="3144463" y="352250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t25"/>
            <p:cNvSpPr/>
            <p:nvPr/>
          </p:nvSpPr>
          <p:spPr>
            <a:xfrm>
              <a:off x="3535969" y="3567782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t26"/>
            <p:cNvSpPr/>
            <p:nvPr/>
          </p:nvSpPr>
          <p:spPr>
            <a:xfrm>
              <a:off x="3927475" y="3602094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t27"/>
            <p:cNvSpPr/>
            <p:nvPr/>
          </p:nvSpPr>
          <p:spPr>
            <a:xfrm>
              <a:off x="4318981" y="363534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t28"/>
            <p:cNvSpPr/>
            <p:nvPr/>
          </p:nvSpPr>
          <p:spPr>
            <a:xfrm>
              <a:off x="795427" y="1988815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t29"/>
            <p:cNvSpPr/>
            <p:nvPr/>
          </p:nvSpPr>
          <p:spPr>
            <a:xfrm>
              <a:off x="1186933" y="3219296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t30"/>
            <p:cNvSpPr/>
            <p:nvPr/>
          </p:nvSpPr>
          <p:spPr>
            <a:xfrm>
              <a:off x="1578439" y="3590589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pt31"/>
            <p:cNvSpPr/>
            <p:nvPr/>
          </p:nvSpPr>
          <p:spPr>
            <a:xfrm>
              <a:off x="1969945" y="3692875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pt32"/>
            <p:cNvSpPr/>
            <p:nvPr/>
          </p:nvSpPr>
          <p:spPr>
            <a:xfrm>
              <a:off x="2361451" y="3733333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3" name="pt33"/>
            <p:cNvSpPr/>
            <p:nvPr/>
          </p:nvSpPr>
          <p:spPr>
            <a:xfrm>
              <a:off x="2752957" y="3771668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4" name="pt34"/>
            <p:cNvSpPr/>
            <p:nvPr/>
          </p:nvSpPr>
          <p:spPr>
            <a:xfrm>
              <a:off x="3144463" y="3806786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5" name="pt35"/>
            <p:cNvSpPr/>
            <p:nvPr/>
          </p:nvSpPr>
          <p:spPr>
            <a:xfrm>
              <a:off x="3535969" y="3841068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6" name="pt36"/>
            <p:cNvSpPr/>
            <p:nvPr/>
          </p:nvSpPr>
          <p:spPr>
            <a:xfrm>
              <a:off x="3927475" y="3871687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7" name="pt37"/>
            <p:cNvSpPr/>
            <p:nvPr/>
          </p:nvSpPr>
          <p:spPr>
            <a:xfrm>
              <a:off x="4318981" y="3898243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t38"/>
            <p:cNvSpPr/>
            <p:nvPr/>
          </p:nvSpPr>
          <p:spPr>
            <a:xfrm>
              <a:off x="795427" y="3006486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t39"/>
            <p:cNvSpPr/>
            <p:nvPr/>
          </p:nvSpPr>
          <p:spPr>
            <a:xfrm>
              <a:off x="1186933" y="3749125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t40"/>
            <p:cNvSpPr/>
            <p:nvPr/>
          </p:nvSpPr>
          <p:spPr>
            <a:xfrm>
              <a:off x="1578439" y="3971553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t41"/>
            <p:cNvSpPr/>
            <p:nvPr/>
          </p:nvSpPr>
          <p:spPr>
            <a:xfrm>
              <a:off x="1969945" y="4031471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t42"/>
            <p:cNvSpPr/>
            <p:nvPr/>
          </p:nvSpPr>
          <p:spPr>
            <a:xfrm>
              <a:off x="2361451" y="4032022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t43"/>
            <p:cNvSpPr/>
            <p:nvPr/>
          </p:nvSpPr>
          <p:spPr>
            <a:xfrm>
              <a:off x="2752957" y="4008858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t44"/>
            <p:cNvSpPr/>
            <p:nvPr/>
          </p:nvSpPr>
          <p:spPr>
            <a:xfrm>
              <a:off x="3144463" y="3995642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t45"/>
            <p:cNvSpPr/>
            <p:nvPr/>
          </p:nvSpPr>
          <p:spPr>
            <a:xfrm>
              <a:off x="3535969" y="3996177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t46"/>
            <p:cNvSpPr/>
            <p:nvPr/>
          </p:nvSpPr>
          <p:spPr>
            <a:xfrm>
              <a:off x="3927475" y="4001717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pt47"/>
            <p:cNvSpPr/>
            <p:nvPr/>
          </p:nvSpPr>
          <p:spPr>
            <a:xfrm>
              <a:off x="4318981" y="4009322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8" name="tx48"/>
            <p:cNvSpPr/>
            <p:nvPr/>
          </p:nvSpPr>
          <p:spPr>
            <a:xfrm>
              <a:off x="817951" y="858401"/>
              <a:ext cx="145243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B2182B">
                      <a:alpha val="100000"/>
                    </a:srgbClr>
                  </a:solidFill>
                  <a:latin typeface="Arial"/>
                  <a:cs typeface="Arial"/>
                </a:rPr>
                <a:t>Informal (0.7): AUDPC = 95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817951" y="1096072"/>
              <a:ext cx="181636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EF8A62">
                      <a:alpha val="100000"/>
                    </a:srgbClr>
                  </a:solidFill>
                  <a:latin typeface="Arial"/>
                  <a:cs typeface="Arial"/>
                </a:rPr>
                <a:t>QDS moderate (0.8): AUDPC = 60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817951" y="1333743"/>
              <a:ext cx="180950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2166AC">
                      <a:alpha val="100000"/>
                    </a:srgbClr>
                  </a:solidFill>
                  <a:latin typeface="Arial"/>
                  <a:cs typeface="Arial"/>
                </a:rPr>
                <a:t>QDS optimistic (0.9): AUDPC = 32</a:t>
              </a:r>
            </a:p>
          </p:txBody>
        </p:sp>
        <p:sp>
          <p:nvSpPr>
            <p:cNvPr id="51" name="rc51"/>
            <p:cNvSpPr/>
            <p:nvPr/>
          </p:nvSpPr>
          <p:spPr>
            <a:xfrm>
              <a:off x="4593599" y="738267"/>
              <a:ext cx="3875909" cy="358039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2" name="pg52"/>
            <p:cNvSpPr/>
            <p:nvPr/>
          </p:nvSpPr>
          <p:spPr>
            <a:xfrm>
              <a:off x="4769777" y="901012"/>
              <a:ext cx="3523554" cy="3058019"/>
            </a:xfrm>
            <a:custGeom>
              <a:avLst/>
              <a:gdLst/>
              <a:ahLst/>
              <a:cxnLst/>
              <a:rect l="0" t="0" r="0" b="0"/>
              <a:pathLst>
                <a:path w="3523554" h="3058019">
                  <a:moveTo>
                    <a:pt x="0" y="0"/>
                  </a:moveTo>
                  <a:lnTo>
                    <a:pt x="391506" y="1754504"/>
                  </a:lnTo>
                  <a:lnTo>
                    <a:pt x="783012" y="2395375"/>
                  </a:lnTo>
                  <a:lnTo>
                    <a:pt x="1174518" y="2582991"/>
                  </a:lnTo>
                  <a:lnTo>
                    <a:pt x="1566024" y="2628565"/>
                  </a:lnTo>
                  <a:lnTo>
                    <a:pt x="1957530" y="2664420"/>
                  </a:lnTo>
                  <a:lnTo>
                    <a:pt x="2349036" y="2690362"/>
                  </a:lnTo>
                  <a:lnTo>
                    <a:pt x="2740542" y="2692416"/>
                  </a:lnTo>
                  <a:lnTo>
                    <a:pt x="3132048" y="2710383"/>
                  </a:lnTo>
                  <a:lnTo>
                    <a:pt x="3523554" y="2731011"/>
                  </a:lnTo>
                  <a:lnTo>
                    <a:pt x="3523554" y="3058019"/>
                  </a:lnTo>
                  <a:lnTo>
                    <a:pt x="3132048" y="3031618"/>
                  </a:lnTo>
                  <a:lnTo>
                    <a:pt x="2740542" y="2988590"/>
                  </a:lnTo>
                  <a:lnTo>
                    <a:pt x="2349036" y="2942103"/>
                  </a:lnTo>
                  <a:lnTo>
                    <a:pt x="1957530" y="2906885"/>
                  </a:lnTo>
                  <a:lnTo>
                    <a:pt x="1566024" y="2858742"/>
                  </a:lnTo>
                  <a:lnTo>
                    <a:pt x="1174518" y="2766903"/>
                  </a:lnTo>
                  <a:lnTo>
                    <a:pt x="783012" y="2569814"/>
                  </a:lnTo>
                  <a:lnTo>
                    <a:pt x="391506" y="1920672"/>
                  </a:lnTo>
                  <a:lnTo>
                    <a:pt x="0" y="53067"/>
                  </a:lnTo>
                  <a:close/>
                </a:path>
              </a:pathLst>
            </a:custGeom>
            <a:solidFill>
              <a:srgbClr val="B2182B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3" name="pl53"/>
            <p:cNvSpPr/>
            <p:nvPr/>
          </p:nvSpPr>
          <p:spPr>
            <a:xfrm>
              <a:off x="4769777" y="901012"/>
              <a:ext cx="3523554" cy="2731011"/>
            </a:xfrm>
            <a:custGeom>
              <a:avLst/>
              <a:gdLst/>
              <a:ahLst/>
              <a:cxnLst/>
              <a:rect l="0" t="0" r="0" b="0"/>
              <a:pathLst>
                <a:path w="3523554" h="2731011">
                  <a:moveTo>
                    <a:pt x="0" y="0"/>
                  </a:moveTo>
                  <a:lnTo>
                    <a:pt x="391506" y="1754504"/>
                  </a:lnTo>
                  <a:lnTo>
                    <a:pt x="783012" y="2395375"/>
                  </a:lnTo>
                  <a:lnTo>
                    <a:pt x="1174518" y="2582991"/>
                  </a:lnTo>
                  <a:lnTo>
                    <a:pt x="1566024" y="2628565"/>
                  </a:lnTo>
                  <a:lnTo>
                    <a:pt x="1957530" y="2664420"/>
                  </a:lnTo>
                  <a:lnTo>
                    <a:pt x="2349036" y="2690362"/>
                  </a:lnTo>
                  <a:lnTo>
                    <a:pt x="2740542" y="2692416"/>
                  </a:lnTo>
                  <a:lnTo>
                    <a:pt x="3132048" y="2710383"/>
                  </a:lnTo>
                  <a:lnTo>
                    <a:pt x="3523554" y="2731011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54" name="pl54"/>
            <p:cNvSpPr/>
            <p:nvPr/>
          </p:nvSpPr>
          <p:spPr>
            <a:xfrm>
              <a:off x="4769777" y="954080"/>
              <a:ext cx="3523554" cy="3004951"/>
            </a:xfrm>
            <a:custGeom>
              <a:avLst/>
              <a:gdLst/>
              <a:ahLst/>
              <a:cxnLst/>
              <a:rect l="0" t="0" r="0" b="0"/>
              <a:pathLst>
                <a:path w="3523554" h="3004951">
                  <a:moveTo>
                    <a:pt x="3523554" y="3004951"/>
                  </a:moveTo>
                  <a:lnTo>
                    <a:pt x="3132048" y="2978551"/>
                  </a:lnTo>
                  <a:lnTo>
                    <a:pt x="2740542" y="2935523"/>
                  </a:lnTo>
                  <a:lnTo>
                    <a:pt x="2349036" y="2889036"/>
                  </a:lnTo>
                  <a:lnTo>
                    <a:pt x="1957530" y="2853817"/>
                  </a:lnTo>
                  <a:lnTo>
                    <a:pt x="1566024" y="2805674"/>
                  </a:lnTo>
                  <a:lnTo>
                    <a:pt x="1174518" y="2713836"/>
                  </a:lnTo>
                  <a:lnTo>
                    <a:pt x="783012" y="2516747"/>
                  </a:lnTo>
                  <a:lnTo>
                    <a:pt x="391506" y="1867605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55" name="pg55"/>
            <p:cNvSpPr/>
            <p:nvPr/>
          </p:nvSpPr>
          <p:spPr>
            <a:xfrm>
              <a:off x="4769777" y="1958504"/>
              <a:ext cx="3523554" cy="2129500"/>
            </a:xfrm>
            <a:custGeom>
              <a:avLst/>
              <a:gdLst/>
              <a:ahLst/>
              <a:cxnLst/>
              <a:rect l="0" t="0" r="0" b="0"/>
              <a:pathLst>
                <a:path w="3523554" h="2129500">
                  <a:moveTo>
                    <a:pt x="0" y="0"/>
                  </a:moveTo>
                  <a:lnTo>
                    <a:pt x="391506" y="1281154"/>
                  </a:lnTo>
                  <a:lnTo>
                    <a:pt x="783012" y="1730972"/>
                  </a:lnTo>
                  <a:lnTo>
                    <a:pt x="1174518" y="1851857"/>
                  </a:lnTo>
                  <a:lnTo>
                    <a:pt x="1566024" y="1897461"/>
                  </a:lnTo>
                  <a:lnTo>
                    <a:pt x="1957530" y="1904308"/>
                  </a:lnTo>
                  <a:lnTo>
                    <a:pt x="2349036" y="1938107"/>
                  </a:lnTo>
                  <a:lnTo>
                    <a:pt x="2740542" y="1967000"/>
                  </a:lnTo>
                  <a:lnTo>
                    <a:pt x="3132048" y="1992396"/>
                  </a:lnTo>
                  <a:lnTo>
                    <a:pt x="3523554" y="2013683"/>
                  </a:lnTo>
                  <a:lnTo>
                    <a:pt x="3523554" y="2129500"/>
                  </a:lnTo>
                  <a:lnTo>
                    <a:pt x="3132048" y="2113024"/>
                  </a:lnTo>
                  <a:lnTo>
                    <a:pt x="2740542" y="2093144"/>
                  </a:lnTo>
                  <a:lnTo>
                    <a:pt x="2349036" y="2065266"/>
                  </a:lnTo>
                  <a:lnTo>
                    <a:pt x="1957530" y="2030624"/>
                  </a:lnTo>
                  <a:lnTo>
                    <a:pt x="1566024" y="1992074"/>
                  </a:lnTo>
                  <a:lnTo>
                    <a:pt x="1174518" y="1950080"/>
                  </a:lnTo>
                  <a:lnTo>
                    <a:pt x="783012" y="1816405"/>
                  </a:lnTo>
                  <a:lnTo>
                    <a:pt x="391506" y="1394925"/>
                  </a:lnTo>
                  <a:lnTo>
                    <a:pt x="0" y="42262"/>
                  </a:lnTo>
                  <a:close/>
                </a:path>
              </a:pathLst>
            </a:custGeom>
            <a:solidFill>
              <a:srgbClr val="EF8A6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4769777" y="1958504"/>
              <a:ext cx="3523554" cy="2013683"/>
            </a:xfrm>
            <a:custGeom>
              <a:avLst/>
              <a:gdLst/>
              <a:ahLst/>
              <a:cxnLst/>
              <a:rect l="0" t="0" r="0" b="0"/>
              <a:pathLst>
                <a:path w="3523554" h="2013683">
                  <a:moveTo>
                    <a:pt x="0" y="0"/>
                  </a:moveTo>
                  <a:lnTo>
                    <a:pt x="391506" y="1281154"/>
                  </a:lnTo>
                  <a:lnTo>
                    <a:pt x="783012" y="1730972"/>
                  </a:lnTo>
                  <a:lnTo>
                    <a:pt x="1174518" y="1851857"/>
                  </a:lnTo>
                  <a:lnTo>
                    <a:pt x="1566024" y="1897461"/>
                  </a:lnTo>
                  <a:lnTo>
                    <a:pt x="1957530" y="1904308"/>
                  </a:lnTo>
                  <a:lnTo>
                    <a:pt x="2349036" y="1938107"/>
                  </a:lnTo>
                  <a:lnTo>
                    <a:pt x="2740542" y="1967000"/>
                  </a:lnTo>
                  <a:lnTo>
                    <a:pt x="3132048" y="1992396"/>
                  </a:lnTo>
                  <a:lnTo>
                    <a:pt x="3523554" y="2013683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57" name="pl57"/>
            <p:cNvSpPr/>
            <p:nvPr/>
          </p:nvSpPr>
          <p:spPr>
            <a:xfrm>
              <a:off x="4769777" y="2000766"/>
              <a:ext cx="3523554" cy="2087237"/>
            </a:xfrm>
            <a:custGeom>
              <a:avLst/>
              <a:gdLst/>
              <a:ahLst/>
              <a:cxnLst/>
              <a:rect l="0" t="0" r="0" b="0"/>
              <a:pathLst>
                <a:path w="3523554" h="2087237">
                  <a:moveTo>
                    <a:pt x="3523554" y="2087237"/>
                  </a:moveTo>
                  <a:lnTo>
                    <a:pt x="3132048" y="2070761"/>
                  </a:lnTo>
                  <a:lnTo>
                    <a:pt x="2740542" y="2050882"/>
                  </a:lnTo>
                  <a:lnTo>
                    <a:pt x="2349036" y="2023004"/>
                  </a:lnTo>
                  <a:lnTo>
                    <a:pt x="1957530" y="1988362"/>
                  </a:lnTo>
                  <a:lnTo>
                    <a:pt x="1566024" y="1949812"/>
                  </a:lnTo>
                  <a:lnTo>
                    <a:pt x="1174518" y="1907817"/>
                  </a:lnTo>
                  <a:lnTo>
                    <a:pt x="783012" y="1774143"/>
                  </a:lnTo>
                  <a:lnTo>
                    <a:pt x="391506" y="1352663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58" name="pg58"/>
            <p:cNvSpPr/>
            <p:nvPr/>
          </p:nvSpPr>
          <p:spPr>
            <a:xfrm>
              <a:off x="4769777" y="2986585"/>
              <a:ext cx="3523554" cy="1169332"/>
            </a:xfrm>
            <a:custGeom>
              <a:avLst/>
              <a:gdLst/>
              <a:ahLst/>
              <a:cxnLst/>
              <a:rect l="0" t="0" r="0" b="0"/>
              <a:pathLst>
                <a:path w="3523554" h="1169332">
                  <a:moveTo>
                    <a:pt x="0" y="0"/>
                  </a:moveTo>
                  <a:lnTo>
                    <a:pt x="391506" y="777162"/>
                  </a:lnTo>
                  <a:lnTo>
                    <a:pt x="783012" y="1035551"/>
                  </a:lnTo>
                  <a:lnTo>
                    <a:pt x="1174518" y="1099604"/>
                  </a:lnTo>
                  <a:lnTo>
                    <a:pt x="1566024" y="1109621"/>
                  </a:lnTo>
                  <a:lnTo>
                    <a:pt x="1957530" y="1107207"/>
                  </a:lnTo>
                  <a:lnTo>
                    <a:pt x="2349036" y="1109402"/>
                  </a:lnTo>
                  <a:lnTo>
                    <a:pt x="2740542" y="1111529"/>
                  </a:lnTo>
                  <a:lnTo>
                    <a:pt x="3132048" y="1120735"/>
                  </a:lnTo>
                  <a:lnTo>
                    <a:pt x="3523554" y="1133438"/>
                  </a:lnTo>
                  <a:lnTo>
                    <a:pt x="3523554" y="1162490"/>
                  </a:lnTo>
                  <a:lnTo>
                    <a:pt x="3132048" y="1157661"/>
                  </a:lnTo>
                  <a:lnTo>
                    <a:pt x="2740542" y="1156306"/>
                  </a:lnTo>
                  <a:lnTo>
                    <a:pt x="2349036" y="1156621"/>
                  </a:lnTo>
                  <a:lnTo>
                    <a:pt x="1957530" y="1169332"/>
                  </a:lnTo>
                  <a:lnTo>
                    <a:pt x="1566024" y="1165304"/>
                  </a:lnTo>
                  <a:lnTo>
                    <a:pt x="1174518" y="1148446"/>
                  </a:lnTo>
                  <a:lnTo>
                    <a:pt x="783012" y="1076905"/>
                  </a:lnTo>
                  <a:lnTo>
                    <a:pt x="391506" y="837646"/>
                  </a:lnTo>
                  <a:lnTo>
                    <a:pt x="0" y="23275"/>
                  </a:lnTo>
                  <a:close/>
                </a:path>
              </a:pathLst>
            </a:custGeom>
            <a:solidFill>
              <a:srgbClr val="2166AC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9" name="pl59"/>
            <p:cNvSpPr/>
            <p:nvPr/>
          </p:nvSpPr>
          <p:spPr>
            <a:xfrm>
              <a:off x="4769777" y="2986585"/>
              <a:ext cx="3523554" cy="1133438"/>
            </a:xfrm>
            <a:custGeom>
              <a:avLst/>
              <a:gdLst/>
              <a:ahLst/>
              <a:cxnLst/>
              <a:rect l="0" t="0" r="0" b="0"/>
              <a:pathLst>
                <a:path w="3523554" h="1133438">
                  <a:moveTo>
                    <a:pt x="0" y="0"/>
                  </a:moveTo>
                  <a:lnTo>
                    <a:pt x="391506" y="777162"/>
                  </a:lnTo>
                  <a:lnTo>
                    <a:pt x="783012" y="1035551"/>
                  </a:lnTo>
                  <a:lnTo>
                    <a:pt x="1174518" y="1099604"/>
                  </a:lnTo>
                  <a:lnTo>
                    <a:pt x="1566024" y="1109621"/>
                  </a:lnTo>
                  <a:lnTo>
                    <a:pt x="1957530" y="1107207"/>
                  </a:lnTo>
                  <a:lnTo>
                    <a:pt x="2349036" y="1109402"/>
                  </a:lnTo>
                  <a:lnTo>
                    <a:pt x="2740542" y="1111529"/>
                  </a:lnTo>
                  <a:lnTo>
                    <a:pt x="3132048" y="1120735"/>
                  </a:lnTo>
                  <a:lnTo>
                    <a:pt x="3523554" y="1133438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4769777" y="3009861"/>
              <a:ext cx="3523554" cy="1146056"/>
            </a:xfrm>
            <a:custGeom>
              <a:avLst/>
              <a:gdLst/>
              <a:ahLst/>
              <a:cxnLst/>
              <a:rect l="0" t="0" r="0" b="0"/>
              <a:pathLst>
                <a:path w="3523554" h="1146056">
                  <a:moveTo>
                    <a:pt x="3523554" y="1139214"/>
                  </a:moveTo>
                  <a:lnTo>
                    <a:pt x="3132048" y="1134385"/>
                  </a:lnTo>
                  <a:lnTo>
                    <a:pt x="2740542" y="1133030"/>
                  </a:lnTo>
                  <a:lnTo>
                    <a:pt x="2349036" y="1133345"/>
                  </a:lnTo>
                  <a:lnTo>
                    <a:pt x="1957530" y="1146056"/>
                  </a:lnTo>
                  <a:lnTo>
                    <a:pt x="1566024" y="1142028"/>
                  </a:lnTo>
                  <a:lnTo>
                    <a:pt x="1174518" y="1125170"/>
                  </a:lnTo>
                  <a:lnTo>
                    <a:pt x="783012" y="1053630"/>
                  </a:lnTo>
                  <a:lnTo>
                    <a:pt x="391506" y="814371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>
              <a:endParaRPr/>
            </a:p>
          </p:txBody>
        </p:sp>
        <p:sp>
          <p:nvSpPr>
            <p:cNvPr id="61" name="pl61"/>
            <p:cNvSpPr/>
            <p:nvPr/>
          </p:nvSpPr>
          <p:spPr>
            <a:xfrm>
              <a:off x="4769777" y="926444"/>
              <a:ext cx="3523554" cy="2904073"/>
            </a:xfrm>
            <a:custGeom>
              <a:avLst/>
              <a:gdLst/>
              <a:ahLst/>
              <a:cxnLst/>
              <a:rect l="0" t="0" r="0" b="0"/>
              <a:pathLst>
                <a:path w="3523554" h="2904073">
                  <a:moveTo>
                    <a:pt x="0" y="0"/>
                  </a:moveTo>
                  <a:lnTo>
                    <a:pt x="391506" y="1805828"/>
                  </a:lnTo>
                  <a:lnTo>
                    <a:pt x="783012" y="2458110"/>
                  </a:lnTo>
                  <a:lnTo>
                    <a:pt x="1174518" y="2652968"/>
                  </a:lnTo>
                  <a:lnTo>
                    <a:pt x="1566024" y="2725457"/>
                  </a:lnTo>
                  <a:lnTo>
                    <a:pt x="1957530" y="2770664"/>
                  </a:lnTo>
                  <a:lnTo>
                    <a:pt x="2349036" y="2809690"/>
                  </a:lnTo>
                  <a:lnTo>
                    <a:pt x="2740542" y="2841263"/>
                  </a:lnTo>
                  <a:lnTo>
                    <a:pt x="3132048" y="2873173"/>
                  </a:lnTo>
                  <a:lnTo>
                    <a:pt x="3523554" y="2904073"/>
                  </a:lnTo>
                </a:path>
              </a:pathLst>
            </a:custGeom>
            <a:ln w="24391" cap="flat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4769777" y="1980318"/>
              <a:ext cx="3523554" cy="2060552"/>
            </a:xfrm>
            <a:custGeom>
              <a:avLst/>
              <a:gdLst/>
              <a:ahLst/>
              <a:cxnLst/>
              <a:rect l="0" t="0" r="0" b="0"/>
              <a:pathLst>
                <a:path w="3523554" h="2060552">
                  <a:moveTo>
                    <a:pt x="0" y="0"/>
                  </a:moveTo>
                  <a:lnTo>
                    <a:pt x="391506" y="1319737"/>
                  </a:lnTo>
                  <a:lnTo>
                    <a:pt x="783012" y="1757021"/>
                  </a:lnTo>
                  <a:lnTo>
                    <a:pt x="1174518" y="1883487"/>
                  </a:lnTo>
                  <a:lnTo>
                    <a:pt x="1566024" y="1930412"/>
                  </a:lnTo>
                  <a:lnTo>
                    <a:pt x="1957530" y="1959286"/>
                  </a:lnTo>
                  <a:lnTo>
                    <a:pt x="2349036" y="1987590"/>
                  </a:lnTo>
                  <a:lnTo>
                    <a:pt x="2740542" y="2013117"/>
                  </a:lnTo>
                  <a:lnTo>
                    <a:pt x="3132048" y="2037859"/>
                  </a:lnTo>
                  <a:lnTo>
                    <a:pt x="3523554" y="2060552"/>
                  </a:lnTo>
                </a:path>
              </a:pathLst>
            </a:custGeom>
            <a:ln w="24391" cap="flat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pl63"/>
            <p:cNvSpPr/>
            <p:nvPr/>
          </p:nvSpPr>
          <p:spPr>
            <a:xfrm>
              <a:off x="4769777" y="2997968"/>
              <a:ext cx="3523554" cy="1136668"/>
            </a:xfrm>
            <a:custGeom>
              <a:avLst/>
              <a:gdLst/>
              <a:ahLst/>
              <a:cxnLst/>
              <a:rect l="0" t="0" r="0" b="0"/>
              <a:pathLst>
                <a:path w="3523554" h="1136668">
                  <a:moveTo>
                    <a:pt x="0" y="0"/>
                  </a:moveTo>
                  <a:lnTo>
                    <a:pt x="391506" y="795061"/>
                  </a:lnTo>
                  <a:lnTo>
                    <a:pt x="783012" y="1044657"/>
                  </a:lnTo>
                  <a:lnTo>
                    <a:pt x="1174518" y="1113464"/>
                  </a:lnTo>
                  <a:lnTo>
                    <a:pt x="1566024" y="1127480"/>
                  </a:lnTo>
                  <a:lnTo>
                    <a:pt x="1957530" y="1124351"/>
                  </a:lnTo>
                  <a:lnTo>
                    <a:pt x="2349036" y="1120516"/>
                  </a:lnTo>
                  <a:lnTo>
                    <a:pt x="2740542" y="1122486"/>
                  </a:lnTo>
                  <a:lnTo>
                    <a:pt x="3132048" y="1129153"/>
                  </a:lnTo>
                  <a:lnTo>
                    <a:pt x="3523554" y="1136668"/>
                  </a:lnTo>
                </a:path>
              </a:pathLst>
            </a:custGeom>
            <a:ln w="24391" cap="flat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4" name="pt64"/>
            <p:cNvSpPr/>
            <p:nvPr/>
          </p:nvSpPr>
          <p:spPr>
            <a:xfrm>
              <a:off x="4747252" y="90391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pt65"/>
            <p:cNvSpPr/>
            <p:nvPr/>
          </p:nvSpPr>
          <p:spPr>
            <a:xfrm>
              <a:off x="5138758" y="2709748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6" name="pt66"/>
            <p:cNvSpPr/>
            <p:nvPr/>
          </p:nvSpPr>
          <p:spPr>
            <a:xfrm>
              <a:off x="5530264" y="336202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pt67"/>
            <p:cNvSpPr/>
            <p:nvPr/>
          </p:nvSpPr>
          <p:spPr>
            <a:xfrm>
              <a:off x="5921770" y="3556887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8" name="pt68"/>
            <p:cNvSpPr/>
            <p:nvPr/>
          </p:nvSpPr>
          <p:spPr>
            <a:xfrm>
              <a:off x="6313276" y="3629376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9" name="pt69"/>
            <p:cNvSpPr/>
            <p:nvPr/>
          </p:nvSpPr>
          <p:spPr>
            <a:xfrm>
              <a:off x="6704782" y="3674583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0" name="pt70"/>
            <p:cNvSpPr/>
            <p:nvPr/>
          </p:nvSpPr>
          <p:spPr>
            <a:xfrm>
              <a:off x="7096288" y="3713609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1" name="pt71"/>
            <p:cNvSpPr/>
            <p:nvPr/>
          </p:nvSpPr>
          <p:spPr>
            <a:xfrm>
              <a:off x="7487794" y="3745183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2" name="pt72"/>
            <p:cNvSpPr/>
            <p:nvPr/>
          </p:nvSpPr>
          <p:spPr>
            <a:xfrm>
              <a:off x="7879300" y="3777092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3" name="pt73"/>
            <p:cNvSpPr/>
            <p:nvPr/>
          </p:nvSpPr>
          <p:spPr>
            <a:xfrm>
              <a:off x="8270806" y="3807992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4" name="pt74"/>
            <p:cNvSpPr/>
            <p:nvPr/>
          </p:nvSpPr>
          <p:spPr>
            <a:xfrm>
              <a:off x="4747252" y="1957793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5" name="pt75"/>
            <p:cNvSpPr/>
            <p:nvPr/>
          </p:nvSpPr>
          <p:spPr>
            <a:xfrm>
              <a:off x="5138758" y="3277531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6" name="pt76"/>
            <p:cNvSpPr/>
            <p:nvPr/>
          </p:nvSpPr>
          <p:spPr>
            <a:xfrm>
              <a:off x="5530264" y="3714815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7" name="pt77"/>
            <p:cNvSpPr/>
            <p:nvPr/>
          </p:nvSpPr>
          <p:spPr>
            <a:xfrm>
              <a:off x="5921770" y="3841281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8" name="pt78"/>
            <p:cNvSpPr/>
            <p:nvPr/>
          </p:nvSpPr>
          <p:spPr>
            <a:xfrm>
              <a:off x="6313276" y="3888205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9" name="pt79"/>
            <p:cNvSpPr/>
            <p:nvPr/>
          </p:nvSpPr>
          <p:spPr>
            <a:xfrm>
              <a:off x="6704782" y="3917080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0" name="pt80"/>
            <p:cNvSpPr/>
            <p:nvPr/>
          </p:nvSpPr>
          <p:spPr>
            <a:xfrm>
              <a:off x="7096288" y="3945384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1" name="pt81"/>
            <p:cNvSpPr/>
            <p:nvPr/>
          </p:nvSpPr>
          <p:spPr>
            <a:xfrm>
              <a:off x="7487794" y="3970911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2" name="pt82"/>
            <p:cNvSpPr/>
            <p:nvPr/>
          </p:nvSpPr>
          <p:spPr>
            <a:xfrm>
              <a:off x="7879300" y="3995653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3" name="pt83"/>
            <p:cNvSpPr/>
            <p:nvPr/>
          </p:nvSpPr>
          <p:spPr>
            <a:xfrm>
              <a:off x="8270806" y="4018346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4" name="pt84"/>
            <p:cNvSpPr/>
            <p:nvPr/>
          </p:nvSpPr>
          <p:spPr>
            <a:xfrm>
              <a:off x="4747252" y="2975444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5" name="pt85"/>
            <p:cNvSpPr/>
            <p:nvPr/>
          </p:nvSpPr>
          <p:spPr>
            <a:xfrm>
              <a:off x="5138758" y="3770506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6" name="pt86"/>
            <p:cNvSpPr/>
            <p:nvPr/>
          </p:nvSpPr>
          <p:spPr>
            <a:xfrm>
              <a:off x="5530264" y="4020101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7" name="pt87"/>
            <p:cNvSpPr/>
            <p:nvPr/>
          </p:nvSpPr>
          <p:spPr>
            <a:xfrm>
              <a:off x="5921770" y="4088908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8" name="pt88"/>
            <p:cNvSpPr/>
            <p:nvPr/>
          </p:nvSpPr>
          <p:spPr>
            <a:xfrm>
              <a:off x="6313276" y="4102924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9" name="pt89"/>
            <p:cNvSpPr/>
            <p:nvPr/>
          </p:nvSpPr>
          <p:spPr>
            <a:xfrm>
              <a:off x="6704782" y="4099795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0" name="pt90"/>
            <p:cNvSpPr/>
            <p:nvPr/>
          </p:nvSpPr>
          <p:spPr>
            <a:xfrm>
              <a:off x="7096288" y="4095960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1" name="pt91"/>
            <p:cNvSpPr/>
            <p:nvPr/>
          </p:nvSpPr>
          <p:spPr>
            <a:xfrm>
              <a:off x="7487794" y="4097930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2" name="pt92"/>
            <p:cNvSpPr/>
            <p:nvPr/>
          </p:nvSpPr>
          <p:spPr>
            <a:xfrm>
              <a:off x="7879300" y="4104597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3" name="pt93"/>
            <p:cNvSpPr/>
            <p:nvPr/>
          </p:nvSpPr>
          <p:spPr>
            <a:xfrm>
              <a:off x="8270806" y="4112112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4" name="tx94"/>
            <p:cNvSpPr/>
            <p:nvPr/>
          </p:nvSpPr>
          <p:spPr>
            <a:xfrm>
              <a:off x="4769777" y="858401"/>
              <a:ext cx="1452432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B2182B">
                      <a:alpha val="100000"/>
                    </a:srgbClr>
                  </a:solidFill>
                  <a:latin typeface="Arial"/>
                  <a:cs typeface="Arial"/>
                </a:rPr>
                <a:t>Informal (0.7): AUDPC = 80</a:t>
              </a:r>
            </a:p>
          </p:txBody>
        </p:sp>
        <p:sp>
          <p:nvSpPr>
            <p:cNvPr id="95" name="tx95"/>
            <p:cNvSpPr/>
            <p:nvPr/>
          </p:nvSpPr>
          <p:spPr>
            <a:xfrm>
              <a:off x="4769777" y="1096072"/>
              <a:ext cx="1816364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EF8A62">
                      <a:alpha val="100000"/>
                    </a:srgbClr>
                  </a:solidFill>
                  <a:latin typeface="Arial"/>
                  <a:cs typeface="Arial"/>
                </a:rPr>
                <a:t>QDS moderate (0.8): AUDPC = 49</a:t>
              </a:r>
            </a:p>
          </p:txBody>
        </p:sp>
        <p:sp>
          <p:nvSpPr>
            <p:cNvPr id="96" name="tx96"/>
            <p:cNvSpPr/>
            <p:nvPr/>
          </p:nvSpPr>
          <p:spPr>
            <a:xfrm>
              <a:off x="4769777" y="1333743"/>
              <a:ext cx="1809506" cy="85222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38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38">
                  <a:solidFill>
                    <a:srgbClr val="2166AC">
                      <a:alpha val="100000"/>
                    </a:srgbClr>
                  </a:solidFill>
                  <a:latin typeface="Arial"/>
                  <a:cs typeface="Arial"/>
                </a:rPr>
                <a:t>QDS optimistic (0.9): AUDPC = 26</a:t>
              </a:r>
            </a:p>
          </p:txBody>
        </p:sp>
        <p:sp>
          <p:nvSpPr>
            <p:cNvPr id="97" name="rc97"/>
            <p:cNvSpPr/>
            <p:nvPr/>
          </p:nvSpPr>
          <p:spPr>
            <a:xfrm>
              <a:off x="641774" y="503966"/>
              <a:ext cx="3875909" cy="23430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956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8" name="tx98"/>
            <p:cNvSpPr/>
            <p:nvPr/>
          </p:nvSpPr>
          <p:spPr>
            <a:xfrm>
              <a:off x="2407136" y="577499"/>
              <a:ext cx="345186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Stress</a:t>
              </a:r>
            </a:p>
          </p:txBody>
        </p:sp>
        <p:sp>
          <p:nvSpPr>
            <p:cNvPr id="99" name="rc99"/>
            <p:cNvSpPr/>
            <p:nvPr/>
          </p:nvSpPr>
          <p:spPr>
            <a:xfrm>
              <a:off x="4593599" y="503966"/>
              <a:ext cx="3875909" cy="23430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2956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0" name="tx100"/>
            <p:cNvSpPr/>
            <p:nvPr/>
          </p:nvSpPr>
          <p:spPr>
            <a:xfrm>
              <a:off x="6257371" y="577499"/>
              <a:ext cx="548365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1A1A1A">
                      <a:alpha val="100000"/>
                    </a:srgbClr>
                  </a:solidFill>
                  <a:latin typeface="Arial"/>
                  <a:cs typeface="Arial"/>
                </a:rPr>
                <a:t>Nonstress</a:t>
              </a:r>
            </a:p>
          </p:txBody>
        </p:sp>
        <p:sp>
          <p:nvSpPr>
            <p:cNvPr id="101" name="pl101"/>
            <p:cNvSpPr/>
            <p:nvPr/>
          </p:nvSpPr>
          <p:spPr>
            <a:xfrm>
              <a:off x="641774" y="4318662"/>
              <a:ext cx="3875909" cy="0"/>
            </a:xfrm>
            <a:custGeom>
              <a:avLst/>
              <a:gdLst/>
              <a:ahLst/>
              <a:cxnLst/>
              <a:rect l="0" t="0" r="0" b="0"/>
              <a:pathLst>
                <a:path w="3875909">
                  <a:moveTo>
                    <a:pt x="0" y="0"/>
                  </a:moveTo>
                  <a:lnTo>
                    <a:pt x="3875909" y="0"/>
                  </a:lnTo>
                </a:path>
              </a:pathLst>
            </a:custGeom>
            <a:ln w="14782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2" name="pl102"/>
            <p:cNvSpPr/>
            <p:nvPr/>
          </p:nvSpPr>
          <p:spPr>
            <a:xfrm>
              <a:off x="817951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3" name="pl103"/>
            <p:cNvSpPr/>
            <p:nvPr/>
          </p:nvSpPr>
          <p:spPr>
            <a:xfrm>
              <a:off x="1209457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4" name="pl104"/>
            <p:cNvSpPr/>
            <p:nvPr/>
          </p:nvSpPr>
          <p:spPr>
            <a:xfrm>
              <a:off x="1600964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5" name="pl105"/>
            <p:cNvSpPr/>
            <p:nvPr/>
          </p:nvSpPr>
          <p:spPr>
            <a:xfrm>
              <a:off x="1992470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6" name="pl106"/>
            <p:cNvSpPr/>
            <p:nvPr/>
          </p:nvSpPr>
          <p:spPr>
            <a:xfrm>
              <a:off x="2383976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7" name="pl107"/>
            <p:cNvSpPr/>
            <p:nvPr/>
          </p:nvSpPr>
          <p:spPr>
            <a:xfrm>
              <a:off x="2775482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8" name="pl108"/>
            <p:cNvSpPr/>
            <p:nvPr/>
          </p:nvSpPr>
          <p:spPr>
            <a:xfrm>
              <a:off x="3166988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9" name="pl109"/>
            <p:cNvSpPr/>
            <p:nvPr/>
          </p:nvSpPr>
          <p:spPr>
            <a:xfrm>
              <a:off x="3558494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0" name="pl110"/>
            <p:cNvSpPr/>
            <p:nvPr/>
          </p:nvSpPr>
          <p:spPr>
            <a:xfrm>
              <a:off x="3950000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1" name="pl111"/>
            <p:cNvSpPr/>
            <p:nvPr/>
          </p:nvSpPr>
          <p:spPr>
            <a:xfrm>
              <a:off x="4341506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2" name="tx112"/>
            <p:cNvSpPr/>
            <p:nvPr/>
          </p:nvSpPr>
          <p:spPr>
            <a:xfrm>
              <a:off x="784073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113" name="tx113"/>
            <p:cNvSpPr/>
            <p:nvPr/>
          </p:nvSpPr>
          <p:spPr>
            <a:xfrm>
              <a:off x="1175579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14" name="tx114"/>
            <p:cNvSpPr/>
            <p:nvPr/>
          </p:nvSpPr>
          <p:spPr>
            <a:xfrm>
              <a:off x="1567085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115" name="tx115"/>
            <p:cNvSpPr/>
            <p:nvPr/>
          </p:nvSpPr>
          <p:spPr>
            <a:xfrm>
              <a:off x="1958591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16" name="tx116"/>
            <p:cNvSpPr/>
            <p:nvPr/>
          </p:nvSpPr>
          <p:spPr>
            <a:xfrm>
              <a:off x="2350097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17" name="tx117"/>
            <p:cNvSpPr/>
            <p:nvPr/>
          </p:nvSpPr>
          <p:spPr>
            <a:xfrm>
              <a:off x="2741603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18" name="tx118"/>
            <p:cNvSpPr/>
            <p:nvPr/>
          </p:nvSpPr>
          <p:spPr>
            <a:xfrm>
              <a:off x="3133109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119" name="tx119"/>
            <p:cNvSpPr/>
            <p:nvPr/>
          </p:nvSpPr>
          <p:spPr>
            <a:xfrm>
              <a:off x="3524615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120" name="tx120"/>
            <p:cNvSpPr/>
            <p:nvPr/>
          </p:nvSpPr>
          <p:spPr>
            <a:xfrm>
              <a:off x="3916121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9</a:t>
              </a:r>
            </a:p>
          </p:txBody>
        </p:sp>
        <p:sp>
          <p:nvSpPr>
            <p:cNvPr id="121" name="tx121"/>
            <p:cNvSpPr/>
            <p:nvPr/>
          </p:nvSpPr>
          <p:spPr>
            <a:xfrm>
              <a:off x="4273749" y="4386986"/>
              <a:ext cx="135514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22" name="pl122"/>
            <p:cNvSpPr/>
            <p:nvPr/>
          </p:nvSpPr>
          <p:spPr>
            <a:xfrm>
              <a:off x="4593599" y="4318662"/>
              <a:ext cx="3875909" cy="0"/>
            </a:xfrm>
            <a:custGeom>
              <a:avLst/>
              <a:gdLst/>
              <a:ahLst/>
              <a:cxnLst/>
              <a:rect l="0" t="0" r="0" b="0"/>
              <a:pathLst>
                <a:path w="3875909">
                  <a:moveTo>
                    <a:pt x="0" y="0"/>
                  </a:moveTo>
                  <a:lnTo>
                    <a:pt x="3875909" y="0"/>
                  </a:lnTo>
                </a:path>
              </a:pathLst>
            </a:custGeom>
            <a:ln w="14782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3" name="pl123"/>
            <p:cNvSpPr/>
            <p:nvPr/>
          </p:nvSpPr>
          <p:spPr>
            <a:xfrm>
              <a:off x="4769777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4" name="pl124"/>
            <p:cNvSpPr/>
            <p:nvPr/>
          </p:nvSpPr>
          <p:spPr>
            <a:xfrm>
              <a:off x="5161283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5" name="pl125"/>
            <p:cNvSpPr/>
            <p:nvPr/>
          </p:nvSpPr>
          <p:spPr>
            <a:xfrm>
              <a:off x="5552789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6" name="pl126"/>
            <p:cNvSpPr/>
            <p:nvPr/>
          </p:nvSpPr>
          <p:spPr>
            <a:xfrm>
              <a:off x="5944295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7" name="pl127"/>
            <p:cNvSpPr/>
            <p:nvPr/>
          </p:nvSpPr>
          <p:spPr>
            <a:xfrm>
              <a:off x="6335801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8" name="pl128"/>
            <p:cNvSpPr/>
            <p:nvPr/>
          </p:nvSpPr>
          <p:spPr>
            <a:xfrm>
              <a:off x="6727307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9" name="pl129"/>
            <p:cNvSpPr/>
            <p:nvPr/>
          </p:nvSpPr>
          <p:spPr>
            <a:xfrm>
              <a:off x="7118813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0" name="pl130"/>
            <p:cNvSpPr/>
            <p:nvPr/>
          </p:nvSpPr>
          <p:spPr>
            <a:xfrm>
              <a:off x="7510319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1" name="pl131"/>
            <p:cNvSpPr/>
            <p:nvPr/>
          </p:nvSpPr>
          <p:spPr>
            <a:xfrm>
              <a:off x="7901825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2" name="pl132"/>
            <p:cNvSpPr/>
            <p:nvPr/>
          </p:nvSpPr>
          <p:spPr>
            <a:xfrm>
              <a:off x="8293331" y="4318662"/>
              <a:ext cx="0" cy="37957"/>
            </a:xfrm>
            <a:custGeom>
              <a:avLst/>
              <a:gdLst/>
              <a:ahLst/>
              <a:cxnLst/>
              <a:rect l="0" t="0" r="0" b="0"/>
              <a:pathLst>
                <a:path h="37957">
                  <a:moveTo>
                    <a:pt x="0" y="37957"/>
                  </a:moveTo>
                  <a:lnTo>
                    <a:pt x="0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3" name="tx133"/>
            <p:cNvSpPr/>
            <p:nvPr/>
          </p:nvSpPr>
          <p:spPr>
            <a:xfrm>
              <a:off x="4735898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134" name="tx134"/>
            <p:cNvSpPr/>
            <p:nvPr/>
          </p:nvSpPr>
          <p:spPr>
            <a:xfrm>
              <a:off x="5127404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135" name="tx135"/>
            <p:cNvSpPr/>
            <p:nvPr/>
          </p:nvSpPr>
          <p:spPr>
            <a:xfrm>
              <a:off x="5518910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136" name="tx136"/>
            <p:cNvSpPr/>
            <p:nvPr/>
          </p:nvSpPr>
          <p:spPr>
            <a:xfrm>
              <a:off x="5910416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137" name="tx137"/>
            <p:cNvSpPr/>
            <p:nvPr/>
          </p:nvSpPr>
          <p:spPr>
            <a:xfrm>
              <a:off x="6301922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138" name="tx138"/>
            <p:cNvSpPr/>
            <p:nvPr/>
          </p:nvSpPr>
          <p:spPr>
            <a:xfrm>
              <a:off x="6693428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139" name="tx139"/>
            <p:cNvSpPr/>
            <p:nvPr/>
          </p:nvSpPr>
          <p:spPr>
            <a:xfrm>
              <a:off x="7084934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140" name="tx140"/>
            <p:cNvSpPr/>
            <p:nvPr/>
          </p:nvSpPr>
          <p:spPr>
            <a:xfrm>
              <a:off x="7476440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141" name="tx141"/>
            <p:cNvSpPr/>
            <p:nvPr/>
          </p:nvSpPr>
          <p:spPr>
            <a:xfrm>
              <a:off x="7867947" y="4386986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9</a:t>
              </a:r>
            </a:p>
          </p:txBody>
        </p:sp>
        <p:sp>
          <p:nvSpPr>
            <p:cNvPr id="142" name="tx142"/>
            <p:cNvSpPr/>
            <p:nvPr/>
          </p:nvSpPr>
          <p:spPr>
            <a:xfrm>
              <a:off x="8225574" y="4386986"/>
              <a:ext cx="135514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43" name="pl143"/>
            <p:cNvSpPr/>
            <p:nvPr/>
          </p:nvSpPr>
          <p:spPr>
            <a:xfrm>
              <a:off x="641774" y="738267"/>
              <a:ext cx="0" cy="3580395"/>
            </a:xfrm>
            <a:custGeom>
              <a:avLst/>
              <a:gdLst/>
              <a:ahLst/>
              <a:cxnLst/>
              <a:rect l="0" t="0" r="0" b="0"/>
              <a:pathLst>
                <a:path h="3580395">
                  <a:moveTo>
                    <a:pt x="0" y="3580395"/>
                  </a:moveTo>
                  <a:lnTo>
                    <a:pt x="0" y="0"/>
                  </a:lnTo>
                </a:path>
              </a:pathLst>
            </a:custGeom>
            <a:ln w="14782" cap="sq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4" name="tx144"/>
            <p:cNvSpPr/>
            <p:nvPr/>
          </p:nvSpPr>
          <p:spPr>
            <a:xfrm>
              <a:off x="505693" y="4252691"/>
              <a:ext cx="67757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0</a:t>
              </a:r>
            </a:p>
          </p:txBody>
        </p:sp>
        <p:sp>
          <p:nvSpPr>
            <p:cNvPr id="145" name="tx145"/>
            <p:cNvSpPr/>
            <p:nvPr/>
          </p:nvSpPr>
          <p:spPr>
            <a:xfrm>
              <a:off x="437936" y="3257001"/>
              <a:ext cx="135514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146" name="tx146"/>
            <p:cNvSpPr/>
            <p:nvPr/>
          </p:nvSpPr>
          <p:spPr>
            <a:xfrm>
              <a:off x="437936" y="2261311"/>
              <a:ext cx="135514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20</a:t>
              </a:r>
            </a:p>
          </p:txBody>
        </p:sp>
        <p:sp>
          <p:nvSpPr>
            <p:cNvPr id="147" name="tx147"/>
            <p:cNvSpPr/>
            <p:nvPr/>
          </p:nvSpPr>
          <p:spPr>
            <a:xfrm>
              <a:off x="437936" y="1265621"/>
              <a:ext cx="135514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30</a:t>
              </a:r>
            </a:p>
          </p:txBody>
        </p:sp>
        <p:sp>
          <p:nvSpPr>
            <p:cNvPr id="148" name="pl148"/>
            <p:cNvSpPr/>
            <p:nvPr/>
          </p:nvSpPr>
          <p:spPr>
            <a:xfrm>
              <a:off x="603816" y="4296308"/>
              <a:ext cx="37957" cy="0"/>
            </a:xfrm>
            <a:custGeom>
              <a:avLst/>
              <a:gdLst/>
              <a:ahLst/>
              <a:cxnLst/>
              <a:rect l="0" t="0" r="0" b="0"/>
              <a:pathLst>
                <a:path w="37957">
                  <a:moveTo>
                    <a:pt x="0" y="0"/>
                  </a:moveTo>
                  <a:lnTo>
                    <a:pt x="37957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9" name="pl149"/>
            <p:cNvSpPr/>
            <p:nvPr/>
          </p:nvSpPr>
          <p:spPr>
            <a:xfrm>
              <a:off x="603816" y="3300618"/>
              <a:ext cx="37957" cy="0"/>
            </a:xfrm>
            <a:custGeom>
              <a:avLst/>
              <a:gdLst/>
              <a:ahLst/>
              <a:cxnLst/>
              <a:rect l="0" t="0" r="0" b="0"/>
              <a:pathLst>
                <a:path w="37957">
                  <a:moveTo>
                    <a:pt x="0" y="0"/>
                  </a:moveTo>
                  <a:lnTo>
                    <a:pt x="37957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0" name="pl150"/>
            <p:cNvSpPr/>
            <p:nvPr/>
          </p:nvSpPr>
          <p:spPr>
            <a:xfrm>
              <a:off x="603816" y="2304928"/>
              <a:ext cx="37957" cy="0"/>
            </a:xfrm>
            <a:custGeom>
              <a:avLst/>
              <a:gdLst/>
              <a:ahLst/>
              <a:cxnLst/>
              <a:rect l="0" t="0" r="0" b="0"/>
              <a:pathLst>
                <a:path w="37957">
                  <a:moveTo>
                    <a:pt x="0" y="0"/>
                  </a:moveTo>
                  <a:lnTo>
                    <a:pt x="37957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1" name="pl151"/>
            <p:cNvSpPr/>
            <p:nvPr/>
          </p:nvSpPr>
          <p:spPr>
            <a:xfrm>
              <a:off x="603816" y="1309238"/>
              <a:ext cx="37957" cy="0"/>
            </a:xfrm>
            <a:custGeom>
              <a:avLst/>
              <a:gdLst/>
              <a:ahLst/>
              <a:cxnLst/>
              <a:rect l="0" t="0" r="0" b="0"/>
              <a:pathLst>
                <a:path w="37957">
                  <a:moveTo>
                    <a:pt x="0" y="0"/>
                  </a:moveTo>
                  <a:lnTo>
                    <a:pt x="37957" y="0"/>
                  </a:lnTo>
                </a:path>
              </a:pathLst>
            </a:custGeom>
            <a:ln w="14782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2" name="tx152"/>
            <p:cNvSpPr/>
            <p:nvPr/>
          </p:nvSpPr>
          <p:spPr>
            <a:xfrm>
              <a:off x="4047326" y="4537781"/>
              <a:ext cx="1016629" cy="10917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Cycle (season)</a:t>
              </a:r>
            </a:p>
          </p:txBody>
        </p:sp>
        <p:sp>
          <p:nvSpPr>
            <p:cNvPr id="153" name="tx153"/>
            <p:cNvSpPr/>
            <p:nvPr/>
          </p:nvSpPr>
          <p:spPr>
            <a:xfrm rot="-5400000">
              <a:off x="-639602" y="2473875"/>
              <a:ext cx="1905975" cy="10917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Mean network yield loss (%)</a:t>
              </a:r>
            </a:p>
          </p:txBody>
        </p:sp>
        <p:sp>
          <p:nvSpPr>
            <p:cNvPr id="154" name="rc154"/>
            <p:cNvSpPr/>
            <p:nvPr/>
          </p:nvSpPr>
          <p:spPr>
            <a:xfrm>
              <a:off x="8621339" y="2014816"/>
              <a:ext cx="1544024" cy="1027297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5" name="tx155"/>
            <p:cNvSpPr/>
            <p:nvPr/>
          </p:nvSpPr>
          <p:spPr>
            <a:xfrm>
              <a:off x="8697255" y="2106733"/>
              <a:ext cx="974476" cy="109179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Seed scenario</a:t>
              </a:r>
            </a:p>
          </p:txBody>
        </p:sp>
        <p:sp>
          <p:nvSpPr>
            <p:cNvPr id="156" name="rc156"/>
            <p:cNvSpPr/>
            <p:nvPr/>
          </p:nvSpPr>
          <p:spPr>
            <a:xfrm>
              <a:off x="8697255" y="230783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7" name="rc157"/>
            <p:cNvSpPr/>
            <p:nvPr/>
          </p:nvSpPr>
          <p:spPr>
            <a:xfrm>
              <a:off x="8707073" y="2317648"/>
              <a:ext cx="199819" cy="199819"/>
            </a:xfrm>
            <a:prstGeom prst="rect">
              <a:avLst/>
            </a:prstGeom>
            <a:solidFill>
              <a:srgbClr val="B2182B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58" name="pl158"/>
            <p:cNvSpPr/>
            <p:nvPr/>
          </p:nvSpPr>
          <p:spPr>
            <a:xfrm>
              <a:off x="8719200" y="241755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24391" cap="flat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9" name="pt159"/>
            <p:cNvSpPr/>
            <p:nvPr/>
          </p:nvSpPr>
          <p:spPr>
            <a:xfrm>
              <a:off x="8784458" y="2395033"/>
              <a:ext cx="45049" cy="45049"/>
            </a:xfrm>
            <a:prstGeom prst="ellipse">
              <a:avLst/>
            </a:prstGeom>
            <a:solidFill>
              <a:srgbClr val="B2182B">
                <a:alpha val="100000"/>
              </a:srgbClr>
            </a:solidFill>
            <a:ln w="9818" cap="rnd">
              <a:solidFill>
                <a:srgbClr val="B2182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0" name="rc160"/>
            <p:cNvSpPr/>
            <p:nvPr/>
          </p:nvSpPr>
          <p:spPr>
            <a:xfrm>
              <a:off x="8697255" y="252728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1" name="rc161"/>
            <p:cNvSpPr/>
            <p:nvPr/>
          </p:nvSpPr>
          <p:spPr>
            <a:xfrm>
              <a:off x="8707073" y="2537104"/>
              <a:ext cx="199819" cy="199819"/>
            </a:xfrm>
            <a:prstGeom prst="rect">
              <a:avLst/>
            </a:prstGeom>
            <a:solidFill>
              <a:srgbClr val="EF8A62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2" name="pl162"/>
            <p:cNvSpPr/>
            <p:nvPr/>
          </p:nvSpPr>
          <p:spPr>
            <a:xfrm>
              <a:off x="8719200" y="263701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24391" cap="flat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3" name="pt163"/>
            <p:cNvSpPr/>
            <p:nvPr/>
          </p:nvSpPr>
          <p:spPr>
            <a:xfrm>
              <a:off x="8784458" y="2614489"/>
              <a:ext cx="45049" cy="45049"/>
            </a:xfrm>
            <a:prstGeom prst="ellipse">
              <a:avLst/>
            </a:prstGeom>
            <a:solidFill>
              <a:srgbClr val="EF8A62">
                <a:alpha val="100000"/>
              </a:srgbClr>
            </a:solidFill>
            <a:ln w="9818" cap="rnd">
              <a:solidFill>
                <a:srgbClr val="EF8A62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4" name="rc164"/>
            <p:cNvSpPr/>
            <p:nvPr/>
          </p:nvSpPr>
          <p:spPr>
            <a:xfrm>
              <a:off x="8697255" y="2746742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5" name="rc165"/>
            <p:cNvSpPr/>
            <p:nvPr/>
          </p:nvSpPr>
          <p:spPr>
            <a:xfrm>
              <a:off x="8707073" y="2756560"/>
              <a:ext cx="199819" cy="199819"/>
            </a:xfrm>
            <a:prstGeom prst="rect">
              <a:avLst/>
            </a:prstGeom>
            <a:solidFill>
              <a:srgbClr val="2166AC">
                <a:alpha val="14901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166" name="pl166"/>
            <p:cNvSpPr/>
            <p:nvPr/>
          </p:nvSpPr>
          <p:spPr>
            <a:xfrm>
              <a:off x="8719200" y="285647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24391" cap="flat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7" name="pt167"/>
            <p:cNvSpPr/>
            <p:nvPr/>
          </p:nvSpPr>
          <p:spPr>
            <a:xfrm>
              <a:off x="8784458" y="2833945"/>
              <a:ext cx="45049" cy="45049"/>
            </a:xfrm>
            <a:prstGeom prst="ellipse">
              <a:avLst/>
            </a:prstGeom>
            <a:solidFill>
              <a:srgbClr val="2166AC">
                <a:alpha val="100000"/>
              </a:srgbClr>
            </a:solidFill>
            <a:ln w="9818" cap="rnd">
              <a:solidFill>
                <a:srgbClr val="2166A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8" name="tx168"/>
            <p:cNvSpPr/>
            <p:nvPr/>
          </p:nvSpPr>
          <p:spPr>
            <a:xfrm>
              <a:off x="8992626" y="2373941"/>
              <a:ext cx="724479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Informal (0.7)</a:t>
              </a:r>
            </a:p>
          </p:txBody>
        </p:sp>
        <p:sp>
          <p:nvSpPr>
            <p:cNvPr id="169" name="tx169"/>
            <p:cNvSpPr/>
            <p:nvPr/>
          </p:nvSpPr>
          <p:spPr>
            <a:xfrm>
              <a:off x="8992626" y="2593397"/>
              <a:ext cx="1096822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moderate (0.8)</a:t>
              </a:r>
            </a:p>
          </p:txBody>
        </p:sp>
        <p:sp>
          <p:nvSpPr>
            <p:cNvPr id="170" name="tx170"/>
            <p:cNvSpPr/>
            <p:nvPr/>
          </p:nvSpPr>
          <p:spPr>
            <a:xfrm>
              <a:off x="8992626" y="2812853"/>
              <a:ext cx="1089781" cy="8723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96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96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QDS optimistic (0.9)</a:t>
              </a:r>
            </a:p>
          </p:txBody>
        </p:sp>
        <p:sp>
          <p:nvSpPr>
            <p:cNvPr id="171" name="tx171"/>
            <p:cNvSpPr/>
            <p:nvPr/>
          </p:nvSpPr>
          <p:spPr>
            <a:xfrm>
              <a:off x="641774" y="258795"/>
              <a:ext cx="5962893" cy="130850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43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39" b="1" dirty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Figure 3. Epidemic trajectories by seed scenario (mean, 5-95% band)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65</TotalTime>
  <Words>426</Words>
  <Application>Microsoft Office PowerPoint</Application>
  <PresentationFormat>On-screen Show (4:3)</PresentationFormat>
  <Paragraphs>189</Paragraphs>
  <Slides>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</vt:i4>
      </vt:variant>
    </vt:vector>
  </HeadingPairs>
  <TitlesOfParts>
    <vt:vector size="6" baseType="lpstr">
      <vt:lpstr>Arial</vt:lpstr>
      <vt:lpstr>Calibri</vt:lpstr>
      <vt:lpstr>Office Theme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/>
  <cp:lastModifiedBy>Robledo Buritica, Jacobo</cp:lastModifiedBy>
  <cp:revision>3</cp:revision>
  <dcterms:created xsi:type="dcterms:W3CDTF">2017-02-13T16:18:36Z</dcterms:created>
  <dcterms:modified xsi:type="dcterms:W3CDTF">2026-06-01T17:58:54Z</dcterms:modified>
  <cp:category/>
</cp:coreProperties>
</file>